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404" r:id="rId4"/>
    <p:sldId id="405" r:id="rId5"/>
    <p:sldId id="406" r:id="rId6"/>
    <p:sldId id="408" r:id="rId7"/>
    <p:sldId id="407" r:id="rId8"/>
    <p:sldId id="409" r:id="rId9"/>
    <p:sldId id="410" r:id="rId10"/>
    <p:sldId id="411" r:id="rId11"/>
    <p:sldId id="412" r:id="rId12"/>
    <p:sldId id="41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D9E88-758B-4CF4-9182-B690FCDCEB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6F489-9318-4A1B-90C4-DCD86C67E8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90E7-920A-4899-8E62-8E8375396F6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08270-5D5D-4A4C-986F-5BA8A25F85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924FC-C16C-4104-A07F-9D3AAA3CC3A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4B1A4-49D3-4B09-915C-179E3939264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DDB5-CE6B-469F-8813-577152B09A46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4BC-7B7D-4E3C-96DA-9689EF79DD0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E96A-1095-4BF0-BBA5-58A91DF982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2EA4-F67D-4B0B-8CEB-A3E8B52A33A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710A-45AC-4F81-A081-4EA64080436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2A20-90BB-408E-A5ED-A0F4DF59C87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64E7-689F-453C-981D-837EE4D6C77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1E8E5-82FB-45C5-8FB8-4CFF0EE2801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mailto:iuh@gmail.com" TargetMode="Externa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mailto:ThietKe@myOffice.odoo.com" TargetMode="Externa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8030" y="5268616"/>
            <a:ext cx="4938713" cy="1655762"/>
          </a:xfrm>
        </p:spPr>
        <p:txBody>
          <a:bodyPr/>
          <a:lstStyle/>
          <a:p>
            <a:r>
              <a:rPr lang="en-US" dirty="0"/>
              <a:t>GIẢNG VIÊN: TRẦN THỊ KIM CHI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9621" y="354963"/>
            <a:ext cx="95555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/>
              <a:t>BÀI TẬP THỰC HÀNH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4752" y="2534790"/>
            <a:ext cx="876778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Các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qui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trình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chính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trong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quản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trị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doanh</a:t>
            </a:r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4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nghiệp</a:t>
            </a:r>
            <a:endParaRPr lang="en-US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1</a:t>
            </a:r>
            <a:endParaRPr lang="en-US" sz="2000" b="1" dirty="0"/>
          </a:p>
          <a:p>
            <a:pPr marL="514350" indent="-514350" fontAlgn="base"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,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: Storable product,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khach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: 1500, chi </a:t>
            </a:r>
            <a:r>
              <a:rPr lang="en-US" sz="2000" dirty="0" err="1"/>
              <a:t>phí</a:t>
            </a:r>
            <a:r>
              <a:rPr lang="en-US" sz="2000" dirty="0"/>
              <a:t>: 1200.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Dự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tối</a:t>
            </a:r>
            <a:r>
              <a:rPr lang="en-US" sz="2000" dirty="0"/>
              <a:t> </a:t>
            </a:r>
            <a:r>
              <a:rPr lang="en-US" sz="2000" dirty="0" err="1"/>
              <a:t>thiểu</a:t>
            </a:r>
            <a:r>
              <a:rPr lang="en-US" sz="2000" dirty="0"/>
              <a:t> 10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1000, 1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1200 (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Phong</a:t>
            </a:r>
            <a:r>
              <a:rPr lang="en-US" sz="2000" dirty="0"/>
              <a:t> </a:t>
            </a:r>
            <a:r>
              <a:rPr lang="en-US" sz="2000" dirty="0" err="1"/>
              <a:t>Vũ</a:t>
            </a:r>
            <a:r>
              <a:rPr lang="en-US" sz="2000" dirty="0"/>
              <a:t>)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2)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10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Phong</a:t>
            </a:r>
            <a:r>
              <a:rPr lang="en-US" sz="2000" dirty="0"/>
              <a:t> </a:t>
            </a:r>
            <a:r>
              <a:rPr lang="en-US" sz="2000" dirty="0" err="1"/>
              <a:t>Vũ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3)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: </a:t>
            </a:r>
            <a:r>
              <a:rPr lang="en-US" sz="2000" dirty="0" err="1"/>
              <a:t>nhận</a:t>
            </a:r>
            <a:r>
              <a:rPr lang="en-US" sz="2000" dirty="0"/>
              <a:t> 10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4)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hang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5)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.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Minh </a:t>
            </a:r>
            <a:r>
              <a:rPr lang="en-US" sz="2000" dirty="0" err="1"/>
              <a:t>mua</a:t>
            </a:r>
            <a:r>
              <a:rPr lang="en-US" sz="2000" dirty="0"/>
              <a:t> 4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6) </a:t>
            </a:r>
            <a:r>
              <a:rPr lang="en-US" sz="2000" dirty="0" err="1"/>
              <a:t>Giao</a:t>
            </a:r>
            <a:r>
              <a:rPr lang="en-US" sz="2000" dirty="0"/>
              <a:t> 4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7)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8)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9)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lợi</a:t>
            </a:r>
            <a:r>
              <a:rPr lang="en-US" sz="2000" dirty="0"/>
              <a:t> </a:t>
            </a:r>
            <a:r>
              <a:rPr lang="en-US" sz="2000" dirty="0" err="1"/>
              <a:t>nhuận</a:t>
            </a:r>
            <a:endParaRPr lang="en-US" sz="2000" dirty="0"/>
          </a:p>
          <a:p>
            <a:pPr marL="0" indent="0" fontAlgn="base">
              <a:buNone/>
            </a:pP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2</a:t>
            </a:r>
            <a:endParaRPr lang="en-US" sz="2000" b="1" dirty="0"/>
          </a:p>
          <a:p>
            <a:pPr marL="457200" indent="-457200" fontAlgn="base">
              <a:buAutoNum type="arabicParenR"/>
            </a:pP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Màn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,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: Storable product,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: 500. Chi </a:t>
            </a:r>
            <a:r>
              <a:rPr lang="en-US" sz="2000" dirty="0" err="1"/>
              <a:t>phí</a:t>
            </a:r>
            <a:r>
              <a:rPr lang="en-US" sz="2000" dirty="0"/>
              <a:t>: 300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marL="457200" indent="-457200" fontAlgn="base">
              <a:buAutoNum type="arabicParenR"/>
            </a:pP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2)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5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màn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(</a:t>
            </a:r>
            <a:r>
              <a:rPr lang="en-US" sz="2000" dirty="0" err="1"/>
              <a:t>Giảm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20%),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thêm</a:t>
            </a:r>
            <a:r>
              <a:rPr lang="en-US" sz="2000" dirty="0"/>
              <a:t> 2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màn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(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giảm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)</a:t>
            </a:r>
            <a:r>
              <a:rPr lang="en-US" sz="2000" dirty="0">
                <a:sym typeface="Wingdings" panose="05000000000000000000" pitchFamily="2" charset="2"/>
              </a:rPr>
              <a:t>Thanh </a:t>
            </a:r>
            <a:r>
              <a:rPr lang="en-US" sz="2000" dirty="0" err="1">
                <a:sym typeface="Wingdings" panose="05000000000000000000" pitchFamily="2" charset="2"/>
              </a:rPr>
              <a:t>toán</a:t>
            </a:r>
            <a:r>
              <a:rPr lang="en-US" sz="2000" dirty="0">
                <a:sym typeface="Wingdings" panose="05000000000000000000" pitchFamily="2" charset="2"/>
              </a:rPr>
              <a:t> (Cash)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3)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Cash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4)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Lê Thu </a:t>
            </a:r>
            <a:r>
              <a:rPr lang="en-US" sz="2000" dirty="0" err="1"/>
              <a:t>Hà</a:t>
            </a:r>
            <a:r>
              <a:rPr lang="en-US" sz="2000" dirty="0"/>
              <a:t>,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12 </a:t>
            </a:r>
            <a:r>
              <a:rPr lang="en-US" sz="2000" dirty="0" err="1"/>
              <a:t>Nguyễn</a:t>
            </a:r>
            <a:r>
              <a:rPr lang="en-US" sz="2000" dirty="0"/>
              <a:t>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, tp. HCM, </a:t>
            </a:r>
            <a:r>
              <a:rPr lang="en-US" sz="2000" dirty="0">
                <a:hlinkClick r:id="rId2"/>
              </a:rPr>
              <a:t>iuh@gmail.com</a:t>
            </a:r>
            <a:r>
              <a:rPr lang="en-US" sz="2000" dirty="0"/>
              <a:t>, </a:t>
            </a:r>
            <a:r>
              <a:rPr lang="en-US" sz="2000" dirty="0" err="1"/>
              <a:t>Số</a:t>
            </a:r>
            <a:r>
              <a:rPr lang="en-US" sz="2000" dirty="0"/>
              <a:t> DT:03483848.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hang.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ổ </a:t>
            </a:r>
            <a:r>
              <a:rPr lang="en-US" sz="2000" dirty="0" err="1"/>
              <a:t>đĩa</a:t>
            </a:r>
            <a:r>
              <a:rPr lang="en-US" sz="2000" dirty="0"/>
              <a:t> </a:t>
            </a:r>
            <a:r>
              <a:rPr lang="en-US" sz="2000" dirty="0" err="1"/>
              <a:t>cứng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250USD. </a:t>
            </a:r>
            <a:r>
              <a:rPr lang="en-US" sz="2000" dirty="0" err="1"/>
              <a:t>Tạo</a:t>
            </a:r>
            <a:r>
              <a:rPr lang="en-US" sz="2000" dirty="0"/>
              <a:t> đ</a:t>
            </a:r>
            <a:r>
              <a:rPr lang="vi-VN" sz="2000" dirty="0"/>
              <a:t>ơ</a:t>
            </a:r>
            <a:r>
              <a:rPr lang="en-US" sz="2000" dirty="0"/>
              <a:t>n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5)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ở </a:t>
            </a:r>
            <a:r>
              <a:rPr lang="en-US" sz="2000" dirty="0" err="1"/>
              <a:t>bước</a:t>
            </a:r>
            <a:r>
              <a:rPr lang="en-US" sz="2000" dirty="0"/>
              <a:t> 2 </a:t>
            </a:r>
            <a:r>
              <a:rPr lang="en-US" sz="2000" dirty="0" err="1"/>
              <a:t>trả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3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màn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.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trả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3 </a:t>
            </a:r>
            <a:r>
              <a:rPr lang="en-US" sz="2000" dirty="0" err="1"/>
              <a:t>màn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6)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bằng</a:t>
            </a:r>
            <a:r>
              <a:rPr lang="en-US" sz="2000" dirty="0"/>
              <a:t> Cash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7)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hang ABC </a:t>
            </a:r>
            <a:r>
              <a:rPr lang="en-US" sz="2000" dirty="0" err="1"/>
              <a:t>mua</a:t>
            </a:r>
            <a:r>
              <a:rPr lang="en-US" sz="2000" dirty="0"/>
              <a:t> 5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bàn</a:t>
            </a:r>
            <a:r>
              <a:rPr lang="en-US" sz="2000" dirty="0"/>
              <a:t> </a:t>
            </a:r>
            <a:r>
              <a:rPr lang="en-US" sz="2000" dirty="0" err="1"/>
              <a:t>phím</a:t>
            </a:r>
            <a:r>
              <a:rPr lang="en-US" sz="2000" dirty="0"/>
              <a:t>,….(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nghĩ</a:t>
            </a:r>
            <a:r>
              <a:rPr lang="en-US" sz="2000" dirty="0"/>
              <a:t>…)</a:t>
            </a:r>
            <a:endParaRPr lang="en-US" sz="2000" dirty="0"/>
          </a:p>
          <a:p>
            <a:pPr marL="0" indent="0" fontAlgn="base">
              <a:buNone/>
            </a:pP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</a:t>
            </a:r>
            <a:r>
              <a:rPr lang="en-US" sz="2000" b="1" dirty="0" err="1"/>
              <a:t>nhóm</a:t>
            </a:r>
            <a:endParaRPr lang="en-US" sz="2000" b="1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</a:t>
            </a:r>
            <a:r>
              <a:rPr lang="en-US" sz="2000" dirty="0" err="1"/>
              <a:t>nghiệp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hành</a:t>
            </a:r>
            <a:r>
              <a:rPr lang="en-US" sz="2000" dirty="0"/>
              <a:t> Lab1.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mình</a:t>
            </a:r>
            <a:r>
              <a:rPr lang="en-US" sz="2000" dirty="0"/>
              <a:t>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nghiệp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ở </a:t>
            </a:r>
            <a:r>
              <a:rPr lang="en-US" sz="2000" dirty="0" err="1"/>
              <a:t>trên</a:t>
            </a:r>
            <a:r>
              <a:rPr lang="en-US" sz="2000" dirty="0"/>
              <a:t>. </a:t>
            </a:r>
            <a:r>
              <a:rPr lang="en-US" sz="2000" dirty="0" err="1"/>
              <a:t>Mỗi</a:t>
            </a:r>
            <a:r>
              <a:rPr lang="en-US" sz="2000" dirty="0"/>
              <a:t> b</a:t>
            </a:r>
            <a:r>
              <a:rPr lang="vi-VN" sz="2000" dirty="0"/>
              <a:t>ư</a:t>
            </a:r>
            <a:r>
              <a:rPr lang="en-US" sz="2000" dirty="0" err="1"/>
              <a:t>ớc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chụp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file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cáo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.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1 Website hay 1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mềm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đề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qua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mềm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chứ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qua Odoo </a:t>
            </a:r>
            <a:r>
              <a:rPr lang="en-US" sz="2000" dirty="0" err="1"/>
              <a:t>nữa</a:t>
            </a:r>
            <a:r>
              <a:rPr lang="en-US" sz="2000" dirty="0"/>
              <a:t>.</a:t>
            </a:r>
            <a:endParaRPr lang="en-US" sz="2000" dirty="0"/>
          </a:p>
          <a:p>
            <a:pPr marL="0" indent="0" fontAlgn="base">
              <a:buNone/>
            </a:pP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3</a:t>
            </a:r>
            <a:endParaRPr lang="en-US" sz="2000" b="1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Project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Website </a:t>
            </a:r>
            <a:r>
              <a:rPr lang="en-US" sz="2000" dirty="0" err="1"/>
              <a:t>bán</a:t>
            </a:r>
            <a:r>
              <a:rPr lang="en-US" sz="2000" dirty="0"/>
              <a:t> hang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ThietKeGiaoDienWebBanHang</a:t>
            </a:r>
            <a:r>
              <a:rPr lang="en-US" sz="2000" dirty="0"/>
              <a:t>,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mail </a:t>
            </a:r>
            <a:r>
              <a:rPr lang="en-US" sz="2000" dirty="0" err="1"/>
              <a:t>cho</a:t>
            </a:r>
            <a:r>
              <a:rPr lang="en-US" sz="2000" dirty="0"/>
              <a:t> Project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ThietKe@myOffice.odoo.com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        Project </a:t>
            </a:r>
            <a:r>
              <a:rPr lang="en-US" sz="2000" dirty="0" err="1"/>
              <a:t>gồm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giai</a:t>
            </a:r>
            <a:r>
              <a:rPr lang="en-US" sz="2000" dirty="0"/>
              <a:t> </a:t>
            </a:r>
            <a:r>
              <a:rPr lang="en-US" sz="2000" dirty="0" err="1"/>
              <a:t>đoạn</a:t>
            </a:r>
            <a:r>
              <a:rPr lang="en-US" sz="2000" dirty="0"/>
              <a:t>: </a:t>
            </a:r>
            <a:endParaRPr lang="en-US" sz="2000" dirty="0"/>
          </a:p>
          <a:p>
            <a:pPr marL="803275" fontAlgn="base"/>
            <a:r>
              <a:rPr lang="en-US" sz="2000" dirty="0" err="1"/>
              <a:t>Gặp</a:t>
            </a:r>
            <a:r>
              <a:rPr lang="en-US" sz="2000" dirty="0"/>
              <a:t> </a:t>
            </a:r>
            <a:r>
              <a:rPr lang="en-US" sz="2000" dirty="0" err="1"/>
              <a:t>mặt</a:t>
            </a:r>
            <a:r>
              <a:rPr lang="en-US" sz="2000" dirty="0"/>
              <a:t> (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), </a:t>
            </a:r>
            <a:endParaRPr lang="en-US" sz="2000" dirty="0"/>
          </a:p>
          <a:p>
            <a:pPr marL="803275" fontAlgn="base"/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, </a:t>
            </a:r>
            <a:endParaRPr lang="en-US" sz="2000" dirty="0"/>
          </a:p>
          <a:p>
            <a:pPr marL="803275" fontAlgn="base"/>
            <a:r>
              <a:rPr lang="en-US" sz="2000" dirty="0" err="1"/>
              <a:t>Tạo</a:t>
            </a:r>
            <a:r>
              <a:rPr lang="en-US" sz="2000" dirty="0"/>
              <a:t> 4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mẫu</a:t>
            </a:r>
            <a:r>
              <a:rPr lang="en-US" sz="2000" dirty="0"/>
              <a:t> (Template Design)</a:t>
            </a:r>
            <a:endParaRPr lang="en-US" sz="2000" dirty="0"/>
          </a:p>
          <a:p>
            <a:pPr marL="803275" fontAlgn="base"/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2) </a:t>
            </a:r>
            <a:r>
              <a:rPr lang="en-US" sz="2000" dirty="0" err="1"/>
              <a:t>Gửi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mail </a:t>
            </a:r>
            <a:r>
              <a:rPr lang="en-US" sz="2000" dirty="0">
                <a:hlinkClick r:id="rId2"/>
              </a:rPr>
              <a:t>ThietKe@myOffice.odoo.com 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chủ</a:t>
            </a:r>
            <a:r>
              <a:rPr lang="en-US" sz="2000" dirty="0"/>
              <a:t> </a:t>
            </a:r>
            <a:r>
              <a:rPr lang="en-US" sz="2000" dirty="0" err="1"/>
              <a:t>đề</a:t>
            </a:r>
            <a:r>
              <a:rPr lang="en-US" sz="2000" dirty="0"/>
              <a:t> “</a:t>
            </a:r>
            <a:r>
              <a:rPr lang="en-US" sz="2000" dirty="0" err="1"/>
              <a:t>Công</a:t>
            </a:r>
            <a:r>
              <a:rPr lang="en-US" sz="2000" dirty="0"/>
              <a:t> ty Lazada”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. </a:t>
            </a:r>
            <a:r>
              <a:rPr lang="en-US" sz="2000" dirty="0" err="1"/>
              <a:t>Nội</a:t>
            </a:r>
            <a:r>
              <a:rPr lang="en-US" sz="2000" dirty="0"/>
              <a:t> dung mail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thêm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3)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lên</a:t>
            </a:r>
            <a:r>
              <a:rPr lang="en-US" sz="2000" dirty="0"/>
              <a:t> </a:t>
            </a:r>
            <a:r>
              <a:rPr lang="en-US" sz="2000" dirty="0" err="1"/>
              <a:t>lịch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,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gặp</a:t>
            </a:r>
            <a:r>
              <a:rPr lang="en-US" sz="2000" dirty="0"/>
              <a:t> </a:t>
            </a:r>
            <a:r>
              <a:rPr lang="en-US" sz="2000" dirty="0" err="1"/>
              <a:t>mặt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Lazada</a:t>
            </a: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3</a:t>
            </a:r>
            <a:endParaRPr lang="en-US" sz="2000" b="1" dirty="0"/>
          </a:p>
          <a:p>
            <a:pPr marL="0" indent="0" fontAlgn="base">
              <a:buNone/>
            </a:pPr>
            <a:r>
              <a:rPr lang="en-US" sz="2000" dirty="0"/>
              <a:t>4)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.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 đ</a:t>
            </a:r>
            <a:r>
              <a:rPr lang="vi-VN" sz="2000" dirty="0"/>
              <a:t>ư</a:t>
            </a:r>
            <a:r>
              <a:rPr lang="en-US" sz="2000" dirty="0" err="1"/>
              <a:t>ợc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giờ</a:t>
            </a:r>
            <a:r>
              <a:rPr lang="en-US" sz="2000" dirty="0"/>
              <a:t>, 100K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giờ</a:t>
            </a:r>
            <a:r>
              <a:rPr lang="en-US" sz="2000" dirty="0"/>
              <a:t>.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,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: Service,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: 100K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mục</a:t>
            </a:r>
            <a:r>
              <a:rPr lang="en-US" sz="2000" dirty="0"/>
              <a:t> Sales: </a:t>
            </a:r>
            <a:r>
              <a:rPr lang="en-US" sz="2000" dirty="0" err="1"/>
              <a:t>Chọn</a:t>
            </a:r>
            <a:r>
              <a:rPr lang="en-US" sz="2000" dirty="0"/>
              <a:t> Timesheets on tasks </a:t>
            </a:r>
            <a:r>
              <a:rPr lang="en-US" sz="2000" dirty="0" err="1"/>
              <a:t>và</a:t>
            </a:r>
            <a:r>
              <a:rPr lang="en-US" sz="2000" dirty="0"/>
              <a:t> Create a task in an existing project.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Project: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ThietKeGiaoDienWebBanHang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5)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gửi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Lazada.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6) </a:t>
            </a:r>
            <a:r>
              <a:rPr lang="en-US" sz="2000" dirty="0" err="1"/>
              <a:t>Ghi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Project: </a:t>
            </a:r>
            <a:r>
              <a:rPr lang="en-US" sz="2000" dirty="0" err="1"/>
              <a:t>ThietKeGiaoDienWebBanHang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Task: S0001: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Time spent: 30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Work Summary: </a:t>
            </a:r>
            <a:r>
              <a:rPr lang="en-US" sz="2000" dirty="0" err="1"/>
              <a:t>Gặp</a:t>
            </a:r>
            <a:r>
              <a:rPr lang="en-US" sz="2000" dirty="0"/>
              <a:t> </a:t>
            </a:r>
            <a:r>
              <a:rPr lang="en-US" sz="2000" dirty="0" err="1"/>
              <a:t>mặc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Nhấn</a:t>
            </a:r>
            <a:r>
              <a:rPr lang="en-US" sz="2000" dirty="0"/>
              <a:t> SAVE,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My Timesheets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xem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3</a:t>
            </a:r>
            <a:endParaRPr lang="en-US" sz="2000" b="1" dirty="0"/>
          </a:p>
          <a:p>
            <a:pPr marL="0" indent="0" fontAlgn="base">
              <a:buNone/>
            </a:pPr>
            <a:r>
              <a:rPr lang="en-US" sz="2000" dirty="0"/>
              <a:t>7)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Lazada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8) </a:t>
            </a:r>
            <a:r>
              <a:rPr lang="en-US" sz="2000" dirty="0" err="1"/>
              <a:t>Công</a:t>
            </a:r>
            <a:r>
              <a:rPr lang="en-US" sz="2000" dirty="0"/>
              <a:t> ty Lazada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t</a:t>
            </a:r>
            <a:r>
              <a:rPr lang="vi-VN" sz="2000" dirty="0"/>
              <a:t>ư</a:t>
            </a:r>
            <a:r>
              <a:rPr lang="en-US" sz="2000" dirty="0" err="1"/>
              <a:t>ơng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bước</a:t>
            </a:r>
            <a:r>
              <a:rPr lang="en-US" sz="2000" dirty="0"/>
              <a:t> 6 </a:t>
            </a:r>
            <a:r>
              <a:rPr lang="en-US" sz="2000" dirty="0" err="1"/>
              <a:t>thêm</a:t>
            </a:r>
            <a:r>
              <a:rPr lang="en-US" sz="2000" dirty="0"/>
              <a:t> 1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hoàn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,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nghĩ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4: </a:t>
            </a:r>
            <a:r>
              <a:rPr lang="en-US" sz="2000" b="1" dirty="0" err="1"/>
              <a:t>Bạn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hiện</a:t>
            </a:r>
            <a:r>
              <a:rPr lang="en-US" sz="2000" b="1" dirty="0"/>
              <a:t> Qui </a:t>
            </a:r>
            <a:r>
              <a:rPr lang="en-US" sz="2000" b="1" dirty="0" err="1"/>
              <a:t>trình</a:t>
            </a:r>
            <a:r>
              <a:rPr lang="en-US" sz="2000" b="1" dirty="0"/>
              <a:t> </a:t>
            </a:r>
            <a:r>
              <a:rPr lang="en-US" sz="2000" b="1" dirty="0" err="1"/>
              <a:t>sản</a:t>
            </a:r>
            <a:r>
              <a:rPr lang="en-US" sz="2000" b="1" dirty="0"/>
              <a:t> </a:t>
            </a:r>
            <a:r>
              <a:rPr lang="en-US" sz="2000" b="1" dirty="0" err="1"/>
              <a:t>xuất</a:t>
            </a:r>
            <a:r>
              <a:rPr lang="en-US" sz="2000" b="1" dirty="0"/>
              <a:t> </a:t>
            </a:r>
            <a:r>
              <a:rPr lang="en-US" sz="2000" b="1" dirty="0" err="1"/>
              <a:t>theo</a:t>
            </a:r>
            <a:r>
              <a:rPr lang="en-US" sz="2000" b="1" dirty="0"/>
              <a:t> </a:t>
            </a: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tả</a:t>
            </a:r>
            <a:r>
              <a:rPr lang="en-US" sz="2000" b="1" dirty="0"/>
              <a:t> </a:t>
            </a:r>
            <a:r>
              <a:rPr lang="en-US" sz="2000" b="1" dirty="0" err="1"/>
              <a:t>sau</a:t>
            </a:r>
            <a:endParaRPr lang="en-US" sz="2000" b="1" dirty="0"/>
          </a:p>
          <a:p>
            <a:pPr marL="0" indent="0" fontAlgn="base">
              <a:buNone/>
            </a:pP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4000.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hoạch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1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</a:t>
            </a:r>
            <a:r>
              <a:rPr lang="en-US" sz="2000" dirty="0" err="1"/>
              <a:t>nh</a:t>
            </a:r>
            <a:r>
              <a:rPr lang="vi-VN" sz="2000" dirty="0"/>
              <a:t>ư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:</a:t>
            </a: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11379" y="1917072"/>
          <a:ext cx="6844148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192"/>
                <a:gridCol w="3089374"/>
                <a:gridCol w="1281545"/>
                <a:gridCol w="1711037"/>
              </a:tblGrid>
              <a:tr h="542601">
                <a:tc>
                  <a:txBody>
                    <a:bodyPr/>
                    <a:lstStyle/>
                    <a:p>
                      <a:r>
                        <a:rPr lang="en-US" dirty="0"/>
                        <a:t>STT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TÊN VẬT LIỆU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SỐ L</a:t>
                      </a:r>
                      <a:r>
                        <a:rPr lang="vi-VN" dirty="0"/>
                        <a:t>Ư</a:t>
                      </a:r>
                      <a:r>
                        <a:rPr lang="en-US" dirty="0"/>
                        <a:t>ỢNG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GIÁ MUA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Khung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Bánh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Tay </a:t>
                      </a:r>
                      <a:r>
                        <a:rPr lang="en-US" dirty="0" err="1"/>
                        <a:t>lái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đạp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Nhông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r>
                        <a:rPr lang="en-US" dirty="0"/>
                        <a:t> tr</a:t>
                      </a:r>
                      <a:r>
                        <a:rPr lang="vi-VN" dirty="0"/>
                        <a:t>ư</a:t>
                      </a:r>
                      <a:r>
                        <a:rPr lang="en-US" dirty="0" err="1"/>
                        <a:t>ớc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err="1"/>
                        <a:t>Chân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err="1"/>
                        <a:t>Ốc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vít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khác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bộ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S</a:t>
                      </a:r>
                      <a:r>
                        <a:rPr lang="vi-VN" dirty="0"/>
                        <a:t>ơ</a:t>
                      </a:r>
                      <a:r>
                        <a:rPr lang="en-US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thùng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4: Qui </a:t>
            </a:r>
            <a:r>
              <a:rPr lang="en-US" sz="2000" b="1" dirty="0" err="1"/>
              <a:t>trình</a:t>
            </a:r>
            <a:r>
              <a:rPr lang="en-US" sz="2000" b="1" dirty="0"/>
              <a:t> </a:t>
            </a:r>
            <a:r>
              <a:rPr lang="en-US" sz="2000" b="1" dirty="0" err="1"/>
              <a:t>sản</a:t>
            </a:r>
            <a:r>
              <a:rPr lang="en-US" sz="2000" b="1" dirty="0"/>
              <a:t> </a:t>
            </a:r>
            <a:r>
              <a:rPr lang="en-US" sz="2000" b="1" dirty="0" err="1"/>
              <a:t>xuất</a:t>
            </a:r>
            <a:endParaRPr lang="en-US" sz="2000" b="1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l</a:t>
            </a:r>
            <a:r>
              <a:rPr lang="vi-VN" sz="2000" dirty="0"/>
              <a:t>ư</a:t>
            </a:r>
            <a:r>
              <a:rPr lang="en-US" sz="2000" dirty="0"/>
              <a:t>u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ở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1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.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đ</a:t>
            </a:r>
            <a:r>
              <a:rPr lang="vi-VN" sz="2000" dirty="0"/>
              <a:t>ơ</a:t>
            </a:r>
            <a:r>
              <a:rPr lang="en-US" sz="2000" dirty="0"/>
              <a:t>n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TNHH Martin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100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Tiến</a:t>
            </a:r>
            <a:r>
              <a:rPr lang="en-US" sz="2000" dirty="0"/>
              <a:t> </a:t>
            </a:r>
            <a:r>
              <a:rPr lang="en-US" sz="2000" dirty="0" err="1"/>
              <a:t>hành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. </a:t>
            </a:r>
            <a:r>
              <a:rPr lang="en-US" sz="2000" dirty="0" err="1"/>
              <a:t>Giả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90 </a:t>
            </a:r>
            <a:r>
              <a:rPr lang="en-US" sz="2000" dirty="0" err="1"/>
              <a:t>khung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,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vật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thì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đủ</a:t>
            </a:r>
            <a:r>
              <a:rPr lang="en-US" sz="2000" dirty="0"/>
              <a:t>.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b</a:t>
            </a:r>
            <a:r>
              <a:rPr lang="vi-VN" sz="2000" dirty="0"/>
              <a:t>ư</a:t>
            </a:r>
            <a:r>
              <a:rPr lang="en-US" sz="2000" dirty="0" err="1"/>
              <a:t>ớc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tiến</a:t>
            </a:r>
            <a:r>
              <a:rPr lang="en-US" sz="2000" dirty="0"/>
              <a:t> </a:t>
            </a:r>
            <a:r>
              <a:rPr lang="en-US" sz="2000" dirty="0" err="1"/>
              <a:t>hành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5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Giả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2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: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</a:t>
            </a:r>
            <a:r>
              <a:rPr lang="en-US" sz="2000" dirty="0" err="1"/>
              <a:t>lắp</a:t>
            </a:r>
            <a:r>
              <a:rPr lang="en-US" sz="2000" dirty="0"/>
              <a:t> </a:t>
            </a:r>
            <a:r>
              <a:rPr lang="en-US" sz="2000" dirty="0" err="1"/>
              <a:t>ráp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s</a:t>
            </a:r>
            <a:r>
              <a:rPr lang="vi-VN" sz="2000" dirty="0"/>
              <a:t>ơ</a:t>
            </a:r>
            <a:r>
              <a:rPr lang="en-US" sz="2000" dirty="0"/>
              <a:t>n </a:t>
            </a:r>
            <a:r>
              <a:rPr lang="en-US" sz="2000" dirty="0" err="1"/>
              <a:t>xe</a:t>
            </a:r>
            <a:r>
              <a:rPr lang="en-US" sz="2000" dirty="0"/>
              <a:t>. </a:t>
            </a:r>
            <a:r>
              <a:rPr lang="en-US" sz="2000" dirty="0" err="1"/>
              <a:t>Tạo</a:t>
            </a:r>
            <a:r>
              <a:rPr lang="en-US" sz="2000" dirty="0"/>
              <a:t> qui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2 </a:t>
            </a:r>
            <a:r>
              <a:rPr lang="en-US" sz="2000" dirty="0" err="1"/>
              <a:t>phân</a:t>
            </a:r>
            <a:r>
              <a:rPr lang="en-US" sz="2000" dirty="0"/>
              <a:t>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endParaRPr lang="en-US" sz="2000" dirty="0"/>
          </a:p>
          <a:p>
            <a:pPr marL="457200" indent="-457200" fontAlgn="base"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đ</a:t>
            </a:r>
            <a:r>
              <a:rPr lang="vi-VN" sz="2000" dirty="0"/>
              <a:t>ơ</a:t>
            </a:r>
            <a:r>
              <a:rPr lang="en-US" sz="2000" dirty="0"/>
              <a:t>n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</a:t>
            </a:r>
            <a:r>
              <a:rPr lang="en-US" sz="2000" dirty="0" err="1"/>
              <a:t>lắp</a:t>
            </a:r>
            <a:r>
              <a:rPr lang="en-US" sz="2000" dirty="0"/>
              <a:t> </a:t>
            </a:r>
            <a:r>
              <a:rPr lang="en-US" sz="2000" dirty="0" err="1"/>
              <a:t>ráp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       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x</a:t>
            </a:r>
            <a:r>
              <a:rPr lang="vi-VN" sz="2000" dirty="0"/>
              <a:t>ư</a:t>
            </a:r>
            <a:r>
              <a:rPr lang="en-US" sz="2000" dirty="0" err="1"/>
              <a:t>ởng</a:t>
            </a:r>
            <a:r>
              <a:rPr lang="en-US" sz="2000" dirty="0"/>
              <a:t> s</a:t>
            </a:r>
            <a:r>
              <a:rPr lang="vi-VN" sz="2000" dirty="0"/>
              <a:t>ơ</a:t>
            </a:r>
            <a:r>
              <a:rPr lang="en-US" sz="2000" dirty="0"/>
              <a:t>n.</a:t>
            </a:r>
            <a:endParaRPr lang="en-US" sz="2000" dirty="0"/>
          </a:p>
          <a:p>
            <a:pPr marL="457200" indent="-457200" fontAlgn="base">
              <a:buAutoNum type="arabicParenR" startAt="7"/>
            </a:pPr>
            <a:r>
              <a:rPr lang="en-US" sz="2000" dirty="0"/>
              <a:t>Do </a:t>
            </a:r>
            <a:r>
              <a:rPr lang="en-US" sz="2000" dirty="0" err="1"/>
              <a:t>có</a:t>
            </a:r>
            <a:r>
              <a:rPr lang="en-US" sz="2000" dirty="0"/>
              <a:t> 2 </a:t>
            </a:r>
            <a:r>
              <a:rPr lang="en-US" sz="2000" dirty="0" err="1"/>
              <a:t>khách</a:t>
            </a:r>
            <a:r>
              <a:rPr lang="en-US" sz="2000" dirty="0"/>
              <a:t> hang </a:t>
            </a:r>
            <a:r>
              <a:rPr lang="en-US" sz="2000" dirty="0" err="1"/>
              <a:t>phàn</a:t>
            </a:r>
            <a:r>
              <a:rPr lang="en-US" sz="2000" dirty="0"/>
              <a:t> </a:t>
            </a:r>
            <a:r>
              <a:rPr lang="en-US" sz="2000" dirty="0" err="1"/>
              <a:t>nàn</a:t>
            </a:r>
            <a:r>
              <a:rPr lang="en-US" sz="2000" dirty="0"/>
              <a:t> </a:t>
            </a:r>
            <a:r>
              <a:rPr lang="en-US" sz="2000" dirty="0" err="1"/>
              <a:t>vể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lỗi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thắng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cứng</a:t>
            </a:r>
            <a:r>
              <a:rPr lang="en-US" sz="2000" dirty="0"/>
              <a:t>.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lên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hoạch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dây</a:t>
            </a:r>
            <a:r>
              <a:rPr lang="en-US" sz="2000" dirty="0"/>
              <a:t> </a:t>
            </a:r>
            <a:r>
              <a:rPr lang="en-US" sz="2000" dirty="0" err="1"/>
              <a:t>thắng</a:t>
            </a:r>
            <a:r>
              <a:rPr lang="en-US" sz="2000" dirty="0"/>
              <a:t>,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hoạch</a:t>
            </a:r>
            <a:r>
              <a:rPr lang="en-US" sz="2000" dirty="0"/>
              <a:t> </a:t>
            </a:r>
            <a:r>
              <a:rPr lang="en-US" sz="2000" dirty="0" err="1"/>
              <a:t>dây</a:t>
            </a:r>
            <a:r>
              <a:rPr lang="en-US" sz="2000" dirty="0"/>
              <a:t> </a:t>
            </a:r>
            <a:r>
              <a:rPr lang="en-US" sz="2000" dirty="0" err="1"/>
              <a:t>thắng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10 </a:t>
            </a:r>
            <a:r>
              <a:rPr lang="en-US" sz="2000" dirty="0" err="1"/>
              <a:t>đến</a:t>
            </a:r>
            <a:r>
              <a:rPr lang="en-US" sz="2000" dirty="0"/>
              <a:t> 14m,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tế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thấy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10 m</a:t>
            </a:r>
            <a:endParaRPr lang="en-US" sz="2000" dirty="0"/>
          </a:p>
          <a:p>
            <a:pPr marL="457200" indent="-457200" fontAlgn="base">
              <a:buAutoNum type="arabicParenR" startAt="7"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4: Qui </a:t>
            </a:r>
            <a:r>
              <a:rPr lang="en-US" sz="2000" b="1" dirty="0" err="1"/>
              <a:t>trình</a:t>
            </a:r>
            <a:r>
              <a:rPr lang="en-US" sz="2000" b="1" dirty="0"/>
              <a:t> </a:t>
            </a:r>
            <a:r>
              <a:rPr lang="en-US" sz="2000" b="1" dirty="0" err="1"/>
              <a:t>sản</a:t>
            </a:r>
            <a:r>
              <a:rPr lang="en-US" sz="2000" b="1" dirty="0"/>
              <a:t> </a:t>
            </a:r>
            <a:r>
              <a:rPr lang="en-US" sz="2000" b="1" dirty="0" err="1"/>
              <a:t>xuất</a:t>
            </a:r>
            <a:endParaRPr lang="en-US" sz="2000" b="1" dirty="0"/>
          </a:p>
          <a:p>
            <a:pPr marL="0" indent="0" fontAlgn="base">
              <a:buNone/>
            </a:pPr>
            <a:r>
              <a:rPr lang="en-US" sz="2000" dirty="0"/>
              <a:t>8) Sau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,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hãy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12 m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9)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chi </a:t>
            </a:r>
            <a:r>
              <a:rPr lang="en-US" sz="2000" dirty="0" err="1"/>
              <a:t>phí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ra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endParaRPr lang="en-US" sz="2000" dirty="0" err="1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64" y="103884"/>
            <a:ext cx="882127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QUY TRÌNH MUA HÀNG – THANH TOÁN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3" y="1045512"/>
            <a:ext cx="8821271" cy="4351338"/>
          </a:xfrm>
        </p:spPr>
        <p:txBody>
          <a:bodyPr>
            <a:noAutofit/>
          </a:bodyPr>
          <a:lstStyle/>
          <a:p>
            <a:pPr marL="341630" indent="-341630" fontAlgn="base">
              <a:buNone/>
            </a:pP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tập</a:t>
            </a:r>
            <a:r>
              <a:rPr lang="en-US" sz="2000" b="1" dirty="0"/>
              <a:t> </a:t>
            </a:r>
            <a:r>
              <a:rPr lang="en-US" sz="2000" b="1" dirty="0" err="1"/>
              <a:t>thực</a:t>
            </a:r>
            <a:r>
              <a:rPr lang="en-US" sz="2000" b="1" dirty="0"/>
              <a:t> </a:t>
            </a:r>
            <a:r>
              <a:rPr lang="en-US" sz="2000" b="1" dirty="0" err="1"/>
              <a:t>hành</a:t>
            </a:r>
            <a:r>
              <a:rPr lang="en-US" sz="2000" b="1" dirty="0"/>
              <a:t> 5: </a:t>
            </a:r>
            <a:r>
              <a:rPr lang="en-US" sz="2000" b="1" dirty="0" err="1"/>
              <a:t>Sử</a:t>
            </a:r>
            <a:r>
              <a:rPr lang="en-US" sz="2000" b="1" dirty="0"/>
              <a:t> </a:t>
            </a:r>
            <a:r>
              <a:rPr lang="en-US" sz="2000" b="1" dirty="0" err="1"/>
              <a:t>máy</a:t>
            </a:r>
            <a:r>
              <a:rPr lang="en-US" sz="2000" b="1" dirty="0"/>
              <a:t> barcodes</a:t>
            </a:r>
            <a:endParaRPr lang="en-US" sz="2000" b="1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Cài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Barcode.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quét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barcode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 (Barcode XEDAP12345678) – Update </a:t>
            </a:r>
            <a:r>
              <a:rPr lang="en-US" sz="2000" dirty="0" err="1"/>
              <a:t>số</a:t>
            </a:r>
            <a:r>
              <a:rPr lang="en-US" sz="2000" dirty="0"/>
              <a:t> l</a:t>
            </a:r>
            <a:r>
              <a:rPr lang="vi-VN" sz="2000" dirty="0"/>
              <a:t>ư</a:t>
            </a:r>
            <a:r>
              <a:rPr lang="en-US" sz="2000" dirty="0" err="1"/>
              <a:t>ợng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5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Barcode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5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: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5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, </a:t>
            </a:r>
            <a:r>
              <a:rPr lang="en-US" sz="2000" dirty="0" err="1"/>
              <a:t>gửi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tr</a:t>
            </a:r>
            <a:r>
              <a:rPr lang="vi-VN" sz="2000" dirty="0"/>
              <a:t>ư</a:t>
            </a:r>
            <a:r>
              <a:rPr lang="en-US" sz="2000" dirty="0" err="1"/>
              <a:t>ờng</a:t>
            </a:r>
            <a:r>
              <a:rPr lang="en-US" sz="2000" dirty="0"/>
              <a:t> </a:t>
            </a:r>
            <a:r>
              <a:rPr lang="en-US" sz="2000" dirty="0" err="1"/>
              <a:t>Thiếu</a:t>
            </a:r>
            <a:r>
              <a:rPr lang="en-US" sz="2000" dirty="0"/>
              <a:t> </a:t>
            </a:r>
            <a:r>
              <a:rPr lang="en-US" sz="2000" dirty="0" err="1"/>
              <a:t>Niên</a:t>
            </a:r>
            <a:r>
              <a:rPr lang="en-US" sz="2000" dirty="0"/>
              <a:t> ABC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mail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địa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mail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: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2 </a:t>
            </a:r>
            <a:r>
              <a:rPr lang="en-US" sz="2000" dirty="0" err="1"/>
              <a:t>kiện</a:t>
            </a:r>
            <a:r>
              <a:rPr lang="en-US" sz="2000" dirty="0"/>
              <a:t> hang,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kiện</a:t>
            </a:r>
            <a:r>
              <a:rPr lang="en-US" sz="2000" dirty="0"/>
              <a:t> (Package </a:t>
            </a:r>
            <a:r>
              <a:rPr lang="en-US" sz="2000" dirty="0" err="1"/>
              <a:t>là</a:t>
            </a:r>
            <a:r>
              <a:rPr lang="en-US" sz="2000" dirty="0"/>
              <a:t> 3 </a:t>
            </a:r>
            <a:r>
              <a:rPr lang="en-US" sz="2000" dirty="0" err="1"/>
              <a:t>xe</a:t>
            </a:r>
            <a:r>
              <a:rPr lang="en-US" sz="2000" dirty="0"/>
              <a:t>, </a:t>
            </a:r>
            <a:r>
              <a:rPr lang="en-US" sz="2000" dirty="0" err="1"/>
              <a:t>kiện</a:t>
            </a:r>
            <a:r>
              <a:rPr lang="en-US" sz="2000" dirty="0"/>
              <a:t> </a:t>
            </a:r>
            <a:r>
              <a:rPr lang="en-US" sz="2000" dirty="0" err="1"/>
              <a:t>còn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2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)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kho</a:t>
            </a:r>
            <a:r>
              <a:rPr lang="en-US" sz="2000" dirty="0"/>
              <a:t> hang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chuẩn</a:t>
            </a:r>
            <a:r>
              <a:rPr lang="en-US" sz="2000" dirty="0"/>
              <a:t>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thấy</a:t>
            </a:r>
            <a:r>
              <a:rPr lang="en-US" sz="2000" dirty="0"/>
              <a:t> 4 </a:t>
            </a:r>
            <a:r>
              <a:rPr lang="en-US" sz="2000" dirty="0" err="1"/>
              <a:t>chiếc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,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hãy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Inventory Adjustment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l</a:t>
            </a:r>
            <a:r>
              <a:rPr lang="vi-VN" sz="2000" dirty="0"/>
              <a:t>ư</a:t>
            </a:r>
            <a:r>
              <a:rPr lang="en-US" sz="2000" dirty="0"/>
              <a:t>u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kho</a:t>
            </a:r>
            <a:r>
              <a:rPr lang="en-US" sz="2000" dirty="0"/>
              <a:t>. </a:t>
            </a:r>
            <a:r>
              <a:rPr lang="en-US" sz="2000" dirty="0" err="1"/>
              <a:t>Tạo</a:t>
            </a:r>
            <a:r>
              <a:rPr lang="en-US" sz="2000" dirty="0"/>
              <a:t> 5 </a:t>
            </a:r>
            <a:r>
              <a:rPr lang="en-US" sz="2000" dirty="0" err="1"/>
              <a:t>khu</a:t>
            </a:r>
            <a:r>
              <a:rPr lang="en-US" sz="2000" dirty="0"/>
              <a:t> </a:t>
            </a:r>
            <a:r>
              <a:rPr lang="en-US" sz="2000" dirty="0" err="1"/>
              <a:t>gồm</a:t>
            </a:r>
            <a:r>
              <a:rPr lang="en-US" sz="2000" dirty="0"/>
              <a:t>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đạp</a:t>
            </a:r>
            <a:r>
              <a:rPr lang="en-US" sz="2000" dirty="0"/>
              <a:t>,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tải</a:t>
            </a:r>
            <a:r>
              <a:rPr lang="en-US" sz="2000" dirty="0"/>
              <a:t>, </a:t>
            </a:r>
            <a:r>
              <a:rPr lang="en-US" sz="2000" dirty="0" err="1"/>
              <a:t>Xe</a:t>
            </a:r>
            <a:r>
              <a:rPr lang="en-US" sz="2000" dirty="0"/>
              <a:t> h</a:t>
            </a:r>
            <a:r>
              <a:rPr lang="vi-VN" sz="2000" dirty="0"/>
              <a:t>ơ</a:t>
            </a:r>
            <a:r>
              <a:rPr lang="en-US" sz="2000" dirty="0" err="1"/>
              <a:t>i</a:t>
            </a:r>
            <a:r>
              <a:rPr lang="en-US" sz="2000" dirty="0"/>
              <a:t>,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, </a:t>
            </a:r>
            <a:r>
              <a:rPr lang="en-US" sz="2000" dirty="0" err="1"/>
              <a:t>Xe</a:t>
            </a:r>
            <a:r>
              <a:rPr lang="en-US" sz="2000" dirty="0"/>
              <a:t> </a:t>
            </a:r>
            <a:r>
              <a:rPr lang="en-US" sz="2000" dirty="0" err="1"/>
              <a:t>buýt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kho</a:t>
            </a:r>
            <a:r>
              <a:rPr lang="en-US" sz="2000" dirty="0"/>
              <a:t> XE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di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.</a:t>
            </a: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endParaRPr lang="en-US" sz="2000" dirty="0"/>
          </a:p>
          <a:p>
            <a:pPr marL="457200" indent="-457200" fontAlgn="base">
              <a:buFont typeface="+mj-lt"/>
              <a:buAutoNum type="arabicParenR"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1C53-EFAB-4934-8DE5-F5C96F26F2C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5311</Words>
  <Application>WPS Presentation</Application>
  <PresentationFormat>On-screen Show (4:3)</PresentationFormat>
  <Paragraphs>251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  <vt:lpstr>QUY TRÌNH MUA HÀNG – THANH TOÁN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Phuc Nguyen</cp:lastModifiedBy>
  <cp:revision>244</cp:revision>
  <dcterms:created xsi:type="dcterms:W3CDTF">2021-06-04T09:16:00Z</dcterms:created>
  <dcterms:modified xsi:type="dcterms:W3CDTF">2023-12-10T10:00:58Z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1C6B4F43296F437D94529E8F425EDCC3_12</vt:lpwstr>
  </property>
  <property fmtid="{D5CDD505-2E9C-101B-9397-08002B2CF9AE}" pid="3" name="KSOProductBuildVer">
    <vt:lpwstr>1033-12.2.0.13359</vt:lpwstr>
  </property>
</Properties>
</file>
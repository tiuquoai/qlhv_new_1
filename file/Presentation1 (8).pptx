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2D36-DEDC-9B30-1405-54C3A92A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4A8F0-3037-12B9-A7BA-BF7AB6838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521D2-A6FA-66E0-A843-B9F0F997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1889A-6C5F-D3B0-736D-3B959B16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3A023-D00E-CBE6-6441-27CC51B4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FB08-6ABB-D153-FCF4-A333938E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3A1C-9C73-D73D-28E0-144C3DC1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0AE10-A83D-0602-610A-37006CCD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7E870-BBDE-052E-51F2-67C6A6283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3C68B-4914-7E0F-972A-ACFFA9C0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6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5E1B-3B41-DE35-B4B1-F9FFD40D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145AD-A517-20B7-E4A2-3D21BE481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D3B58-300A-C074-6ED6-FED3156A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6F4DB-E08D-7FAC-0511-5344251E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27543-C20B-4E41-0855-3B40600D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94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523D-E440-21F4-8717-B770F2BF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1E64D-11F1-F4D0-B9FE-0F0481EC5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2CDAD-1214-A540-C4F3-917AF33E7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B11BF-074C-135F-72DA-FCC587C1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8251B-D980-71EA-83FE-DF6A097E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4A856-0CF6-DCC5-62CB-A9B0F288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9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FDC0-57B1-F7E6-A409-227BF93C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D1DE6-D36D-6066-EC12-C98D13FC4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36754-2DDE-10F9-F823-32D62A478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D7FDA-E30B-4F6D-10C2-95F207FEA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7C701-7298-7EF5-3712-FE14D37AB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F1CE1-DA39-F2CE-94B7-38B858725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525B0D-A357-39EC-F61D-AD206C08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91369-558B-41F6-FEE9-B8119E4D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6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7E46-C8A2-784A-61F0-DCCA6E0A6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35BAF-4175-2515-160E-5902853F7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B4D10-A920-0224-7FE4-5CB845FD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62B486-5448-D365-D597-DEACFF14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2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082A67-558E-F933-0D80-AEAD9616C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B414A-9B77-2EFD-35A1-C2B9054B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E9C42-8CEA-1181-B2EA-CC4A14F3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9294-31AF-B819-AF88-6837E042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16D00-8911-F327-0467-11637AA2E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9B046-99A3-6132-DAD6-A6CFCC536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C9505-3385-801C-A249-3A44E7B1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D4F4D-C9B2-C121-5463-C9C368D48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743CF-28CF-12A8-CF22-17022A2E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7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B424-0021-F02C-16E5-D03D9546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0B3F17-904B-CE9D-1852-F505D62DF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AAD1E-F1FE-FB43-6AB5-6407BAA54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25D84-860B-48F0-59D2-02ACC4FE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4E1F2-E3E4-66B4-45CC-46867621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97DF9-1723-CB5E-A31D-580BEFB1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4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01B25-FD01-FE87-2602-67E18647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E9D0D-B915-BA61-FCAD-86B780D08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B81D7-CB81-1F1D-3828-533C231C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21F2A-CC6D-3A5B-3084-23C1CB7A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A5F23-6859-186F-46D6-A0C1688B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3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EE39E9-0DA3-4B4C-16BB-68169B957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147F7-6C6F-0A4F-2656-A33CF96FA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3E065-ACC2-34EE-76F7-EC31EE8F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121C2-73D6-636E-7A7A-B59007D4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C47DC-282E-6915-7399-122CC6BD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4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BB1DEA-51DB-CCE0-E31E-FFDA4B30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A1544-BB59-9D90-E320-FA2ACF84D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CF244-71F1-969F-F0B0-D62D731D3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17673-E1BD-487B-B5C8-19073EDA801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4C2B-6664-2D6C-5195-DF316C14B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071D6-934C-6896-FCE5-CF5E0BAF9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8C88D-86B6-401F-8EAC-9D2FF9876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8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86F2-6B74-84A4-03C1-7CD925FC25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40905-640C-526A-CC6D-F2AB1403A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25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Hoài Võ Thị Thương</dc:creator>
  <cp:lastModifiedBy>Hoài Võ Thị Thương</cp:lastModifiedBy>
  <cp:revision>1</cp:revision>
  <dcterms:created xsi:type="dcterms:W3CDTF">2026-04-30T09:55:42Z</dcterms:created>
  <dcterms:modified xsi:type="dcterms:W3CDTF">2026-04-30T09:55:42Z</dcterms:modified>
</cp:coreProperties>
</file>
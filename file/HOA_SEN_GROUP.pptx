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71" r:id="rId4"/>
  </p:sldMasterIdLst>
  <p:notesMasterIdLst>
    <p:notesMasterId r:id="rId38"/>
  </p:notesMasterIdLst>
  <p:sldIdLst>
    <p:sldId id="354" r:id="rId5"/>
    <p:sldId id="355" r:id="rId6"/>
    <p:sldId id="347" r:id="rId7"/>
    <p:sldId id="356" r:id="rId8"/>
    <p:sldId id="337" r:id="rId9"/>
    <p:sldId id="386" r:id="rId10"/>
    <p:sldId id="259" r:id="rId11"/>
    <p:sldId id="358" r:id="rId12"/>
    <p:sldId id="316" r:id="rId13"/>
    <p:sldId id="359" r:id="rId14"/>
    <p:sldId id="360" r:id="rId15"/>
    <p:sldId id="361" r:id="rId16"/>
    <p:sldId id="362" r:id="rId17"/>
    <p:sldId id="320" r:id="rId18"/>
    <p:sldId id="364" r:id="rId19"/>
    <p:sldId id="329" r:id="rId20"/>
    <p:sldId id="367" r:id="rId21"/>
    <p:sldId id="368" r:id="rId22"/>
    <p:sldId id="365" r:id="rId23"/>
    <p:sldId id="370" r:id="rId24"/>
    <p:sldId id="371" r:id="rId25"/>
    <p:sldId id="307" r:id="rId26"/>
    <p:sldId id="372" r:id="rId27"/>
    <p:sldId id="374" r:id="rId28"/>
    <p:sldId id="357" r:id="rId29"/>
    <p:sldId id="375" r:id="rId30"/>
    <p:sldId id="376" r:id="rId31"/>
    <p:sldId id="309" r:id="rId32"/>
    <p:sldId id="377" r:id="rId33"/>
    <p:sldId id="335" r:id="rId34"/>
    <p:sldId id="378" r:id="rId35"/>
    <p:sldId id="299" r:id="rId36"/>
    <p:sldId id="34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080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33" autoAdjust="0"/>
    <p:restoredTop sz="96229" autoAdjust="0"/>
  </p:normalViewPr>
  <p:slideViewPr>
    <p:cSldViewPr snapToGrid="0" showGuides="1">
      <p:cViewPr varScale="1">
        <p:scale>
          <a:sx n="69" d="100"/>
          <a:sy n="69" d="100"/>
        </p:scale>
        <p:origin x="78" y="38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757603" y="339509"/>
            <a:ext cx="8139123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  <a:endParaRPr lang="en-US" altLang="ko-KR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330517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16587" y="1337925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870959" y="14131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770685" y="14131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670412" y="14131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870959" y="40039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770685" y="40039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670412" y="4003981"/>
            <a:ext cx="1645288" cy="16452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2000" cy="39508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397589" y="548640"/>
            <a:ext cx="3696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096917" y="548640"/>
            <a:ext cx="5136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7"/>
          <p:cNvSpPr/>
          <p:nvPr userDrawn="1"/>
        </p:nvSpPr>
        <p:spPr>
          <a:xfrm>
            <a:off x="0" y="548640"/>
            <a:ext cx="2397589" cy="32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Rectangle 8"/>
          <p:cNvSpPr/>
          <p:nvPr userDrawn="1"/>
        </p:nvSpPr>
        <p:spPr>
          <a:xfrm>
            <a:off x="11226800" y="548640"/>
            <a:ext cx="965200" cy="32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912640"/>
            <a:ext cx="12192000" cy="2880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Oval 2"/>
          <p:cNvSpPr/>
          <p:nvPr userDrawn="1"/>
        </p:nvSpPr>
        <p:spPr>
          <a:xfrm>
            <a:off x="6925208" y="4958813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Graphic 14"/>
          <p:cNvGrpSpPr/>
          <p:nvPr userDrawn="1"/>
        </p:nvGrpSpPr>
        <p:grpSpPr>
          <a:xfrm>
            <a:off x="6859251" y="1509182"/>
            <a:ext cx="4568370" cy="3687236"/>
            <a:chOff x="2444748" y="555045"/>
            <a:chExt cx="7282048" cy="5727454"/>
          </a:xfrm>
        </p:grpSpPr>
        <p:sp>
          <p:nvSpPr>
            <p:cNvPr id="5" name="Freeform: Shape 4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004813" y="1641789"/>
            <a:ext cx="42558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  <p:sp>
        <p:nvSpPr>
          <p:cNvPr id="3" name="Rectangle 2"/>
          <p:cNvSpPr/>
          <p:nvPr userDrawn="1"/>
        </p:nvSpPr>
        <p:spPr>
          <a:xfrm>
            <a:off x="3397776" y="2717708"/>
            <a:ext cx="8794226" cy="2404870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733478" y="1571013"/>
            <a:ext cx="2664296" cy="4683693"/>
            <a:chOff x="445712" y="1449040"/>
            <a:chExt cx="2113018" cy="3924176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7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8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9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0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921396" y="1982583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19739"/>
            <a:ext cx="5135893" cy="3749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88000" tIns="612000"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Rectangle 36"/>
          <p:cNvSpPr/>
          <p:nvPr userDrawn="1"/>
        </p:nvSpPr>
        <p:spPr>
          <a:xfrm rot="10800000">
            <a:off x="5135892" y="1119739"/>
            <a:ext cx="4022165" cy="5305775"/>
          </a:xfrm>
          <a:prstGeom prst="round2SameRect">
            <a:avLst>
              <a:gd name="adj1" fmla="val 84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35"/>
          <p:cNvSpPr>
            <a:spLocks noGrp="1"/>
          </p:cNvSpPr>
          <p:nvPr>
            <p:ph type="pic" sz="quarter" idx="11" hasCustomPrompt="1"/>
          </p:nvPr>
        </p:nvSpPr>
        <p:spPr>
          <a:xfrm>
            <a:off x="9158060" y="1119739"/>
            <a:ext cx="3050616" cy="3749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88000" tIns="61200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-13503" y="209181"/>
            <a:ext cx="12192000" cy="7013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BASIC LAYOUT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Freeform: Shape 364"/>
          <p:cNvSpPr/>
          <p:nvPr/>
        </p:nvSpPr>
        <p:spPr>
          <a:xfrm>
            <a:off x="-10971" y="3805208"/>
            <a:ext cx="12196550" cy="2858762"/>
          </a:xfrm>
          <a:custGeom>
            <a:avLst/>
            <a:gdLst>
              <a:gd name="connsiteX0" fmla="*/ 16404499 w 18982931"/>
              <a:gd name="connsiteY0" fmla="*/ 4309270 h 4449429"/>
              <a:gd name="connsiteX1" fmla="*/ 16404499 w 18982931"/>
              <a:gd name="connsiteY1" fmla="*/ 4366104 h 4449429"/>
              <a:gd name="connsiteX2" fmla="*/ 16461332 w 18982931"/>
              <a:gd name="connsiteY2" fmla="*/ 4366104 h 4449429"/>
              <a:gd name="connsiteX3" fmla="*/ 16461332 w 18982931"/>
              <a:gd name="connsiteY3" fmla="*/ 4309270 h 4449429"/>
              <a:gd name="connsiteX4" fmla="*/ 16292444 w 18982931"/>
              <a:gd name="connsiteY4" fmla="*/ 4309270 h 4449429"/>
              <a:gd name="connsiteX5" fmla="*/ 16292444 w 18982931"/>
              <a:gd name="connsiteY5" fmla="*/ 4366104 h 4449429"/>
              <a:gd name="connsiteX6" fmla="*/ 16349278 w 18982931"/>
              <a:gd name="connsiteY6" fmla="*/ 4366104 h 4449429"/>
              <a:gd name="connsiteX7" fmla="*/ 16349278 w 18982931"/>
              <a:gd name="connsiteY7" fmla="*/ 4309270 h 4449429"/>
              <a:gd name="connsiteX8" fmla="*/ 16180390 w 18982931"/>
              <a:gd name="connsiteY8" fmla="*/ 4309270 h 4449429"/>
              <a:gd name="connsiteX9" fmla="*/ 16180390 w 18982931"/>
              <a:gd name="connsiteY9" fmla="*/ 4366104 h 4449429"/>
              <a:gd name="connsiteX10" fmla="*/ 16237224 w 18982931"/>
              <a:gd name="connsiteY10" fmla="*/ 4366104 h 4449429"/>
              <a:gd name="connsiteX11" fmla="*/ 16237224 w 18982931"/>
              <a:gd name="connsiteY11" fmla="*/ 4309270 h 4449429"/>
              <a:gd name="connsiteX12" fmla="*/ 2813944 w 18982931"/>
              <a:gd name="connsiteY12" fmla="*/ 4309269 h 4449429"/>
              <a:gd name="connsiteX13" fmla="*/ 2813944 w 18982931"/>
              <a:gd name="connsiteY13" fmla="*/ 4366102 h 4449429"/>
              <a:gd name="connsiteX14" fmla="*/ 2870780 w 18982931"/>
              <a:gd name="connsiteY14" fmla="*/ 4366102 h 4449429"/>
              <a:gd name="connsiteX15" fmla="*/ 2870780 w 18982931"/>
              <a:gd name="connsiteY15" fmla="*/ 4309269 h 4449429"/>
              <a:gd name="connsiteX16" fmla="*/ 2701890 w 18982931"/>
              <a:gd name="connsiteY16" fmla="*/ 4309269 h 4449429"/>
              <a:gd name="connsiteX17" fmla="*/ 2701890 w 18982931"/>
              <a:gd name="connsiteY17" fmla="*/ 4366102 h 4449429"/>
              <a:gd name="connsiteX18" fmla="*/ 2758723 w 18982931"/>
              <a:gd name="connsiteY18" fmla="*/ 4366102 h 4449429"/>
              <a:gd name="connsiteX19" fmla="*/ 2758723 w 18982931"/>
              <a:gd name="connsiteY19" fmla="*/ 4309269 h 4449429"/>
              <a:gd name="connsiteX20" fmla="*/ 2589843 w 18982931"/>
              <a:gd name="connsiteY20" fmla="*/ 4309269 h 4449429"/>
              <a:gd name="connsiteX21" fmla="*/ 2589843 w 18982931"/>
              <a:gd name="connsiteY21" fmla="*/ 4366102 h 4449429"/>
              <a:gd name="connsiteX22" fmla="*/ 2646669 w 18982931"/>
              <a:gd name="connsiteY22" fmla="*/ 4366102 h 4449429"/>
              <a:gd name="connsiteX23" fmla="*/ 2646669 w 18982931"/>
              <a:gd name="connsiteY23" fmla="*/ 4309269 h 4449429"/>
              <a:gd name="connsiteX24" fmla="*/ 16404499 w 18982931"/>
              <a:gd name="connsiteY24" fmla="*/ 4163982 h 4449429"/>
              <a:gd name="connsiteX25" fmla="*/ 16404499 w 18982931"/>
              <a:gd name="connsiteY25" fmla="*/ 4220816 h 4449429"/>
              <a:gd name="connsiteX26" fmla="*/ 16461332 w 18982931"/>
              <a:gd name="connsiteY26" fmla="*/ 4220816 h 4449429"/>
              <a:gd name="connsiteX27" fmla="*/ 16461332 w 18982931"/>
              <a:gd name="connsiteY27" fmla="*/ 4163982 h 4449429"/>
              <a:gd name="connsiteX28" fmla="*/ 16292444 w 18982931"/>
              <a:gd name="connsiteY28" fmla="*/ 4163982 h 4449429"/>
              <a:gd name="connsiteX29" fmla="*/ 16292444 w 18982931"/>
              <a:gd name="connsiteY29" fmla="*/ 4220816 h 4449429"/>
              <a:gd name="connsiteX30" fmla="*/ 16349278 w 18982931"/>
              <a:gd name="connsiteY30" fmla="*/ 4220816 h 4449429"/>
              <a:gd name="connsiteX31" fmla="*/ 16349278 w 18982931"/>
              <a:gd name="connsiteY31" fmla="*/ 4163982 h 4449429"/>
              <a:gd name="connsiteX32" fmla="*/ 16180390 w 18982931"/>
              <a:gd name="connsiteY32" fmla="*/ 4163982 h 4449429"/>
              <a:gd name="connsiteX33" fmla="*/ 16180390 w 18982931"/>
              <a:gd name="connsiteY33" fmla="*/ 4220816 h 4449429"/>
              <a:gd name="connsiteX34" fmla="*/ 16237224 w 18982931"/>
              <a:gd name="connsiteY34" fmla="*/ 4220816 h 4449429"/>
              <a:gd name="connsiteX35" fmla="*/ 16237224 w 18982931"/>
              <a:gd name="connsiteY35" fmla="*/ 4163982 h 4449429"/>
              <a:gd name="connsiteX36" fmla="*/ 2813944 w 18982931"/>
              <a:gd name="connsiteY36" fmla="*/ 4163981 h 4449429"/>
              <a:gd name="connsiteX37" fmla="*/ 2813944 w 18982931"/>
              <a:gd name="connsiteY37" fmla="*/ 4220814 h 4449429"/>
              <a:gd name="connsiteX38" fmla="*/ 2870780 w 18982931"/>
              <a:gd name="connsiteY38" fmla="*/ 4220814 h 4449429"/>
              <a:gd name="connsiteX39" fmla="*/ 2870780 w 18982931"/>
              <a:gd name="connsiteY39" fmla="*/ 4163981 h 4449429"/>
              <a:gd name="connsiteX40" fmla="*/ 2701890 w 18982931"/>
              <a:gd name="connsiteY40" fmla="*/ 4163981 h 4449429"/>
              <a:gd name="connsiteX41" fmla="*/ 2701890 w 18982931"/>
              <a:gd name="connsiteY41" fmla="*/ 4220814 h 4449429"/>
              <a:gd name="connsiteX42" fmla="*/ 2758723 w 18982931"/>
              <a:gd name="connsiteY42" fmla="*/ 4220814 h 4449429"/>
              <a:gd name="connsiteX43" fmla="*/ 2758723 w 18982931"/>
              <a:gd name="connsiteY43" fmla="*/ 4163981 h 4449429"/>
              <a:gd name="connsiteX44" fmla="*/ 2589843 w 18982931"/>
              <a:gd name="connsiteY44" fmla="*/ 4163981 h 4449429"/>
              <a:gd name="connsiteX45" fmla="*/ 2589843 w 18982931"/>
              <a:gd name="connsiteY45" fmla="*/ 4220814 h 4449429"/>
              <a:gd name="connsiteX46" fmla="*/ 2646669 w 18982931"/>
              <a:gd name="connsiteY46" fmla="*/ 4220814 h 4449429"/>
              <a:gd name="connsiteX47" fmla="*/ 2646669 w 18982931"/>
              <a:gd name="connsiteY47" fmla="*/ 4163981 h 4449429"/>
              <a:gd name="connsiteX48" fmla="*/ 9851983 w 18982931"/>
              <a:gd name="connsiteY48" fmla="*/ 4073253 h 4449429"/>
              <a:gd name="connsiteX49" fmla="*/ 9851983 w 18982931"/>
              <a:gd name="connsiteY49" fmla="*/ 4282100 h 4449429"/>
              <a:gd name="connsiteX50" fmla="*/ 9897683 w 18982931"/>
              <a:gd name="connsiteY50" fmla="*/ 4282100 h 4449429"/>
              <a:gd name="connsiteX51" fmla="*/ 9897683 w 18982931"/>
              <a:gd name="connsiteY51" fmla="*/ 4073253 h 4449429"/>
              <a:gd name="connsiteX52" fmla="*/ 9760354 w 18982931"/>
              <a:gd name="connsiteY52" fmla="*/ 4073253 h 4449429"/>
              <a:gd name="connsiteX53" fmla="*/ 9760354 w 18982931"/>
              <a:gd name="connsiteY53" fmla="*/ 4282100 h 4449429"/>
              <a:gd name="connsiteX54" fmla="*/ 9806054 w 18982931"/>
              <a:gd name="connsiteY54" fmla="*/ 4282100 h 4449429"/>
              <a:gd name="connsiteX55" fmla="*/ 9806054 w 18982931"/>
              <a:gd name="connsiteY55" fmla="*/ 4073253 h 4449429"/>
              <a:gd name="connsiteX56" fmla="*/ 9668723 w 18982931"/>
              <a:gd name="connsiteY56" fmla="*/ 4073253 h 4449429"/>
              <a:gd name="connsiteX57" fmla="*/ 9668723 w 18982931"/>
              <a:gd name="connsiteY57" fmla="*/ 4282100 h 4449429"/>
              <a:gd name="connsiteX58" fmla="*/ 9714423 w 18982931"/>
              <a:gd name="connsiteY58" fmla="*/ 4282100 h 4449429"/>
              <a:gd name="connsiteX59" fmla="*/ 9714423 w 18982931"/>
              <a:gd name="connsiteY59" fmla="*/ 4073253 h 4449429"/>
              <a:gd name="connsiteX60" fmla="*/ 9577094 w 18982931"/>
              <a:gd name="connsiteY60" fmla="*/ 4073253 h 4449429"/>
              <a:gd name="connsiteX61" fmla="*/ 9577094 w 18982931"/>
              <a:gd name="connsiteY61" fmla="*/ 4282100 h 4449429"/>
              <a:gd name="connsiteX62" fmla="*/ 9622794 w 18982931"/>
              <a:gd name="connsiteY62" fmla="*/ 4282100 h 4449429"/>
              <a:gd name="connsiteX63" fmla="*/ 9622794 w 18982931"/>
              <a:gd name="connsiteY63" fmla="*/ 4073253 h 4449429"/>
              <a:gd name="connsiteX64" fmla="*/ 9485470 w 18982931"/>
              <a:gd name="connsiteY64" fmla="*/ 4073253 h 4449429"/>
              <a:gd name="connsiteX65" fmla="*/ 9485470 w 18982931"/>
              <a:gd name="connsiteY65" fmla="*/ 4282100 h 4449429"/>
              <a:gd name="connsiteX66" fmla="*/ 9531165 w 18982931"/>
              <a:gd name="connsiteY66" fmla="*/ 4282100 h 4449429"/>
              <a:gd name="connsiteX67" fmla="*/ 9531165 w 18982931"/>
              <a:gd name="connsiteY67" fmla="*/ 4073253 h 4449429"/>
              <a:gd name="connsiteX68" fmla="*/ 9393836 w 18982931"/>
              <a:gd name="connsiteY68" fmla="*/ 4073253 h 4449429"/>
              <a:gd name="connsiteX69" fmla="*/ 9393836 w 18982931"/>
              <a:gd name="connsiteY69" fmla="*/ 4282100 h 4449429"/>
              <a:gd name="connsiteX70" fmla="*/ 9439536 w 18982931"/>
              <a:gd name="connsiteY70" fmla="*/ 4282100 h 4449429"/>
              <a:gd name="connsiteX71" fmla="*/ 9439536 w 18982931"/>
              <a:gd name="connsiteY71" fmla="*/ 4073253 h 4449429"/>
              <a:gd name="connsiteX72" fmla="*/ 9302203 w 18982931"/>
              <a:gd name="connsiteY72" fmla="*/ 4073253 h 4449429"/>
              <a:gd name="connsiteX73" fmla="*/ 9302203 w 18982931"/>
              <a:gd name="connsiteY73" fmla="*/ 4282100 h 4449429"/>
              <a:gd name="connsiteX74" fmla="*/ 9347904 w 18982931"/>
              <a:gd name="connsiteY74" fmla="*/ 4282100 h 4449429"/>
              <a:gd name="connsiteX75" fmla="*/ 9347904 w 18982931"/>
              <a:gd name="connsiteY75" fmla="*/ 4073253 h 4449429"/>
              <a:gd name="connsiteX76" fmla="*/ 16404499 w 18982931"/>
              <a:gd name="connsiteY76" fmla="*/ 4018694 h 4449429"/>
              <a:gd name="connsiteX77" fmla="*/ 16404499 w 18982931"/>
              <a:gd name="connsiteY77" fmla="*/ 4075528 h 4449429"/>
              <a:gd name="connsiteX78" fmla="*/ 16461332 w 18982931"/>
              <a:gd name="connsiteY78" fmla="*/ 4075528 h 4449429"/>
              <a:gd name="connsiteX79" fmla="*/ 16461332 w 18982931"/>
              <a:gd name="connsiteY79" fmla="*/ 4018694 h 4449429"/>
              <a:gd name="connsiteX80" fmla="*/ 16292444 w 18982931"/>
              <a:gd name="connsiteY80" fmla="*/ 4018694 h 4449429"/>
              <a:gd name="connsiteX81" fmla="*/ 16292444 w 18982931"/>
              <a:gd name="connsiteY81" fmla="*/ 4075528 h 4449429"/>
              <a:gd name="connsiteX82" fmla="*/ 16349278 w 18982931"/>
              <a:gd name="connsiteY82" fmla="*/ 4075528 h 4449429"/>
              <a:gd name="connsiteX83" fmla="*/ 16349278 w 18982931"/>
              <a:gd name="connsiteY83" fmla="*/ 4018694 h 4449429"/>
              <a:gd name="connsiteX84" fmla="*/ 16180390 w 18982931"/>
              <a:gd name="connsiteY84" fmla="*/ 4018694 h 4449429"/>
              <a:gd name="connsiteX85" fmla="*/ 16180390 w 18982931"/>
              <a:gd name="connsiteY85" fmla="*/ 4075528 h 4449429"/>
              <a:gd name="connsiteX86" fmla="*/ 16237224 w 18982931"/>
              <a:gd name="connsiteY86" fmla="*/ 4075528 h 4449429"/>
              <a:gd name="connsiteX87" fmla="*/ 16237224 w 18982931"/>
              <a:gd name="connsiteY87" fmla="*/ 4018694 h 4449429"/>
              <a:gd name="connsiteX88" fmla="*/ 2813944 w 18982931"/>
              <a:gd name="connsiteY88" fmla="*/ 4018692 h 4449429"/>
              <a:gd name="connsiteX89" fmla="*/ 2813944 w 18982931"/>
              <a:gd name="connsiteY89" fmla="*/ 4075526 h 4449429"/>
              <a:gd name="connsiteX90" fmla="*/ 2870780 w 18982931"/>
              <a:gd name="connsiteY90" fmla="*/ 4075526 h 4449429"/>
              <a:gd name="connsiteX91" fmla="*/ 2870780 w 18982931"/>
              <a:gd name="connsiteY91" fmla="*/ 4018692 h 4449429"/>
              <a:gd name="connsiteX92" fmla="*/ 2701890 w 18982931"/>
              <a:gd name="connsiteY92" fmla="*/ 4018692 h 4449429"/>
              <a:gd name="connsiteX93" fmla="*/ 2701890 w 18982931"/>
              <a:gd name="connsiteY93" fmla="*/ 4075526 h 4449429"/>
              <a:gd name="connsiteX94" fmla="*/ 2758723 w 18982931"/>
              <a:gd name="connsiteY94" fmla="*/ 4075526 h 4449429"/>
              <a:gd name="connsiteX95" fmla="*/ 2758723 w 18982931"/>
              <a:gd name="connsiteY95" fmla="*/ 4018692 h 4449429"/>
              <a:gd name="connsiteX96" fmla="*/ 2589843 w 18982931"/>
              <a:gd name="connsiteY96" fmla="*/ 4018692 h 4449429"/>
              <a:gd name="connsiteX97" fmla="*/ 2589843 w 18982931"/>
              <a:gd name="connsiteY97" fmla="*/ 4075526 h 4449429"/>
              <a:gd name="connsiteX98" fmla="*/ 2646669 w 18982931"/>
              <a:gd name="connsiteY98" fmla="*/ 4075526 h 4449429"/>
              <a:gd name="connsiteX99" fmla="*/ 2646669 w 18982931"/>
              <a:gd name="connsiteY99" fmla="*/ 4018692 h 4449429"/>
              <a:gd name="connsiteX100" fmla="*/ 16404499 w 18982931"/>
              <a:gd name="connsiteY100" fmla="*/ 3873406 h 4449429"/>
              <a:gd name="connsiteX101" fmla="*/ 16404499 w 18982931"/>
              <a:gd name="connsiteY101" fmla="*/ 3930240 h 4449429"/>
              <a:gd name="connsiteX102" fmla="*/ 16461332 w 18982931"/>
              <a:gd name="connsiteY102" fmla="*/ 3930240 h 4449429"/>
              <a:gd name="connsiteX103" fmla="*/ 16461332 w 18982931"/>
              <a:gd name="connsiteY103" fmla="*/ 3873406 h 4449429"/>
              <a:gd name="connsiteX104" fmla="*/ 16292444 w 18982931"/>
              <a:gd name="connsiteY104" fmla="*/ 3873406 h 4449429"/>
              <a:gd name="connsiteX105" fmla="*/ 16292444 w 18982931"/>
              <a:gd name="connsiteY105" fmla="*/ 3930240 h 4449429"/>
              <a:gd name="connsiteX106" fmla="*/ 16349278 w 18982931"/>
              <a:gd name="connsiteY106" fmla="*/ 3930240 h 4449429"/>
              <a:gd name="connsiteX107" fmla="*/ 16349278 w 18982931"/>
              <a:gd name="connsiteY107" fmla="*/ 3873406 h 4449429"/>
              <a:gd name="connsiteX108" fmla="*/ 16180390 w 18982931"/>
              <a:gd name="connsiteY108" fmla="*/ 3873406 h 4449429"/>
              <a:gd name="connsiteX109" fmla="*/ 16180390 w 18982931"/>
              <a:gd name="connsiteY109" fmla="*/ 3930240 h 4449429"/>
              <a:gd name="connsiteX110" fmla="*/ 16237224 w 18982931"/>
              <a:gd name="connsiteY110" fmla="*/ 3930240 h 4449429"/>
              <a:gd name="connsiteX111" fmla="*/ 16237224 w 18982931"/>
              <a:gd name="connsiteY111" fmla="*/ 3873406 h 4449429"/>
              <a:gd name="connsiteX112" fmla="*/ 2813944 w 18982931"/>
              <a:gd name="connsiteY112" fmla="*/ 3873404 h 4449429"/>
              <a:gd name="connsiteX113" fmla="*/ 2813944 w 18982931"/>
              <a:gd name="connsiteY113" fmla="*/ 3930238 h 4449429"/>
              <a:gd name="connsiteX114" fmla="*/ 2870780 w 18982931"/>
              <a:gd name="connsiteY114" fmla="*/ 3930238 h 4449429"/>
              <a:gd name="connsiteX115" fmla="*/ 2870780 w 18982931"/>
              <a:gd name="connsiteY115" fmla="*/ 3873404 h 4449429"/>
              <a:gd name="connsiteX116" fmla="*/ 2701890 w 18982931"/>
              <a:gd name="connsiteY116" fmla="*/ 3873404 h 4449429"/>
              <a:gd name="connsiteX117" fmla="*/ 2701890 w 18982931"/>
              <a:gd name="connsiteY117" fmla="*/ 3930238 h 4449429"/>
              <a:gd name="connsiteX118" fmla="*/ 2758723 w 18982931"/>
              <a:gd name="connsiteY118" fmla="*/ 3930238 h 4449429"/>
              <a:gd name="connsiteX119" fmla="*/ 2758723 w 18982931"/>
              <a:gd name="connsiteY119" fmla="*/ 3873404 h 4449429"/>
              <a:gd name="connsiteX120" fmla="*/ 2589843 w 18982931"/>
              <a:gd name="connsiteY120" fmla="*/ 3873404 h 4449429"/>
              <a:gd name="connsiteX121" fmla="*/ 2589843 w 18982931"/>
              <a:gd name="connsiteY121" fmla="*/ 3930238 h 4449429"/>
              <a:gd name="connsiteX122" fmla="*/ 2646669 w 18982931"/>
              <a:gd name="connsiteY122" fmla="*/ 3930238 h 4449429"/>
              <a:gd name="connsiteX123" fmla="*/ 2646669 w 18982931"/>
              <a:gd name="connsiteY123" fmla="*/ 3873404 h 4449429"/>
              <a:gd name="connsiteX124" fmla="*/ 17351339 w 18982931"/>
              <a:gd name="connsiteY124" fmla="*/ 3769299 h 4449429"/>
              <a:gd name="connsiteX125" fmla="*/ 17351339 w 18982931"/>
              <a:gd name="connsiteY125" fmla="*/ 3815000 h 4449429"/>
              <a:gd name="connsiteX126" fmla="*/ 17560187 w 18982931"/>
              <a:gd name="connsiteY126" fmla="*/ 3815000 h 4449429"/>
              <a:gd name="connsiteX127" fmla="*/ 17560187 w 18982931"/>
              <a:gd name="connsiteY127" fmla="*/ 3769299 h 4449429"/>
              <a:gd name="connsiteX128" fmla="*/ 16404499 w 18982931"/>
              <a:gd name="connsiteY128" fmla="*/ 3728118 h 4449429"/>
              <a:gd name="connsiteX129" fmla="*/ 16404499 w 18982931"/>
              <a:gd name="connsiteY129" fmla="*/ 3784951 h 4449429"/>
              <a:gd name="connsiteX130" fmla="*/ 16461332 w 18982931"/>
              <a:gd name="connsiteY130" fmla="*/ 3784951 h 4449429"/>
              <a:gd name="connsiteX131" fmla="*/ 16461332 w 18982931"/>
              <a:gd name="connsiteY131" fmla="*/ 3728118 h 4449429"/>
              <a:gd name="connsiteX132" fmla="*/ 16292444 w 18982931"/>
              <a:gd name="connsiteY132" fmla="*/ 3728118 h 4449429"/>
              <a:gd name="connsiteX133" fmla="*/ 16292444 w 18982931"/>
              <a:gd name="connsiteY133" fmla="*/ 3784951 h 4449429"/>
              <a:gd name="connsiteX134" fmla="*/ 16349278 w 18982931"/>
              <a:gd name="connsiteY134" fmla="*/ 3784951 h 4449429"/>
              <a:gd name="connsiteX135" fmla="*/ 16349278 w 18982931"/>
              <a:gd name="connsiteY135" fmla="*/ 3728118 h 4449429"/>
              <a:gd name="connsiteX136" fmla="*/ 16180390 w 18982931"/>
              <a:gd name="connsiteY136" fmla="*/ 3728118 h 4449429"/>
              <a:gd name="connsiteX137" fmla="*/ 16180390 w 18982931"/>
              <a:gd name="connsiteY137" fmla="*/ 3784951 h 4449429"/>
              <a:gd name="connsiteX138" fmla="*/ 16237224 w 18982931"/>
              <a:gd name="connsiteY138" fmla="*/ 3784951 h 4449429"/>
              <a:gd name="connsiteX139" fmla="*/ 16237224 w 18982931"/>
              <a:gd name="connsiteY139" fmla="*/ 3728118 h 4449429"/>
              <a:gd name="connsiteX140" fmla="*/ 2813944 w 18982931"/>
              <a:gd name="connsiteY140" fmla="*/ 3728116 h 4449429"/>
              <a:gd name="connsiteX141" fmla="*/ 2813944 w 18982931"/>
              <a:gd name="connsiteY141" fmla="*/ 3784950 h 4449429"/>
              <a:gd name="connsiteX142" fmla="*/ 2870780 w 18982931"/>
              <a:gd name="connsiteY142" fmla="*/ 3784950 h 4449429"/>
              <a:gd name="connsiteX143" fmla="*/ 2870780 w 18982931"/>
              <a:gd name="connsiteY143" fmla="*/ 3728116 h 4449429"/>
              <a:gd name="connsiteX144" fmla="*/ 2701891 w 18982931"/>
              <a:gd name="connsiteY144" fmla="*/ 3728116 h 4449429"/>
              <a:gd name="connsiteX145" fmla="*/ 2701891 w 18982931"/>
              <a:gd name="connsiteY145" fmla="*/ 3784950 h 4449429"/>
              <a:gd name="connsiteX146" fmla="*/ 2758730 w 18982931"/>
              <a:gd name="connsiteY146" fmla="*/ 3784950 h 4449429"/>
              <a:gd name="connsiteX147" fmla="*/ 2758730 w 18982931"/>
              <a:gd name="connsiteY147" fmla="*/ 3728116 h 4449429"/>
              <a:gd name="connsiteX148" fmla="*/ 2589845 w 18982931"/>
              <a:gd name="connsiteY148" fmla="*/ 3728116 h 4449429"/>
              <a:gd name="connsiteX149" fmla="*/ 2589845 w 18982931"/>
              <a:gd name="connsiteY149" fmla="*/ 3784950 h 4449429"/>
              <a:gd name="connsiteX150" fmla="*/ 2646671 w 18982931"/>
              <a:gd name="connsiteY150" fmla="*/ 3784950 h 4449429"/>
              <a:gd name="connsiteX151" fmla="*/ 2646671 w 18982931"/>
              <a:gd name="connsiteY151" fmla="*/ 3728116 h 4449429"/>
              <a:gd name="connsiteX152" fmla="*/ 17351339 w 18982931"/>
              <a:gd name="connsiteY152" fmla="*/ 3677667 h 4449429"/>
              <a:gd name="connsiteX153" fmla="*/ 17351339 w 18982931"/>
              <a:gd name="connsiteY153" fmla="*/ 3723368 h 4449429"/>
              <a:gd name="connsiteX154" fmla="*/ 17560187 w 18982931"/>
              <a:gd name="connsiteY154" fmla="*/ 3723368 h 4449429"/>
              <a:gd name="connsiteX155" fmla="*/ 17560187 w 18982931"/>
              <a:gd name="connsiteY155" fmla="*/ 3677667 h 4449429"/>
              <a:gd name="connsiteX156" fmla="*/ 12612246 w 18982931"/>
              <a:gd name="connsiteY156" fmla="*/ 3645952 h 4449429"/>
              <a:gd name="connsiteX157" fmla="*/ 12612246 w 18982931"/>
              <a:gd name="connsiteY157" fmla="*/ 3702785 h 4449429"/>
              <a:gd name="connsiteX158" fmla="*/ 12669079 w 18982931"/>
              <a:gd name="connsiteY158" fmla="*/ 3702785 h 4449429"/>
              <a:gd name="connsiteX159" fmla="*/ 12669079 w 18982931"/>
              <a:gd name="connsiteY159" fmla="*/ 3645952 h 4449429"/>
              <a:gd name="connsiteX160" fmla="*/ 12500191 w 18982931"/>
              <a:gd name="connsiteY160" fmla="*/ 3645952 h 4449429"/>
              <a:gd name="connsiteX161" fmla="*/ 12500191 w 18982931"/>
              <a:gd name="connsiteY161" fmla="*/ 3702785 h 4449429"/>
              <a:gd name="connsiteX162" fmla="*/ 12557025 w 18982931"/>
              <a:gd name="connsiteY162" fmla="*/ 3702785 h 4449429"/>
              <a:gd name="connsiteX163" fmla="*/ 12557025 w 18982931"/>
              <a:gd name="connsiteY163" fmla="*/ 3645952 h 4449429"/>
              <a:gd name="connsiteX164" fmla="*/ 12388137 w 18982931"/>
              <a:gd name="connsiteY164" fmla="*/ 3645952 h 4449429"/>
              <a:gd name="connsiteX165" fmla="*/ 12388137 w 18982931"/>
              <a:gd name="connsiteY165" fmla="*/ 3702785 h 4449429"/>
              <a:gd name="connsiteX166" fmla="*/ 12444971 w 18982931"/>
              <a:gd name="connsiteY166" fmla="*/ 3702785 h 4449429"/>
              <a:gd name="connsiteX167" fmla="*/ 12444971 w 18982931"/>
              <a:gd name="connsiteY167" fmla="*/ 3645952 h 4449429"/>
              <a:gd name="connsiteX168" fmla="*/ 17351339 w 18982931"/>
              <a:gd name="connsiteY168" fmla="*/ 3586038 h 4449429"/>
              <a:gd name="connsiteX169" fmla="*/ 17351339 w 18982931"/>
              <a:gd name="connsiteY169" fmla="*/ 3631739 h 4449429"/>
              <a:gd name="connsiteX170" fmla="*/ 17560187 w 18982931"/>
              <a:gd name="connsiteY170" fmla="*/ 3631739 h 4449429"/>
              <a:gd name="connsiteX171" fmla="*/ 17560187 w 18982931"/>
              <a:gd name="connsiteY171" fmla="*/ 3586038 h 4449429"/>
              <a:gd name="connsiteX172" fmla="*/ 16404499 w 18982931"/>
              <a:gd name="connsiteY172" fmla="*/ 3582830 h 4449429"/>
              <a:gd name="connsiteX173" fmla="*/ 16404499 w 18982931"/>
              <a:gd name="connsiteY173" fmla="*/ 3639663 h 4449429"/>
              <a:gd name="connsiteX174" fmla="*/ 16461332 w 18982931"/>
              <a:gd name="connsiteY174" fmla="*/ 3639663 h 4449429"/>
              <a:gd name="connsiteX175" fmla="*/ 16461332 w 18982931"/>
              <a:gd name="connsiteY175" fmla="*/ 3582830 h 4449429"/>
              <a:gd name="connsiteX176" fmla="*/ 16292444 w 18982931"/>
              <a:gd name="connsiteY176" fmla="*/ 3582830 h 4449429"/>
              <a:gd name="connsiteX177" fmla="*/ 16292444 w 18982931"/>
              <a:gd name="connsiteY177" fmla="*/ 3639663 h 4449429"/>
              <a:gd name="connsiteX178" fmla="*/ 16349278 w 18982931"/>
              <a:gd name="connsiteY178" fmla="*/ 3639663 h 4449429"/>
              <a:gd name="connsiteX179" fmla="*/ 16349278 w 18982931"/>
              <a:gd name="connsiteY179" fmla="*/ 3582830 h 4449429"/>
              <a:gd name="connsiteX180" fmla="*/ 16180390 w 18982931"/>
              <a:gd name="connsiteY180" fmla="*/ 3582830 h 4449429"/>
              <a:gd name="connsiteX181" fmla="*/ 16180390 w 18982931"/>
              <a:gd name="connsiteY181" fmla="*/ 3639663 h 4449429"/>
              <a:gd name="connsiteX182" fmla="*/ 16237224 w 18982931"/>
              <a:gd name="connsiteY182" fmla="*/ 3639663 h 4449429"/>
              <a:gd name="connsiteX183" fmla="*/ 16237224 w 18982931"/>
              <a:gd name="connsiteY183" fmla="*/ 3582830 h 4449429"/>
              <a:gd name="connsiteX184" fmla="*/ 2813944 w 18982931"/>
              <a:gd name="connsiteY184" fmla="*/ 3582828 h 4449429"/>
              <a:gd name="connsiteX185" fmla="*/ 2813944 w 18982931"/>
              <a:gd name="connsiteY185" fmla="*/ 3639662 h 4449429"/>
              <a:gd name="connsiteX186" fmla="*/ 2870780 w 18982931"/>
              <a:gd name="connsiteY186" fmla="*/ 3639662 h 4449429"/>
              <a:gd name="connsiteX187" fmla="*/ 2870780 w 18982931"/>
              <a:gd name="connsiteY187" fmla="*/ 3582828 h 4449429"/>
              <a:gd name="connsiteX188" fmla="*/ 2701891 w 18982931"/>
              <a:gd name="connsiteY188" fmla="*/ 3582828 h 4449429"/>
              <a:gd name="connsiteX189" fmla="*/ 2701891 w 18982931"/>
              <a:gd name="connsiteY189" fmla="*/ 3639662 h 4449429"/>
              <a:gd name="connsiteX190" fmla="*/ 2758730 w 18982931"/>
              <a:gd name="connsiteY190" fmla="*/ 3639662 h 4449429"/>
              <a:gd name="connsiteX191" fmla="*/ 2758730 w 18982931"/>
              <a:gd name="connsiteY191" fmla="*/ 3582828 h 4449429"/>
              <a:gd name="connsiteX192" fmla="*/ 2589845 w 18982931"/>
              <a:gd name="connsiteY192" fmla="*/ 3582828 h 4449429"/>
              <a:gd name="connsiteX193" fmla="*/ 2589845 w 18982931"/>
              <a:gd name="connsiteY193" fmla="*/ 3639662 h 4449429"/>
              <a:gd name="connsiteX194" fmla="*/ 2646671 w 18982931"/>
              <a:gd name="connsiteY194" fmla="*/ 3639662 h 4449429"/>
              <a:gd name="connsiteX195" fmla="*/ 2646671 w 18982931"/>
              <a:gd name="connsiteY195" fmla="*/ 3582828 h 4449429"/>
              <a:gd name="connsiteX196" fmla="*/ 12612246 w 18982931"/>
              <a:gd name="connsiteY196" fmla="*/ 3500664 h 4449429"/>
              <a:gd name="connsiteX197" fmla="*/ 12612246 w 18982931"/>
              <a:gd name="connsiteY197" fmla="*/ 3557497 h 4449429"/>
              <a:gd name="connsiteX198" fmla="*/ 12669079 w 18982931"/>
              <a:gd name="connsiteY198" fmla="*/ 3557497 h 4449429"/>
              <a:gd name="connsiteX199" fmla="*/ 12669079 w 18982931"/>
              <a:gd name="connsiteY199" fmla="*/ 3500664 h 4449429"/>
              <a:gd name="connsiteX200" fmla="*/ 12500191 w 18982931"/>
              <a:gd name="connsiteY200" fmla="*/ 3500664 h 4449429"/>
              <a:gd name="connsiteX201" fmla="*/ 12500191 w 18982931"/>
              <a:gd name="connsiteY201" fmla="*/ 3557497 h 4449429"/>
              <a:gd name="connsiteX202" fmla="*/ 12557025 w 18982931"/>
              <a:gd name="connsiteY202" fmla="*/ 3557497 h 4449429"/>
              <a:gd name="connsiteX203" fmla="*/ 12557025 w 18982931"/>
              <a:gd name="connsiteY203" fmla="*/ 3500664 h 4449429"/>
              <a:gd name="connsiteX204" fmla="*/ 12388137 w 18982931"/>
              <a:gd name="connsiteY204" fmla="*/ 3500664 h 4449429"/>
              <a:gd name="connsiteX205" fmla="*/ 12388137 w 18982931"/>
              <a:gd name="connsiteY205" fmla="*/ 3557497 h 4449429"/>
              <a:gd name="connsiteX206" fmla="*/ 12444971 w 18982931"/>
              <a:gd name="connsiteY206" fmla="*/ 3557497 h 4449429"/>
              <a:gd name="connsiteX207" fmla="*/ 12444971 w 18982931"/>
              <a:gd name="connsiteY207" fmla="*/ 3500664 h 4449429"/>
              <a:gd name="connsiteX208" fmla="*/ 17351339 w 18982931"/>
              <a:gd name="connsiteY208" fmla="*/ 3492933 h 4449429"/>
              <a:gd name="connsiteX209" fmla="*/ 17351339 w 18982931"/>
              <a:gd name="connsiteY209" fmla="*/ 3538633 h 4449429"/>
              <a:gd name="connsiteX210" fmla="*/ 17560187 w 18982931"/>
              <a:gd name="connsiteY210" fmla="*/ 3538633 h 4449429"/>
              <a:gd name="connsiteX211" fmla="*/ 17560187 w 18982931"/>
              <a:gd name="connsiteY211" fmla="*/ 3492933 h 4449429"/>
              <a:gd name="connsiteX212" fmla="*/ 17351339 w 18982931"/>
              <a:gd name="connsiteY212" fmla="*/ 3401301 h 4449429"/>
              <a:gd name="connsiteX213" fmla="*/ 17351339 w 18982931"/>
              <a:gd name="connsiteY213" fmla="*/ 3447001 h 4449429"/>
              <a:gd name="connsiteX214" fmla="*/ 17560187 w 18982931"/>
              <a:gd name="connsiteY214" fmla="*/ 3447001 h 4449429"/>
              <a:gd name="connsiteX215" fmla="*/ 17560187 w 18982931"/>
              <a:gd name="connsiteY215" fmla="*/ 3401301 h 4449429"/>
              <a:gd name="connsiteX216" fmla="*/ 1596781 w 18982931"/>
              <a:gd name="connsiteY216" fmla="*/ 3357078 h 4449429"/>
              <a:gd name="connsiteX217" fmla="*/ 1596781 w 18982931"/>
              <a:gd name="connsiteY217" fmla="*/ 3402779 h 4449429"/>
              <a:gd name="connsiteX218" fmla="*/ 1805629 w 18982931"/>
              <a:gd name="connsiteY218" fmla="*/ 3402779 h 4449429"/>
              <a:gd name="connsiteX219" fmla="*/ 1805629 w 18982931"/>
              <a:gd name="connsiteY219" fmla="*/ 3357078 h 4449429"/>
              <a:gd name="connsiteX220" fmla="*/ 12612246 w 18982931"/>
              <a:gd name="connsiteY220" fmla="*/ 3355375 h 4449429"/>
              <a:gd name="connsiteX221" fmla="*/ 12612246 w 18982931"/>
              <a:gd name="connsiteY221" fmla="*/ 3412209 h 4449429"/>
              <a:gd name="connsiteX222" fmla="*/ 12669079 w 18982931"/>
              <a:gd name="connsiteY222" fmla="*/ 3412209 h 4449429"/>
              <a:gd name="connsiteX223" fmla="*/ 12669079 w 18982931"/>
              <a:gd name="connsiteY223" fmla="*/ 3355375 h 4449429"/>
              <a:gd name="connsiteX224" fmla="*/ 12500191 w 18982931"/>
              <a:gd name="connsiteY224" fmla="*/ 3355375 h 4449429"/>
              <a:gd name="connsiteX225" fmla="*/ 12500191 w 18982931"/>
              <a:gd name="connsiteY225" fmla="*/ 3412209 h 4449429"/>
              <a:gd name="connsiteX226" fmla="*/ 12557025 w 18982931"/>
              <a:gd name="connsiteY226" fmla="*/ 3412209 h 4449429"/>
              <a:gd name="connsiteX227" fmla="*/ 12557025 w 18982931"/>
              <a:gd name="connsiteY227" fmla="*/ 3355375 h 4449429"/>
              <a:gd name="connsiteX228" fmla="*/ 12388137 w 18982931"/>
              <a:gd name="connsiteY228" fmla="*/ 3355375 h 4449429"/>
              <a:gd name="connsiteX229" fmla="*/ 12388137 w 18982931"/>
              <a:gd name="connsiteY229" fmla="*/ 3412209 h 4449429"/>
              <a:gd name="connsiteX230" fmla="*/ 12444971 w 18982931"/>
              <a:gd name="connsiteY230" fmla="*/ 3412209 h 4449429"/>
              <a:gd name="connsiteX231" fmla="*/ 12444971 w 18982931"/>
              <a:gd name="connsiteY231" fmla="*/ 3355375 h 4449429"/>
              <a:gd name="connsiteX232" fmla="*/ 17351339 w 18982931"/>
              <a:gd name="connsiteY232" fmla="*/ 3309670 h 4449429"/>
              <a:gd name="connsiteX233" fmla="*/ 17351339 w 18982931"/>
              <a:gd name="connsiteY233" fmla="*/ 3355371 h 4449429"/>
              <a:gd name="connsiteX234" fmla="*/ 17560187 w 18982931"/>
              <a:gd name="connsiteY234" fmla="*/ 3355371 h 4449429"/>
              <a:gd name="connsiteX235" fmla="*/ 17560187 w 18982931"/>
              <a:gd name="connsiteY235" fmla="*/ 3309670 h 4449429"/>
              <a:gd name="connsiteX236" fmla="*/ 1596781 w 18982931"/>
              <a:gd name="connsiteY236" fmla="*/ 3265446 h 4449429"/>
              <a:gd name="connsiteX237" fmla="*/ 1596781 w 18982931"/>
              <a:gd name="connsiteY237" fmla="*/ 3311147 h 4449429"/>
              <a:gd name="connsiteX238" fmla="*/ 1805629 w 18982931"/>
              <a:gd name="connsiteY238" fmla="*/ 3311147 h 4449429"/>
              <a:gd name="connsiteX239" fmla="*/ 1805629 w 18982931"/>
              <a:gd name="connsiteY239" fmla="*/ 3265446 h 4449429"/>
              <a:gd name="connsiteX240" fmla="*/ 17351339 w 18982931"/>
              <a:gd name="connsiteY240" fmla="*/ 3218041 h 4449429"/>
              <a:gd name="connsiteX241" fmla="*/ 17351339 w 18982931"/>
              <a:gd name="connsiteY241" fmla="*/ 3263742 h 4449429"/>
              <a:gd name="connsiteX242" fmla="*/ 17560187 w 18982931"/>
              <a:gd name="connsiteY242" fmla="*/ 3263742 h 4449429"/>
              <a:gd name="connsiteX243" fmla="*/ 17560187 w 18982931"/>
              <a:gd name="connsiteY243" fmla="*/ 3218041 h 4449429"/>
              <a:gd name="connsiteX244" fmla="*/ 12612246 w 18982931"/>
              <a:gd name="connsiteY244" fmla="*/ 3210087 h 4449429"/>
              <a:gd name="connsiteX245" fmla="*/ 12612246 w 18982931"/>
              <a:gd name="connsiteY245" fmla="*/ 3266921 h 4449429"/>
              <a:gd name="connsiteX246" fmla="*/ 12669079 w 18982931"/>
              <a:gd name="connsiteY246" fmla="*/ 3266921 h 4449429"/>
              <a:gd name="connsiteX247" fmla="*/ 12669079 w 18982931"/>
              <a:gd name="connsiteY247" fmla="*/ 3210087 h 4449429"/>
              <a:gd name="connsiteX248" fmla="*/ 12500191 w 18982931"/>
              <a:gd name="connsiteY248" fmla="*/ 3210087 h 4449429"/>
              <a:gd name="connsiteX249" fmla="*/ 12500191 w 18982931"/>
              <a:gd name="connsiteY249" fmla="*/ 3266921 h 4449429"/>
              <a:gd name="connsiteX250" fmla="*/ 12557025 w 18982931"/>
              <a:gd name="connsiteY250" fmla="*/ 3266921 h 4449429"/>
              <a:gd name="connsiteX251" fmla="*/ 12557025 w 18982931"/>
              <a:gd name="connsiteY251" fmla="*/ 3210087 h 4449429"/>
              <a:gd name="connsiteX252" fmla="*/ 12388137 w 18982931"/>
              <a:gd name="connsiteY252" fmla="*/ 3210087 h 4449429"/>
              <a:gd name="connsiteX253" fmla="*/ 12388137 w 18982931"/>
              <a:gd name="connsiteY253" fmla="*/ 3266921 h 4449429"/>
              <a:gd name="connsiteX254" fmla="*/ 12444971 w 18982931"/>
              <a:gd name="connsiteY254" fmla="*/ 3266921 h 4449429"/>
              <a:gd name="connsiteX255" fmla="*/ 12444971 w 18982931"/>
              <a:gd name="connsiteY255" fmla="*/ 3210087 h 4449429"/>
              <a:gd name="connsiteX256" fmla="*/ 1596781 w 18982931"/>
              <a:gd name="connsiteY256" fmla="*/ 3173817 h 4449429"/>
              <a:gd name="connsiteX257" fmla="*/ 1596781 w 18982931"/>
              <a:gd name="connsiteY257" fmla="*/ 3219518 h 4449429"/>
              <a:gd name="connsiteX258" fmla="*/ 1805629 w 18982931"/>
              <a:gd name="connsiteY258" fmla="*/ 3219518 h 4449429"/>
              <a:gd name="connsiteX259" fmla="*/ 1805629 w 18982931"/>
              <a:gd name="connsiteY259" fmla="*/ 3173817 h 4449429"/>
              <a:gd name="connsiteX260" fmla="*/ 17351339 w 18982931"/>
              <a:gd name="connsiteY260" fmla="*/ 3126412 h 4449429"/>
              <a:gd name="connsiteX261" fmla="*/ 17351339 w 18982931"/>
              <a:gd name="connsiteY261" fmla="*/ 3172113 h 4449429"/>
              <a:gd name="connsiteX262" fmla="*/ 17560187 w 18982931"/>
              <a:gd name="connsiteY262" fmla="*/ 3172113 h 4449429"/>
              <a:gd name="connsiteX263" fmla="*/ 17560187 w 18982931"/>
              <a:gd name="connsiteY263" fmla="*/ 3126412 h 4449429"/>
              <a:gd name="connsiteX264" fmla="*/ 1596781 w 18982931"/>
              <a:gd name="connsiteY264" fmla="*/ 3080712 h 4449429"/>
              <a:gd name="connsiteX265" fmla="*/ 1596781 w 18982931"/>
              <a:gd name="connsiteY265" fmla="*/ 3126412 h 4449429"/>
              <a:gd name="connsiteX266" fmla="*/ 1805629 w 18982931"/>
              <a:gd name="connsiteY266" fmla="*/ 3126412 h 4449429"/>
              <a:gd name="connsiteX267" fmla="*/ 1805629 w 18982931"/>
              <a:gd name="connsiteY267" fmla="*/ 3080712 h 4449429"/>
              <a:gd name="connsiteX268" fmla="*/ 12612246 w 18982931"/>
              <a:gd name="connsiteY268" fmla="*/ 3064799 h 4449429"/>
              <a:gd name="connsiteX269" fmla="*/ 12612246 w 18982931"/>
              <a:gd name="connsiteY269" fmla="*/ 3121633 h 4449429"/>
              <a:gd name="connsiteX270" fmla="*/ 12669079 w 18982931"/>
              <a:gd name="connsiteY270" fmla="*/ 3121633 h 4449429"/>
              <a:gd name="connsiteX271" fmla="*/ 12669079 w 18982931"/>
              <a:gd name="connsiteY271" fmla="*/ 3064799 h 4449429"/>
              <a:gd name="connsiteX272" fmla="*/ 12500191 w 18982931"/>
              <a:gd name="connsiteY272" fmla="*/ 3064799 h 4449429"/>
              <a:gd name="connsiteX273" fmla="*/ 12500191 w 18982931"/>
              <a:gd name="connsiteY273" fmla="*/ 3121633 h 4449429"/>
              <a:gd name="connsiteX274" fmla="*/ 12557025 w 18982931"/>
              <a:gd name="connsiteY274" fmla="*/ 3121633 h 4449429"/>
              <a:gd name="connsiteX275" fmla="*/ 12557025 w 18982931"/>
              <a:gd name="connsiteY275" fmla="*/ 3064799 h 4449429"/>
              <a:gd name="connsiteX276" fmla="*/ 12388137 w 18982931"/>
              <a:gd name="connsiteY276" fmla="*/ 3064799 h 4449429"/>
              <a:gd name="connsiteX277" fmla="*/ 12388137 w 18982931"/>
              <a:gd name="connsiteY277" fmla="*/ 3121633 h 4449429"/>
              <a:gd name="connsiteX278" fmla="*/ 12444971 w 18982931"/>
              <a:gd name="connsiteY278" fmla="*/ 3121633 h 4449429"/>
              <a:gd name="connsiteX279" fmla="*/ 12444971 w 18982931"/>
              <a:gd name="connsiteY279" fmla="*/ 3064799 h 4449429"/>
              <a:gd name="connsiteX280" fmla="*/ 17351339 w 18982931"/>
              <a:gd name="connsiteY280" fmla="*/ 3034782 h 4449429"/>
              <a:gd name="connsiteX281" fmla="*/ 17351339 w 18982931"/>
              <a:gd name="connsiteY281" fmla="*/ 3080482 h 4449429"/>
              <a:gd name="connsiteX282" fmla="*/ 17560187 w 18982931"/>
              <a:gd name="connsiteY282" fmla="*/ 3080482 h 4449429"/>
              <a:gd name="connsiteX283" fmla="*/ 17560187 w 18982931"/>
              <a:gd name="connsiteY283" fmla="*/ 3034782 h 4449429"/>
              <a:gd name="connsiteX284" fmla="*/ 1596781 w 18982931"/>
              <a:gd name="connsiteY284" fmla="*/ 2989080 h 4449429"/>
              <a:gd name="connsiteX285" fmla="*/ 1596781 w 18982931"/>
              <a:gd name="connsiteY285" fmla="*/ 3034780 h 4449429"/>
              <a:gd name="connsiteX286" fmla="*/ 1805629 w 18982931"/>
              <a:gd name="connsiteY286" fmla="*/ 3034780 h 4449429"/>
              <a:gd name="connsiteX287" fmla="*/ 1805629 w 18982931"/>
              <a:gd name="connsiteY287" fmla="*/ 2989080 h 4449429"/>
              <a:gd name="connsiteX288" fmla="*/ 17351339 w 18982931"/>
              <a:gd name="connsiteY288" fmla="*/ 2943153 h 4449429"/>
              <a:gd name="connsiteX289" fmla="*/ 17351339 w 18982931"/>
              <a:gd name="connsiteY289" fmla="*/ 2988853 h 4449429"/>
              <a:gd name="connsiteX290" fmla="*/ 17560187 w 18982931"/>
              <a:gd name="connsiteY290" fmla="*/ 2988853 h 4449429"/>
              <a:gd name="connsiteX291" fmla="*/ 17560187 w 18982931"/>
              <a:gd name="connsiteY291" fmla="*/ 2943153 h 4449429"/>
              <a:gd name="connsiteX292" fmla="*/ 12612246 w 18982931"/>
              <a:gd name="connsiteY292" fmla="*/ 2919511 h 4449429"/>
              <a:gd name="connsiteX293" fmla="*/ 12612246 w 18982931"/>
              <a:gd name="connsiteY293" fmla="*/ 2976345 h 4449429"/>
              <a:gd name="connsiteX294" fmla="*/ 12669079 w 18982931"/>
              <a:gd name="connsiteY294" fmla="*/ 2976345 h 4449429"/>
              <a:gd name="connsiteX295" fmla="*/ 12669079 w 18982931"/>
              <a:gd name="connsiteY295" fmla="*/ 2919511 h 4449429"/>
              <a:gd name="connsiteX296" fmla="*/ 12500191 w 18982931"/>
              <a:gd name="connsiteY296" fmla="*/ 2919511 h 4449429"/>
              <a:gd name="connsiteX297" fmla="*/ 12500191 w 18982931"/>
              <a:gd name="connsiteY297" fmla="*/ 2976345 h 4449429"/>
              <a:gd name="connsiteX298" fmla="*/ 12557025 w 18982931"/>
              <a:gd name="connsiteY298" fmla="*/ 2976345 h 4449429"/>
              <a:gd name="connsiteX299" fmla="*/ 12557025 w 18982931"/>
              <a:gd name="connsiteY299" fmla="*/ 2919511 h 4449429"/>
              <a:gd name="connsiteX300" fmla="*/ 12388137 w 18982931"/>
              <a:gd name="connsiteY300" fmla="*/ 2919511 h 4449429"/>
              <a:gd name="connsiteX301" fmla="*/ 12388137 w 18982931"/>
              <a:gd name="connsiteY301" fmla="*/ 2976345 h 4449429"/>
              <a:gd name="connsiteX302" fmla="*/ 12444971 w 18982931"/>
              <a:gd name="connsiteY302" fmla="*/ 2976345 h 4449429"/>
              <a:gd name="connsiteX303" fmla="*/ 12444971 w 18982931"/>
              <a:gd name="connsiteY303" fmla="*/ 2919511 h 4449429"/>
              <a:gd name="connsiteX304" fmla="*/ 1596781 w 18982931"/>
              <a:gd name="connsiteY304" fmla="*/ 2897450 h 4449429"/>
              <a:gd name="connsiteX305" fmla="*/ 1596781 w 18982931"/>
              <a:gd name="connsiteY305" fmla="*/ 2943150 h 4449429"/>
              <a:gd name="connsiteX306" fmla="*/ 1805629 w 18982931"/>
              <a:gd name="connsiteY306" fmla="*/ 2943150 h 4449429"/>
              <a:gd name="connsiteX307" fmla="*/ 1805629 w 18982931"/>
              <a:gd name="connsiteY307" fmla="*/ 2897450 h 4449429"/>
              <a:gd name="connsiteX308" fmla="*/ 17351339 w 18982931"/>
              <a:gd name="connsiteY308" fmla="*/ 2851522 h 4449429"/>
              <a:gd name="connsiteX309" fmla="*/ 17351339 w 18982931"/>
              <a:gd name="connsiteY309" fmla="*/ 2897223 h 4449429"/>
              <a:gd name="connsiteX310" fmla="*/ 17560187 w 18982931"/>
              <a:gd name="connsiteY310" fmla="*/ 2897223 h 4449429"/>
              <a:gd name="connsiteX311" fmla="*/ 17560187 w 18982931"/>
              <a:gd name="connsiteY311" fmla="*/ 2851522 h 4449429"/>
              <a:gd name="connsiteX312" fmla="*/ 1596781 w 18982931"/>
              <a:gd name="connsiteY312" fmla="*/ 2805821 h 4449429"/>
              <a:gd name="connsiteX313" fmla="*/ 1596781 w 18982931"/>
              <a:gd name="connsiteY313" fmla="*/ 2851521 h 4449429"/>
              <a:gd name="connsiteX314" fmla="*/ 1805629 w 18982931"/>
              <a:gd name="connsiteY314" fmla="*/ 2851521 h 4449429"/>
              <a:gd name="connsiteX315" fmla="*/ 1805629 w 18982931"/>
              <a:gd name="connsiteY315" fmla="*/ 2805821 h 4449429"/>
              <a:gd name="connsiteX316" fmla="*/ 1596781 w 18982931"/>
              <a:gd name="connsiteY316" fmla="*/ 2714192 h 4449429"/>
              <a:gd name="connsiteX317" fmla="*/ 1596781 w 18982931"/>
              <a:gd name="connsiteY317" fmla="*/ 2759892 h 4449429"/>
              <a:gd name="connsiteX318" fmla="*/ 1805629 w 18982931"/>
              <a:gd name="connsiteY318" fmla="*/ 2759892 h 4449429"/>
              <a:gd name="connsiteX319" fmla="*/ 1805629 w 18982931"/>
              <a:gd name="connsiteY319" fmla="*/ 2714192 h 4449429"/>
              <a:gd name="connsiteX320" fmla="*/ 4422120 w 18982931"/>
              <a:gd name="connsiteY320" fmla="*/ 2688604 h 4449429"/>
              <a:gd name="connsiteX321" fmla="*/ 4422120 w 18982931"/>
              <a:gd name="connsiteY321" fmla="*/ 2851522 h 4449429"/>
              <a:gd name="connsiteX322" fmla="*/ 4459897 w 18982931"/>
              <a:gd name="connsiteY322" fmla="*/ 2851522 h 4449429"/>
              <a:gd name="connsiteX323" fmla="*/ 4459897 w 18982931"/>
              <a:gd name="connsiteY323" fmla="*/ 2688604 h 4449429"/>
              <a:gd name="connsiteX324" fmla="*/ 4346370 w 18982931"/>
              <a:gd name="connsiteY324" fmla="*/ 2688604 h 4449429"/>
              <a:gd name="connsiteX325" fmla="*/ 4346370 w 18982931"/>
              <a:gd name="connsiteY325" fmla="*/ 2851522 h 4449429"/>
              <a:gd name="connsiteX326" fmla="*/ 4384149 w 18982931"/>
              <a:gd name="connsiteY326" fmla="*/ 2851522 h 4449429"/>
              <a:gd name="connsiteX327" fmla="*/ 4384149 w 18982931"/>
              <a:gd name="connsiteY327" fmla="*/ 2688604 h 4449429"/>
              <a:gd name="connsiteX328" fmla="*/ 4270624 w 18982931"/>
              <a:gd name="connsiteY328" fmla="*/ 2688604 h 4449429"/>
              <a:gd name="connsiteX329" fmla="*/ 4270624 w 18982931"/>
              <a:gd name="connsiteY329" fmla="*/ 2851522 h 4449429"/>
              <a:gd name="connsiteX330" fmla="*/ 4308407 w 18982931"/>
              <a:gd name="connsiteY330" fmla="*/ 2851522 h 4449429"/>
              <a:gd name="connsiteX331" fmla="*/ 4308407 w 18982931"/>
              <a:gd name="connsiteY331" fmla="*/ 2688604 h 4449429"/>
              <a:gd name="connsiteX332" fmla="*/ 4194881 w 18982931"/>
              <a:gd name="connsiteY332" fmla="*/ 2688604 h 4449429"/>
              <a:gd name="connsiteX333" fmla="*/ 4194881 w 18982931"/>
              <a:gd name="connsiteY333" fmla="*/ 2851522 h 4449429"/>
              <a:gd name="connsiteX334" fmla="*/ 4232658 w 18982931"/>
              <a:gd name="connsiteY334" fmla="*/ 2851522 h 4449429"/>
              <a:gd name="connsiteX335" fmla="*/ 4232658 w 18982931"/>
              <a:gd name="connsiteY335" fmla="*/ 2688604 h 4449429"/>
              <a:gd name="connsiteX336" fmla="*/ 4119132 w 18982931"/>
              <a:gd name="connsiteY336" fmla="*/ 2688604 h 4449429"/>
              <a:gd name="connsiteX337" fmla="*/ 4119132 w 18982931"/>
              <a:gd name="connsiteY337" fmla="*/ 2851522 h 4449429"/>
              <a:gd name="connsiteX338" fmla="*/ 4156909 w 18982931"/>
              <a:gd name="connsiteY338" fmla="*/ 2851522 h 4449429"/>
              <a:gd name="connsiteX339" fmla="*/ 4156909 w 18982931"/>
              <a:gd name="connsiteY339" fmla="*/ 2688604 h 4449429"/>
              <a:gd name="connsiteX340" fmla="*/ 4043383 w 18982931"/>
              <a:gd name="connsiteY340" fmla="*/ 2688604 h 4449429"/>
              <a:gd name="connsiteX341" fmla="*/ 4043383 w 18982931"/>
              <a:gd name="connsiteY341" fmla="*/ 2851522 h 4449429"/>
              <a:gd name="connsiteX342" fmla="*/ 4081160 w 18982931"/>
              <a:gd name="connsiteY342" fmla="*/ 2851522 h 4449429"/>
              <a:gd name="connsiteX343" fmla="*/ 4081160 w 18982931"/>
              <a:gd name="connsiteY343" fmla="*/ 2688604 h 4449429"/>
              <a:gd name="connsiteX344" fmla="*/ 3967636 w 18982931"/>
              <a:gd name="connsiteY344" fmla="*/ 2688604 h 4449429"/>
              <a:gd name="connsiteX345" fmla="*/ 3967636 w 18982931"/>
              <a:gd name="connsiteY345" fmla="*/ 2851522 h 4449429"/>
              <a:gd name="connsiteX346" fmla="*/ 4005415 w 18982931"/>
              <a:gd name="connsiteY346" fmla="*/ 2851522 h 4449429"/>
              <a:gd name="connsiteX347" fmla="*/ 4005415 w 18982931"/>
              <a:gd name="connsiteY347" fmla="*/ 2688604 h 4449429"/>
              <a:gd name="connsiteX348" fmla="*/ 3891895 w 18982931"/>
              <a:gd name="connsiteY348" fmla="*/ 2688604 h 4449429"/>
              <a:gd name="connsiteX349" fmla="*/ 3891895 w 18982931"/>
              <a:gd name="connsiteY349" fmla="*/ 2851522 h 4449429"/>
              <a:gd name="connsiteX350" fmla="*/ 3929672 w 18982931"/>
              <a:gd name="connsiteY350" fmla="*/ 2851522 h 4449429"/>
              <a:gd name="connsiteX351" fmla="*/ 3929672 w 18982931"/>
              <a:gd name="connsiteY351" fmla="*/ 2688604 h 4449429"/>
              <a:gd name="connsiteX352" fmla="*/ 15043403 w 18982931"/>
              <a:gd name="connsiteY352" fmla="*/ 2685661 h 4449429"/>
              <a:gd name="connsiteX353" fmla="*/ 15043403 w 18982931"/>
              <a:gd name="connsiteY353" fmla="*/ 2894508 h 4449429"/>
              <a:gd name="connsiteX354" fmla="*/ 15089105 w 18982931"/>
              <a:gd name="connsiteY354" fmla="*/ 2894508 h 4449429"/>
              <a:gd name="connsiteX355" fmla="*/ 15089105 w 18982931"/>
              <a:gd name="connsiteY355" fmla="*/ 2685661 h 4449429"/>
              <a:gd name="connsiteX356" fmla="*/ 14951773 w 18982931"/>
              <a:gd name="connsiteY356" fmla="*/ 2685661 h 4449429"/>
              <a:gd name="connsiteX357" fmla="*/ 14951773 w 18982931"/>
              <a:gd name="connsiteY357" fmla="*/ 2894508 h 4449429"/>
              <a:gd name="connsiteX358" fmla="*/ 14997475 w 18982931"/>
              <a:gd name="connsiteY358" fmla="*/ 2894508 h 4449429"/>
              <a:gd name="connsiteX359" fmla="*/ 14997475 w 18982931"/>
              <a:gd name="connsiteY359" fmla="*/ 2685661 h 4449429"/>
              <a:gd name="connsiteX360" fmla="*/ 14860145 w 18982931"/>
              <a:gd name="connsiteY360" fmla="*/ 2685661 h 4449429"/>
              <a:gd name="connsiteX361" fmla="*/ 14860145 w 18982931"/>
              <a:gd name="connsiteY361" fmla="*/ 2894508 h 4449429"/>
              <a:gd name="connsiteX362" fmla="*/ 14905844 w 18982931"/>
              <a:gd name="connsiteY362" fmla="*/ 2894508 h 4449429"/>
              <a:gd name="connsiteX363" fmla="*/ 14905844 w 18982931"/>
              <a:gd name="connsiteY363" fmla="*/ 2685661 h 4449429"/>
              <a:gd name="connsiteX364" fmla="*/ 14768515 w 18982931"/>
              <a:gd name="connsiteY364" fmla="*/ 2685661 h 4449429"/>
              <a:gd name="connsiteX365" fmla="*/ 14768515 w 18982931"/>
              <a:gd name="connsiteY365" fmla="*/ 2894508 h 4449429"/>
              <a:gd name="connsiteX366" fmla="*/ 14814217 w 18982931"/>
              <a:gd name="connsiteY366" fmla="*/ 2894508 h 4449429"/>
              <a:gd name="connsiteX367" fmla="*/ 14814217 w 18982931"/>
              <a:gd name="connsiteY367" fmla="*/ 2685661 h 4449429"/>
              <a:gd name="connsiteX368" fmla="*/ 14676884 w 18982931"/>
              <a:gd name="connsiteY368" fmla="*/ 2685661 h 4449429"/>
              <a:gd name="connsiteX369" fmla="*/ 14676884 w 18982931"/>
              <a:gd name="connsiteY369" fmla="*/ 2894508 h 4449429"/>
              <a:gd name="connsiteX370" fmla="*/ 14722586 w 18982931"/>
              <a:gd name="connsiteY370" fmla="*/ 2894508 h 4449429"/>
              <a:gd name="connsiteX371" fmla="*/ 14722586 w 18982931"/>
              <a:gd name="connsiteY371" fmla="*/ 2685661 h 4449429"/>
              <a:gd name="connsiteX372" fmla="*/ 14585255 w 18982931"/>
              <a:gd name="connsiteY372" fmla="*/ 2685661 h 4449429"/>
              <a:gd name="connsiteX373" fmla="*/ 14585255 w 18982931"/>
              <a:gd name="connsiteY373" fmla="*/ 2894508 h 4449429"/>
              <a:gd name="connsiteX374" fmla="*/ 14630955 w 18982931"/>
              <a:gd name="connsiteY374" fmla="*/ 2894508 h 4449429"/>
              <a:gd name="connsiteX375" fmla="*/ 14630955 w 18982931"/>
              <a:gd name="connsiteY375" fmla="*/ 2685661 h 4449429"/>
              <a:gd name="connsiteX376" fmla="*/ 14493625 w 18982931"/>
              <a:gd name="connsiteY376" fmla="*/ 2685661 h 4449429"/>
              <a:gd name="connsiteX377" fmla="*/ 14493625 w 18982931"/>
              <a:gd name="connsiteY377" fmla="*/ 2894508 h 4449429"/>
              <a:gd name="connsiteX378" fmla="*/ 14539325 w 18982931"/>
              <a:gd name="connsiteY378" fmla="*/ 2894508 h 4449429"/>
              <a:gd name="connsiteX379" fmla="*/ 14539325 w 18982931"/>
              <a:gd name="connsiteY379" fmla="*/ 2685661 h 4449429"/>
              <a:gd name="connsiteX380" fmla="*/ 2875284 w 18982931"/>
              <a:gd name="connsiteY380" fmla="*/ 2661196 h 4449429"/>
              <a:gd name="connsiteX381" fmla="*/ 2875284 w 18982931"/>
              <a:gd name="connsiteY381" fmla="*/ 3265443 h 4449429"/>
              <a:gd name="connsiteX382" fmla="*/ 2913063 w 18982931"/>
              <a:gd name="connsiteY382" fmla="*/ 3265443 h 4449429"/>
              <a:gd name="connsiteX383" fmla="*/ 2913063 w 18982931"/>
              <a:gd name="connsiteY383" fmla="*/ 2661196 h 4449429"/>
              <a:gd name="connsiteX384" fmla="*/ 2769698 w 18982931"/>
              <a:gd name="connsiteY384" fmla="*/ 2661196 h 4449429"/>
              <a:gd name="connsiteX385" fmla="*/ 2769698 w 18982931"/>
              <a:gd name="connsiteY385" fmla="*/ 3265443 h 4449429"/>
              <a:gd name="connsiteX386" fmla="*/ 2807479 w 18982931"/>
              <a:gd name="connsiteY386" fmla="*/ 3265443 h 4449429"/>
              <a:gd name="connsiteX387" fmla="*/ 2807479 w 18982931"/>
              <a:gd name="connsiteY387" fmla="*/ 2661196 h 4449429"/>
              <a:gd name="connsiteX388" fmla="*/ 2664114 w 18982931"/>
              <a:gd name="connsiteY388" fmla="*/ 2661196 h 4449429"/>
              <a:gd name="connsiteX389" fmla="*/ 2664114 w 18982931"/>
              <a:gd name="connsiteY389" fmla="*/ 3265443 h 4449429"/>
              <a:gd name="connsiteX390" fmla="*/ 2701891 w 18982931"/>
              <a:gd name="connsiteY390" fmla="*/ 3265443 h 4449429"/>
              <a:gd name="connsiteX391" fmla="*/ 2701891 w 18982931"/>
              <a:gd name="connsiteY391" fmla="*/ 2661196 h 4449429"/>
              <a:gd name="connsiteX392" fmla="*/ 2558534 w 18982931"/>
              <a:gd name="connsiteY392" fmla="*/ 2661196 h 4449429"/>
              <a:gd name="connsiteX393" fmla="*/ 2558534 w 18982931"/>
              <a:gd name="connsiteY393" fmla="*/ 3265443 h 4449429"/>
              <a:gd name="connsiteX394" fmla="*/ 2596306 w 18982931"/>
              <a:gd name="connsiteY394" fmla="*/ 3265443 h 4449429"/>
              <a:gd name="connsiteX395" fmla="*/ 2596306 w 18982931"/>
              <a:gd name="connsiteY395" fmla="*/ 2661196 h 4449429"/>
              <a:gd name="connsiteX396" fmla="*/ 2980870 w 18982931"/>
              <a:gd name="connsiteY396" fmla="*/ 2661194 h 4449429"/>
              <a:gd name="connsiteX397" fmla="*/ 2980870 w 18982931"/>
              <a:gd name="connsiteY397" fmla="*/ 3265442 h 4449429"/>
              <a:gd name="connsiteX398" fmla="*/ 3018648 w 18982931"/>
              <a:gd name="connsiteY398" fmla="*/ 3265442 h 4449429"/>
              <a:gd name="connsiteX399" fmla="*/ 3018648 w 18982931"/>
              <a:gd name="connsiteY399" fmla="*/ 2661194 h 4449429"/>
              <a:gd name="connsiteX400" fmla="*/ 16374516 w 18982931"/>
              <a:gd name="connsiteY400" fmla="*/ 2632791 h 4449429"/>
              <a:gd name="connsiteX401" fmla="*/ 16374516 w 18982931"/>
              <a:gd name="connsiteY401" fmla="*/ 3237039 h 4449429"/>
              <a:gd name="connsiteX402" fmla="*/ 16412296 w 18982931"/>
              <a:gd name="connsiteY402" fmla="*/ 3237039 h 4449429"/>
              <a:gd name="connsiteX403" fmla="*/ 16412296 w 18982931"/>
              <a:gd name="connsiteY403" fmla="*/ 2632791 h 4449429"/>
              <a:gd name="connsiteX404" fmla="*/ 16268931 w 18982931"/>
              <a:gd name="connsiteY404" fmla="*/ 2632791 h 4449429"/>
              <a:gd name="connsiteX405" fmla="*/ 16268931 w 18982931"/>
              <a:gd name="connsiteY405" fmla="*/ 3237039 h 4449429"/>
              <a:gd name="connsiteX406" fmla="*/ 16306709 w 18982931"/>
              <a:gd name="connsiteY406" fmla="*/ 3237039 h 4449429"/>
              <a:gd name="connsiteX407" fmla="*/ 16306709 w 18982931"/>
              <a:gd name="connsiteY407" fmla="*/ 2632791 h 4449429"/>
              <a:gd name="connsiteX408" fmla="*/ 16163344 w 18982931"/>
              <a:gd name="connsiteY408" fmla="*/ 2632791 h 4449429"/>
              <a:gd name="connsiteX409" fmla="*/ 16163344 w 18982931"/>
              <a:gd name="connsiteY409" fmla="*/ 3237039 h 4449429"/>
              <a:gd name="connsiteX410" fmla="*/ 16201125 w 18982931"/>
              <a:gd name="connsiteY410" fmla="*/ 3237039 h 4449429"/>
              <a:gd name="connsiteX411" fmla="*/ 16201125 w 18982931"/>
              <a:gd name="connsiteY411" fmla="*/ 2632791 h 4449429"/>
              <a:gd name="connsiteX412" fmla="*/ 16057760 w 18982931"/>
              <a:gd name="connsiteY412" fmla="*/ 2632791 h 4449429"/>
              <a:gd name="connsiteX413" fmla="*/ 16057760 w 18982931"/>
              <a:gd name="connsiteY413" fmla="*/ 3237039 h 4449429"/>
              <a:gd name="connsiteX414" fmla="*/ 16095537 w 18982931"/>
              <a:gd name="connsiteY414" fmla="*/ 3237039 h 4449429"/>
              <a:gd name="connsiteX415" fmla="*/ 16095537 w 18982931"/>
              <a:gd name="connsiteY415" fmla="*/ 2632791 h 4449429"/>
              <a:gd name="connsiteX416" fmla="*/ 16480103 w 18982931"/>
              <a:gd name="connsiteY416" fmla="*/ 2632790 h 4449429"/>
              <a:gd name="connsiteX417" fmla="*/ 16480103 w 18982931"/>
              <a:gd name="connsiteY417" fmla="*/ 3237037 h 4449429"/>
              <a:gd name="connsiteX418" fmla="*/ 16517880 w 18982931"/>
              <a:gd name="connsiteY418" fmla="*/ 3237037 h 4449429"/>
              <a:gd name="connsiteX419" fmla="*/ 16517880 w 18982931"/>
              <a:gd name="connsiteY419" fmla="*/ 2632790 h 4449429"/>
              <a:gd name="connsiteX420" fmla="*/ 1596781 w 18982931"/>
              <a:gd name="connsiteY420" fmla="*/ 2622561 h 4449429"/>
              <a:gd name="connsiteX421" fmla="*/ 1596781 w 18982931"/>
              <a:gd name="connsiteY421" fmla="*/ 2668261 h 4449429"/>
              <a:gd name="connsiteX422" fmla="*/ 1805629 w 18982931"/>
              <a:gd name="connsiteY422" fmla="*/ 2668261 h 4449429"/>
              <a:gd name="connsiteX423" fmla="*/ 1805629 w 18982931"/>
              <a:gd name="connsiteY423" fmla="*/ 2622561 h 4449429"/>
              <a:gd name="connsiteX424" fmla="*/ 1596781 w 18982931"/>
              <a:gd name="connsiteY424" fmla="*/ 2530932 h 4449429"/>
              <a:gd name="connsiteX425" fmla="*/ 1596781 w 18982931"/>
              <a:gd name="connsiteY425" fmla="*/ 2576632 h 4449429"/>
              <a:gd name="connsiteX426" fmla="*/ 1805629 w 18982931"/>
              <a:gd name="connsiteY426" fmla="*/ 2576632 h 4449429"/>
              <a:gd name="connsiteX427" fmla="*/ 1805629 w 18982931"/>
              <a:gd name="connsiteY427" fmla="*/ 2530932 h 4449429"/>
              <a:gd name="connsiteX428" fmla="*/ 1596781 w 18982931"/>
              <a:gd name="connsiteY428" fmla="*/ 2439301 h 4449429"/>
              <a:gd name="connsiteX429" fmla="*/ 1596781 w 18982931"/>
              <a:gd name="connsiteY429" fmla="*/ 2485002 h 4449429"/>
              <a:gd name="connsiteX430" fmla="*/ 1805629 w 18982931"/>
              <a:gd name="connsiteY430" fmla="*/ 2485002 h 4449429"/>
              <a:gd name="connsiteX431" fmla="*/ 1805629 w 18982931"/>
              <a:gd name="connsiteY431" fmla="*/ 2439301 h 4449429"/>
              <a:gd name="connsiteX432" fmla="*/ 17217171 w 18982931"/>
              <a:gd name="connsiteY432" fmla="*/ 2397981 h 4449429"/>
              <a:gd name="connsiteX433" fmla="*/ 17217171 w 18982931"/>
              <a:gd name="connsiteY433" fmla="*/ 2434557 h 4449429"/>
              <a:gd name="connsiteX434" fmla="*/ 17582931 w 18982931"/>
              <a:gd name="connsiteY434" fmla="*/ 2434557 h 4449429"/>
              <a:gd name="connsiteX435" fmla="*/ 17582931 w 18982931"/>
              <a:gd name="connsiteY435" fmla="*/ 2397981 h 4449429"/>
              <a:gd name="connsiteX436" fmla="*/ 9762349 w 18982931"/>
              <a:gd name="connsiteY436" fmla="*/ 2057780 h 4449429"/>
              <a:gd name="connsiteX437" fmla="*/ 9762349 w 18982931"/>
              <a:gd name="connsiteY437" fmla="*/ 2266627 h 4449429"/>
              <a:gd name="connsiteX438" fmla="*/ 9808049 w 18982931"/>
              <a:gd name="connsiteY438" fmla="*/ 2266627 h 4449429"/>
              <a:gd name="connsiteX439" fmla="*/ 9808049 w 18982931"/>
              <a:gd name="connsiteY439" fmla="*/ 2057780 h 4449429"/>
              <a:gd name="connsiteX440" fmla="*/ 9670720 w 18982931"/>
              <a:gd name="connsiteY440" fmla="*/ 2057780 h 4449429"/>
              <a:gd name="connsiteX441" fmla="*/ 9670720 w 18982931"/>
              <a:gd name="connsiteY441" fmla="*/ 2266627 h 4449429"/>
              <a:gd name="connsiteX442" fmla="*/ 9716420 w 18982931"/>
              <a:gd name="connsiteY442" fmla="*/ 2266627 h 4449429"/>
              <a:gd name="connsiteX443" fmla="*/ 9716420 w 18982931"/>
              <a:gd name="connsiteY443" fmla="*/ 2057780 h 4449429"/>
              <a:gd name="connsiteX444" fmla="*/ 9579089 w 18982931"/>
              <a:gd name="connsiteY444" fmla="*/ 2057780 h 4449429"/>
              <a:gd name="connsiteX445" fmla="*/ 9579089 w 18982931"/>
              <a:gd name="connsiteY445" fmla="*/ 2266627 h 4449429"/>
              <a:gd name="connsiteX446" fmla="*/ 9624790 w 18982931"/>
              <a:gd name="connsiteY446" fmla="*/ 2266627 h 4449429"/>
              <a:gd name="connsiteX447" fmla="*/ 9624790 w 18982931"/>
              <a:gd name="connsiteY447" fmla="*/ 2057780 h 4449429"/>
              <a:gd name="connsiteX448" fmla="*/ 9487461 w 18982931"/>
              <a:gd name="connsiteY448" fmla="*/ 2057780 h 4449429"/>
              <a:gd name="connsiteX449" fmla="*/ 9487461 w 18982931"/>
              <a:gd name="connsiteY449" fmla="*/ 2266627 h 4449429"/>
              <a:gd name="connsiteX450" fmla="*/ 9533161 w 18982931"/>
              <a:gd name="connsiteY450" fmla="*/ 2266627 h 4449429"/>
              <a:gd name="connsiteX451" fmla="*/ 9533161 w 18982931"/>
              <a:gd name="connsiteY451" fmla="*/ 2057780 h 4449429"/>
              <a:gd name="connsiteX452" fmla="*/ 9395836 w 18982931"/>
              <a:gd name="connsiteY452" fmla="*/ 2057780 h 4449429"/>
              <a:gd name="connsiteX453" fmla="*/ 9395836 w 18982931"/>
              <a:gd name="connsiteY453" fmla="*/ 2266627 h 4449429"/>
              <a:gd name="connsiteX454" fmla="*/ 9441534 w 18982931"/>
              <a:gd name="connsiteY454" fmla="*/ 2266627 h 4449429"/>
              <a:gd name="connsiteX455" fmla="*/ 9441534 w 18982931"/>
              <a:gd name="connsiteY455" fmla="*/ 2057780 h 4449429"/>
              <a:gd name="connsiteX456" fmla="*/ 9304202 w 18982931"/>
              <a:gd name="connsiteY456" fmla="*/ 2057780 h 4449429"/>
              <a:gd name="connsiteX457" fmla="*/ 9304202 w 18982931"/>
              <a:gd name="connsiteY457" fmla="*/ 2266627 h 4449429"/>
              <a:gd name="connsiteX458" fmla="*/ 9349902 w 18982931"/>
              <a:gd name="connsiteY458" fmla="*/ 2266627 h 4449429"/>
              <a:gd name="connsiteX459" fmla="*/ 9349902 w 18982931"/>
              <a:gd name="connsiteY459" fmla="*/ 2057780 h 4449429"/>
              <a:gd name="connsiteX460" fmla="*/ 9212570 w 18982931"/>
              <a:gd name="connsiteY460" fmla="*/ 2057780 h 4449429"/>
              <a:gd name="connsiteX461" fmla="*/ 9212570 w 18982931"/>
              <a:gd name="connsiteY461" fmla="*/ 2266627 h 4449429"/>
              <a:gd name="connsiteX462" fmla="*/ 9258270 w 18982931"/>
              <a:gd name="connsiteY462" fmla="*/ 2266627 h 4449429"/>
              <a:gd name="connsiteX463" fmla="*/ 9258270 w 18982931"/>
              <a:gd name="connsiteY463" fmla="*/ 2057780 h 4449429"/>
              <a:gd name="connsiteX464" fmla="*/ 14092702 w 18982931"/>
              <a:gd name="connsiteY464" fmla="*/ 1859157 h 4449429"/>
              <a:gd name="connsiteX465" fmla="*/ 14092702 w 18982931"/>
              <a:gd name="connsiteY465" fmla="*/ 1895733 h 4449429"/>
              <a:gd name="connsiteX466" fmla="*/ 14458462 w 18982931"/>
              <a:gd name="connsiteY466" fmla="*/ 1895733 h 4449429"/>
              <a:gd name="connsiteX467" fmla="*/ 14458462 w 18982931"/>
              <a:gd name="connsiteY467" fmla="*/ 1859157 h 4449429"/>
              <a:gd name="connsiteX468" fmla="*/ 17871603 w 18982931"/>
              <a:gd name="connsiteY468" fmla="*/ 1806939 h 4449429"/>
              <a:gd name="connsiteX469" fmla="*/ 17871603 w 18982931"/>
              <a:gd name="connsiteY469" fmla="*/ 1809649 h 4449429"/>
              <a:gd name="connsiteX470" fmla="*/ 17871627 w 18982931"/>
              <a:gd name="connsiteY470" fmla="*/ 1809649 h 4449429"/>
              <a:gd name="connsiteX471" fmla="*/ 18172695 w 18982931"/>
              <a:gd name="connsiteY471" fmla="*/ 1733739 h 4449429"/>
              <a:gd name="connsiteX472" fmla="*/ 18172695 w 18982931"/>
              <a:gd name="connsiteY472" fmla="*/ 1870899 h 4449429"/>
              <a:gd name="connsiteX473" fmla="*/ 18209271 w 18982931"/>
              <a:gd name="connsiteY473" fmla="*/ 1870899 h 4449429"/>
              <a:gd name="connsiteX474" fmla="*/ 18209271 w 18982931"/>
              <a:gd name="connsiteY474" fmla="*/ 1733739 h 4449429"/>
              <a:gd name="connsiteX475" fmla="*/ 18104295 w 18982931"/>
              <a:gd name="connsiteY475" fmla="*/ 1733739 h 4449429"/>
              <a:gd name="connsiteX476" fmla="*/ 18104295 w 18982931"/>
              <a:gd name="connsiteY476" fmla="*/ 1870899 h 4449429"/>
              <a:gd name="connsiteX477" fmla="*/ 18140871 w 18982931"/>
              <a:gd name="connsiteY477" fmla="*/ 1870899 h 4449429"/>
              <a:gd name="connsiteX478" fmla="*/ 18140871 w 18982931"/>
              <a:gd name="connsiteY478" fmla="*/ 1733739 h 4449429"/>
              <a:gd name="connsiteX479" fmla="*/ 18035895 w 18982931"/>
              <a:gd name="connsiteY479" fmla="*/ 1733739 h 4449429"/>
              <a:gd name="connsiteX480" fmla="*/ 18035895 w 18982931"/>
              <a:gd name="connsiteY480" fmla="*/ 1870899 h 4449429"/>
              <a:gd name="connsiteX481" fmla="*/ 18072471 w 18982931"/>
              <a:gd name="connsiteY481" fmla="*/ 1870899 h 4449429"/>
              <a:gd name="connsiteX482" fmla="*/ 18072471 w 18982931"/>
              <a:gd name="connsiteY482" fmla="*/ 1733739 h 4449429"/>
              <a:gd name="connsiteX483" fmla="*/ 17967493 w 18982931"/>
              <a:gd name="connsiteY483" fmla="*/ 1733739 h 4449429"/>
              <a:gd name="connsiteX484" fmla="*/ 17967493 w 18982931"/>
              <a:gd name="connsiteY484" fmla="*/ 1870899 h 4449429"/>
              <a:gd name="connsiteX485" fmla="*/ 18004069 w 18982931"/>
              <a:gd name="connsiteY485" fmla="*/ 1870899 h 4449429"/>
              <a:gd name="connsiteX486" fmla="*/ 18004069 w 18982931"/>
              <a:gd name="connsiteY486" fmla="*/ 1733739 h 4449429"/>
              <a:gd name="connsiteX487" fmla="*/ 14251161 w 18982931"/>
              <a:gd name="connsiteY487" fmla="*/ 868400 h 4449429"/>
              <a:gd name="connsiteX488" fmla="*/ 14251161 w 18982931"/>
              <a:gd name="connsiteY488" fmla="*/ 1005560 h 4449429"/>
              <a:gd name="connsiteX489" fmla="*/ 14287737 w 18982931"/>
              <a:gd name="connsiteY489" fmla="*/ 1005560 h 4449429"/>
              <a:gd name="connsiteX490" fmla="*/ 14287737 w 18982931"/>
              <a:gd name="connsiteY490" fmla="*/ 868400 h 4449429"/>
              <a:gd name="connsiteX491" fmla="*/ 14182760 w 18982931"/>
              <a:gd name="connsiteY491" fmla="*/ 868400 h 4449429"/>
              <a:gd name="connsiteX492" fmla="*/ 14182760 w 18982931"/>
              <a:gd name="connsiteY492" fmla="*/ 1005560 h 4449429"/>
              <a:gd name="connsiteX493" fmla="*/ 14219336 w 18982931"/>
              <a:gd name="connsiteY493" fmla="*/ 1005560 h 4449429"/>
              <a:gd name="connsiteX494" fmla="*/ 14219336 w 18982931"/>
              <a:gd name="connsiteY494" fmla="*/ 868400 h 4449429"/>
              <a:gd name="connsiteX495" fmla="*/ 14114359 w 18982931"/>
              <a:gd name="connsiteY495" fmla="*/ 868400 h 4449429"/>
              <a:gd name="connsiteX496" fmla="*/ 14114359 w 18982931"/>
              <a:gd name="connsiteY496" fmla="*/ 1005560 h 4449429"/>
              <a:gd name="connsiteX497" fmla="*/ 14150935 w 18982931"/>
              <a:gd name="connsiteY497" fmla="*/ 1005560 h 4449429"/>
              <a:gd name="connsiteX498" fmla="*/ 14150935 w 18982931"/>
              <a:gd name="connsiteY498" fmla="*/ 868400 h 4449429"/>
              <a:gd name="connsiteX499" fmla="*/ 4788216 w 18982931"/>
              <a:gd name="connsiteY499" fmla="*/ 807315 h 4449429"/>
              <a:gd name="connsiteX500" fmla="*/ 4788216 w 18982931"/>
              <a:gd name="connsiteY500" fmla="*/ 944475 h 4449429"/>
              <a:gd name="connsiteX501" fmla="*/ 4824792 w 18982931"/>
              <a:gd name="connsiteY501" fmla="*/ 944475 h 4449429"/>
              <a:gd name="connsiteX502" fmla="*/ 4824792 w 18982931"/>
              <a:gd name="connsiteY502" fmla="*/ 807315 h 4449429"/>
              <a:gd name="connsiteX503" fmla="*/ 4719815 w 18982931"/>
              <a:gd name="connsiteY503" fmla="*/ 807315 h 4449429"/>
              <a:gd name="connsiteX504" fmla="*/ 4719815 w 18982931"/>
              <a:gd name="connsiteY504" fmla="*/ 944475 h 4449429"/>
              <a:gd name="connsiteX505" fmla="*/ 4756391 w 18982931"/>
              <a:gd name="connsiteY505" fmla="*/ 944475 h 4449429"/>
              <a:gd name="connsiteX506" fmla="*/ 4756391 w 18982931"/>
              <a:gd name="connsiteY506" fmla="*/ 807315 h 4449429"/>
              <a:gd name="connsiteX507" fmla="*/ 4651414 w 18982931"/>
              <a:gd name="connsiteY507" fmla="*/ 807315 h 4449429"/>
              <a:gd name="connsiteX508" fmla="*/ 4651414 w 18982931"/>
              <a:gd name="connsiteY508" fmla="*/ 944475 h 4449429"/>
              <a:gd name="connsiteX509" fmla="*/ 4687992 w 18982931"/>
              <a:gd name="connsiteY509" fmla="*/ 944475 h 4449429"/>
              <a:gd name="connsiteX510" fmla="*/ 4687992 w 18982931"/>
              <a:gd name="connsiteY510" fmla="*/ 807315 h 4449429"/>
              <a:gd name="connsiteX511" fmla="*/ 2212838 w 18982931"/>
              <a:gd name="connsiteY511" fmla="*/ 748887 h 4449429"/>
              <a:gd name="connsiteX512" fmla="*/ 2212838 w 18982931"/>
              <a:gd name="connsiteY512" fmla="*/ 886047 h 4449429"/>
              <a:gd name="connsiteX513" fmla="*/ 2249414 w 18982931"/>
              <a:gd name="connsiteY513" fmla="*/ 886047 h 4449429"/>
              <a:gd name="connsiteX514" fmla="*/ 2249414 w 18982931"/>
              <a:gd name="connsiteY514" fmla="*/ 748887 h 4449429"/>
              <a:gd name="connsiteX515" fmla="*/ 2144438 w 18982931"/>
              <a:gd name="connsiteY515" fmla="*/ 748887 h 4449429"/>
              <a:gd name="connsiteX516" fmla="*/ 2144438 w 18982931"/>
              <a:gd name="connsiteY516" fmla="*/ 886047 h 4449429"/>
              <a:gd name="connsiteX517" fmla="*/ 2181014 w 18982931"/>
              <a:gd name="connsiteY517" fmla="*/ 886047 h 4449429"/>
              <a:gd name="connsiteX518" fmla="*/ 2181014 w 18982931"/>
              <a:gd name="connsiteY518" fmla="*/ 748887 h 4449429"/>
              <a:gd name="connsiteX519" fmla="*/ 2076037 w 18982931"/>
              <a:gd name="connsiteY519" fmla="*/ 748887 h 4449429"/>
              <a:gd name="connsiteX520" fmla="*/ 2076037 w 18982931"/>
              <a:gd name="connsiteY520" fmla="*/ 886047 h 4449429"/>
              <a:gd name="connsiteX521" fmla="*/ 2112612 w 18982931"/>
              <a:gd name="connsiteY521" fmla="*/ 886047 h 4449429"/>
              <a:gd name="connsiteX522" fmla="*/ 2112612 w 18982931"/>
              <a:gd name="connsiteY522" fmla="*/ 748887 h 4449429"/>
              <a:gd name="connsiteX523" fmla="*/ 2007635 w 18982931"/>
              <a:gd name="connsiteY523" fmla="*/ 748887 h 4449429"/>
              <a:gd name="connsiteX524" fmla="*/ 2007635 w 18982931"/>
              <a:gd name="connsiteY524" fmla="*/ 886047 h 4449429"/>
              <a:gd name="connsiteX525" fmla="*/ 2044211 w 18982931"/>
              <a:gd name="connsiteY525" fmla="*/ 886047 h 4449429"/>
              <a:gd name="connsiteX526" fmla="*/ 2044211 w 18982931"/>
              <a:gd name="connsiteY526" fmla="*/ 748887 h 4449429"/>
              <a:gd name="connsiteX527" fmla="*/ 17088019 w 18982931"/>
              <a:gd name="connsiteY527" fmla="*/ 737716 h 4449429"/>
              <a:gd name="connsiteX528" fmla="*/ 17088019 w 18982931"/>
              <a:gd name="connsiteY528" fmla="*/ 825107 h 4449429"/>
              <a:gd name="connsiteX529" fmla="*/ 17124595 w 18982931"/>
              <a:gd name="connsiteY529" fmla="*/ 825107 h 4449429"/>
              <a:gd name="connsiteX530" fmla="*/ 17124595 w 18982931"/>
              <a:gd name="connsiteY530" fmla="*/ 737716 h 4449429"/>
              <a:gd name="connsiteX531" fmla="*/ 17021803 w 18982931"/>
              <a:gd name="connsiteY531" fmla="*/ 737716 h 4449429"/>
              <a:gd name="connsiteX532" fmla="*/ 17021803 w 18982931"/>
              <a:gd name="connsiteY532" fmla="*/ 825107 h 4449429"/>
              <a:gd name="connsiteX533" fmla="*/ 17058379 w 18982931"/>
              <a:gd name="connsiteY533" fmla="*/ 825107 h 4449429"/>
              <a:gd name="connsiteX534" fmla="*/ 17058379 w 18982931"/>
              <a:gd name="connsiteY534" fmla="*/ 737716 h 4449429"/>
              <a:gd name="connsiteX535" fmla="*/ 16955591 w 18982931"/>
              <a:gd name="connsiteY535" fmla="*/ 737716 h 4449429"/>
              <a:gd name="connsiteX536" fmla="*/ 16955591 w 18982931"/>
              <a:gd name="connsiteY536" fmla="*/ 825107 h 4449429"/>
              <a:gd name="connsiteX537" fmla="*/ 16992167 w 18982931"/>
              <a:gd name="connsiteY537" fmla="*/ 825107 h 4449429"/>
              <a:gd name="connsiteX538" fmla="*/ 16992167 w 18982931"/>
              <a:gd name="connsiteY538" fmla="*/ 737716 h 4449429"/>
              <a:gd name="connsiteX539" fmla="*/ 16889375 w 18982931"/>
              <a:gd name="connsiteY539" fmla="*/ 737716 h 4449429"/>
              <a:gd name="connsiteX540" fmla="*/ 16889375 w 18982931"/>
              <a:gd name="connsiteY540" fmla="*/ 825107 h 4449429"/>
              <a:gd name="connsiteX541" fmla="*/ 16925951 w 18982931"/>
              <a:gd name="connsiteY541" fmla="*/ 825107 h 4449429"/>
              <a:gd name="connsiteX542" fmla="*/ 16925951 w 18982931"/>
              <a:gd name="connsiteY542" fmla="*/ 737716 h 4449429"/>
              <a:gd name="connsiteX543" fmla="*/ 16823163 w 18982931"/>
              <a:gd name="connsiteY543" fmla="*/ 737716 h 4449429"/>
              <a:gd name="connsiteX544" fmla="*/ 16823163 w 18982931"/>
              <a:gd name="connsiteY544" fmla="*/ 825107 h 4449429"/>
              <a:gd name="connsiteX545" fmla="*/ 16859739 w 18982931"/>
              <a:gd name="connsiteY545" fmla="*/ 825107 h 4449429"/>
              <a:gd name="connsiteX546" fmla="*/ 16859739 w 18982931"/>
              <a:gd name="connsiteY546" fmla="*/ 737716 h 4449429"/>
              <a:gd name="connsiteX547" fmla="*/ 16756948 w 18982931"/>
              <a:gd name="connsiteY547" fmla="*/ 737716 h 4449429"/>
              <a:gd name="connsiteX548" fmla="*/ 16756948 w 18982931"/>
              <a:gd name="connsiteY548" fmla="*/ 825107 h 4449429"/>
              <a:gd name="connsiteX549" fmla="*/ 16793523 w 18982931"/>
              <a:gd name="connsiteY549" fmla="*/ 825107 h 4449429"/>
              <a:gd name="connsiteX550" fmla="*/ 16793523 w 18982931"/>
              <a:gd name="connsiteY550" fmla="*/ 737716 h 4449429"/>
              <a:gd name="connsiteX551" fmla="*/ 13739104 w 18982931"/>
              <a:gd name="connsiteY551" fmla="*/ 0 h 4449429"/>
              <a:gd name="connsiteX552" fmla="*/ 13842002 w 18982931"/>
              <a:gd name="connsiteY552" fmla="*/ 0 h 4449429"/>
              <a:gd name="connsiteX553" fmla="*/ 13883163 w 18982931"/>
              <a:gd name="connsiteY553" fmla="*/ 428067 h 4449429"/>
              <a:gd name="connsiteX554" fmla="*/ 13883163 w 18982931"/>
              <a:gd name="connsiteY554" fmla="*/ 456882 h 4449429"/>
              <a:gd name="connsiteX555" fmla="*/ 13907863 w 18982931"/>
              <a:gd name="connsiteY555" fmla="*/ 954919 h 4449429"/>
              <a:gd name="connsiteX556" fmla="*/ 13911978 w 18982931"/>
              <a:gd name="connsiteY556" fmla="*/ 1679340 h 4449429"/>
              <a:gd name="connsiteX557" fmla="*/ 13916091 w 18982931"/>
              <a:gd name="connsiteY557" fmla="*/ 2058015 h 4449429"/>
              <a:gd name="connsiteX558" fmla="*/ 13936673 w 18982931"/>
              <a:gd name="connsiteY558" fmla="*/ 2086829 h 4449429"/>
              <a:gd name="connsiteX559" fmla="*/ 13953138 w 18982931"/>
              <a:gd name="connsiteY559" fmla="*/ 2058015 h 4449429"/>
              <a:gd name="connsiteX560" fmla="*/ 13953138 w 18982931"/>
              <a:gd name="connsiteY560" fmla="*/ 1955115 h 4449429"/>
              <a:gd name="connsiteX561" fmla="*/ 13965483 w 18982931"/>
              <a:gd name="connsiteY561" fmla="*/ 1922188 h 4449429"/>
              <a:gd name="connsiteX562" fmla="*/ 13986066 w 18982931"/>
              <a:gd name="connsiteY562" fmla="*/ 1876909 h 4449429"/>
              <a:gd name="connsiteX563" fmla="*/ 13986066 w 18982931"/>
              <a:gd name="connsiteY563" fmla="*/ 1625834 h 4449429"/>
              <a:gd name="connsiteX564" fmla="*/ 14051922 w 18982931"/>
              <a:gd name="connsiteY564" fmla="*/ 1617602 h 4449429"/>
              <a:gd name="connsiteX565" fmla="*/ 14047992 w 18982931"/>
              <a:gd name="connsiteY565" fmla="*/ 1005560 h 4449429"/>
              <a:gd name="connsiteX566" fmla="*/ 14082534 w 18982931"/>
              <a:gd name="connsiteY566" fmla="*/ 1005560 h 4449429"/>
              <a:gd name="connsiteX567" fmla="*/ 14082534 w 18982931"/>
              <a:gd name="connsiteY567" fmla="*/ 868400 h 4449429"/>
              <a:gd name="connsiteX568" fmla="*/ 14047111 w 18982931"/>
              <a:gd name="connsiteY568" fmla="*/ 868400 h 4449429"/>
              <a:gd name="connsiteX569" fmla="*/ 14046442 w 18982931"/>
              <a:gd name="connsiteY569" fmla="*/ 764191 h 4449429"/>
              <a:gd name="connsiteX570" fmla="*/ 14187749 w 18982931"/>
              <a:gd name="connsiteY570" fmla="*/ 436300 h 4449429"/>
              <a:gd name="connsiteX571" fmla="*/ 14212445 w 18982931"/>
              <a:gd name="connsiteY571" fmla="*/ 411603 h 4449429"/>
              <a:gd name="connsiteX572" fmla="*/ 14410015 w 18982931"/>
              <a:gd name="connsiteY572" fmla="*/ 444532 h 4449429"/>
              <a:gd name="connsiteX573" fmla="*/ 14442947 w 18982931"/>
              <a:gd name="connsiteY573" fmla="*/ 275776 h 4449429"/>
              <a:gd name="connsiteX574" fmla="*/ 14479990 w 18982931"/>
              <a:gd name="connsiteY574" fmla="*/ 246961 h 4449429"/>
              <a:gd name="connsiteX575" fmla="*/ 14517032 w 18982931"/>
              <a:gd name="connsiteY575" fmla="*/ 271658 h 4449429"/>
              <a:gd name="connsiteX576" fmla="*/ 14574655 w 18982931"/>
              <a:gd name="connsiteY576" fmla="*/ 522739 h 4449429"/>
              <a:gd name="connsiteX577" fmla="*/ 14603469 w 18982931"/>
              <a:gd name="connsiteY577" fmla="*/ 1123678 h 4449429"/>
              <a:gd name="connsiteX578" fmla="*/ 14603469 w 18982931"/>
              <a:gd name="connsiteY578" fmla="*/ 1617602 h 4449429"/>
              <a:gd name="connsiteX579" fmla="*/ 14595237 w 18982931"/>
              <a:gd name="connsiteY579" fmla="*/ 1683457 h 4449429"/>
              <a:gd name="connsiteX580" fmla="*/ 14607589 w 18982931"/>
              <a:gd name="connsiteY580" fmla="*/ 1753429 h 4449429"/>
              <a:gd name="connsiteX581" fmla="*/ 14656976 w 18982931"/>
              <a:gd name="connsiteY581" fmla="*/ 1753429 h 4449429"/>
              <a:gd name="connsiteX582" fmla="*/ 14706369 w 18982931"/>
              <a:gd name="connsiteY582" fmla="*/ 1568210 h 4449429"/>
              <a:gd name="connsiteX583" fmla="*/ 14722833 w 18982931"/>
              <a:gd name="connsiteY583" fmla="*/ 1568210 h 4449429"/>
              <a:gd name="connsiteX584" fmla="*/ 14768111 w 18982931"/>
              <a:gd name="connsiteY584" fmla="*/ 1753429 h 4449429"/>
              <a:gd name="connsiteX585" fmla="*/ 14875128 w 18982931"/>
              <a:gd name="connsiteY585" fmla="*/ 1753429 h 4449429"/>
              <a:gd name="connsiteX586" fmla="*/ 14883360 w 18982931"/>
              <a:gd name="connsiteY586" fmla="*/ 1827516 h 4449429"/>
              <a:gd name="connsiteX587" fmla="*/ 14940984 w 18982931"/>
              <a:gd name="connsiteY587" fmla="*/ 1827516 h 4449429"/>
              <a:gd name="connsiteX588" fmla="*/ 15019191 w 18982931"/>
              <a:gd name="connsiteY588" fmla="*/ 1625834 h 4449429"/>
              <a:gd name="connsiteX589" fmla="*/ 15043883 w 18982931"/>
              <a:gd name="connsiteY589" fmla="*/ 1090750 h 4449429"/>
              <a:gd name="connsiteX590" fmla="*/ 15134436 w 18982931"/>
              <a:gd name="connsiteY590" fmla="*/ 1000197 h 4449429"/>
              <a:gd name="connsiteX591" fmla="*/ 15212643 w 18982931"/>
              <a:gd name="connsiteY591" fmla="*/ 1078400 h 4449429"/>
              <a:gd name="connsiteX592" fmla="*/ 15212643 w 18982931"/>
              <a:gd name="connsiteY592" fmla="*/ 1152488 h 4449429"/>
              <a:gd name="connsiteX593" fmla="*/ 15224993 w 18982931"/>
              <a:gd name="connsiteY593" fmla="*/ 1119560 h 4449429"/>
              <a:gd name="connsiteX594" fmla="*/ 15237338 w 18982931"/>
              <a:gd name="connsiteY594" fmla="*/ 563899 h 4449429"/>
              <a:gd name="connsiteX595" fmla="*/ 15290845 w 18982931"/>
              <a:gd name="connsiteY595" fmla="*/ 382793 h 4449429"/>
              <a:gd name="connsiteX596" fmla="*/ 15323772 w 18982931"/>
              <a:gd name="connsiteY596" fmla="*/ 300473 h 4449429"/>
              <a:gd name="connsiteX597" fmla="*/ 15364932 w 18982931"/>
              <a:gd name="connsiteY597" fmla="*/ 259313 h 4449429"/>
              <a:gd name="connsiteX598" fmla="*/ 15389634 w 18982931"/>
              <a:gd name="connsiteY598" fmla="*/ 296354 h 4449429"/>
              <a:gd name="connsiteX599" fmla="*/ 15401979 w 18982931"/>
              <a:gd name="connsiteY599" fmla="*/ 411603 h 4449429"/>
              <a:gd name="connsiteX600" fmla="*/ 15451371 w 18982931"/>
              <a:gd name="connsiteY600" fmla="*/ 703843 h 4449429"/>
              <a:gd name="connsiteX601" fmla="*/ 15455486 w 18982931"/>
              <a:gd name="connsiteY601" fmla="*/ 1173070 h 4449429"/>
              <a:gd name="connsiteX602" fmla="*/ 15455486 w 18982931"/>
              <a:gd name="connsiteY602" fmla="*/ 1238927 h 4449429"/>
              <a:gd name="connsiteX603" fmla="*/ 15727143 w 18982931"/>
              <a:gd name="connsiteY603" fmla="*/ 1238927 h 4449429"/>
              <a:gd name="connsiteX604" fmla="*/ 15727143 w 18982931"/>
              <a:gd name="connsiteY604" fmla="*/ 1465306 h 4449429"/>
              <a:gd name="connsiteX605" fmla="*/ 15772422 w 18982931"/>
              <a:gd name="connsiteY605" fmla="*/ 1469425 h 4449429"/>
              <a:gd name="connsiteX606" fmla="*/ 15850624 w 18982931"/>
              <a:gd name="connsiteY606" fmla="*/ 1551745 h 4449429"/>
              <a:gd name="connsiteX607" fmla="*/ 15850624 w 18982931"/>
              <a:gd name="connsiteY607" fmla="*/ 2224712 h 4449429"/>
              <a:gd name="connsiteX608" fmla="*/ 15923336 w 18982931"/>
              <a:gd name="connsiteY608" fmla="*/ 2224712 h 4449429"/>
              <a:gd name="connsiteX609" fmla="*/ 15924718 w 18982931"/>
              <a:gd name="connsiteY609" fmla="*/ 2177381 h 4449429"/>
              <a:gd name="connsiteX610" fmla="*/ 15982338 w 18982931"/>
              <a:gd name="connsiteY610" fmla="*/ 2103294 h 4449429"/>
              <a:gd name="connsiteX611" fmla="*/ 15986455 w 18982931"/>
              <a:gd name="connsiteY611" fmla="*/ 2045669 h 4449429"/>
              <a:gd name="connsiteX612" fmla="*/ 16002920 w 18982931"/>
              <a:gd name="connsiteY612" fmla="*/ 2033319 h 4449429"/>
              <a:gd name="connsiteX613" fmla="*/ 16015265 w 18982931"/>
              <a:gd name="connsiteY613" fmla="*/ 2041550 h 4449429"/>
              <a:gd name="connsiteX614" fmla="*/ 16056425 w 18982931"/>
              <a:gd name="connsiteY614" fmla="*/ 2210310 h 4449429"/>
              <a:gd name="connsiteX615" fmla="*/ 16056425 w 18982931"/>
              <a:gd name="connsiteY615" fmla="*/ 2276166 h 4449429"/>
              <a:gd name="connsiteX616" fmla="*/ 16077008 w 18982931"/>
              <a:gd name="connsiteY616" fmla="*/ 2276166 h 4449429"/>
              <a:gd name="connsiteX617" fmla="*/ 16097587 w 18982931"/>
              <a:gd name="connsiteY617" fmla="*/ 1938652 h 4449429"/>
              <a:gd name="connsiteX618" fmla="*/ 16122282 w 18982931"/>
              <a:gd name="connsiteY618" fmla="*/ 1934533 h 4449429"/>
              <a:gd name="connsiteX619" fmla="*/ 16155210 w 18982931"/>
              <a:gd name="connsiteY619" fmla="*/ 1938652 h 4449429"/>
              <a:gd name="connsiteX620" fmla="*/ 16155210 w 18982931"/>
              <a:gd name="connsiteY620" fmla="*/ 2272048 h 4449429"/>
              <a:gd name="connsiteX621" fmla="*/ 16175792 w 18982931"/>
              <a:gd name="connsiteY621" fmla="*/ 2276166 h 4449429"/>
              <a:gd name="connsiteX622" fmla="*/ 16192257 w 18982931"/>
              <a:gd name="connsiteY622" fmla="*/ 2243238 h 4449429"/>
              <a:gd name="connsiteX623" fmla="*/ 16192257 w 18982931"/>
              <a:gd name="connsiteY623" fmla="*/ 1992158 h 4449429"/>
              <a:gd name="connsiteX624" fmla="*/ 16192257 w 18982931"/>
              <a:gd name="connsiteY624" fmla="*/ 1774011 h 4449429"/>
              <a:gd name="connsiteX625" fmla="*/ 16488610 w 18982931"/>
              <a:gd name="connsiteY625" fmla="*/ 1774011 h 4449429"/>
              <a:gd name="connsiteX626" fmla="*/ 16538004 w 18982931"/>
              <a:gd name="connsiteY626" fmla="*/ 1823403 h 4449429"/>
              <a:gd name="connsiteX627" fmla="*/ 16538004 w 18982931"/>
              <a:gd name="connsiteY627" fmla="*/ 2029205 h 4449429"/>
              <a:gd name="connsiteX628" fmla="*/ 16550349 w 18982931"/>
              <a:gd name="connsiteY628" fmla="*/ 2033319 h 4449429"/>
              <a:gd name="connsiteX629" fmla="*/ 16566812 w 18982931"/>
              <a:gd name="connsiteY629" fmla="*/ 1992158 h 4449429"/>
              <a:gd name="connsiteX630" fmla="*/ 16570932 w 18982931"/>
              <a:gd name="connsiteY630" fmla="*/ 1695804 h 4449429"/>
              <a:gd name="connsiteX631" fmla="*/ 16566812 w 18982931"/>
              <a:gd name="connsiteY631" fmla="*/ 773813 h 4449429"/>
              <a:gd name="connsiteX632" fmla="*/ 16636788 w 18982931"/>
              <a:gd name="connsiteY632" fmla="*/ 646219 h 4449429"/>
              <a:gd name="connsiteX633" fmla="*/ 16723226 w 18982931"/>
              <a:gd name="connsiteY633" fmla="*/ 514506 h 4449429"/>
              <a:gd name="connsiteX634" fmla="*/ 16743805 w 18982931"/>
              <a:gd name="connsiteY634" fmla="*/ 481577 h 4449429"/>
              <a:gd name="connsiteX635" fmla="*/ 16817899 w 18982931"/>
              <a:gd name="connsiteY635" fmla="*/ 329283 h 4449429"/>
              <a:gd name="connsiteX636" fmla="*/ 16842595 w 18982931"/>
              <a:gd name="connsiteY636" fmla="*/ 275776 h 4449429"/>
              <a:gd name="connsiteX637" fmla="*/ 16859059 w 18982931"/>
              <a:gd name="connsiteY637" fmla="*/ 279891 h 4449429"/>
              <a:gd name="connsiteX638" fmla="*/ 16859059 w 18982931"/>
              <a:gd name="connsiteY638" fmla="*/ 337515 h 4449429"/>
              <a:gd name="connsiteX639" fmla="*/ 16867291 w 18982931"/>
              <a:gd name="connsiteY639" fmla="*/ 382793 h 4449429"/>
              <a:gd name="connsiteX640" fmla="*/ 16966075 w 18982931"/>
              <a:gd name="connsiteY640" fmla="*/ 436300 h 4449429"/>
              <a:gd name="connsiteX641" fmla="*/ 17031935 w 18982931"/>
              <a:gd name="connsiteY641" fmla="*/ 526852 h 4449429"/>
              <a:gd name="connsiteX642" fmla="*/ 17031935 w 18982931"/>
              <a:gd name="connsiteY642" fmla="*/ 596826 h 4449429"/>
              <a:gd name="connsiteX643" fmla="*/ 17060743 w 18982931"/>
              <a:gd name="connsiteY643" fmla="*/ 600941 h 4449429"/>
              <a:gd name="connsiteX644" fmla="*/ 17147183 w 18982931"/>
              <a:gd name="connsiteY644" fmla="*/ 691493 h 4449429"/>
              <a:gd name="connsiteX645" fmla="*/ 17147219 w 18982931"/>
              <a:gd name="connsiteY645" fmla="*/ 704240 h 4449429"/>
              <a:gd name="connsiteX646" fmla="*/ 17148515 w 18982931"/>
              <a:gd name="connsiteY646" fmla="*/ 704240 h 4449429"/>
              <a:gd name="connsiteX647" fmla="*/ 17148515 w 18982931"/>
              <a:gd name="connsiteY647" fmla="*/ 880086 h 4449429"/>
              <a:gd name="connsiteX648" fmla="*/ 17147731 w 18982931"/>
              <a:gd name="connsiteY648" fmla="*/ 880086 h 4449429"/>
              <a:gd name="connsiteX649" fmla="*/ 17151295 w 18982931"/>
              <a:gd name="connsiteY649" fmla="*/ 2103294 h 4449429"/>
              <a:gd name="connsiteX650" fmla="*/ 17151295 w 18982931"/>
              <a:gd name="connsiteY650" fmla="*/ 2152686 h 4449429"/>
              <a:gd name="connsiteX651" fmla="*/ 17225383 w 18982931"/>
              <a:gd name="connsiteY651" fmla="*/ 2152686 h 4449429"/>
              <a:gd name="connsiteX652" fmla="*/ 17225383 w 18982931"/>
              <a:gd name="connsiteY652" fmla="*/ 1811053 h 4449429"/>
              <a:gd name="connsiteX653" fmla="*/ 17307703 w 18982931"/>
              <a:gd name="connsiteY653" fmla="*/ 1757546 h 4449429"/>
              <a:gd name="connsiteX654" fmla="*/ 17307703 w 18982931"/>
              <a:gd name="connsiteY654" fmla="*/ 1889260 h 4449429"/>
              <a:gd name="connsiteX655" fmla="*/ 17336519 w 18982931"/>
              <a:gd name="connsiteY655" fmla="*/ 1926302 h 4449429"/>
              <a:gd name="connsiteX656" fmla="*/ 17381799 w 18982931"/>
              <a:gd name="connsiteY656" fmla="*/ 1975695 h 4449429"/>
              <a:gd name="connsiteX657" fmla="*/ 17381799 w 18982931"/>
              <a:gd name="connsiteY657" fmla="*/ 2165031 h 4449429"/>
              <a:gd name="connsiteX658" fmla="*/ 17562899 w 18982931"/>
              <a:gd name="connsiteY658" fmla="*/ 2165031 h 4449429"/>
              <a:gd name="connsiteX659" fmla="*/ 17562899 w 18982931"/>
              <a:gd name="connsiteY659" fmla="*/ 2329673 h 4449429"/>
              <a:gd name="connsiteX660" fmla="*/ 17575251 w 18982931"/>
              <a:gd name="connsiteY660" fmla="*/ 2329673 h 4449429"/>
              <a:gd name="connsiteX661" fmla="*/ 17575251 w 18982931"/>
              <a:gd name="connsiteY661" fmla="*/ 2127989 h 4449429"/>
              <a:gd name="connsiteX662" fmla="*/ 17591711 w 18982931"/>
              <a:gd name="connsiteY662" fmla="*/ 1609370 h 4449429"/>
              <a:gd name="connsiteX663" fmla="*/ 17604059 w 18982931"/>
              <a:gd name="connsiteY663" fmla="*/ 1584673 h 4449429"/>
              <a:gd name="connsiteX664" fmla="*/ 17711083 w 18982931"/>
              <a:gd name="connsiteY664" fmla="*/ 1580555 h 4449429"/>
              <a:gd name="connsiteX665" fmla="*/ 17735775 w 18982931"/>
              <a:gd name="connsiteY665" fmla="*/ 1609370 h 4449429"/>
              <a:gd name="connsiteX666" fmla="*/ 17772819 w 18982931"/>
              <a:gd name="connsiteY666" fmla="*/ 1613483 h 4449429"/>
              <a:gd name="connsiteX667" fmla="*/ 17768699 w 18982931"/>
              <a:gd name="connsiteY667" fmla="*/ 1559977 h 4449429"/>
              <a:gd name="connsiteX668" fmla="*/ 17772819 w 18982931"/>
              <a:gd name="connsiteY668" fmla="*/ 1531163 h 4449429"/>
              <a:gd name="connsiteX669" fmla="*/ 17797515 w 18982931"/>
              <a:gd name="connsiteY669" fmla="*/ 1469425 h 4449429"/>
              <a:gd name="connsiteX670" fmla="*/ 17797515 w 18982931"/>
              <a:gd name="connsiteY670" fmla="*/ 1374754 h 4449429"/>
              <a:gd name="connsiteX671" fmla="*/ 17813979 w 18982931"/>
              <a:gd name="connsiteY671" fmla="*/ 1374754 h 4449429"/>
              <a:gd name="connsiteX672" fmla="*/ 17834559 w 18982931"/>
              <a:gd name="connsiteY672" fmla="*/ 1424146 h 4449429"/>
              <a:gd name="connsiteX673" fmla="*/ 17912763 w 18982931"/>
              <a:gd name="connsiteY673" fmla="*/ 1378872 h 4449429"/>
              <a:gd name="connsiteX674" fmla="*/ 18069171 w 18982931"/>
              <a:gd name="connsiteY674" fmla="*/ 1415914 h 4449429"/>
              <a:gd name="connsiteX675" fmla="*/ 18069171 w 18982931"/>
              <a:gd name="connsiteY675" fmla="*/ 1576442 h 4449429"/>
              <a:gd name="connsiteX676" fmla="*/ 18237927 w 18982931"/>
              <a:gd name="connsiteY676" fmla="*/ 1576442 h 4449429"/>
              <a:gd name="connsiteX677" fmla="*/ 18237927 w 18982931"/>
              <a:gd name="connsiteY677" fmla="*/ 1642297 h 4449429"/>
              <a:gd name="connsiteX678" fmla="*/ 18270859 w 18982931"/>
              <a:gd name="connsiteY678" fmla="*/ 1691690 h 4449429"/>
              <a:gd name="connsiteX679" fmla="*/ 18270859 w 18982931"/>
              <a:gd name="connsiteY679" fmla="*/ 1704036 h 4449429"/>
              <a:gd name="connsiteX680" fmla="*/ 18274975 w 18982931"/>
              <a:gd name="connsiteY680" fmla="*/ 1926302 h 4449429"/>
              <a:gd name="connsiteX681" fmla="*/ 18279087 w 18982931"/>
              <a:gd name="connsiteY681" fmla="*/ 1938652 h 4449429"/>
              <a:gd name="connsiteX682" fmla="*/ 18320247 w 18982931"/>
              <a:gd name="connsiteY682" fmla="*/ 1934533 h 4449429"/>
              <a:gd name="connsiteX683" fmla="*/ 18320247 w 18982931"/>
              <a:gd name="connsiteY683" fmla="*/ 1144256 h 4449429"/>
              <a:gd name="connsiteX684" fmla="*/ 18303783 w 18982931"/>
              <a:gd name="connsiteY684" fmla="*/ 1111328 h 4449429"/>
              <a:gd name="connsiteX685" fmla="*/ 18287323 w 18982931"/>
              <a:gd name="connsiteY685" fmla="*/ 1024893 h 4449429"/>
              <a:gd name="connsiteX686" fmla="*/ 18336711 w 18982931"/>
              <a:gd name="connsiteY686" fmla="*/ 1000197 h 4449429"/>
              <a:gd name="connsiteX687" fmla="*/ 18361407 w 18982931"/>
              <a:gd name="connsiteY687" fmla="*/ 996079 h 4449429"/>
              <a:gd name="connsiteX688" fmla="*/ 18373759 w 18982931"/>
              <a:gd name="connsiteY688" fmla="*/ 946687 h 4449429"/>
              <a:gd name="connsiteX689" fmla="*/ 18534287 w 18982931"/>
              <a:gd name="connsiteY689" fmla="*/ 946687 h 4449429"/>
              <a:gd name="connsiteX690" fmla="*/ 18563095 w 18982931"/>
              <a:gd name="connsiteY690" fmla="*/ 798510 h 4449429"/>
              <a:gd name="connsiteX691" fmla="*/ 18731851 w 18982931"/>
              <a:gd name="connsiteY691" fmla="*/ 806742 h 4449429"/>
              <a:gd name="connsiteX692" fmla="*/ 18773011 w 18982931"/>
              <a:gd name="connsiteY692" fmla="*/ 798510 h 4449429"/>
              <a:gd name="connsiteX693" fmla="*/ 18822407 w 18982931"/>
              <a:gd name="connsiteY693" fmla="*/ 893180 h 4449429"/>
              <a:gd name="connsiteX694" fmla="*/ 18822407 w 18982931"/>
              <a:gd name="connsiteY694" fmla="*/ 963151 h 4449429"/>
              <a:gd name="connsiteX695" fmla="*/ 18982931 w 18982931"/>
              <a:gd name="connsiteY695" fmla="*/ 983734 h 4449429"/>
              <a:gd name="connsiteX696" fmla="*/ 18982931 w 18982931"/>
              <a:gd name="connsiteY696" fmla="*/ 4449429 h 4449429"/>
              <a:gd name="connsiteX697" fmla="*/ 11998023 w 18982931"/>
              <a:gd name="connsiteY697" fmla="*/ 4449429 h 4449429"/>
              <a:gd name="connsiteX698" fmla="*/ 11995198 w 18982931"/>
              <a:gd name="connsiteY698" fmla="*/ 4429646 h 4449429"/>
              <a:gd name="connsiteX699" fmla="*/ 11992726 w 18982931"/>
              <a:gd name="connsiteY699" fmla="*/ 4449425 h 4449429"/>
              <a:gd name="connsiteX700" fmla="*/ 8153658 w 18982931"/>
              <a:gd name="connsiteY700" fmla="*/ 4449425 h 4449429"/>
              <a:gd name="connsiteX701" fmla="*/ 8153658 w 18982931"/>
              <a:gd name="connsiteY701" fmla="*/ 4449429 h 4449429"/>
              <a:gd name="connsiteX702" fmla="*/ 6861227 w 18982931"/>
              <a:gd name="connsiteY702" fmla="*/ 4449429 h 4449429"/>
              <a:gd name="connsiteX703" fmla="*/ 6859697 w 18982931"/>
              <a:gd name="connsiteY703" fmla="*/ 4432598 h 4449429"/>
              <a:gd name="connsiteX704" fmla="*/ 6858292 w 18982931"/>
              <a:gd name="connsiteY704" fmla="*/ 4449425 h 4449429"/>
              <a:gd name="connsiteX705" fmla="*/ 7922 w 18982931"/>
              <a:gd name="connsiteY705" fmla="*/ 4440866 h 4449429"/>
              <a:gd name="connsiteX706" fmla="*/ 0 w 18982931"/>
              <a:gd name="connsiteY706" fmla="*/ 1181446 h 4449429"/>
              <a:gd name="connsiteX707" fmla="*/ 169756 w 18982931"/>
              <a:gd name="connsiteY707" fmla="*/ 979616 h 4449429"/>
              <a:gd name="connsiteX708" fmla="*/ 301466 w 18982931"/>
              <a:gd name="connsiteY708" fmla="*/ 971384 h 4449429"/>
              <a:gd name="connsiteX709" fmla="*/ 301466 w 18982931"/>
              <a:gd name="connsiteY709" fmla="*/ 909640 h 4449429"/>
              <a:gd name="connsiteX710" fmla="*/ 346746 w 18982931"/>
              <a:gd name="connsiteY710" fmla="*/ 810855 h 4449429"/>
              <a:gd name="connsiteX711" fmla="*/ 387905 w 18982931"/>
              <a:gd name="connsiteY711" fmla="*/ 814975 h 4449429"/>
              <a:gd name="connsiteX712" fmla="*/ 552547 w 18982931"/>
              <a:gd name="connsiteY712" fmla="*/ 802623 h 4449429"/>
              <a:gd name="connsiteX713" fmla="*/ 581356 w 18982931"/>
              <a:gd name="connsiteY713" fmla="*/ 963151 h 4449429"/>
              <a:gd name="connsiteX714" fmla="*/ 737766 w 18982931"/>
              <a:gd name="connsiteY714" fmla="*/ 963151 h 4449429"/>
              <a:gd name="connsiteX715" fmla="*/ 750116 w 18982931"/>
              <a:gd name="connsiteY715" fmla="*/ 1012543 h 4449429"/>
              <a:gd name="connsiteX716" fmla="*/ 778926 w 18982931"/>
              <a:gd name="connsiteY716" fmla="*/ 1016657 h 4449429"/>
              <a:gd name="connsiteX717" fmla="*/ 820087 w 18982931"/>
              <a:gd name="connsiteY717" fmla="*/ 1041353 h 4449429"/>
              <a:gd name="connsiteX718" fmla="*/ 820087 w 18982931"/>
              <a:gd name="connsiteY718" fmla="*/ 1119560 h 4449429"/>
              <a:gd name="connsiteX719" fmla="*/ 791276 w 18982931"/>
              <a:gd name="connsiteY719" fmla="*/ 1193648 h 4449429"/>
              <a:gd name="connsiteX720" fmla="*/ 791276 w 18982931"/>
              <a:gd name="connsiteY720" fmla="*/ 1580555 h 4449429"/>
              <a:gd name="connsiteX721" fmla="*/ 791276 w 18982931"/>
              <a:gd name="connsiteY721" fmla="*/ 1955112 h 4449429"/>
              <a:gd name="connsiteX722" fmla="*/ 840669 w 18982931"/>
              <a:gd name="connsiteY722" fmla="*/ 1950998 h 4449429"/>
              <a:gd name="connsiteX723" fmla="*/ 844783 w 18982931"/>
              <a:gd name="connsiteY723" fmla="*/ 1720500 h 4449429"/>
              <a:gd name="connsiteX724" fmla="*/ 873596 w 18982931"/>
              <a:gd name="connsiteY724" fmla="*/ 1597020 h 4449429"/>
              <a:gd name="connsiteX725" fmla="*/ 906526 w 18982931"/>
              <a:gd name="connsiteY725" fmla="*/ 1584670 h 4449429"/>
              <a:gd name="connsiteX726" fmla="*/ 1034120 w 18982931"/>
              <a:gd name="connsiteY726" fmla="*/ 1584670 h 4449429"/>
              <a:gd name="connsiteX727" fmla="*/ 1034120 w 18982931"/>
              <a:gd name="connsiteY727" fmla="*/ 1420028 h 4449429"/>
              <a:gd name="connsiteX728" fmla="*/ 1190528 w 18982931"/>
              <a:gd name="connsiteY728" fmla="*/ 1378868 h 4449429"/>
              <a:gd name="connsiteX729" fmla="*/ 1211112 w 18982931"/>
              <a:gd name="connsiteY729" fmla="*/ 1424146 h 4449429"/>
              <a:gd name="connsiteX730" fmla="*/ 1260505 w 18982931"/>
              <a:gd name="connsiteY730" fmla="*/ 1424146 h 4449429"/>
              <a:gd name="connsiteX731" fmla="*/ 1276969 w 18982931"/>
              <a:gd name="connsiteY731" fmla="*/ 1387099 h 4449429"/>
              <a:gd name="connsiteX732" fmla="*/ 1289312 w 18982931"/>
              <a:gd name="connsiteY732" fmla="*/ 1395331 h 4449429"/>
              <a:gd name="connsiteX733" fmla="*/ 1322242 w 18982931"/>
              <a:gd name="connsiteY733" fmla="*/ 1559973 h 4449429"/>
              <a:gd name="connsiteX734" fmla="*/ 1318126 w 18982931"/>
              <a:gd name="connsiteY734" fmla="*/ 1576437 h 4449429"/>
              <a:gd name="connsiteX735" fmla="*/ 1326360 w 18982931"/>
              <a:gd name="connsiteY735" fmla="*/ 1621715 h 4449429"/>
              <a:gd name="connsiteX736" fmla="*/ 1359290 w 18982931"/>
              <a:gd name="connsiteY736" fmla="*/ 1597020 h 4449429"/>
              <a:gd name="connsiteX737" fmla="*/ 1375751 w 18982931"/>
              <a:gd name="connsiteY737" fmla="*/ 1588787 h 4449429"/>
              <a:gd name="connsiteX738" fmla="*/ 1486884 w 18982931"/>
              <a:gd name="connsiteY738" fmla="*/ 1588787 h 4449429"/>
              <a:gd name="connsiteX739" fmla="*/ 1507466 w 18982931"/>
              <a:gd name="connsiteY739" fmla="*/ 2337905 h 4449429"/>
              <a:gd name="connsiteX740" fmla="*/ 1523929 w 18982931"/>
              <a:gd name="connsiteY740" fmla="*/ 2337905 h 4449429"/>
              <a:gd name="connsiteX741" fmla="*/ 1523929 w 18982931"/>
              <a:gd name="connsiteY741" fmla="*/ 2169146 h 4449429"/>
              <a:gd name="connsiteX742" fmla="*/ 1692685 w 18982931"/>
              <a:gd name="connsiteY742" fmla="*/ 2169146 h 4449429"/>
              <a:gd name="connsiteX743" fmla="*/ 1692685 w 18982931"/>
              <a:gd name="connsiteY743" fmla="*/ 2020968 h 4449429"/>
              <a:gd name="connsiteX744" fmla="*/ 1766772 w 18982931"/>
              <a:gd name="connsiteY744" fmla="*/ 1922183 h 4449429"/>
              <a:gd name="connsiteX745" fmla="*/ 1766772 w 18982931"/>
              <a:gd name="connsiteY745" fmla="*/ 1757542 h 4449429"/>
              <a:gd name="connsiteX746" fmla="*/ 1849095 w 18982931"/>
              <a:gd name="connsiteY746" fmla="*/ 1757542 h 4449429"/>
              <a:gd name="connsiteX747" fmla="*/ 1849095 w 18982931"/>
              <a:gd name="connsiteY747" fmla="*/ 2156799 h 4449429"/>
              <a:gd name="connsiteX748" fmla="*/ 1919070 w 18982931"/>
              <a:gd name="connsiteY748" fmla="*/ 2156799 h 4449429"/>
              <a:gd name="connsiteX749" fmla="*/ 1919070 w 18982931"/>
              <a:gd name="connsiteY749" fmla="*/ 1864559 h 4449429"/>
              <a:gd name="connsiteX750" fmla="*/ 1919070 w 18982931"/>
              <a:gd name="connsiteY750" fmla="*/ 695608 h 4449429"/>
              <a:gd name="connsiteX751" fmla="*/ 2005504 w 18982931"/>
              <a:gd name="connsiteY751" fmla="*/ 609173 h 4449429"/>
              <a:gd name="connsiteX752" fmla="*/ 2026085 w 18982931"/>
              <a:gd name="connsiteY752" fmla="*/ 605054 h 4449429"/>
              <a:gd name="connsiteX753" fmla="*/ 2100174 w 18982931"/>
              <a:gd name="connsiteY753" fmla="*/ 448645 h 4449429"/>
              <a:gd name="connsiteX754" fmla="*/ 2137215 w 18982931"/>
              <a:gd name="connsiteY754" fmla="*/ 407485 h 4449429"/>
              <a:gd name="connsiteX755" fmla="*/ 2194840 w 18982931"/>
              <a:gd name="connsiteY755" fmla="*/ 337515 h 4449429"/>
              <a:gd name="connsiteX756" fmla="*/ 2198958 w 18982931"/>
              <a:gd name="connsiteY756" fmla="*/ 292236 h 4449429"/>
              <a:gd name="connsiteX757" fmla="*/ 2240121 w 18982931"/>
              <a:gd name="connsiteY757" fmla="*/ 358093 h 4449429"/>
              <a:gd name="connsiteX758" fmla="*/ 2273047 w 18982931"/>
              <a:gd name="connsiteY758" fmla="*/ 444532 h 4449429"/>
              <a:gd name="connsiteX759" fmla="*/ 2330670 w 18982931"/>
              <a:gd name="connsiteY759" fmla="*/ 563894 h 4449429"/>
              <a:gd name="connsiteX760" fmla="*/ 2351248 w 18982931"/>
              <a:gd name="connsiteY760" fmla="*/ 613286 h 4449429"/>
              <a:gd name="connsiteX761" fmla="*/ 2429455 w 18982931"/>
              <a:gd name="connsiteY761" fmla="*/ 675029 h 4449429"/>
              <a:gd name="connsiteX762" fmla="*/ 2470614 w 18982931"/>
              <a:gd name="connsiteY762" fmla="*/ 757350 h 4449429"/>
              <a:gd name="connsiteX763" fmla="*/ 2470614 w 18982931"/>
              <a:gd name="connsiteY763" fmla="*/ 1086631 h 4449429"/>
              <a:gd name="connsiteX764" fmla="*/ 2470614 w 18982931"/>
              <a:gd name="connsiteY764" fmla="*/ 2008622 h 4449429"/>
              <a:gd name="connsiteX765" fmla="*/ 2487080 w 18982931"/>
              <a:gd name="connsiteY765" fmla="*/ 2053897 h 4449429"/>
              <a:gd name="connsiteX766" fmla="*/ 2499426 w 18982931"/>
              <a:gd name="connsiteY766" fmla="*/ 1897488 h 4449429"/>
              <a:gd name="connsiteX767" fmla="*/ 2602322 w 18982931"/>
              <a:gd name="connsiteY767" fmla="*/ 1798703 h 4449429"/>
              <a:gd name="connsiteX768" fmla="*/ 2836935 w 18982931"/>
              <a:gd name="connsiteY768" fmla="*/ 1798703 h 4449429"/>
              <a:gd name="connsiteX769" fmla="*/ 2836935 w 18982931"/>
              <a:gd name="connsiteY769" fmla="*/ 1860446 h 4449429"/>
              <a:gd name="connsiteX770" fmla="*/ 2836935 w 18982931"/>
              <a:gd name="connsiteY770" fmla="*/ 2263816 h 4449429"/>
              <a:gd name="connsiteX771" fmla="*/ 2845169 w 18982931"/>
              <a:gd name="connsiteY771" fmla="*/ 2304976 h 4449429"/>
              <a:gd name="connsiteX772" fmla="*/ 2861629 w 18982931"/>
              <a:gd name="connsiteY772" fmla="*/ 2300858 h 4449429"/>
              <a:gd name="connsiteX773" fmla="*/ 2861629 w 18982931"/>
              <a:gd name="connsiteY773" fmla="*/ 2247351 h 4449429"/>
              <a:gd name="connsiteX774" fmla="*/ 2869861 w 18982931"/>
              <a:gd name="connsiteY774" fmla="*/ 1996272 h 4449429"/>
              <a:gd name="connsiteX775" fmla="*/ 2923374 w 18982931"/>
              <a:gd name="connsiteY775" fmla="*/ 1967462 h 4449429"/>
              <a:gd name="connsiteX776" fmla="*/ 2939836 w 18982931"/>
              <a:gd name="connsiteY776" fmla="*/ 2300858 h 4449429"/>
              <a:gd name="connsiteX777" fmla="*/ 2956300 w 18982931"/>
              <a:gd name="connsiteY777" fmla="*/ 2300858 h 4449429"/>
              <a:gd name="connsiteX778" fmla="*/ 2989230 w 18982931"/>
              <a:gd name="connsiteY778" fmla="*/ 2111521 h 4449429"/>
              <a:gd name="connsiteX779" fmla="*/ 3018038 w 18982931"/>
              <a:gd name="connsiteY779" fmla="*/ 2058015 h 4449429"/>
              <a:gd name="connsiteX780" fmla="*/ 3034502 w 18982931"/>
              <a:gd name="connsiteY780" fmla="*/ 2123871 h 4449429"/>
              <a:gd name="connsiteX781" fmla="*/ 3038620 w 18982931"/>
              <a:gd name="connsiteY781" fmla="*/ 2132104 h 4449429"/>
              <a:gd name="connsiteX782" fmla="*/ 3088018 w 18982931"/>
              <a:gd name="connsiteY782" fmla="*/ 2140336 h 4449429"/>
              <a:gd name="connsiteX783" fmla="*/ 3095320 w 18982931"/>
              <a:gd name="connsiteY783" fmla="*/ 2275334 h 4449429"/>
              <a:gd name="connsiteX784" fmla="*/ 3162101 w 18982931"/>
              <a:gd name="connsiteY784" fmla="*/ 2275334 h 4449429"/>
              <a:gd name="connsiteX785" fmla="*/ 3162101 w 18982931"/>
              <a:gd name="connsiteY785" fmla="*/ 1580555 h 4449429"/>
              <a:gd name="connsiteX786" fmla="*/ 3162101 w 18982931"/>
              <a:gd name="connsiteY786" fmla="*/ 1531163 h 4449429"/>
              <a:gd name="connsiteX787" fmla="*/ 3199146 w 18982931"/>
              <a:gd name="connsiteY787" fmla="*/ 1498235 h 4449429"/>
              <a:gd name="connsiteX788" fmla="*/ 3281469 w 18982931"/>
              <a:gd name="connsiteY788" fmla="*/ 1498235 h 4449429"/>
              <a:gd name="connsiteX789" fmla="*/ 3281469 w 18982931"/>
              <a:gd name="connsiteY789" fmla="*/ 1325362 h 4449429"/>
              <a:gd name="connsiteX790" fmla="*/ 3343207 w 18982931"/>
              <a:gd name="connsiteY790" fmla="*/ 1263619 h 4449429"/>
              <a:gd name="connsiteX791" fmla="*/ 3544891 w 18982931"/>
              <a:gd name="connsiteY791" fmla="*/ 1263619 h 4449429"/>
              <a:gd name="connsiteX792" fmla="*/ 3544891 w 18982931"/>
              <a:gd name="connsiteY792" fmla="*/ 712071 h 4449429"/>
              <a:gd name="connsiteX793" fmla="*/ 3561357 w 18982931"/>
              <a:gd name="connsiteY793" fmla="*/ 555662 h 4449429"/>
              <a:gd name="connsiteX794" fmla="*/ 3606633 w 18982931"/>
              <a:gd name="connsiteY794" fmla="*/ 316933 h 4449429"/>
              <a:gd name="connsiteX795" fmla="*/ 3614865 w 18982931"/>
              <a:gd name="connsiteY795" fmla="*/ 279891 h 4449429"/>
              <a:gd name="connsiteX796" fmla="*/ 3676603 w 18982931"/>
              <a:gd name="connsiteY796" fmla="*/ 341628 h 4449429"/>
              <a:gd name="connsiteX797" fmla="*/ 3684835 w 18982931"/>
              <a:gd name="connsiteY797" fmla="*/ 386907 h 4449429"/>
              <a:gd name="connsiteX798" fmla="*/ 3742460 w 18982931"/>
              <a:gd name="connsiteY798" fmla="*/ 481574 h 4449429"/>
              <a:gd name="connsiteX799" fmla="*/ 3763042 w 18982931"/>
              <a:gd name="connsiteY799" fmla="*/ 703838 h 4449429"/>
              <a:gd name="connsiteX800" fmla="*/ 3763042 w 18982931"/>
              <a:gd name="connsiteY800" fmla="*/ 1144256 h 4449429"/>
              <a:gd name="connsiteX801" fmla="*/ 3771275 w 18982931"/>
              <a:gd name="connsiteY801" fmla="*/ 1181298 h 4449429"/>
              <a:gd name="connsiteX802" fmla="*/ 3775390 w 18982931"/>
              <a:gd name="connsiteY802" fmla="*/ 1115443 h 4449429"/>
              <a:gd name="connsiteX803" fmla="*/ 3923568 w 18982931"/>
              <a:gd name="connsiteY803" fmla="*/ 996079 h 4449429"/>
              <a:gd name="connsiteX804" fmla="*/ 3940029 w 18982931"/>
              <a:gd name="connsiteY804" fmla="*/ 1020776 h 4449429"/>
              <a:gd name="connsiteX805" fmla="*/ 3960611 w 18982931"/>
              <a:gd name="connsiteY805" fmla="*/ 1321244 h 4449429"/>
              <a:gd name="connsiteX806" fmla="*/ 3960611 w 18982931"/>
              <a:gd name="connsiteY806" fmla="*/ 1584670 h 4449429"/>
              <a:gd name="connsiteX807" fmla="*/ 3977076 w 18982931"/>
              <a:gd name="connsiteY807" fmla="*/ 1625830 h 4449429"/>
              <a:gd name="connsiteX808" fmla="*/ 4010007 w 18982931"/>
              <a:gd name="connsiteY808" fmla="*/ 1666990 h 4449429"/>
              <a:gd name="connsiteX809" fmla="*/ 4055279 w 18982931"/>
              <a:gd name="connsiteY809" fmla="*/ 1819286 h 4449429"/>
              <a:gd name="connsiteX810" fmla="*/ 4104670 w 18982931"/>
              <a:gd name="connsiteY810" fmla="*/ 1819286 h 4449429"/>
              <a:gd name="connsiteX811" fmla="*/ 4108788 w 18982931"/>
              <a:gd name="connsiteY811" fmla="*/ 1741079 h 4449429"/>
              <a:gd name="connsiteX812" fmla="*/ 4211689 w 18982931"/>
              <a:gd name="connsiteY812" fmla="*/ 1741079 h 4449429"/>
              <a:gd name="connsiteX813" fmla="*/ 4252847 w 18982931"/>
              <a:gd name="connsiteY813" fmla="*/ 1559973 h 4449429"/>
              <a:gd name="connsiteX814" fmla="*/ 4265197 w 18982931"/>
              <a:gd name="connsiteY814" fmla="*/ 1559973 h 4449429"/>
              <a:gd name="connsiteX815" fmla="*/ 4277546 w 18982931"/>
              <a:gd name="connsiteY815" fmla="*/ 1592900 h 4449429"/>
              <a:gd name="connsiteX816" fmla="*/ 4302239 w 18982931"/>
              <a:gd name="connsiteY816" fmla="*/ 1708150 h 4449429"/>
              <a:gd name="connsiteX817" fmla="*/ 4368100 w 18982931"/>
              <a:gd name="connsiteY817" fmla="*/ 1741079 h 4449429"/>
              <a:gd name="connsiteX818" fmla="*/ 4363984 w 18982931"/>
              <a:gd name="connsiteY818" fmla="*/ 1634062 h 4449429"/>
              <a:gd name="connsiteX819" fmla="*/ 4372218 w 18982931"/>
              <a:gd name="connsiteY819" fmla="*/ 839670 h 4449429"/>
              <a:gd name="connsiteX820" fmla="*/ 4442184 w 18982931"/>
              <a:gd name="connsiteY820" fmla="*/ 279891 h 4449429"/>
              <a:gd name="connsiteX821" fmla="*/ 4479230 w 18982931"/>
              <a:gd name="connsiteY821" fmla="*/ 234611 h 4449429"/>
              <a:gd name="connsiteX822" fmla="*/ 4520394 w 18982931"/>
              <a:gd name="connsiteY822" fmla="*/ 284004 h 4449429"/>
              <a:gd name="connsiteX823" fmla="*/ 4549200 w 18982931"/>
              <a:gd name="connsiteY823" fmla="*/ 440413 h 4449429"/>
              <a:gd name="connsiteX824" fmla="*/ 4680914 w 18982931"/>
              <a:gd name="connsiteY824" fmla="*/ 395140 h 4449429"/>
              <a:gd name="connsiteX825" fmla="*/ 4759121 w 18982931"/>
              <a:gd name="connsiteY825" fmla="*/ 460995 h 4449429"/>
              <a:gd name="connsiteX826" fmla="*/ 4771466 w 18982931"/>
              <a:gd name="connsiteY826" fmla="*/ 493924 h 4449429"/>
              <a:gd name="connsiteX827" fmla="*/ 4888657 w 18982931"/>
              <a:gd name="connsiteY827" fmla="*/ 747622 h 4449429"/>
              <a:gd name="connsiteX828" fmla="*/ 4888893 w 18982931"/>
              <a:gd name="connsiteY828" fmla="*/ 807315 h 4449429"/>
              <a:gd name="connsiteX829" fmla="*/ 4856617 w 18982931"/>
              <a:gd name="connsiteY829" fmla="*/ 807315 h 4449429"/>
              <a:gd name="connsiteX830" fmla="*/ 4856617 w 18982931"/>
              <a:gd name="connsiteY830" fmla="*/ 944475 h 4449429"/>
              <a:gd name="connsiteX831" fmla="*/ 4888332 w 18982931"/>
              <a:gd name="connsiteY831" fmla="*/ 944475 h 4449429"/>
              <a:gd name="connsiteX832" fmla="*/ 4888325 w 18982931"/>
              <a:gd name="connsiteY832" fmla="*/ 945600 h 4449429"/>
              <a:gd name="connsiteX833" fmla="*/ 4890835 w 18982931"/>
              <a:gd name="connsiteY833" fmla="*/ 1609365 h 4449429"/>
              <a:gd name="connsiteX834" fmla="*/ 4952574 w 18982931"/>
              <a:gd name="connsiteY834" fmla="*/ 1617597 h 4449429"/>
              <a:gd name="connsiteX835" fmla="*/ 4952574 w 18982931"/>
              <a:gd name="connsiteY835" fmla="*/ 1868678 h 4449429"/>
              <a:gd name="connsiteX836" fmla="*/ 4956691 w 18982931"/>
              <a:gd name="connsiteY836" fmla="*/ 1905720 h 4449429"/>
              <a:gd name="connsiteX837" fmla="*/ 4981387 w 18982931"/>
              <a:gd name="connsiteY837" fmla="*/ 1967462 h 4449429"/>
              <a:gd name="connsiteX838" fmla="*/ 4981387 w 18982931"/>
              <a:gd name="connsiteY838" fmla="*/ 2058015 h 4449429"/>
              <a:gd name="connsiteX839" fmla="*/ 5001966 w 18982931"/>
              <a:gd name="connsiteY839" fmla="*/ 2086824 h 4449429"/>
              <a:gd name="connsiteX840" fmla="*/ 5018429 w 18982931"/>
              <a:gd name="connsiteY840" fmla="*/ 2078592 h 4449429"/>
              <a:gd name="connsiteX841" fmla="*/ 5018429 w 18982931"/>
              <a:gd name="connsiteY841" fmla="*/ 1881023 h 4449429"/>
              <a:gd name="connsiteX842" fmla="*/ 5018429 w 18982931"/>
              <a:gd name="connsiteY842" fmla="*/ 1366522 h 4449429"/>
              <a:gd name="connsiteX843" fmla="*/ 5034894 w 18982931"/>
              <a:gd name="connsiteY843" fmla="*/ 864367 h 4449429"/>
              <a:gd name="connsiteX844" fmla="*/ 5067821 w 18982931"/>
              <a:gd name="connsiteY844" fmla="*/ 197569 h 4449429"/>
              <a:gd name="connsiteX845" fmla="*/ 5080173 w 18982931"/>
              <a:gd name="connsiteY845" fmla="*/ 102899 h 4449429"/>
              <a:gd name="connsiteX846" fmla="*/ 5216000 w 18982931"/>
              <a:gd name="connsiteY846" fmla="*/ 37042 h 4449429"/>
              <a:gd name="connsiteX847" fmla="*/ 5248927 w 18982931"/>
              <a:gd name="connsiteY847" fmla="*/ 69972 h 4449429"/>
              <a:gd name="connsiteX848" fmla="*/ 5372409 w 18982931"/>
              <a:gd name="connsiteY848" fmla="*/ 69972 h 4449429"/>
              <a:gd name="connsiteX849" fmla="*/ 5434151 w 18982931"/>
              <a:gd name="connsiteY849" fmla="*/ 131714 h 4449429"/>
              <a:gd name="connsiteX850" fmla="*/ 5434151 w 18982931"/>
              <a:gd name="connsiteY850" fmla="*/ 382788 h 4449429"/>
              <a:gd name="connsiteX851" fmla="*/ 5434151 w 18982931"/>
              <a:gd name="connsiteY851" fmla="*/ 683261 h 4449429"/>
              <a:gd name="connsiteX852" fmla="*/ 5545282 w 18982931"/>
              <a:gd name="connsiteY852" fmla="*/ 687375 h 4449429"/>
              <a:gd name="connsiteX853" fmla="*/ 5545282 w 18982931"/>
              <a:gd name="connsiteY853" fmla="*/ 1045471 h 4449429"/>
              <a:gd name="connsiteX854" fmla="*/ 5676994 w 18982931"/>
              <a:gd name="connsiteY854" fmla="*/ 1045471 h 4449429"/>
              <a:gd name="connsiteX855" fmla="*/ 5685227 w 18982931"/>
              <a:gd name="connsiteY855" fmla="*/ 1103096 h 4449429"/>
              <a:gd name="connsiteX856" fmla="*/ 5759314 w 18982931"/>
              <a:gd name="connsiteY856" fmla="*/ 1193648 h 4449429"/>
              <a:gd name="connsiteX857" fmla="*/ 5759314 w 18982931"/>
              <a:gd name="connsiteY857" fmla="*/ 1395331 h 4449429"/>
              <a:gd name="connsiteX858" fmla="*/ 5825171 w 18982931"/>
              <a:gd name="connsiteY858" fmla="*/ 1395331 h 4449429"/>
              <a:gd name="connsiteX859" fmla="*/ 5903378 w 18982931"/>
              <a:gd name="connsiteY859" fmla="*/ 1477653 h 4449429"/>
              <a:gd name="connsiteX860" fmla="*/ 5903378 w 18982931"/>
              <a:gd name="connsiteY860" fmla="*/ 1918070 h 4449429"/>
              <a:gd name="connsiteX861" fmla="*/ 5936306 w 18982931"/>
              <a:gd name="connsiteY861" fmla="*/ 1975695 h 4449429"/>
              <a:gd name="connsiteX862" fmla="*/ 5965115 w 18982931"/>
              <a:gd name="connsiteY862" fmla="*/ 1275969 h 4449429"/>
              <a:gd name="connsiteX863" fmla="*/ 5969235 w 18982931"/>
              <a:gd name="connsiteY863" fmla="*/ 1238922 h 4449429"/>
              <a:gd name="connsiteX864" fmla="*/ 6166804 w 18982931"/>
              <a:gd name="connsiteY864" fmla="*/ 1238922 h 4449429"/>
              <a:gd name="connsiteX865" fmla="*/ 6216196 w 18982931"/>
              <a:gd name="connsiteY865" fmla="*/ 1288315 h 4449429"/>
              <a:gd name="connsiteX866" fmla="*/ 6236774 w 18982931"/>
              <a:gd name="connsiteY866" fmla="*/ 1428261 h 4449429"/>
              <a:gd name="connsiteX867" fmla="*/ 6273821 w 18982931"/>
              <a:gd name="connsiteY867" fmla="*/ 1498235 h 4449429"/>
              <a:gd name="connsiteX868" fmla="*/ 6273821 w 18982931"/>
              <a:gd name="connsiteY868" fmla="*/ 2230888 h 4449429"/>
              <a:gd name="connsiteX869" fmla="*/ 6277935 w 18982931"/>
              <a:gd name="connsiteY869" fmla="*/ 2280280 h 4449429"/>
              <a:gd name="connsiteX870" fmla="*/ 6319095 w 18982931"/>
              <a:gd name="connsiteY870" fmla="*/ 2193841 h 4449429"/>
              <a:gd name="connsiteX871" fmla="*/ 6364373 w 18982931"/>
              <a:gd name="connsiteY871" fmla="*/ 2288513 h 4449429"/>
              <a:gd name="connsiteX872" fmla="*/ 6389068 w 18982931"/>
              <a:gd name="connsiteY872" fmla="*/ 2313208 h 4449429"/>
              <a:gd name="connsiteX873" fmla="*/ 6541355 w 18982931"/>
              <a:gd name="connsiteY873" fmla="*/ 2313208 h 4449429"/>
              <a:gd name="connsiteX874" fmla="*/ 6541355 w 18982931"/>
              <a:gd name="connsiteY874" fmla="*/ 2148567 h 4449429"/>
              <a:gd name="connsiteX875" fmla="*/ 6660723 w 18982931"/>
              <a:gd name="connsiteY875" fmla="*/ 2148567 h 4449429"/>
              <a:gd name="connsiteX876" fmla="*/ 6660723 w 18982931"/>
              <a:gd name="connsiteY876" fmla="*/ 2259698 h 4449429"/>
              <a:gd name="connsiteX877" fmla="*/ 6705999 w 18982931"/>
              <a:gd name="connsiteY877" fmla="*/ 2551938 h 4449429"/>
              <a:gd name="connsiteX878" fmla="*/ 6714228 w 18982931"/>
              <a:gd name="connsiteY878" fmla="*/ 2580748 h 4449429"/>
              <a:gd name="connsiteX879" fmla="*/ 6722461 w 18982931"/>
              <a:gd name="connsiteY879" fmla="*/ 2576634 h 4449429"/>
              <a:gd name="connsiteX880" fmla="*/ 6751278 w 18982931"/>
              <a:gd name="connsiteY880" fmla="*/ 2263816 h 4449429"/>
              <a:gd name="connsiteX881" fmla="*/ 6800669 w 18982931"/>
              <a:gd name="connsiteY881" fmla="*/ 2255583 h 4449429"/>
              <a:gd name="connsiteX882" fmla="*/ 6837709 w 18982931"/>
              <a:gd name="connsiteY882" fmla="*/ 2181496 h 4449429"/>
              <a:gd name="connsiteX883" fmla="*/ 6841831 w 18982931"/>
              <a:gd name="connsiteY883" fmla="*/ 2152681 h 4449429"/>
              <a:gd name="connsiteX884" fmla="*/ 6845941 w 18982931"/>
              <a:gd name="connsiteY884" fmla="*/ 2115639 h 4449429"/>
              <a:gd name="connsiteX885" fmla="*/ 6857139 w 18982931"/>
              <a:gd name="connsiteY885" fmla="*/ 2115639 h 4449429"/>
              <a:gd name="connsiteX886" fmla="*/ 6899298 w 18982931"/>
              <a:gd name="connsiteY886" fmla="*/ 2109470 h 4449429"/>
              <a:gd name="connsiteX887" fmla="*/ 6922965 w 18982931"/>
              <a:gd name="connsiteY887" fmla="*/ 2140339 h 4449429"/>
              <a:gd name="connsiteX888" fmla="*/ 7009406 w 18982931"/>
              <a:gd name="connsiteY888" fmla="*/ 2070365 h 4449429"/>
              <a:gd name="connsiteX889" fmla="*/ 7145231 w 18982931"/>
              <a:gd name="connsiteY889" fmla="*/ 2066247 h 4449429"/>
              <a:gd name="connsiteX890" fmla="*/ 7145231 w 18982931"/>
              <a:gd name="connsiteY890" fmla="*/ 1901605 h 4449429"/>
              <a:gd name="connsiteX891" fmla="*/ 7145231 w 18982931"/>
              <a:gd name="connsiteY891" fmla="*/ 1769896 h 4449429"/>
              <a:gd name="connsiteX892" fmla="*/ 7215204 w 18982931"/>
              <a:gd name="connsiteY892" fmla="*/ 1597024 h 4449429"/>
              <a:gd name="connsiteX893" fmla="*/ 7285174 w 18982931"/>
              <a:gd name="connsiteY893" fmla="*/ 1753433 h 4449429"/>
              <a:gd name="connsiteX894" fmla="*/ 7297524 w 18982931"/>
              <a:gd name="connsiteY894" fmla="*/ 2062134 h 4449429"/>
              <a:gd name="connsiteX895" fmla="*/ 7367494 w 18982931"/>
              <a:gd name="connsiteY895" fmla="*/ 2066247 h 4449429"/>
              <a:gd name="connsiteX896" fmla="*/ 7371610 w 18982931"/>
              <a:gd name="connsiteY896" fmla="*/ 2148567 h 4449429"/>
              <a:gd name="connsiteX897" fmla="*/ 7462167 w 18982931"/>
              <a:gd name="connsiteY897" fmla="*/ 2148567 h 4449429"/>
              <a:gd name="connsiteX898" fmla="*/ 7462167 w 18982931"/>
              <a:gd name="connsiteY898" fmla="*/ 2095061 h 4449429"/>
              <a:gd name="connsiteX899" fmla="*/ 7462167 w 18982931"/>
              <a:gd name="connsiteY899" fmla="*/ 1597024 h 4449429"/>
              <a:gd name="connsiteX900" fmla="*/ 7482743 w 18982931"/>
              <a:gd name="connsiteY900" fmla="*/ 1008430 h 4449429"/>
              <a:gd name="connsiteX901" fmla="*/ 7495096 w 18982931"/>
              <a:gd name="connsiteY901" fmla="*/ 921991 h 4449429"/>
              <a:gd name="connsiteX902" fmla="*/ 7536254 w 18982931"/>
              <a:gd name="connsiteY902" fmla="*/ 934341 h 4449429"/>
              <a:gd name="connsiteX903" fmla="*/ 7577416 w 18982931"/>
              <a:gd name="connsiteY903" fmla="*/ 563899 h 4449429"/>
              <a:gd name="connsiteX904" fmla="*/ 7589759 w 18982931"/>
              <a:gd name="connsiteY904" fmla="*/ 563899 h 4449429"/>
              <a:gd name="connsiteX905" fmla="*/ 7639153 w 18982931"/>
              <a:gd name="connsiteY905" fmla="*/ 975501 h 4449429"/>
              <a:gd name="connsiteX906" fmla="*/ 7655614 w 18982931"/>
              <a:gd name="connsiteY906" fmla="*/ 926109 h 4449429"/>
              <a:gd name="connsiteX907" fmla="*/ 7667968 w 18982931"/>
              <a:gd name="connsiteY907" fmla="*/ 926109 h 4449429"/>
              <a:gd name="connsiteX908" fmla="*/ 7676196 w 18982931"/>
              <a:gd name="connsiteY908" fmla="*/ 1037243 h 4449429"/>
              <a:gd name="connsiteX909" fmla="*/ 7676196 w 18982931"/>
              <a:gd name="connsiteY909" fmla="*/ 2049787 h 4449429"/>
              <a:gd name="connsiteX910" fmla="*/ 7705009 w 18982931"/>
              <a:gd name="connsiteY910" fmla="*/ 2267935 h 4449429"/>
              <a:gd name="connsiteX911" fmla="*/ 7750287 w 18982931"/>
              <a:gd name="connsiteY911" fmla="*/ 2469622 h 4449429"/>
              <a:gd name="connsiteX912" fmla="*/ 7849072 w 18982931"/>
              <a:gd name="connsiteY912" fmla="*/ 2469622 h 4449429"/>
              <a:gd name="connsiteX913" fmla="*/ 7849072 w 18982931"/>
              <a:gd name="connsiteY913" fmla="*/ 2284398 h 4449429"/>
              <a:gd name="connsiteX914" fmla="*/ 7919042 w 18982931"/>
              <a:gd name="connsiteY914" fmla="*/ 2284398 h 4449429"/>
              <a:gd name="connsiteX915" fmla="*/ 7919042 w 18982931"/>
              <a:gd name="connsiteY915" fmla="*/ 2473736 h 4449429"/>
              <a:gd name="connsiteX916" fmla="*/ 8108380 w 18982931"/>
              <a:gd name="connsiteY916" fmla="*/ 2473736 h 4449429"/>
              <a:gd name="connsiteX917" fmla="*/ 8142338 w 18982931"/>
              <a:gd name="connsiteY917" fmla="*/ 2481454 h 4449429"/>
              <a:gd name="connsiteX918" fmla="*/ 8144242 w 18982931"/>
              <a:gd name="connsiteY918" fmla="*/ 2485067 h 4449429"/>
              <a:gd name="connsiteX919" fmla="*/ 8144242 w 18982931"/>
              <a:gd name="connsiteY919" fmla="*/ 1280084 h 4449429"/>
              <a:gd name="connsiteX920" fmla="*/ 8189518 w 18982931"/>
              <a:gd name="connsiteY920" fmla="*/ 1115443 h 4449429"/>
              <a:gd name="connsiteX921" fmla="*/ 8230679 w 18982931"/>
              <a:gd name="connsiteY921" fmla="*/ 1090746 h 4449429"/>
              <a:gd name="connsiteX922" fmla="*/ 8477642 w 18982931"/>
              <a:gd name="connsiteY922" fmla="*/ 1090746 h 4449429"/>
              <a:gd name="connsiteX923" fmla="*/ 8518799 w 18982931"/>
              <a:gd name="connsiteY923" fmla="*/ 1111328 h 4449429"/>
              <a:gd name="connsiteX924" fmla="*/ 8568194 w 18982931"/>
              <a:gd name="connsiteY924" fmla="*/ 1288315 h 4449429"/>
              <a:gd name="connsiteX925" fmla="*/ 8572304 w 18982931"/>
              <a:gd name="connsiteY925" fmla="*/ 2152681 h 4449429"/>
              <a:gd name="connsiteX926" fmla="*/ 8572304 w 18982931"/>
              <a:gd name="connsiteY926" fmla="*/ 2222656 h 4449429"/>
              <a:gd name="connsiteX927" fmla="*/ 8827499 w 18982931"/>
              <a:gd name="connsiteY927" fmla="*/ 2222656 h 4449429"/>
              <a:gd name="connsiteX928" fmla="*/ 8827499 w 18982931"/>
              <a:gd name="connsiteY928" fmla="*/ 2053897 h 4449429"/>
              <a:gd name="connsiteX929" fmla="*/ 8827499 w 18982931"/>
              <a:gd name="connsiteY929" fmla="*/ 1996272 h 4449429"/>
              <a:gd name="connsiteX930" fmla="*/ 8926285 w 18982931"/>
              <a:gd name="connsiteY930" fmla="*/ 1876910 h 4449429"/>
              <a:gd name="connsiteX931" fmla="*/ 8926285 w 18982931"/>
              <a:gd name="connsiteY931" fmla="*/ 1757542 h 4449429"/>
              <a:gd name="connsiteX932" fmla="*/ 8926285 w 18982931"/>
              <a:gd name="connsiteY932" fmla="*/ 1527045 h 4449429"/>
              <a:gd name="connsiteX933" fmla="*/ 8950980 w 18982931"/>
              <a:gd name="connsiteY933" fmla="*/ 1432378 h 4449429"/>
              <a:gd name="connsiteX934" fmla="*/ 8950980 w 18982931"/>
              <a:gd name="connsiteY934" fmla="*/ 1424146 h 4449429"/>
              <a:gd name="connsiteX935" fmla="*/ 8983911 w 18982931"/>
              <a:gd name="connsiteY935" fmla="*/ 1107210 h 4449429"/>
              <a:gd name="connsiteX936" fmla="*/ 8992140 w 18982931"/>
              <a:gd name="connsiteY936" fmla="*/ 1049586 h 4449429"/>
              <a:gd name="connsiteX937" fmla="*/ 9012723 w 18982931"/>
              <a:gd name="connsiteY937" fmla="*/ 1049586 h 4449429"/>
              <a:gd name="connsiteX938" fmla="*/ 9049767 w 18982931"/>
              <a:gd name="connsiteY938" fmla="*/ 1325362 h 4449429"/>
              <a:gd name="connsiteX939" fmla="*/ 9115624 w 18982931"/>
              <a:gd name="connsiteY939" fmla="*/ 1329476 h 4449429"/>
              <a:gd name="connsiteX940" fmla="*/ 9165014 w 18982931"/>
              <a:gd name="connsiteY940" fmla="*/ 1436493 h 4449429"/>
              <a:gd name="connsiteX941" fmla="*/ 9181479 w 18982931"/>
              <a:gd name="connsiteY941" fmla="*/ 1494116 h 4449429"/>
              <a:gd name="connsiteX942" fmla="*/ 9181479 w 18982931"/>
              <a:gd name="connsiteY942" fmla="*/ 1823399 h 4449429"/>
              <a:gd name="connsiteX943" fmla="*/ 9181479 w 18982931"/>
              <a:gd name="connsiteY943" fmla="*/ 1881023 h 4449429"/>
              <a:gd name="connsiteX944" fmla="*/ 9280267 w 18982931"/>
              <a:gd name="connsiteY944" fmla="*/ 1881023 h 4449429"/>
              <a:gd name="connsiteX945" fmla="*/ 9280267 w 18982931"/>
              <a:gd name="connsiteY945" fmla="*/ 1815166 h 4449429"/>
              <a:gd name="connsiteX946" fmla="*/ 9280267 w 18982931"/>
              <a:gd name="connsiteY946" fmla="*/ 304587 h 4449429"/>
              <a:gd name="connsiteX947" fmla="*/ 9346122 w 18982931"/>
              <a:gd name="connsiteY947" fmla="*/ 238731 h 4449429"/>
              <a:gd name="connsiteX948" fmla="*/ 9453137 w 18982931"/>
              <a:gd name="connsiteY948" fmla="*/ 341628 h 4449429"/>
              <a:gd name="connsiteX949" fmla="*/ 9453137 w 18982931"/>
              <a:gd name="connsiteY949" fmla="*/ 1815166 h 4449429"/>
              <a:gd name="connsiteX950" fmla="*/ 9453137 w 18982931"/>
              <a:gd name="connsiteY950" fmla="*/ 1876910 h 4449429"/>
              <a:gd name="connsiteX951" fmla="*/ 9551919 w 18982931"/>
              <a:gd name="connsiteY951" fmla="*/ 1876910 h 4449429"/>
              <a:gd name="connsiteX952" fmla="*/ 9551919 w 18982931"/>
              <a:gd name="connsiteY952" fmla="*/ 1724614 h 4449429"/>
              <a:gd name="connsiteX953" fmla="*/ 9551919 w 18982931"/>
              <a:gd name="connsiteY953" fmla="*/ 1481771 h 4449429"/>
              <a:gd name="connsiteX954" fmla="*/ 9597198 w 18982931"/>
              <a:gd name="connsiteY954" fmla="*/ 1374754 h 4449429"/>
              <a:gd name="connsiteX955" fmla="*/ 9613662 w 18982931"/>
              <a:gd name="connsiteY955" fmla="*/ 1325362 h 4449429"/>
              <a:gd name="connsiteX956" fmla="*/ 9683632 w 18982931"/>
              <a:gd name="connsiteY956" fmla="*/ 1325362 h 4449429"/>
              <a:gd name="connsiteX957" fmla="*/ 9683632 w 18982931"/>
              <a:gd name="connsiteY957" fmla="*/ 1522931 h 4449429"/>
              <a:gd name="connsiteX958" fmla="*/ 9819464 w 18982931"/>
              <a:gd name="connsiteY958" fmla="*/ 1522931 h 4449429"/>
              <a:gd name="connsiteX959" fmla="*/ 9819464 w 18982931"/>
              <a:gd name="connsiteY959" fmla="*/ 1720501 h 4449429"/>
              <a:gd name="connsiteX960" fmla="*/ 9819464 w 18982931"/>
              <a:gd name="connsiteY960" fmla="*/ 1835749 h 4449429"/>
              <a:gd name="connsiteX961" fmla="*/ 9868856 w 18982931"/>
              <a:gd name="connsiteY961" fmla="*/ 1885142 h 4449429"/>
              <a:gd name="connsiteX962" fmla="*/ 9922361 w 18982931"/>
              <a:gd name="connsiteY962" fmla="*/ 1938648 h 4449429"/>
              <a:gd name="connsiteX963" fmla="*/ 9922361 w 18982931"/>
              <a:gd name="connsiteY963" fmla="*/ 2226770 h 4449429"/>
              <a:gd name="connsiteX964" fmla="*/ 10189906 w 18982931"/>
              <a:gd name="connsiteY964" fmla="*/ 2226770 h 4449429"/>
              <a:gd name="connsiteX965" fmla="*/ 10189906 w 18982931"/>
              <a:gd name="connsiteY965" fmla="*/ 1864559 h 4449429"/>
              <a:gd name="connsiteX966" fmla="*/ 10251644 w 18982931"/>
              <a:gd name="connsiteY966" fmla="*/ 1852213 h 4449429"/>
              <a:gd name="connsiteX967" fmla="*/ 10251644 w 18982931"/>
              <a:gd name="connsiteY967" fmla="*/ 1465306 h 4449429"/>
              <a:gd name="connsiteX968" fmla="*/ 10198137 w 18982931"/>
              <a:gd name="connsiteY968" fmla="*/ 1461188 h 4449429"/>
              <a:gd name="connsiteX969" fmla="*/ 10198137 w 18982931"/>
              <a:gd name="connsiteY969" fmla="*/ 1317129 h 4449429"/>
              <a:gd name="connsiteX970" fmla="*/ 10572694 w 18982931"/>
              <a:gd name="connsiteY970" fmla="*/ 1317129 h 4449429"/>
              <a:gd name="connsiteX971" fmla="*/ 10572694 w 18982931"/>
              <a:gd name="connsiteY971" fmla="*/ 2140336 h 4449429"/>
              <a:gd name="connsiteX972" fmla="*/ 10642669 w 18982931"/>
              <a:gd name="connsiteY972" fmla="*/ 2144449 h 4449429"/>
              <a:gd name="connsiteX973" fmla="*/ 10642669 w 18982931"/>
              <a:gd name="connsiteY973" fmla="*/ 2477849 h 4449429"/>
              <a:gd name="connsiteX974" fmla="*/ 10885512 w 18982931"/>
              <a:gd name="connsiteY974" fmla="*/ 2477849 h 4449429"/>
              <a:gd name="connsiteX975" fmla="*/ 10885512 w 18982931"/>
              <a:gd name="connsiteY975" fmla="*/ 2292626 h 4449429"/>
              <a:gd name="connsiteX976" fmla="*/ 10959601 w 18982931"/>
              <a:gd name="connsiteY976" fmla="*/ 2292626 h 4449429"/>
              <a:gd name="connsiteX977" fmla="*/ 10959601 w 18982931"/>
              <a:gd name="connsiteY977" fmla="*/ 2477849 h 4449429"/>
              <a:gd name="connsiteX978" fmla="*/ 11066618 w 18982931"/>
              <a:gd name="connsiteY978" fmla="*/ 2477849 h 4449429"/>
              <a:gd name="connsiteX979" fmla="*/ 11107778 w 18982931"/>
              <a:gd name="connsiteY979" fmla="*/ 2284395 h 4449429"/>
              <a:gd name="connsiteX980" fmla="*/ 11136593 w 18982931"/>
              <a:gd name="connsiteY980" fmla="*/ 2053897 h 4449429"/>
              <a:gd name="connsiteX981" fmla="*/ 11136593 w 18982931"/>
              <a:gd name="connsiteY981" fmla="*/ 1061936 h 4449429"/>
              <a:gd name="connsiteX982" fmla="*/ 11148938 w 18982931"/>
              <a:gd name="connsiteY982" fmla="*/ 938454 h 4449429"/>
              <a:gd name="connsiteX983" fmla="*/ 11161288 w 18982931"/>
              <a:gd name="connsiteY983" fmla="*/ 938454 h 4449429"/>
              <a:gd name="connsiteX984" fmla="*/ 11177753 w 18982931"/>
              <a:gd name="connsiteY984" fmla="*/ 983729 h 4449429"/>
              <a:gd name="connsiteX985" fmla="*/ 11231258 w 18982931"/>
              <a:gd name="connsiteY985" fmla="*/ 572126 h 4449429"/>
              <a:gd name="connsiteX986" fmla="*/ 11243610 w 18982931"/>
              <a:gd name="connsiteY986" fmla="*/ 572126 h 4449429"/>
              <a:gd name="connsiteX987" fmla="*/ 11284770 w 18982931"/>
              <a:gd name="connsiteY987" fmla="*/ 946687 h 4449429"/>
              <a:gd name="connsiteX988" fmla="*/ 11325929 w 18982931"/>
              <a:gd name="connsiteY988" fmla="*/ 934337 h 4449429"/>
              <a:gd name="connsiteX989" fmla="*/ 11342394 w 18982931"/>
              <a:gd name="connsiteY989" fmla="*/ 1061936 h 4449429"/>
              <a:gd name="connsiteX990" fmla="*/ 11342394 w 18982931"/>
              <a:gd name="connsiteY990" fmla="*/ 1300666 h 4449429"/>
              <a:gd name="connsiteX991" fmla="*/ 11358857 w 18982931"/>
              <a:gd name="connsiteY991" fmla="*/ 2132104 h 4449429"/>
              <a:gd name="connsiteX992" fmla="*/ 11362976 w 18982931"/>
              <a:gd name="connsiteY992" fmla="*/ 2165031 h 4449429"/>
              <a:gd name="connsiteX993" fmla="*/ 11453524 w 18982931"/>
              <a:gd name="connsiteY993" fmla="*/ 2165031 h 4449429"/>
              <a:gd name="connsiteX994" fmla="*/ 11457643 w 18982931"/>
              <a:gd name="connsiteY994" fmla="*/ 2082711 h 4449429"/>
              <a:gd name="connsiteX995" fmla="*/ 11535845 w 18982931"/>
              <a:gd name="connsiteY995" fmla="*/ 2078592 h 4449429"/>
              <a:gd name="connsiteX996" fmla="*/ 11535845 w 18982931"/>
              <a:gd name="connsiteY996" fmla="*/ 2004505 h 4449429"/>
              <a:gd name="connsiteX997" fmla="*/ 11548195 w 18982931"/>
              <a:gd name="connsiteY997" fmla="*/ 1736964 h 4449429"/>
              <a:gd name="connsiteX998" fmla="*/ 11609938 w 18982931"/>
              <a:gd name="connsiteY998" fmla="*/ 1609365 h 4449429"/>
              <a:gd name="connsiteX999" fmla="*/ 11688140 w 18982931"/>
              <a:gd name="connsiteY999" fmla="*/ 1765774 h 4449429"/>
              <a:gd name="connsiteX1000" fmla="*/ 11688140 w 18982931"/>
              <a:gd name="connsiteY1000" fmla="*/ 2082711 h 4449429"/>
              <a:gd name="connsiteX1001" fmla="*/ 11910406 w 18982931"/>
              <a:gd name="connsiteY1001" fmla="*/ 2148567 h 4449429"/>
              <a:gd name="connsiteX1002" fmla="*/ 11988608 w 18982931"/>
              <a:gd name="connsiteY1002" fmla="*/ 2119754 h 4449429"/>
              <a:gd name="connsiteX1003" fmla="*/ 11991181 w 18982931"/>
              <a:gd name="connsiteY1003" fmla="*/ 2153197 h 4449429"/>
              <a:gd name="connsiteX1004" fmla="*/ 11993908 w 18982931"/>
              <a:gd name="connsiteY1004" fmla="*/ 2158900 h 4449429"/>
              <a:gd name="connsiteX1005" fmla="*/ 11993908 w 18982931"/>
              <a:gd name="connsiteY1005" fmla="*/ 2156799 h 4449429"/>
              <a:gd name="connsiteX1006" fmla="*/ 11998023 w 18982931"/>
              <a:gd name="connsiteY1006" fmla="*/ 2115639 h 4449429"/>
              <a:gd name="connsiteX1007" fmla="*/ 12010373 w 18982931"/>
              <a:gd name="connsiteY1007" fmla="*/ 2115639 h 4449429"/>
              <a:gd name="connsiteX1008" fmla="*/ 12014490 w 18982931"/>
              <a:gd name="connsiteY1008" fmla="*/ 2185614 h 4449429"/>
              <a:gd name="connsiteX1009" fmla="*/ 12055650 w 18982931"/>
              <a:gd name="connsiteY1009" fmla="*/ 2259703 h 4449429"/>
              <a:gd name="connsiteX1010" fmla="*/ 12109157 w 18982931"/>
              <a:gd name="connsiteY1010" fmla="*/ 2267933 h 4449429"/>
              <a:gd name="connsiteX1011" fmla="*/ 12137972 w 18982931"/>
              <a:gd name="connsiteY1011" fmla="*/ 2580753 h 4449429"/>
              <a:gd name="connsiteX1012" fmla="*/ 12150317 w 18982931"/>
              <a:gd name="connsiteY1012" fmla="*/ 2580753 h 4449429"/>
              <a:gd name="connsiteX1013" fmla="*/ 12179132 w 18982931"/>
              <a:gd name="connsiteY1013" fmla="*/ 2411992 h 4449429"/>
              <a:gd name="connsiteX1014" fmla="*/ 12207942 w 18982931"/>
              <a:gd name="connsiteY1014" fmla="*/ 2160917 h 4449429"/>
              <a:gd name="connsiteX1015" fmla="*/ 12216174 w 18982931"/>
              <a:gd name="connsiteY1015" fmla="*/ 2152686 h 4449429"/>
              <a:gd name="connsiteX1016" fmla="*/ 12331423 w 18982931"/>
              <a:gd name="connsiteY1016" fmla="*/ 2152686 h 4449429"/>
              <a:gd name="connsiteX1017" fmla="*/ 12331423 w 18982931"/>
              <a:gd name="connsiteY1017" fmla="*/ 2317327 h 4449429"/>
              <a:gd name="connsiteX1018" fmla="*/ 12496064 w 18982931"/>
              <a:gd name="connsiteY1018" fmla="*/ 2313208 h 4449429"/>
              <a:gd name="connsiteX1019" fmla="*/ 12557802 w 18982931"/>
              <a:gd name="connsiteY1019" fmla="*/ 2210310 h 4449429"/>
              <a:gd name="connsiteX1020" fmla="*/ 12566034 w 18982931"/>
              <a:gd name="connsiteY1020" fmla="*/ 2206191 h 4449429"/>
              <a:gd name="connsiteX1021" fmla="*/ 12598962 w 18982931"/>
              <a:gd name="connsiteY1021" fmla="*/ 2267933 h 4449429"/>
              <a:gd name="connsiteX1022" fmla="*/ 12607194 w 18982931"/>
              <a:gd name="connsiteY1022" fmla="*/ 2263816 h 4449429"/>
              <a:gd name="connsiteX1023" fmla="*/ 12607194 w 18982931"/>
              <a:gd name="connsiteY1023" fmla="*/ 1461193 h 4449429"/>
              <a:gd name="connsiteX1024" fmla="*/ 12677169 w 18982931"/>
              <a:gd name="connsiteY1024" fmla="*/ 1230695 h 4449429"/>
              <a:gd name="connsiteX1025" fmla="*/ 12920017 w 18982931"/>
              <a:gd name="connsiteY1025" fmla="*/ 1230695 h 4449429"/>
              <a:gd name="connsiteX1026" fmla="*/ 12948827 w 18982931"/>
              <a:gd name="connsiteY1026" fmla="*/ 1490003 h 4449429"/>
              <a:gd name="connsiteX1027" fmla="*/ 12948827 w 18982931"/>
              <a:gd name="connsiteY1027" fmla="*/ 1909838 h 4449429"/>
              <a:gd name="connsiteX1028" fmla="*/ 12948827 w 18982931"/>
              <a:gd name="connsiteY1028" fmla="*/ 1975695 h 4449429"/>
              <a:gd name="connsiteX1029" fmla="*/ 12969405 w 18982931"/>
              <a:gd name="connsiteY1029" fmla="*/ 1979812 h 4449429"/>
              <a:gd name="connsiteX1030" fmla="*/ 12989987 w 18982931"/>
              <a:gd name="connsiteY1030" fmla="*/ 1913955 h 4449429"/>
              <a:gd name="connsiteX1031" fmla="*/ 12989987 w 18982931"/>
              <a:gd name="connsiteY1031" fmla="*/ 1469425 h 4449429"/>
              <a:gd name="connsiteX1032" fmla="*/ 13064076 w 18982931"/>
              <a:gd name="connsiteY1032" fmla="*/ 1395336 h 4449429"/>
              <a:gd name="connsiteX1033" fmla="*/ 13146396 w 18982931"/>
              <a:gd name="connsiteY1033" fmla="*/ 1395336 h 4449429"/>
              <a:gd name="connsiteX1034" fmla="*/ 13146396 w 18982931"/>
              <a:gd name="connsiteY1034" fmla="*/ 1111328 h 4449429"/>
              <a:gd name="connsiteX1035" fmla="*/ 13216366 w 18982931"/>
              <a:gd name="connsiteY1035" fmla="*/ 1103096 h 4449429"/>
              <a:gd name="connsiteX1036" fmla="*/ 13228716 w 18982931"/>
              <a:gd name="connsiteY1036" fmla="*/ 1041358 h 4449429"/>
              <a:gd name="connsiteX1037" fmla="*/ 13368662 w 18982931"/>
              <a:gd name="connsiteY1037" fmla="*/ 1041358 h 4449429"/>
              <a:gd name="connsiteX1038" fmla="*/ 13368662 w 18982931"/>
              <a:gd name="connsiteY1038" fmla="*/ 687379 h 4449429"/>
              <a:gd name="connsiteX1039" fmla="*/ 13483911 w 18982931"/>
              <a:gd name="connsiteY1039" fmla="*/ 687379 h 4449429"/>
              <a:gd name="connsiteX1040" fmla="*/ 13483911 w 18982931"/>
              <a:gd name="connsiteY1040" fmla="*/ 617404 h 4449429"/>
              <a:gd name="connsiteX1041" fmla="*/ 13483911 w 18982931"/>
              <a:gd name="connsiteY1041" fmla="*/ 131714 h 4449429"/>
              <a:gd name="connsiteX1042" fmla="*/ 13541534 w 18982931"/>
              <a:gd name="connsiteY1042" fmla="*/ 74089 h 4449429"/>
              <a:gd name="connsiteX1043" fmla="*/ 13685593 w 18982931"/>
              <a:gd name="connsiteY1043" fmla="*/ 74089 h 4449429"/>
              <a:gd name="connsiteX1044" fmla="*/ 13730872 w 18982931"/>
              <a:gd name="connsiteY1044" fmla="*/ 49392 h 4449429"/>
              <a:gd name="connsiteX1045" fmla="*/ 13739104 w 18982931"/>
              <a:gd name="connsiteY1045" fmla="*/ 0 h 4449429"/>
              <a:gd name="connsiteX0-1" fmla="*/ 16404499 w 18982931"/>
              <a:gd name="connsiteY0-2" fmla="*/ 4309270 h 4449429"/>
              <a:gd name="connsiteX1-3" fmla="*/ 16404499 w 18982931"/>
              <a:gd name="connsiteY1-4" fmla="*/ 4366104 h 4449429"/>
              <a:gd name="connsiteX2-5" fmla="*/ 16461332 w 18982931"/>
              <a:gd name="connsiteY2-6" fmla="*/ 4366104 h 4449429"/>
              <a:gd name="connsiteX3-7" fmla="*/ 16461332 w 18982931"/>
              <a:gd name="connsiteY3-8" fmla="*/ 4309270 h 4449429"/>
              <a:gd name="connsiteX4-9" fmla="*/ 16404499 w 18982931"/>
              <a:gd name="connsiteY4-10" fmla="*/ 4309270 h 4449429"/>
              <a:gd name="connsiteX5-11" fmla="*/ 16292444 w 18982931"/>
              <a:gd name="connsiteY5-12" fmla="*/ 4309270 h 4449429"/>
              <a:gd name="connsiteX6-13" fmla="*/ 16292444 w 18982931"/>
              <a:gd name="connsiteY6-14" fmla="*/ 4366104 h 4449429"/>
              <a:gd name="connsiteX7-15" fmla="*/ 16349278 w 18982931"/>
              <a:gd name="connsiteY7-16" fmla="*/ 4366104 h 4449429"/>
              <a:gd name="connsiteX8-17" fmla="*/ 16349278 w 18982931"/>
              <a:gd name="connsiteY8-18" fmla="*/ 4309270 h 4449429"/>
              <a:gd name="connsiteX9-19" fmla="*/ 16292444 w 18982931"/>
              <a:gd name="connsiteY9-20" fmla="*/ 4309270 h 4449429"/>
              <a:gd name="connsiteX10-21" fmla="*/ 16180390 w 18982931"/>
              <a:gd name="connsiteY10-22" fmla="*/ 4309270 h 4449429"/>
              <a:gd name="connsiteX11-23" fmla="*/ 16180390 w 18982931"/>
              <a:gd name="connsiteY11-24" fmla="*/ 4366104 h 4449429"/>
              <a:gd name="connsiteX12-25" fmla="*/ 16237224 w 18982931"/>
              <a:gd name="connsiteY12-26" fmla="*/ 4366104 h 4449429"/>
              <a:gd name="connsiteX13-27" fmla="*/ 16237224 w 18982931"/>
              <a:gd name="connsiteY13-28" fmla="*/ 4309270 h 4449429"/>
              <a:gd name="connsiteX14-29" fmla="*/ 16180390 w 18982931"/>
              <a:gd name="connsiteY14-30" fmla="*/ 4309270 h 4449429"/>
              <a:gd name="connsiteX15-31" fmla="*/ 2813944 w 18982931"/>
              <a:gd name="connsiteY15-32" fmla="*/ 4309269 h 4449429"/>
              <a:gd name="connsiteX16-33" fmla="*/ 2813944 w 18982931"/>
              <a:gd name="connsiteY16-34" fmla="*/ 4366102 h 4449429"/>
              <a:gd name="connsiteX17-35" fmla="*/ 2870780 w 18982931"/>
              <a:gd name="connsiteY17-36" fmla="*/ 4366102 h 4449429"/>
              <a:gd name="connsiteX18-37" fmla="*/ 2870780 w 18982931"/>
              <a:gd name="connsiteY18-38" fmla="*/ 4309269 h 4449429"/>
              <a:gd name="connsiteX19-39" fmla="*/ 2813944 w 18982931"/>
              <a:gd name="connsiteY19-40" fmla="*/ 4309269 h 4449429"/>
              <a:gd name="connsiteX20-41" fmla="*/ 2701890 w 18982931"/>
              <a:gd name="connsiteY20-42" fmla="*/ 4309269 h 4449429"/>
              <a:gd name="connsiteX21-43" fmla="*/ 2701890 w 18982931"/>
              <a:gd name="connsiteY21-44" fmla="*/ 4366102 h 4449429"/>
              <a:gd name="connsiteX22-45" fmla="*/ 2758723 w 18982931"/>
              <a:gd name="connsiteY22-46" fmla="*/ 4366102 h 4449429"/>
              <a:gd name="connsiteX23-47" fmla="*/ 2758723 w 18982931"/>
              <a:gd name="connsiteY23-48" fmla="*/ 4309269 h 4449429"/>
              <a:gd name="connsiteX24-49" fmla="*/ 2701890 w 18982931"/>
              <a:gd name="connsiteY24-50" fmla="*/ 4309269 h 4449429"/>
              <a:gd name="connsiteX25-51" fmla="*/ 2589843 w 18982931"/>
              <a:gd name="connsiteY25-52" fmla="*/ 4309269 h 4449429"/>
              <a:gd name="connsiteX26-53" fmla="*/ 2589843 w 18982931"/>
              <a:gd name="connsiteY26-54" fmla="*/ 4366102 h 4449429"/>
              <a:gd name="connsiteX27-55" fmla="*/ 2646669 w 18982931"/>
              <a:gd name="connsiteY27-56" fmla="*/ 4366102 h 4449429"/>
              <a:gd name="connsiteX28-57" fmla="*/ 2646669 w 18982931"/>
              <a:gd name="connsiteY28-58" fmla="*/ 4309269 h 4449429"/>
              <a:gd name="connsiteX29-59" fmla="*/ 2589843 w 18982931"/>
              <a:gd name="connsiteY29-60" fmla="*/ 4309269 h 4449429"/>
              <a:gd name="connsiteX30-61" fmla="*/ 16404499 w 18982931"/>
              <a:gd name="connsiteY30-62" fmla="*/ 4163982 h 4449429"/>
              <a:gd name="connsiteX31-63" fmla="*/ 16404499 w 18982931"/>
              <a:gd name="connsiteY31-64" fmla="*/ 4220816 h 4449429"/>
              <a:gd name="connsiteX32-65" fmla="*/ 16461332 w 18982931"/>
              <a:gd name="connsiteY32-66" fmla="*/ 4220816 h 4449429"/>
              <a:gd name="connsiteX33-67" fmla="*/ 16461332 w 18982931"/>
              <a:gd name="connsiteY33-68" fmla="*/ 4163982 h 4449429"/>
              <a:gd name="connsiteX34-69" fmla="*/ 16404499 w 18982931"/>
              <a:gd name="connsiteY34-70" fmla="*/ 4163982 h 4449429"/>
              <a:gd name="connsiteX35-71" fmla="*/ 16292444 w 18982931"/>
              <a:gd name="connsiteY35-72" fmla="*/ 4163982 h 4449429"/>
              <a:gd name="connsiteX36-73" fmla="*/ 16292444 w 18982931"/>
              <a:gd name="connsiteY36-74" fmla="*/ 4220816 h 4449429"/>
              <a:gd name="connsiteX37-75" fmla="*/ 16349278 w 18982931"/>
              <a:gd name="connsiteY37-76" fmla="*/ 4220816 h 4449429"/>
              <a:gd name="connsiteX38-77" fmla="*/ 16349278 w 18982931"/>
              <a:gd name="connsiteY38-78" fmla="*/ 4163982 h 4449429"/>
              <a:gd name="connsiteX39-79" fmla="*/ 16292444 w 18982931"/>
              <a:gd name="connsiteY39-80" fmla="*/ 4163982 h 4449429"/>
              <a:gd name="connsiteX40-81" fmla="*/ 16180390 w 18982931"/>
              <a:gd name="connsiteY40-82" fmla="*/ 4163982 h 4449429"/>
              <a:gd name="connsiteX41-83" fmla="*/ 16180390 w 18982931"/>
              <a:gd name="connsiteY41-84" fmla="*/ 4220816 h 4449429"/>
              <a:gd name="connsiteX42-85" fmla="*/ 16237224 w 18982931"/>
              <a:gd name="connsiteY42-86" fmla="*/ 4220816 h 4449429"/>
              <a:gd name="connsiteX43-87" fmla="*/ 16237224 w 18982931"/>
              <a:gd name="connsiteY43-88" fmla="*/ 4163982 h 4449429"/>
              <a:gd name="connsiteX44-89" fmla="*/ 16180390 w 18982931"/>
              <a:gd name="connsiteY44-90" fmla="*/ 4163982 h 4449429"/>
              <a:gd name="connsiteX45-91" fmla="*/ 2813944 w 18982931"/>
              <a:gd name="connsiteY45-92" fmla="*/ 4163981 h 4449429"/>
              <a:gd name="connsiteX46-93" fmla="*/ 2813944 w 18982931"/>
              <a:gd name="connsiteY46-94" fmla="*/ 4220814 h 4449429"/>
              <a:gd name="connsiteX47-95" fmla="*/ 2870780 w 18982931"/>
              <a:gd name="connsiteY47-96" fmla="*/ 4220814 h 4449429"/>
              <a:gd name="connsiteX48-97" fmla="*/ 2870780 w 18982931"/>
              <a:gd name="connsiteY48-98" fmla="*/ 4163981 h 4449429"/>
              <a:gd name="connsiteX49-99" fmla="*/ 2813944 w 18982931"/>
              <a:gd name="connsiteY49-100" fmla="*/ 4163981 h 4449429"/>
              <a:gd name="connsiteX50-101" fmla="*/ 2701890 w 18982931"/>
              <a:gd name="connsiteY50-102" fmla="*/ 4163981 h 4449429"/>
              <a:gd name="connsiteX51-103" fmla="*/ 2701890 w 18982931"/>
              <a:gd name="connsiteY51-104" fmla="*/ 4220814 h 4449429"/>
              <a:gd name="connsiteX52-105" fmla="*/ 2758723 w 18982931"/>
              <a:gd name="connsiteY52-106" fmla="*/ 4220814 h 4449429"/>
              <a:gd name="connsiteX53-107" fmla="*/ 2758723 w 18982931"/>
              <a:gd name="connsiteY53-108" fmla="*/ 4163981 h 4449429"/>
              <a:gd name="connsiteX54-109" fmla="*/ 2701890 w 18982931"/>
              <a:gd name="connsiteY54-110" fmla="*/ 4163981 h 4449429"/>
              <a:gd name="connsiteX55-111" fmla="*/ 2589843 w 18982931"/>
              <a:gd name="connsiteY55-112" fmla="*/ 4163981 h 4449429"/>
              <a:gd name="connsiteX56-113" fmla="*/ 2589843 w 18982931"/>
              <a:gd name="connsiteY56-114" fmla="*/ 4220814 h 4449429"/>
              <a:gd name="connsiteX57-115" fmla="*/ 2646669 w 18982931"/>
              <a:gd name="connsiteY57-116" fmla="*/ 4220814 h 4449429"/>
              <a:gd name="connsiteX58-117" fmla="*/ 2646669 w 18982931"/>
              <a:gd name="connsiteY58-118" fmla="*/ 4163981 h 4449429"/>
              <a:gd name="connsiteX59-119" fmla="*/ 2589843 w 18982931"/>
              <a:gd name="connsiteY59-120" fmla="*/ 4163981 h 4449429"/>
              <a:gd name="connsiteX60-121" fmla="*/ 9851983 w 18982931"/>
              <a:gd name="connsiteY60-122" fmla="*/ 4073253 h 4449429"/>
              <a:gd name="connsiteX61-123" fmla="*/ 9851983 w 18982931"/>
              <a:gd name="connsiteY61-124" fmla="*/ 4282100 h 4449429"/>
              <a:gd name="connsiteX62-125" fmla="*/ 9897683 w 18982931"/>
              <a:gd name="connsiteY62-126" fmla="*/ 4282100 h 4449429"/>
              <a:gd name="connsiteX63-127" fmla="*/ 9897683 w 18982931"/>
              <a:gd name="connsiteY63-128" fmla="*/ 4073253 h 4449429"/>
              <a:gd name="connsiteX64-129" fmla="*/ 9851983 w 18982931"/>
              <a:gd name="connsiteY64-130" fmla="*/ 4073253 h 4449429"/>
              <a:gd name="connsiteX65-131" fmla="*/ 9760354 w 18982931"/>
              <a:gd name="connsiteY65-132" fmla="*/ 4073253 h 4449429"/>
              <a:gd name="connsiteX66-133" fmla="*/ 9760354 w 18982931"/>
              <a:gd name="connsiteY66-134" fmla="*/ 4282100 h 4449429"/>
              <a:gd name="connsiteX67-135" fmla="*/ 9806054 w 18982931"/>
              <a:gd name="connsiteY67-136" fmla="*/ 4282100 h 4449429"/>
              <a:gd name="connsiteX68-137" fmla="*/ 9806054 w 18982931"/>
              <a:gd name="connsiteY68-138" fmla="*/ 4073253 h 4449429"/>
              <a:gd name="connsiteX69-139" fmla="*/ 9760354 w 18982931"/>
              <a:gd name="connsiteY69-140" fmla="*/ 4073253 h 4449429"/>
              <a:gd name="connsiteX70-141" fmla="*/ 9668723 w 18982931"/>
              <a:gd name="connsiteY70-142" fmla="*/ 4073253 h 4449429"/>
              <a:gd name="connsiteX71-143" fmla="*/ 9668723 w 18982931"/>
              <a:gd name="connsiteY71-144" fmla="*/ 4282100 h 4449429"/>
              <a:gd name="connsiteX72-145" fmla="*/ 9714423 w 18982931"/>
              <a:gd name="connsiteY72-146" fmla="*/ 4282100 h 4449429"/>
              <a:gd name="connsiteX73-147" fmla="*/ 9714423 w 18982931"/>
              <a:gd name="connsiteY73-148" fmla="*/ 4073253 h 4449429"/>
              <a:gd name="connsiteX74-149" fmla="*/ 9668723 w 18982931"/>
              <a:gd name="connsiteY74-150" fmla="*/ 4073253 h 4449429"/>
              <a:gd name="connsiteX75-151" fmla="*/ 9577094 w 18982931"/>
              <a:gd name="connsiteY75-152" fmla="*/ 4073253 h 4449429"/>
              <a:gd name="connsiteX76-153" fmla="*/ 9577094 w 18982931"/>
              <a:gd name="connsiteY76-154" fmla="*/ 4282100 h 4449429"/>
              <a:gd name="connsiteX77-155" fmla="*/ 9622794 w 18982931"/>
              <a:gd name="connsiteY77-156" fmla="*/ 4282100 h 4449429"/>
              <a:gd name="connsiteX78-157" fmla="*/ 9622794 w 18982931"/>
              <a:gd name="connsiteY78-158" fmla="*/ 4073253 h 4449429"/>
              <a:gd name="connsiteX79-159" fmla="*/ 9577094 w 18982931"/>
              <a:gd name="connsiteY79-160" fmla="*/ 4073253 h 4449429"/>
              <a:gd name="connsiteX80-161" fmla="*/ 9485470 w 18982931"/>
              <a:gd name="connsiteY80-162" fmla="*/ 4073253 h 4449429"/>
              <a:gd name="connsiteX81-163" fmla="*/ 9485470 w 18982931"/>
              <a:gd name="connsiteY81-164" fmla="*/ 4282100 h 4449429"/>
              <a:gd name="connsiteX82-165" fmla="*/ 9531165 w 18982931"/>
              <a:gd name="connsiteY82-166" fmla="*/ 4282100 h 4449429"/>
              <a:gd name="connsiteX83-167" fmla="*/ 9531165 w 18982931"/>
              <a:gd name="connsiteY83-168" fmla="*/ 4073253 h 4449429"/>
              <a:gd name="connsiteX84-169" fmla="*/ 9485470 w 18982931"/>
              <a:gd name="connsiteY84-170" fmla="*/ 4073253 h 4449429"/>
              <a:gd name="connsiteX85-171" fmla="*/ 9393836 w 18982931"/>
              <a:gd name="connsiteY85-172" fmla="*/ 4073253 h 4449429"/>
              <a:gd name="connsiteX86-173" fmla="*/ 9393836 w 18982931"/>
              <a:gd name="connsiteY86-174" fmla="*/ 4282100 h 4449429"/>
              <a:gd name="connsiteX87-175" fmla="*/ 9439536 w 18982931"/>
              <a:gd name="connsiteY87-176" fmla="*/ 4282100 h 4449429"/>
              <a:gd name="connsiteX88-177" fmla="*/ 9439536 w 18982931"/>
              <a:gd name="connsiteY88-178" fmla="*/ 4073253 h 4449429"/>
              <a:gd name="connsiteX89-179" fmla="*/ 9393836 w 18982931"/>
              <a:gd name="connsiteY89-180" fmla="*/ 4073253 h 4449429"/>
              <a:gd name="connsiteX90-181" fmla="*/ 9302203 w 18982931"/>
              <a:gd name="connsiteY90-182" fmla="*/ 4073253 h 4449429"/>
              <a:gd name="connsiteX91-183" fmla="*/ 9302203 w 18982931"/>
              <a:gd name="connsiteY91-184" fmla="*/ 4282100 h 4449429"/>
              <a:gd name="connsiteX92-185" fmla="*/ 9347904 w 18982931"/>
              <a:gd name="connsiteY92-186" fmla="*/ 4282100 h 4449429"/>
              <a:gd name="connsiteX93-187" fmla="*/ 9347904 w 18982931"/>
              <a:gd name="connsiteY93-188" fmla="*/ 4073253 h 4449429"/>
              <a:gd name="connsiteX94-189" fmla="*/ 9302203 w 18982931"/>
              <a:gd name="connsiteY94-190" fmla="*/ 4073253 h 4449429"/>
              <a:gd name="connsiteX95-191" fmla="*/ 16404499 w 18982931"/>
              <a:gd name="connsiteY95-192" fmla="*/ 4018694 h 4449429"/>
              <a:gd name="connsiteX96-193" fmla="*/ 16404499 w 18982931"/>
              <a:gd name="connsiteY96-194" fmla="*/ 4075528 h 4449429"/>
              <a:gd name="connsiteX97-195" fmla="*/ 16461332 w 18982931"/>
              <a:gd name="connsiteY97-196" fmla="*/ 4075528 h 4449429"/>
              <a:gd name="connsiteX98-197" fmla="*/ 16461332 w 18982931"/>
              <a:gd name="connsiteY98-198" fmla="*/ 4018694 h 4449429"/>
              <a:gd name="connsiteX99-199" fmla="*/ 16404499 w 18982931"/>
              <a:gd name="connsiteY99-200" fmla="*/ 4018694 h 4449429"/>
              <a:gd name="connsiteX100-201" fmla="*/ 16292444 w 18982931"/>
              <a:gd name="connsiteY100-202" fmla="*/ 4018694 h 4449429"/>
              <a:gd name="connsiteX101-203" fmla="*/ 16292444 w 18982931"/>
              <a:gd name="connsiteY101-204" fmla="*/ 4075528 h 4449429"/>
              <a:gd name="connsiteX102-205" fmla="*/ 16349278 w 18982931"/>
              <a:gd name="connsiteY102-206" fmla="*/ 4075528 h 4449429"/>
              <a:gd name="connsiteX103-207" fmla="*/ 16349278 w 18982931"/>
              <a:gd name="connsiteY103-208" fmla="*/ 4018694 h 4449429"/>
              <a:gd name="connsiteX104-209" fmla="*/ 16292444 w 18982931"/>
              <a:gd name="connsiteY104-210" fmla="*/ 4018694 h 4449429"/>
              <a:gd name="connsiteX105-211" fmla="*/ 16180390 w 18982931"/>
              <a:gd name="connsiteY105-212" fmla="*/ 4018694 h 4449429"/>
              <a:gd name="connsiteX106-213" fmla="*/ 16180390 w 18982931"/>
              <a:gd name="connsiteY106-214" fmla="*/ 4075528 h 4449429"/>
              <a:gd name="connsiteX107-215" fmla="*/ 16237224 w 18982931"/>
              <a:gd name="connsiteY107-216" fmla="*/ 4075528 h 4449429"/>
              <a:gd name="connsiteX108-217" fmla="*/ 16237224 w 18982931"/>
              <a:gd name="connsiteY108-218" fmla="*/ 4018694 h 4449429"/>
              <a:gd name="connsiteX109-219" fmla="*/ 16180390 w 18982931"/>
              <a:gd name="connsiteY109-220" fmla="*/ 4018694 h 4449429"/>
              <a:gd name="connsiteX110-221" fmla="*/ 2813944 w 18982931"/>
              <a:gd name="connsiteY110-222" fmla="*/ 4018692 h 4449429"/>
              <a:gd name="connsiteX111-223" fmla="*/ 2813944 w 18982931"/>
              <a:gd name="connsiteY111-224" fmla="*/ 4075526 h 4449429"/>
              <a:gd name="connsiteX112-225" fmla="*/ 2870780 w 18982931"/>
              <a:gd name="connsiteY112-226" fmla="*/ 4075526 h 4449429"/>
              <a:gd name="connsiteX113-227" fmla="*/ 2870780 w 18982931"/>
              <a:gd name="connsiteY113-228" fmla="*/ 4018692 h 4449429"/>
              <a:gd name="connsiteX114-229" fmla="*/ 2813944 w 18982931"/>
              <a:gd name="connsiteY114-230" fmla="*/ 4018692 h 4449429"/>
              <a:gd name="connsiteX115-231" fmla="*/ 2701890 w 18982931"/>
              <a:gd name="connsiteY115-232" fmla="*/ 4018692 h 4449429"/>
              <a:gd name="connsiteX116-233" fmla="*/ 2701890 w 18982931"/>
              <a:gd name="connsiteY116-234" fmla="*/ 4075526 h 4449429"/>
              <a:gd name="connsiteX117-235" fmla="*/ 2758723 w 18982931"/>
              <a:gd name="connsiteY117-236" fmla="*/ 4075526 h 4449429"/>
              <a:gd name="connsiteX118-237" fmla="*/ 2758723 w 18982931"/>
              <a:gd name="connsiteY118-238" fmla="*/ 4018692 h 4449429"/>
              <a:gd name="connsiteX119-239" fmla="*/ 2701890 w 18982931"/>
              <a:gd name="connsiteY119-240" fmla="*/ 4018692 h 4449429"/>
              <a:gd name="connsiteX120-241" fmla="*/ 2589843 w 18982931"/>
              <a:gd name="connsiteY120-242" fmla="*/ 4018692 h 4449429"/>
              <a:gd name="connsiteX121-243" fmla="*/ 2589843 w 18982931"/>
              <a:gd name="connsiteY121-244" fmla="*/ 4075526 h 4449429"/>
              <a:gd name="connsiteX122-245" fmla="*/ 2646669 w 18982931"/>
              <a:gd name="connsiteY122-246" fmla="*/ 4075526 h 4449429"/>
              <a:gd name="connsiteX123-247" fmla="*/ 2646669 w 18982931"/>
              <a:gd name="connsiteY123-248" fmla="*/ 4018692 h 4449429"/>
              <a:gd name="connsiteX124-249" fmla="*/ 2589843 w 18982931"/>
              <a:gd name="connsiteY124-250" fmla="*/ 4018692 h 4449429"/>
              <a:gd name="connsiteX125-251" fmla="*/ 16404499 w 18982931"/>
              <a:gd name="connsiteY125-252" fmla="*/ 3873406 h 4449429"/>
              <a:gd name="connsiteX126-253" fmla="*/ 16404499 w 18982931"/>
              <a:gd name="connsiteY126-254" fmla="*/ 3930240 h 4449429"/>
              <a:gd name="connsiteX127-255" fmla="*/ 16461332 w 18982931"/>
              <a:gd name="connsiteY127-256" fmla="*/ 3930240 h 4449429"/>
              <a:gd name="connsiteX128-257" fmla="*/ 16461332 w 18982931"/>
              <a:gd name="connsiteY128-258" fmla="*/ 3873406 h 4449429"/>
              <a:gd name="connsiteX129-259" fmla="*/ 16404499 w 18982931"/>
              <a:gd name="connsiteY129-260" fmla="*/ 3873406 h 4449429"/>
              <a:gd name="connsiteX130-261" fmla="*/ 16292444 w 18982931"/>
              <a:gd name="connsiteY130-262" fmla="*/ 3873406 h 4449429"/>
              <a:gd name="connsiteX131-263" fmla="*/ 16292444 w 18982931"/>
              <a:gd name="connsiteY131-264" fmla="*/ 3930240 h 4449429"/>
              <a:gd name="connsiteX132-265" fmla="*/ 16349278 w 18982931"/>
              <a:gd name="connsiteY132-266" fmla="*/ 3930240 h 4449429"/>
              <a:gd name="connsiteX133-267" fmla="*/ 16349278 w 18982931"/>
              <a:gd name="connsiteY133-268" fmla="*/ 3873406 h 4449429"/>
              <a:gd name="connsiteX134-269" fmla="*/ 16292444 w 18982931"/>
              <a:gd name="connsiteY134-270" fmla="*/ 3873406 h 4449429"/>
              <a:gd name="connsiteX135-271" fmla="*/ 16180390 w 18982931"/>
              <a:gd name="connsiteY135-272" fmla="*/ 3873406 h 4449429"/>
              <a:gd name="connsiteX136-273" fmla="*/ 16180390 w 18982931"/>
              <a:gd name="connsiteY136-274" fmla="*/ 3930240 h 4449429"/>
              <a:gd name="connsiteX137-275" fmla="*/ 16237224 w 18982931"/>
              <a:gd name="connsiteY137-276" fmla="*/ 3930240 h 4449429"/>
              <a:gd name="connsiteX138-277" fmla="*/ 16237224 w 18982931"/>
              <a:gd name="connsiteY138-278" fmla="*/ 3873406 h 4449429"/>
              <a:gd name="connsiteX139-279" fmla="*/ 16180390 w 18982931"/>
              <a:gd name="connsiteY139-280" fmla="*/ 3873406 h 4449429"/>
              <a:gd name="connsiteX140-281" fmla="*/ 2813944 w 18982931"/>
              <a:gd name="connsiteY140-282" fmla="*/ 3873404 h 4449429"/>
              <a:gd name="connsiteX141-283" fmla="*/ 2813944 w 18982931"/>
              <a:gd name="connsiteY141-284" fmla="*/ 3930238 h 4449429"/>
              <a:gd name="connsiteX142-285" fmla="*/ 2870780 w 18982931"/>
              <a:gd name="connsiteY142-286" fmla="*/ 3930238 h 4449429"/>
              <a:gd name="connsiteX143-287" fmla="*/ 2870780 w 18982931"/>
              <a:gd name="connsiteY143-288" fmla="*/ 3873404 h 4449429"/>
              <a:gd name="connsiteX144-289" fmla="*/ 2813944 w 18982931"/>
              <a:gd name="connsiteY144-290" fmla="*/ 3873404 h 4449429"/>
              <a:gd name="connsiteX145-291" fmla="*/ 2701890 w 18982931"/>
              <a:gd name="connsiteY145-292" fmla="*/ 3873404 h 4449429"/>
              <a:gd name="connsiteX146-293" fmla="*/ 2701890 w 18982931"/>
              <a:gd name="connsiteY146-294" fmla="*/ 3930238 h 4449429"/>
              <a:gd name="connsiteX147-295" fmla="*/ 2758723 w 18982931"/>
              <a:gd name="connsiteY147-296" fmla="*/ 3930238 h 4449429"/>
              <a:gd name="connsiteX148-297" fmla="*/ 2758723 w 18982931"/>
              <a:gd name="connsiteY148-298" fmla="*/ 3873404 h 4449429"/>
              <a:gd name="connsiteX149-299" fmla="*/ 2701890 w 18982931"/>
              <a:gd name="connsiteY149-300" fmla="*/ 3873404 h 4449429"/>
              <a:gd name="connsiteX150-301" fmla="*/ 2589843 w 18982931"/>
              <a:gd name="connsiteY150-302" fmla="*/ 3873404 h 4449429"/>
              <a:gd name="connsiteX151-303" fmla="*/ 2589843 w 18982931"/>
              <a:gd name="connsiteY151-304" fmla="*/ 3930238 h 4449429"/>
              <a:gd name="connsiteX152-305" fmla="*/ 2646669 w 18982931"/>
              <a:gd name="connsiteY152-306" fmla="*/ 3930238 h 4449429"/>
              <a:gd name="connsiteX153-307" fmla="*/ 2646669 w 18982931"/>
              <a:gd name="connsiteY153-308" fmla="*/ 3873404 h 4449429"/>
              <a:gd name="connsiteX154-309" fmla="*/ 2589843 w 18982931"/>
              <a:gd name="connsiteY154-310" fmla="*/ 3873404 h 4449429"/>
              <a:gd name="connsiteX155-311" fmla="*/ 17351339 w 18982931"/>
              <a:gd name="connsiteY155-312" fmla="*/ 3769299 h 4449429"/>
              <a:gd name="connsiteX156-313" fmla="*/ 17351339 w 18982931"/>
              <a:gd name="connsiteY156-314" fmla="*/ 3815000 h 4449429"/>
              <a:gd name="connsiteX157-315" fmla="*/ 17560187 w 18982931"/>
              <a:gd name="connsiteY157-316" fmla="*/ 3815000 h 4449429"/>
              <a:gd name="connsiteX158-317" fmla="*/ 17560187 w 18982931"/>
              <a:gd name="connsiteY158-318" fmla="*/ 3769299 h 4449429"/>
              <a:gd name="connsiteX159-319" fmla="*/ 17351339 w 18982931"/>
              <a:gd name="connsiteY159-320" fmla="*/ 3769299 h 4449429"/>
              <a:gd name="connsiteX160-321" fmla="*/ 16404499 w 18982931"/>
              <a:gd name="connsiteY160-322" fmla="*/ 3728118 h 4449429"/>
              <a:gd name="connsiteX161-323" fmla="*/ 16404499 w 18982931"/>
              <a:gd name="connsiteY161-324" fmla="*/ 3784951 h 4449429"/>
              <a:gd name="connsiteX162-325" fmla="*/ 16461332 w 18982931"/>
              <a:gd name="connsiteY162-326" fmla="*/ 3784951 h 4449429"/>
              <a:gd name="connsiteX163-327" fmla="*/ 16461332 w 18982931"/>
              <a:gd name="connsiteY163-328" fmla="*/ 3728118 h 4449429"/>
              <a:gd name="connsiteX164-329" fmla="*/ 16404499 w 18982931"/>
              <a:gd name="connsiteY164-330" fmla="*/ 3728118 h 4449429"/>
              <a:gd name="connsiteX165-331" fmla="*/ 16292444 w 18982931"/>
              <a:gd name="connsiteY165-332" fmla="*/ 3728118 h 4449429"/>
              <a:gd name="connsiteX166-333" fmla="*/ 16292444 w 18982931"/>
              <a:gd name="connsiteY166-334" fmla="*/ 3784951 h 4449429"/>
              <a:gd name="connsiteX167-335" fmla="*/ 16349278 w 18982931"/>
              <a:gd name="connsiteY167-336" fmla="*/ 3784951 h 4449429"/>
              <a:gd name="connsiteX168-337" fmla="*/ 16349278 w 18982931"/>
              <a:gd name="connsiteY168-338" fmla="*/ 3728118 h 4449429"/>
              <a:gd name="connsiteX169-339" fmla="*/ 16292444 w 18982931"/>
              <a:gd name="connsiteY169-340" fmla="*/ 3728118 h 4449429"/>
              <a:gd name="connsiteX170-341" fmla="*/ 16180390 w 18982931"/>
              <a:gd name="connsiteY170-342" fmla="*/ 3728118 h 4449429"/>
              <a:gd name="connsiteX171-343" fmla="*/ 16180390 w 18982931"/>
              <a:gd name="connsiteY171-344" fmla="*/ 3784951 h 4449429"/>
              <a:gd name="connsiteX172-345" fmla="*/ 16237224 w 18982931"/>
              <a:gd name="connsiteY172-346" fmla="*/ 3784951 h 4449429"/>
              <a:gd name="connsiteX173-347" fmla="*/ 16237224 w 18982931"/>
              <a:gd name="connsiteY173-348" fmla="*/ 3728118 h 4449429"/>
              <a:gd name="connsiteX174-349" fmla="*/ 16180390 w 18982931"/>
              <a:gd name="connsiteY174-350" fmla="*/ 3728118 h 4449429"/>
              <a:gd name="connsiteX175-351" fmla="*/ 2813944 w 18982931"/>
              <a:gd name="connsiteY175-352" fmla="*/ 3728116 h 4449429"/>
              <a:gd name="connsiteX176-353" fmla="*/ 2813944 w 18982931"/>
              <a:gd name="connsiteY176-354" fmla="*/ 3784950 h 4449429"/>
              <a:gd name="connsiteX177-355" fmla="*/ 2870780 w 18982931"/>
              <a:gd name="connsiteY177-356" fmla="*/ 3784950 h 4449429"/>
              <a:gd name="connsiteX178-357" fmla="*/ 2870780 w 18982931"/>
              <a:gd name="connsiteY178-358" fmla="*/ 3728116 h 4449429"/>
              <a:gd name="connsiteX179-359" fmla="*/ 2813944 w 18982931"/>
              <a:gd name="connsiteY179-360" fmla="*/ 3728116 h 4449429"/>
              <a:gd name="connsiteX180-361" fmla="*/ 2701891 w 18982931"/>
              <a:gd name="connsiteY180-362" fmla="*/ 3728116 h 4449429"/>
              <a:gd name="connsiteX181-363" fmla="*/ 2701891 w 18982931"/>
              <a:gd name="connsiteY181-364" fmla="*/ 3784950 h 4449429"/>
              <a:gd name="connsiteX182-365" fmla="*/ 2758730 w 18982931"/>
              <a:gd name="connsiteY182-366" fmla="*/ 3784950 h 4449429"/>
              <a:gd name="connsiteX183-367" fmla="*/ 2758730 w 18982931"/>
              <a:gd name="connsiteY183-368" fmla="*/ 3728116 h 4449429"/>
              <a:gd name="connsiteX184-369" fmla="*/ 2701891 w 18982931"/>
              <a:gd name="connsiteY184-370" fmla="*/ 3728116 h 4449429"/>
              <a:gd name="connsiteX185-371" fmla="*/ 2589845 w 18982931"/>
              <a:gd name="connsiteY185-372" fmla="*/ 3728116 h 4449429"/>
              <a:gd name="connsiteX186-373" fmla="*/ 2589845 w 18982931"/>
              <a:gd name="connsiteY186-374" fmla="*/ 3784950 h 4449429"/>
              <a:gd name="connsiteX187-375" fmla="*/ 2646671 w 18982931"/>
              <a:gd name="connsiteY187-376" fmla="*/ 3784950 h 4449429"/>
              <a:gd name="connsiteX188-377" fmla="*/ 2646671 w 18982931"/>
              <a:gd name="connsiteY188-378" fmla="*/ 3728116 h 4449429"/>
              <a:gd name="connsiteX189-379" fmla="*/ 2589845 w 18982931"/>
              <a:gd name="connsiteY189-380" fmla="*/ 3728116 h 4449429"/>
              <a:gd name="connsiteX190-381" fmla="*/ 17351339 w 18982931"/>
              <a:gd name="connsiteY190-382" fmla="*/ 3677667 h 4449429"/>
              <a:gd name="connsiteX191-383" fmla="*/ 17351339 w 18982931"/>
              <a:gd name="connsiteY191-384" fmla="*/ 3723368 h 4449429"/>
              <a:gd name="connsiteX192-385" fmla="*/ 17560187 w 18982931"/>
              <a:gd name="connsiteY192-386" fmla="*/ 3723368 h 4449429"/>
              <a:gd name="connsiteX193-387" fmla="*/ 17560187 w 18982931"/>
              <a:gd name="connsiteY193-388" fmla="*/ 3677667 h 4449429"/>
              <a:gd name="connsiteX194-389" fmla="*/ 17351339 w 18982931"/>
              <a:gd name="connsiteY194-390" fmla="*/ 3677667 h 4449429"/>
              <a:gd name="connsiteX195-391" fmla="*/ 12612246 w 18982931"/>
              <a:gd name="connsiteY195-392" fmla="*/ 3645952 h 4449429"/>
              <a:gd name="connsiteX196-393" fmla="*/ 12612246 w 18982931"/>
              <a:gd name="connsiteY196-394" fmla="*/ 3702785 h 4449429"/>
              <a:gd name="connsiteX197-395" fmla="*/ 12669079 w 18982931"/>
              <a:gd name="connsiteY197-396" fmla="*/ 3702785 h 4449429"/>
              <a:gd name="connsiteX198-397" fmla="*/ 12669079 w 18982931"/>
              <a:gd name="connsiteY198-398" fmla="*/ 3645952 h 4449429"/>
              <a:gd name="connsiteX199-399" fmla="*/ 12612246 w 18982931"/>
              <a:gd name="connsiteY199-400" fmla="*/ 3645952 h 4449429"/>
              <a:gd name="connsiteX200-401" fmla="*/ 12500191 w 18982931"/>
              <a:gd name="connsiteY200-402" fmla="*/ 3645952 h 4449429"/>
              <a:gd name="connsiteX201-403" fmla="*/ 12500191 w 18982931"/>
              <a:gd name="connsiteY201-404" fmla="*/ 3702785 h 4449429"/>
              <a:gd name="connsiteX202-405" fmla="*/ 12557025 w 18982931"/>
              <a:gd name="connsiteY202-406" fmla="*/ 3702785 h 4449429"/>
              <a:gd name="connsiteX203-407" fmla="*/ 12557025 w 18982931"/>
              <a:gd name="connsiteY203-408" fmla="*/ 3645952 h 4449429"/>
              <a:gd name="connsiteX204-409" fmla="*/ 12500191 w 18982931"/>
              <a:gd name="connsiteY204-410" fmla="*/ 3645952 h 4449429"/>
              <a:gd name="connsiteX205-411" fmla="*/ 12388137 w 18982931"/>
              <a:gd name="connsiteY205-412" fmla="*/ 3645952 h 4449429"/>
              <a:gd name="connsiteX206-413" fmla="*/ 12388137 w 18982931"/>
              <a:gd name="connsiteY206-414" fmla="*/ 3702785 h 4449429"/>
              <a:gd name="connsiteX207-415" fmla="*/ 12444971 w 18982931"/>
              <a:gd name="connsiteY207-416" fmla="*/ 3702785 h 4449429"/>
              <a:gd name="connsiteX208-417" fmla="*/ 12444971 w 18982931"/>
              <a:gd name="connsiteY208-418" fmla="*/ 3645952 h 4449429"/>
              <a:gd name="connsiteX209-419" fmla="*/ 12388137 w 18982931"/>
              <a:gd name="connsiteY209-420" fmla="*/ 3645952 h 4449429"/>
              <a:gd name="connsiteX210-421" fmla="*/ 17351339 w 18982931"/>
              <a:gd name="connsiteY210-422" fmla="*/ 3586038 h 4449429"/>
              <a:gd name="connsiteX211-423" fmla="*/ 17351339 w 18982931"/>
              <a:gd name="connsiteY211-424" fmla="*/ 3631739 h 4449429"/>
              <a:gd name="connsiteX212-425" fmla="*/ 17560187 w 18982931"/>
              <a:gd name="connsiteY212-426" fmla="*/ 3631739 h 4449429"/>
              <a:gd name="connsiteX213-427" fmla="*/ 17560187 w 18982931"/>
              <a:gd name="connsiteY213-428" fmla="*/ 3586038 h 4449429"/>
              <a:gd name="connsiteX214-429" fmla="*/ 17351339 w 18982931"/>
              <a:gd name="connsiteY214-430" fmla="*/ 3586038 h 4449429"/>
              <a:gd name="connsiteX215-431" fmla="*/ 16404499 w 18982931"/>
              <a:gd name="connsiteY215-432" fmla="*/ 3582830 h 4449429"/>
              <a:gd name="connsiteX216-433" fmla="*/ 16404499 w 18982931"/>
              <a:gd name="connsiteY216-434" fmla="*/ 3639663 h 4449429"/>
              <a:gd name="connsiteX217-435" fmla="*/ 16461332 w 18982931"/>
              <a:gd name="connsiteY217-436" fmla="*/ 3639663 h 4449429"/>
              <a:gd name="connsiteX218-437" fmla="*/ 16461332 w 18982931"/>
              <a:gd name="connsiteY218-438" fmla="*/ 3582830 h 4449429"/>
              <a:gd name="connsiteX219-439" fmla="*/ 16404499 w 18982931"/>
              <a:gd name="connsiteY219-440" fmla="*/ 3582830 h 4449429"/>
              <a:gd name="connsiteX220-441" fmla="*/ 16292444 w 18982931"/>
              <a:gd name="connsiteY220-442" fmla="*/ 3582830 h 4449429"/>
              <a:gd name="connsiteX221-443" fmla="*/ 16292444 w 18982931"/>
              <a:gd name="connsiteY221-444" fmla="*/ 3639663 h 4449429"/>
              <a:gd name="connsiteX222-445" fmla="*/ 16349278 w 18982931"/>
              <a:gd name="connsiteY222-446" fmla="*/ 3639663 h 4449429"/>
              <a:gd name="connsiteX223-447" fmla="*/ 16349278 w 18982931"/>
              <a:gd name="connsiteY223-448" fmla="*/ 3582830 h 4449429"/>
              <a:gd name="connsiteX224-449" fmla="*/ 16292444 w 18982931"/>
              <a:gd name="connsiteY224-450" fmla="*/ 3582830 h 4449429"/>
              <a:gd name="connsiteX225-451" fmla="*/ 16180390 w 18982931"/>
              <a:gd name="connsiteY225-452" fmla="*/ 3582830 h 4449429"/>
              <a:gd name="connsiteX226-453" fmla="*/ 16180390 w 18982931"/>
              <a:gd name="connsiteY226-454" fmla="*/ 3639663 h 4449429"/>
              <a:gd name="connsiteX227-455" fmla="*/ 16237224 w 18982931"/>
              <a:gd name="connsiteY227-456" fmla="*/ 3639663 h 4449429"/>
              <a:gd name="connsiteX228-457" fmla="*/ 16237224 w 18982931"/>
              <a:gd name="connsiteY228-458" fmla="*/ 3582830 h 4449429"/>
              <a:gd name="connsiteX229-459" fmla="*/ 16180390 w 18982931"/>
              <a:gd name="connsiteY229-460" fmla="*/ 3582830 h 4449429"/>
              <a:gd name="connsiteX230-461" fmla="*/ 2813944 w 18982931"/>
              <a:gd name="connsiteY230-462" fmla="*/ 3582828 h 4449429"/>
              <a:gd name="connsiteX231-463" fmla="*/ 2813944 w 18982931"/>
              <a:gd name="connsiteY231-464" fmla="*/ 3639662 h 4449429"/>
              <a:gd name="connsiteX232-465" fmla="*/ 2870780 w 18982931"/>
              <a:gd name="connsiteY232-466" fmla="*/ 3639662 h 4449429"/>
              <a:gd name="connsiteX233-467" fmla="*/ 2870780 w 18982931"/>
              <a:gd name="connsiteY233-468" fmla="*/ 3582828 h 4449429"/>
              <a:gd name="connsiteX234-469" fmla="*/ 2813944 w 18982931"/>
              <a:gd name="connsiteY234-470" fmla="*/ 3582828 h 4449429"/>
              <a:gd name="connsiteX235-471" fmla="*/ 2701891 w 18982931"/>
              <a:gd name="connsiteY235-472" fmla="*/ 3582828 h 4449429"/>
              <a:gd name="connsiteX236-473" fmla="*/ 2701891 w 18982931"/>
              <a:gd name="connsiteY236-474" fmla="*/ 3639662 h 4449429"/>
              <a:gd name="connsiteX237-475" fmla="*/ 2758730 w 18982931"/>
              <a:gd name="connsiteY237-476" fmla="*/ 3639662 h 4449429"/>
              <a:gd name="connsiteX238-477" fmla="*/ 2758730 w 18982931"/>
              <a:gd name="connsiteY238-478" fmla="*/ 3582828 h 4449429"/>
              <a:gd name="connsiteX239-479" fmla="*/ 2701891 w 18982931"/>
              <a:gd name="connsiteY239-480" fmla="*/ 3582828 h 4449429"/>
              <a:gd name="connsiteX240-481" fmla="*/ 2589845 w 18982931"/>
              <a:gd name="connsiteY240-482" fmla="*/ 3582828 h 4449429"/>
              <a:gd name="connsiteX241-483" fmla="*/ 2589845 w 18982931"/>
              <a:gd name="connsiteY241-484" fmla="*/ 3639662 h 4449429"/>
              <a:gd name="connsiteX242-485" fmla="*/ 2646671 w 18982931"/>
              <a:gd name="connsiteY242-486" fmla="*/ 3639662 h 4449429"/>
              <a:gd name="connsiteX243-487" fmla="*/ 2646671 w 18982931"/>
              <a:gd name="connsiteY243-488" fmla="*/ 3582828 h 4449429"/>
              <a:gd name="connsiteX244-489" fmla="*/ 2589845 w 18982931"/>
              <a:gd name="connsiteY244-490" fmla="*/ 3582828 h 4449429"/>
              <a:gd name="connsiteX245-491" fmla="*/ 12612246 w 18982931"/>
              <a:gd name="connsiteY245-492" fmla="*/ 3500664 h 4449429"/>
              <a:gd name="connsiteX246-493" fmla="*/ 12612246 w 18982931"/>
              <a:gd name="connsiteY246-494" fmla="*/ 3557497 h 4449429"/>
              <a:gd name="connsiteX247-495" fmla="*/ 12669079 w 18982931"/>
              <a:gd name="connsiteY247-496" fmla="*/ 3557497 h 4449429"/>
              <a:gd name="connsiteX248-497" fmla="*/ 12669079 w 18982931"/>
              <a:gd name="connsiteY248-498" fmla="*/ 3500664 h 4449429"/>
              <a:gd name="connsiteX249-499" fmla="*/ 12612246 w 18982931"/>
              <a:gd name="connsiteY249-500" fmla="*/ 3500664 h 4449429"/>
              <a:gd name="connsiteX250-501" fmla="*/ 12500191 w 18982931"/>
              <a:gd name="connsiteY250-502" fmla="*/ 3500664 h 4449429"/>
              <a:gd name="connsiteX251-503" fmla="*/ 12500191 w 18982931"/>
              <a:gd name="connsiteY251-504" fmla="*/ 3557497 h 4449429"/>
              <a:gd name="connsiteX252-505" fmla="*/ 12557025 w 18982931"/>
              <a:gd name="connsiteY252-506" fmla="*/ 3557497 h 4449429"/>
              <a:gd name="connsiteX253-507" fmla="*/ 12557025 w 18982931"/>
              <a:gd name="connsiteY253-508" fmla="*/ 3500664 h 4449429"/>
              <a:gd name="connsiteX254-509" fmla="*/ 12500191 w 18982931"/>
              <a:gd name="connsiteY254-510" fmla="*/ 3500664 h 4449429"/>
              <a:gd name="connsiteX255-511" fmla="*/ 12388137 w 18982931"/>
              <a:gd name="connsiteY255-512" fmla="*/ 3500664 h 4449429"/>
              <a:gd name="connsiteX256-513" fmla="*/ 12388137 w 18982931"/>
              <a:gd name="connsiteY256-514" fmla="*/ 3557497 h 4449429"/>
              <a:gd name="connsiteX257-515" fmla="*/ 12444971 w 18982931"/>
              <a:gd name="connsiteY257-516" fmla="*/ 3557497 h 4449429"/>
              <a:gd name="connsiteX258-517" fmla="*/ 12444971 w 18982931"/>
              <a:gd name="connsiteY258-518" fmla="*/ 3500664 h 4449429"/>
              <a:gd name="connsiteX259-519" fmla="*/ 12388137 w 18982931"/>
              <a:gd name="connsiteY259-520" fmla="*/ 3500664 h 4449429"/>
              <a:gd name="connsiteX260-521" fmla="*/ 17351339 w 18982931"/>
              <a:gd name="connsiteY260-522" fmla="*/ 3492933 h 4449429"/>
              <a:gd name="connsiteX261-523" fmla="*/ 17351339 w 18982931"/>
              <a:gd name="connsiteY261-524" fmla="*/ 3538633 h 4449429"/>
              <a:gd name="connsiteX262-525" fmla="*/ 17560187 w 18982931"/>
              <a:gd name="connsiteY262-526" fmla="*/ 3538633 h 4449429"/>
              <a:gd name="connsiteX263-527" fmla="*/ 17560187 w 18982931"/>
              <a:gd name="connsiteY263-528" fmla="*/ 3492933 h 4449429"/>
              <a:gd name="connsiteX264-529" fmla="*/ 17351339 w 18982931"/>
              <a:gd name="connsiteY264-530" fmla="*/ 3492933 h 4449429"/>
              <a:gd name="connsiteX265-531" fmla="*/ 17351339 w 18982931"/>
              <a:gd name="connsiteY265-532" fmla="*/ 3401301 h 4449429"/>
              <a:gd name="connsiteX266-533" fmla="*/ 17351339 w 18982931"/>
              <a:gd name="connsiteY266-534" fmla="*/ 3447001 h 4449429"/>
              <a:gd name="connsiteX267-535" fmla="*/ 17560187 w 18982931"/>
              <a:gd name="connsiteY267-536" fmla="*/ 3447001 h 4449429"/>
              <a:gd name="connsiteX268-537" fmla="*/ 17560187 w 18982931"/>
              <a:gd name="connsiteY268-538" fmla="*/ 3401301 h 4449429"/>
              <a:gd name="connsiteX269-539" fmla="*/ 17351339 w 18982931"/>
              <a:gd name="connsiteY269-540" fmla="*/ 3401301 h 4449429"/>
              <a:gd name="connsiteX270-541" fmla="*/ 1596781 w 18982931"/>
              <a:gd name="connsiteY270-542" fmla="*/ 3357078 h 4449429"/>
              <a:gd name="connsiteX271-543" fmla="*/ 1596781 w 18982931"/>
              <a:gd name="connsiteY271-544" fmla="*/ 3402779 h 4449429"/>
              <a:gd name="connsiteX272-545" fmla="*/ 1805629 w 18982931"/>
              <a:gd name="connsiteY272-546" fmla="*/ 3402779 h 4449429"/>
              <a:gd name="connsiteX273-547" fmla="*/ 1805629 w 18982931"/>
              <a:gd name="connsiteY273-548" fmla="*/ 3357078 h 4449429"/>
              <a:gd name="connsiteX274-549" fmla="*/ 1596781 w 18982931"/>
              <a:gd name="connsiteY274-550" fmla="*/ 3357078 h 4449429"/>
              <a:gd name="connsiteX275-551" fmla="*/ 12612246 w 18982931"/>
              <a:gd name="connsiteY275-552" fmla="*/ 3355375 h 4449429"/>
              <a:gd name="connsiteX276-553" fmla="*/ 12612246 w 18982931"/>
              <a:gd name="connsiteY276-554" fmla="*/ 3412209 h 4449429"/>
              <a:gd name="connsiteX277-555" fmla="*/ 12669079 w 18982931"/>
              <a:gd name="connsiteY277-556" fmla="*/ 3412209 h 4449429"/>
              <a:gd name="connsiteX278-557" fmla="*/ 12669079 w 18982931"/>
              <a:gd name="connsiteY278-558" fmla="*/ 3355375 h 4449429"/>
              <a:gd name="connsiteX279-559" fmla="*/ 12612246 w 18982931"/>
              <a:gd name="connsiteY279-560" fmla="*/ 3355375 h 4449429"/>
              <a:gd name="connsiteX280-561" fmla="*/ 12500191 w 18982931"/>
              <a:gd name="connsiteY280-562" fmla="*/ 3355375 h 4449429"/>
              <a:gd name="connsiteX281-563" fmla="*/ 12500191 w 18982931"/>
              <a:gd name="connsiteY281-564" fmla="*/ 3412209 h 4449429"/>
              <a:gd name="connsiteX282-565" fmla="*/ 12557025 w 18982931"/>
              <a:gd name="connsiteY282-566" fmla="*/ 3412209 h 4449429"/>
              <a:gd name="connsiteX283-567" fmla="*/ 12557025 w 18982931"/>
              <a:gd name="connsiteY283-568" fmla="*/ 3355375 h 4449429"/>
              <a:gd name="connsiteX284-569" fmla="*/ 12500191 w 18982931"/>
              <a:gd name="connsiteY284-570" fmla="*/ 3355375 h 4449429"/>
              <a:gd name="connsiteX285-571" fmla="*/ 12388137 w 18982931"/>
              <a:gd name="connsiteY285-572" fmla="*/ 3355375 h 4449429"/>
              <a:gd name="connsiteX286-573" fmla="*/ 12388137 w 18982931"/>
              <a:gd name="connsiteY286-574" fmla="*/ 3412209 h 4449429"/>
              <a:gd name="connsiteX287-575" fmla="*/ 12444971 w 18982931"/>
              <a:gd name="connsiteY287-576" fmla="*/ 3412209 h 4449429"/>
              <a:gd name="connsiteX288-577" fmla="*/ 12444971 w 18982931"/>
              <a:gd name="connsiteY288-578" fmla="*/ 3355375 h 4449429"/>
              <a:gd name="connsiteX289-579" fmla="*/ 12388137 w 18982931"/>
              <a:gd name="connsiteY289-580" fmla="*/ 3355375 h 4449429"/>
              <a:gd name="connsiteX290-581" fmla="*/ 17351339 w 18982931"/>
              <a:gd name="connsiteY290-582" fmla="*/ 3309670 h 4449429"/>
              <a:gd name="connsiteX291-583" fmla="*/ 17351339 w 18982931"/>
              <a:gd name="connsiteY291-584" fmla="*/ 3355371 h 4449429"/>
              <a:gd name="connsiteX292-585" fmla="*/ 17560187 w 18982931"/>
              <a:gd name="connsiteY292-586" fmla="*/ 3355371 h 4449429"/>
              <a:gd name="connsiteX293-587" fmla="*/ 17560187 w 18982931"/>
              <a:gd name="connsiteY293-588" fmla="*/ 3309670 h 4449429"/>
              <a:gd name="connsiteX294-589" fmla="*/ 17351339 w 18982931"/>
              <a:gd name="connsiteY294-590" fmla="*/ 3309670 h 4449429"/>
              <a:gd name="connsiteX295-591" fmla="*/ 1596781 w 18982931"/>
              <a:gd name="connsiteY295-592" fmla="*/ 3265446 h 4449429"/>
              <a:gd name="connsiteX296-593" fmla="*/ 1596781 w 18982931"/>
              <a:gd name="connsiteY296-594" fmla="*/ 3311147 h 4449429"/>
              <a:gd name="connsiteX297-595" fmla="*/ 1805629 w 18982931"/>
              <a:gd name="connsiteY297-596" fmla="*/ 3311147 h 4449429"/>
              <a:gd name="connsiteX298-597" fmla="*/ 1805629 w 18982931"/>
              <a:gd name="connsiteY298-598" fmla="*/ 3265446 h 4449429"/>
              <a:gd name="connsiteX299-599" fmla="*/ 1596781 w 18982931"/>
              <a:gd name="connsiteY299-600" fmla="*/ 3265446 h 4449429"/>
              <a:gd name="connsiteX300-601" fmla="*/ 17351339 w 18982931"/>
              <a:gd name="connsiteY300-602" fmla="*/ 3218041 h 4449429"/>
              <a:gd name="connsiteX301-603" fmla="*/ 17351339 w 18982931"/>
              <a:gd name="connsiteY301-604" fmla="*/ 3263742 h 4449429"/>
              <a:gd name="connsiteX302-605" fmla="*/ 17560187 w 18982931"/>
              <a:gd name="connsiteY302-606" fmla="*/ 3263742 h 4449429"/>
              <a:gd name="connsiteX303-607" fmla="*/ 17560187 w 18982931"/>
              <a:gd name="connsiteY303-608" fmla="*/ 3218041 h 4449429"/>
              <a:gd name="connsiteX304-609" fmla="*/ 17351339 w 18982931"/>
              <a:gd name="connsiteY304-610" fmla="*/ 3218041 h 4449429"/>
              <a:gd name="connsiteX305-611" fmla="*/ 12612246 w 18982931"/>
              <a:gd name="connsiteY305-612" fmla="*/ 3210087 h 4449429"/>
              <a:gd name="connsiteX306-613" fmla="*/ 12612246 w 18982931"/>
              <a:gd name="connsiteY306-614" fmla="*/ 3266921 h 4449429"/>
              <a:gd name="connsiteX307-615" fmla="*/ 12669079 w 18982931"/>
              <a:gd name="connsiteY307-616" fmla="*/ 3266921 h 4449429"/>
              <a:gd name="connsiteX308-617" fmla="*/ 12669079 w 18982931"/>
              <a:gd name="connsiteY308-618" fmla="*/ 3210087 h 4449429"/>
              <a:gd name="connsiteX309-619" fmla="*/ 12612246 w 18982931"/>
              <a:gd name="connsiteY309-620" fmla="*/ 3210087 h 4449429"/>
              <a:gd name="connsiteX310-621" fmla="*/ 12500191 w 18982931"/>
              <a:gd name="connsiteY310-622" fmla="*/ 3210087 h 4449429"/>
              <a:gd name="connsiteX311-623" fmla="*/ 12500191 w 18982931"/>
              <a:gd name="connsiteY311-624" fmla="*/ 3266921 h 4449429"/>
              <a:gd name="connsiteX312-625" fmla="*/ 12557025 w 18982931"/>
              <a:gd name="connsiteY312-626" fmla="*/ 3266921 h 4449429"/>
              <a:gd name="connsiteX313-627" fmla="*/ 12557025 w 18982931"/>
              <a:gd name="connsiteY313-628" fmla="*/ 3210087 h 4449429"/>
              <a:gd name="connsiteX314-629" fmla="*/ 12500191 w 18982931"/>
              <a:gd name="connsiteY314-630" fmla="*/ 3210087 h 4449429"/>
              <a:gd name="connsiteX315-631" fmla="*/ 12388137 w 18982931"/>
              <a:gd name="connsiteY315-632" fmla="*/ 3210087 h 4449429"/>
              <a:gd name="connsiteX316-633" fmla="*/ 12388137 w 18982931"/>
              <a:gd name="connsiteY316-634" fmla="*/ 3266921 h 4449429"/>
              <a:gd name="connsiteX317-635" fmla="*/ 12444971 w 18982931"/>
              <a:gd name="connsiteY317-636" fmla="*/ 3266921 h 4449429"/>
              <a:gd name="connsiteX318-637" fmla="*/ 12444971 w 18982931"/>
              <a:gd name="connsiteY318-638" fmla="*/ 3210087 h 4449429"/>
              <a:gd name="connsiteX319-639" fmla="*/ 12388137 w 18982931"/>
              <a:gd name="connsiteY319-640" fmla="*/ 3210087 h 4449429"/>
              <a:gd name="connsiteX320-641" fmla="*/ 1596781 w 18982931"/>
              <a:gd name="connsiteY320-642" fmla="*/ 3173817 h 4449429"/>
              <a:gd name="connsiteX321-643" fmla="*/ 1596781 w 18982931"/>
              <a:gd name="connsiteY321-644" fmla="*/ 3219518 h 4449429"/>
              <a:gd name="connsiteX322-645" fmla="*/ 1805629 w 18982931"/>
              <a:gd name="connsiteY322-646" fmla="*/ 3219518 h 4449429"/>
              <a:gd name="connsiteX323-647" fmla="*/ 1805629 w 18982931"/>
              <a:gd name="connsiteY323-648" fmla="*/ 3173817 h 4449429"/>
              <a:gd name="connsiteX324-649" fmla="*/ 1596781 w 18982931"/>
              <a:gd name="connsiteY324-650" fmla="*/ 3173817 h 4449429"/>
              <a:gd name="connsiteX325-651" fmla="*/ 17351339 w 18982931"/>
              <a:gd name="connsiteY325-652" fmla="*/ 3126412 h 4449429"/>
              <a:gd name="connsiteX326-653" fmla="*/ 17351339 w 18982931"/>
              <a:gd name="connsiteY326-654" fmla="*/ 3172113 h 4449429"/>
              <a:gd name="connsiteX327-655" fmla="*/ 17560187 w 18982931"/>
              <a:gd name="connsiteY327-656" fmla="*/ 3172113 h 4449429"/>
              <a:gd name="connsiteX328-657" fmla="*/ 17560187 w 18982931"/>
              <a:gd name="connsiteY328-658" fmla="*/ 3126412 h 4449429"/>
              <a:gd name="connsiteX329-659" fmla="*/ 17351339 w 18982931"/>
              <a:gd name="connsiteY329-660" fmla="*/ 3126412 h 4449429"/>
              <a:gd name="connsiteX330-661" fmla="*/ 1596781 w 18982931"/>
              <a:gd name="connsiteY330-662" fmla="*/ 3080712 h 4449429"/>
              <a:gd name="connsiteX331-663" fmla="*/ 1596781 w 18982931"/>
              <a:gd name="connsiteY331-664" fmla="*/ 3126412 h 4449429"/>
              <a:gd name="connsiteX332-665" fmla="*/ 1805629 w 18982931"/>
              <a:gd name="connsiteY332-666" fmla="*/ 3126412 h 4449429"/>
              <a:gd name="connsiteX333-667" fmla="*/ 1805629 w 18982931"/>
              <a:gd name="connsiteY333-668" fmla="*/ 3080712 h 4449429"/>
              <a:gd name="connsiteX334-669" fmla="*/ 1596781 w 18982931"/>
              <a:gd name="connsiteY334-670" fmla="*/ 3080712 h 4449429"/>
              <a:gd name="connsiteX335-671" fmla="*/ 12612246 w 18982931"/>
              <a:gd name="connsiteY335-672" fmla="*/ 3064799 h 4449429"/>
              <a:gd name="connsiteX336-673" fmla="*/ 12612246 w 18982931"/>
              <a:gd name="connsiteY336-674" fmla="*/ 3121633 h 4449429"/>
              <a:gd name="connsiteX337-675" fmla="*/ 12669079 w 18982931"/>
              <a:gd name="connsiteY337-676" fmla="*/ 3121633 h 4449429"/>
              <a:gd name="connsiteX338-677" fmla="*/ 12669079 w 18982931"/>
              <a:gd name="connsiteY338-678" fmla="*/ 3064799 h 4449429"/>
              <a:gd name="connsiteX339-679" fmla="*/ 12612246 w 18982931"/>
              <a:gd name="connsiteY339-680" fmla="*/ 3064799 h 4449429"/>
              <a:gd name="connsiteX340-681" fmla="*/ 12500191 w 18982931"/>
              <a:gd name="connsiteY340-682" fmla="*/ 3064799 h 4449429"/>
              <a:gd name="connsiteX341-683" fmla="*/ 12500191 w 18982931"/>
              <a:gd name="connsiteY341-684" fmla="*/ 3121633 h 4449429"/>
              <a:gd name="connsiteX342-685" fmla="*/ 12557025 w 18982931"/>
              <a:gd name="connsiteY342-686" fmla="*/ 3121633 h 4449429"/>
              <a:gd name="connsiteX343-687" fmla="*/ 12557025 w 18982931"/>
              <a:gd name="connsiteY343-688" fmla="*/ 3064799 h 4449429"/>
              <a:gd name="connsiteX344-689" fmla="*/ 12500191 w 18982931"/>
              <a:gd name="connsiteY344-690" fmla="*/ 3064799 h 4449429"/>
              <a:gd name="connsiteX345-691" fmla="*/ 12388137 w 18982931"/>
              <a:gd name="connsiteY345-692" fmla="*/ 3064799 h 4449429"/>
              <a:gd name="connsiteX346-693" fmla="*/ 12388137 w 18982931"/>
              <a:gd name="connsiteY346-694" fmla="*/ 3121633 h 4449429"/>
              <a:gd name="connsiteX347-695" fmla="*/ 12444971 w 18982931"/>
              <a:gd name="connsiteY347-696" fmla="*/ 3121633 h 4449429"/>
              <a:gd name="connsiteX348-697" fmla="*/ 12444971 w 18982931"/>
              <a:gd name="connsiteY348-698" fmla="*/ 3064799 h 4449429"/>
              <a:gd name="connsiteX349-699" fmla="*/ 12388137 w 18982931"/>
              <a:gd name="connsiteY349-700" fmla="*/ 3064799 h 4449429"/>
              <a:gd name="connsiteX350-701" fmla="*/ 17351339 w 18982931"/>
              <a:gd name="connsiteY350-702" fmla="*/ 3034782 h 4449429"/>
              <a:gd name="connsiteX351-703" fmla="*/ 17351339 w 18982931"/>
              <a:gd name="connsiteY351-704" fmla="*/ 3080482 h 4449429"/>
              <a:gd name="connsiteX352-705" fmla="*/ 17560187 w 18982931"/>
              <a:gd name="connsiteY352-706" fmla="*/ 3080482 h 4449429"/>
              <a:gd name="connsiteX353-707" fmla="*/ 17560187 w 18982931"/>
              <a:gd name="connsiteY353-708" fmla="*/ 3034782 h 4449429"/>
              <a:gd name="connsiteX354-709" fmla="*/ 17351339 w 18982931"/>
              <a:gd name="connsiteY354-710" fmla="*/ 3034782 h 4449429"/>
              <a:gd name="connsiteX355-711" fmla="*/ 1596781 w 18982931"/>
              <a:gd name="connsiteY355-712" fmla="*/ 2989080 h 4449429"/>
              <a:gd name="connsiteX356-713" fmla="*/ 1596781 w 18982931"/>
              <a:gd name="connsiteY356-714" fmla="*/ 3034780 h 4449429"/>
              <a:gd name="connsiteX357-715" fmla="*/ 1805629 w 18982931"/>
              <a:gd name="connsiteY357-716" fmla="*/ 3034780 h 4449429"/>
              <a:gd name="connsiteX358-717" fmla="*/ 1805629 w 18982931"/>
              <a:gd name="connsiteY358-718" fmla="*/ 2989080 h 4449429"/>
              <a:gd name="connsiteX359-719" fmla="*/ 1596781 w 18982931"/>
              <a:gd name="connsiteY359-720" fmla="*/ 2989080 h 4449429"/>
              <a:gd name="connsiteX360-721" fmla="*/ 17351339 w 18982931"/>
              <a:gd name="connsiteY360-722" fmla="*/ 2943153 h 4449429"/>
              <a:gd name="connsiteX361-723" fmla="*/ 17351339 w 18982931"/>
              <a:gd name="connsiteY361-724" fmla="*/ 2988853 h 4449429"/>
              <a:gd name="connsiteX362-725" fmla="*/ 17560187 w 18982931"/>
              <a:gd name="connsiteY362-726" fmla="*/ 2988853 h 4449429"/>
              <a:gd name="connsiteX363-727" fmla="*/ 17560187 w 18982931"/>
              <a:gd name="connsiteY363-728" fmla="*/ 2943153 h 4449429"/>
              <a:gd name="connsiteX364-729" fmla="*/ 17351339 w 18982931"/>
              <a:gd name="connsiteY364-730" fmla="*/ 2943153 h 4449429"/>
              <a:gd name="connsiteX365-731" fmla="*/ 12612246 w 18982931"/>
              <a:gd name="connsiteY365-732" fmla="*/ 2919511 h 4449429"/>
              <a:gd name="connsiteX366-733" fmla="*/ 12612246 w 18982931"/>
              <a:gd name="connsiteY366-734" fmla="*/ 2976345 h 4449429"/>
              <a:gd name="connsiteX367-735" fmla="*/ 12669079 w 18982931"/>
              <a:gd name="connsiteY367-736" fmla="*/ 2976345 h 4449429"/>
              <a:gd name="connsiteX368-737" fmla="*/ 12669079 w 18982931"/>
              <a:gd name="connsiteY368-738" fmla="*/ 2919511 h 4449429"/>
              <a:gd name="connsiteX369-739" fmla="*/ 12612246 w 18982931"/>
              <a:gd name="connsiteY369-740" fmla="*/ 2919511 h 4449429"/>
              <a:gd name="connsiteX370-741" fmla="*/ 12500191 w 18982931"/>
              <a:gd name="connsiteY370-742" fmla="*/ 2919511 h 4449429"/>
              <a:gd name="connsiteX371-743" fmla="*/ 12500191 w 18982931"/>
              <a:gd name="connsiteY371-744" fmla="*/ 2976345 h 4449429"/>
              <a:gd name="connsiteX372-745" fmla="*/ 12557025 w 18982931"/>
              <a:gd name="connsiteY372-746" fmla="*/ 2976345 h 4449429"/>
              <a:gd name="connsiteX373-747" fmla="*/ 12557025 w 18982931"/>
              <a:gd name="connsiteY373-748" fmla="*/ 2919511 h 4449429"/>
              <a:gd name="connsiteX374-749" fmla="*/ 12500191 w 18982931"/>
              <a:gd name="connsiteY374-750" fmla="*/ 2919511 h 4449429"/>
              <a:gd name="connsiteX375-751" fmla="*/ 12388137 w 18982931"/>
              <a:gd name="connsiteY375-752" fmla="*/ 2919511 h 4449429"/>
              <a:gd name="connsiteX376-753" fmla="*/ 12388137 w 18982931"/>
              <a:gd name="connsiteY376-754" fmla="*/ 2976345 h 4449429"/>
              <a:gd name="connsiteX377-755" fmla="*/ 12444971 w 18982931"/>
              <a:gd name="connsiteY377-756" fmla="*/ 2976345 h 4449429"/>
              <a:gd name="connsiteX378-757" fmla="*/ 12444971 w 18982931"/>
              <a:gd name="connsiteY378-758" fmla="*/ 2919511 h 4449429"/>
              <a:gd name="connsiteX379-759" fmla="*/ 12388137 w 18982931"/>
              <a:gd name="connsiteY379-760" fmla="*/ 2919511 h 4449429"/>
              <a:gd name="connsiteX380-761" fmla="*/ 1596781 w 18982931"/>
              <a:gd name="connsiteY380-762" fmla="*/ 2897450 h 4449429"/>
              <a:gd name="connsiteX381-763" fmla="*/ 1596781 w 18982931"/>
              <a:gd name="connsiteY381-764" fmla="*/ 2943150 h 4449429"/>
              <a:gd name="connsiteX382-765" fmla="*/ 1805629 w 18982931"/>
              <a:gd name="connsiteY382-766" fmla="*/ 2943150 h 4449429"/>
              <a:gd name="connsiteX383-767" fmla="*/ 1805629 w 18982931"/>
              <a:gd name="connsiteY383-768" fmla="*/ 2897450 h 4449429"/>
              <a:gd name="connsiteX384-769" fmla="*/ 1596781 w 18982931"/>
              <a:gd name="connsiteY384-770" fmla="*/ 2897450 h 4449429"/>
              <a:gd name="connsiteX385-771" fmla="*/ 17351339 w 18982931"/>
              <a:gd name="connsiteY385-772" fmla="*/ 2851522 h 4449429"/>
              <a:gd name="connsiteX386-773" fmla="*/ 17351339 w 18982931"/>
              <a:gd name="connsiteY386-774" fmla="*/ 2897223 h 4449429"/>
              <a:gd name="connsiteX387-775" fmla="*/ 17560187 w 18982931"/>
              <a:gd name="connsiteY387-776" fmla="*/ 2897223 h 4449429"/>
              <a:gd name="connsiteX388-777" fmla="*/ 17560187 w 18982931"/>
              <a:gd name="connsiteY388-778" fmla="*/ 2851522 h 4449429"/>
              <a:gd name="connsiteX389-779" fmla="*/ 17351339 w 18982931"/>
              <a:gd name="connsiteY389-780" fmla="*/ 2851522 h 4449429"/>
              <a:gd name="connsiteX390-781" fmla="*/ 1596781 w 18982931"/>
              <a:gd name="connsiteY390-782" fmla="*/ 2805821 h 4449429"/>
              <a:gd name="connsiteX391-783" fmla="*/ 1596781 w 18982931"/>
              <a:gd name="connsiteY391-784" fmla="*/ 2851521 h 4449429"/>
              <a:gd name="connsiteX392-785" fmla="*/ 1805629 w 18982931"/>
              <a:gd name="connsiteY392-786" fmla="*/ 2851521 h 4449429"/>
              <a:gd name="connsiteX393-787" fmla="*/ 1805629 w 18982931"/>
              <a:gd name="connsiteY393-788" fmla="*/ 2805821 h 4449429"/>
              <a:gd name="connsiteX394-789" fmla="*/ 1596781 w 18982931"/>
              <a:gd name="connsiteY394-790" fmla="*/ 2805821 h 4449429"/>
              <a:gd name="connsiteX395-791" fmla="*/ 1596781 w 18982931"/>
              <a:gd name="connsiteY395-792" fmla="*/ 2714192 h 4449429"/>
              <a:gd name="connsiteX396-793" fmla="*/ 1596781 w 18982931"/>
              <a:gd name="connsiteY396-794" fmla="*/ 2759892 h 4449429"/>
              <a:gd name="connsiteX397-795" fmla="*/ 1805629 w 18982931"/>
              <a:gd name="connsiteY397-796" fmla="*/ 2759892 h 4449429"/>
              <a:gd name="connsiteX398-797" fmla="*/ 1805629 w 18982931"/>
              <a:gd name="connsiteY398-798" fmla="*/ 2714192 h 4449429"/>
              <a:gd name="connsiteX399-799" fmla="*/ 1596781 w 18982931"/>
              <a:gd name="connsiteY399-800" fmla="*/ 2714192 h 4449429"/>
              <a:gd name="connsiteX400-801" fmla="*/ 4422120 w 18982931"/>
              <a:gd name="connsiteY400-802" fmla="*/ 2688604 h 4449429"/>
              <a:gd name="connsiteX401-803" fmla="*/ 4422120 w 18982931"/>
              <a:gd name="connsiteY401-804" fmla="*/ 2851522 h 4449429"/>
              <a:gd name="connsiteX402-805" fmla="*/ 4459897 w 18982931"/>
              <a:gd name="connsiteY402-806" fmla="*/ 2851522 h 4449429"/>
              <a:gd name="connsiteX403-807" fmla="*/ 4459897 w 18982931"/>
              <a:gd name="connsiteY403-808" fmla="*/ 2688604 h 4449429"/>
              <a:gd name="connsiteX404-809" fmla="*/ 4422120 w 18982931"/>
              <a:gd name="connsiteY404-810" fmla="*/ 2688604 h 4449429"/>
              <a:gd name="connsiteX405-811" fmla="*/ 4346370 w 18982931"/>
              <a:gd name="connsiteY405-812" fmla="*/ 2688604 h 4449429"/>
              <a:gd name="connsiteX406-813" fmla="*/ 4346370 w 18982931"/>
              <a:gd name="connsiteY406-814" fmla="*/ 2851522 h 4449429"/>
              <a:gd name="connsiteX407-815" fmla="*/ 4384149 w 18982931"/>
              <a:gd name="connsiteY407-816" fmla="*/ 2851522 h 4449429"/>
              <a:gd name="connsiteX408-817" fmla="*/ 4384149 w 18982931"/>
              <a:gd name="connsiteY408-818" fmla="*/ 2688604 h 4449429"/>
              <a:gd name="connsiteX409-819" fmla="*/ 4346370 w 18982931"/>
              <a:gd name="connsiteY409-820" fmla="*/ 2688604 h 4449429"/>
              <a:gd name="connsiteX410-821" fmla="*/ 4270624 w 18982931"/>
              <a:gd name="connsiteY410-822" fmla="*/ 2688604 h 4449429"/>
              <a:gd name="connsiteX411-823" fmla="*/ 4270624 w 18982931"/>
              <a:gd name="connsiteY411-824" fmla="*/ 2851522 h 4449429"/>
              <a:gd name="connsiteX412-825" fmla="*/ 4308407 w 18982931"/>
              <a:gd name="connsiteY412-826" fmla="*/ 2851522 h 4449429"/>
              <a:gd name="connsiteX413-827" fmla="*/ 4308407 w 18982931"/>
              <a:gd name="connsiteY413-828" fmla="*/ 2688604 h 4449429"/>
              <a:gd name="connsiteX414-829" fmla="*/ 4270624 w 18982931"/>
              <a:gd name="connsiteY414-830" fmla="*/ 2688604 h 4449429"/>
              <a:gd name="connsiteX415-831" fmla="*/ 4194881 w 18982931"/>
              <a:gd name="connsiteY415-832" fmla="*/ 2688604 h 4449429"/>
              <a:gd name="connsiteX416-833" fmla="*/ 4194881 w 18982931"/>
              <a:gd name="connsiteY416-834" fmla="*/ 2851522 h 4449429"/>
              <a:gd name="connsiteX417-835" fmla="*/ 4232658 w 18982931"/>
              <a:gd name="connsiteY417-836" fmla="*/ 2851522 h 4449429"/>
              <a:gd name="connsiteX418-837" fmla="*/ 4232658 w 18982931"/>
              <a:gd name="connsiteY418-838" fmla="*/ 2688604 h 4449429"/>
              <a:gd name="connsiteX419-839" fmla="*/ 4194881 w 18982931"/>
              <a:gd name="connsiteY419-840" fmla="*/ 2688604 h 4449429"/>
              <a:gd name="connsiteX420-841" fmla="*/ 4119132 w 18982931"/>
              <a:gd name="connsiteY420-842" fmla="*/ 2688604 h 4449429"/>
              <a:gd name="connsiteX421-843" fmla="*/ 4119132 w 18982931"/>
              <a:gd name="connsiteY421-844" fmla="*/ 2851522 h 4449429"/>
              <a:gd name="connsiteX422-845" fmla="*/ 4156909 w 18982931"/>
              <a:gd name="connsiteY422-846" fmla="*/ 2851522 h 4449429"/>
              <a:gd name="connsiteX423-847" fmla="*/ 4156909 w 18982931"/>
              <a:gd name="connsiteY423-848" fmla="*/ 2688604 h 4449429"/>
              <a:gd name="connsiteX424-849" fmla="*/ 4119132 w 18982931"/>
              <a:gd name="connsiteY424-850" fmla="*/ 2688604 h 4449429"/>
              <a:gd name="connsiteX425-851" fmla="*/ 4043383 w 18982931"/>
              <a:gd name="connsiteY425-852" fmla="*/ 2688604 h 4449429"/>
              <a:gd name="connsiteX426-853" fmla="*/ 4043383 w 18982931"/>
              <a:gd name="connsiteY426-854" fmla="*/ 2851522 h 4449429"/>
              <a:gd name="connsiteX427-855" fmla="*/ 4081160 w 18982931"/>
              <a:gd name="connsiteY427-856" fmla="*/ 2851522 h 4449429"/>
              <a:gd name="connsiteX428-857" fmla="*/ 4081160 w 18982931"/>
              <a:gd name="connsiteY428-858" fmla="*/ 2688604 h 4449429"/>
              <a:gd name="connsiteX429-859" fmla="*/ 4043383 w 18982931"/>
              <a:gd name="connsiteY429-860" fmla="*/ 2688604 h 4449429"/>
              <a:gd name="connsiteX430-861" fmla="*/ 3967636 w 18982931"/>
              <a:gd name="connsiteY430-862" fmla="*/ 2688604 h 4449429"/>
              <a:gd name="connsiteX431-863" fmla="*/ 3967636 w 18982931"/>
              <a:gd name="connsiteY431-864" fmla="*/ 2851522 h 4449429"/>
              <a:gd name="connsiteX432-865" fmla="*/ 4005415 w 18982931"/>
              <a:gd name="connsiteY432-866" fmla="*/ 2851522 h 4449429"/>
              <a:gd name="connsiteX433-867" fmla="*/ 4005415 w 18982931"/>
              <a:gd name="connsiteY433-868" fmla="*/ 2688604 h 4449429"/>
              <a:gd name="connsiteX434-869" fmla="*/ 3967636 w 18982931"/>
              <a:gd name="connsiteY434-870" fmla="*/ 2688604 h 4449429"/>
              <a:gd name="connsiteX435-871" fmla="*/ 3891895 w 18982931"/>
              <a:gd name="connsiteY435-872" fmla="*/ 2688604 h 4449429"/>
              <a:gd name="connsiteX436-873" fmla="*/ 3891895 w 18982931"/>
              <a:gd name="connsiteY436-874" fmla="*/ 2851522 h 4449429"/>
              <a:gd name="connsiteX437-875" fmla="*/ 3929672 w 18982931"/>
              <a:gd name="connsiteY437-876" fmla="*/ 2851522 h 4449429"/>
              <a:gd name="connsiteX438-877" fmla="*/ 3929672 w 18982931"/>
              <a:gd name="connsiteY438-878" fmla="*/ 2688604 h 4449429"/>
              <a:gd name="connsiteX439-879" fmla="*/ 3891895 w 18982931"/>
              <a:gd name="connsiteY439-880" fmla="*/ 2688604 h 4449429"/>
              <a:gd name="connsiteX440-881" fmla="*/ 15043403 w 18982931"/>
              <a:gd name="connsiteY440-882" fmla="*/ 2685661 h 4449429"/>
              <a:gd name="connsiteX441-883" fmla="*/ 15043403 w 18982931"/>
              <a:gd name="connsiteY441-884" fmla="*/ 2894508 h 4449429"/>
              <a:gd name="connsiteX442-885" fmla="*/ 15089105 w 18982931"/>
              <a:gd name="connsiteY442-886" fmla="*/ 2894508 h 4449429"/>
              <a:gd name="connsiteX443-887" fmla="*/ 15089105 w 18982931"/>
              <a:gd name="connsiteY443-888" fmla="*/ 2685661 h 4449429"/>
              <a:gd name="connsiteX444-889" fmla="*/ 15043403 w 18982931"/>
              <a:gd name="connsiteY444-890" fmla="*/ 2685661 h 4449429"/>
              <a:gd name="connsiteX445-891" fmla="*/ 14951773 w 18982931"/>
              <a:gd name="connsiteY445-892" fmla="*/ 2685661 h 4449429"/>
              <a:gd name="connsiteX446-893" fmla="*/ 14951773 w 18982931"/>
              <a:gd name="connsiteY446-894" fmla="*/ 2894508 h 4449429"/>
              <a:gd name="connsiteX447-895" fmla="*/ 14997475 w 18982931"/>
              <a:gd name="connsiteY447-896" fmla="*/ 2894508 h 4449429"/>
              <a:gd name="connsiteX448-897" fmla="*/ 14997475 w 18982931"/>
              <a:gd name="connsiteY448-898" fmla="*/ 2685661 h 4449429"/>
              <a:gd name="connsiteX449-899" fmla="*/ 14951773 w 18982931"/>
              <a:gd name="connsiteY449-900" fmla="*/ 2685661 h 4449429"/>
              <a:gd name="connsiteX450-901" fmla="*/ 14860145 w 18982931"/>
              <a:gd name="connsiteY450-902" fmla="*/ 2685661 h 4449429"/>
              <a:gd name="connsiteX451-903" fmla="*/ 14860145 w 18982931"/>
              <a:gd name="connsiteY451-904" fmla="*/ 2894508 h 4449429"/>
              <a:gd name="connsiteX452-905" fmla="*/ 14905844 w 18982931"/>
              <a:gd name="connsiteY452-906" fmla="*/ 2894508 h 4449429"/>
              <a:gd name="connsiteX453-907" fmla="*/ 14905844 w 18982931"/>
              <a:gd name="connsiteY453-908" fmla="*/ 2685661 h 4449429"/>
              <a:gd name="connsiteX454-909" fmla="*/ 14860145 w 18982931"/>
              <a:gd name="connsiteY454-910" fmla="*/ 2685661 h 4449429"/>
              <a:gd name="connsiteX455-911" fmla="*/ 14768515 w 18982931"/>
              <a:gd name="connsiteY455-912" fmla="*/ 2685661 h 4449429"/>
              <a:gd name="connsiteX456-913" fmla="*/ 14768515 w 18982931"/>
              <a:gd name="connsiteY456-914" fmla="*/ 2894508 h 4449429"/>
              <a:gd name="connsiteX457-915" fmla="*/ 14814217 w 18982931"/>
              <a:gd name="connsiteY457-916" fmla="*/ 2894508 h 4449429"/>
              <a:gd name="connsiteX458-917" fmla="*/ 14814217 w 18982931"/>
              <a:gd name="connsiteY458-918" fmla="*/ 2685661 h 4449429"/>
              <a:gd name="connsiteX459-919" fmla="*/ 14768515 w 18982931"/>
              <a:gd name="connsiteY459-920" fmla="*/ 2685661 h 4449429"/>
              <a:gd name="connsiteX460-921" fmla="*/ 14676884 w 18982931"/>
              <a:gd name="connsiteY460-922" fmla="*/ 2685661 h 4449429"/>
              <a:gd name="connsiteX461-923" fmla="*/ 14676884 w 18982931"/>
              <a:gd name="connsiteY461-924" fmla="*/ 2894508 h 4449429"/>
              <a:gd name="connsiteX462-925" fmla="*/ 14722586 w 18982931"/>
              <a:gd name="connsiteY462-926" fmla="*/ 2894508 h 4449429"/>
              <a:gd name="connsiteX463-927" fmla="*/ 14722586 w 18982931"/>
              <a:gd name="connsiteY463-928" fmla="*/ 2685661 h 4449429"/>
              <a:gd name="connsiteX464-929" fmla="*/ 14676884 w 18982931"/>
              <a:gd name="connsiteY464-930" fmla="*/ 2685661 h 4449429"/>
              <a:gd name="connsiteX465-931" fmla="*/ 14585255 w 18982931"/>
              <a:gd name="connsiteY465-932" fmla="*/ 2685661 h 4449429"/>
              <a:gd name="connsiteX466-933" fmla="*/ 14585255 w 18982931"/>
              <a:gd name="connsiteY466-934" fmla="*/ 2894508 h 4449429"/>
              <a:gd name="connsiteX467-935" fmla="*/ 14630955 w 18982931"/>
              <a:gd name="connsiteY467-936" fmla="*/ 2894508 h 4449429"/>
              <a:gd name="connsiteX468-937" fmla="*/ 14630955 w 18982931"/>
              <a:gd name="connsiteY468-938" fmla="*/ 2685661 h 4449429"/>
              <a:gd name="connsiteX469-939" fmla="*/ 14585255 w 18982931"/>
              <a:gd name="connsiteY469-940" fmla="*/ 2685661 h 4449429"/>
              <a:gd name="connsiteX470-941" fmla="*/ 14493625 w 18982931"/>
              <a:gd name="connsiteY470-942" fmla="*/ 2685661 h 4449429"/>
              <a:gd name="connsiteX471-943" fmla="*/ 14493625 w 18982931"/>
              <a:gd name="connsiteY471-944" fmla="*/ 2894508 h 4449429"/>
              <a:gd name="connsiteX472-945" fmla="*/ 14539325 w 18982931"/>
              <a:gd name="connsiteY472-946" fmla="*/ 2894508 h 4449429"/>
              <a:gd name="connsiteX473-947" fmla="*/ 14539325 w 18982931"/>
              <a:gd name="connsiteY473-948" fmla="*/ 2685661 h 4449429"/>
              <a:gd name="connsiteX474-949" fmla="*/ 14493625 w 18982931"/>
              <a:gd name="connsiteY474-950" fmla="*/ 2685661 h 4449429"/>
              <a:gd name="connsiteX475-951" fmla="*/ 2875284 w 18982931"/>
              <a:gd name="connsiteY475-952" fmla="*/ 2661196 h 4449429"/>
              <a:gd name="connsiteX476-953" fmla="*/ 2875284 w 18982931"/>
              <a:gd name="connsiteY476-954" fmla="*/ 3265443 h 4449429"/>
              <a:gd name="connsiteX477-955" fmla="*/ 2913063 w 18982931"/>
              <a:gd name="connsiteY477-956" fmla="*/ 3265443 h 4449429"/>
              <a:gd name="connsiteX478-957" fmla="*/ 2913063 w 18982931"/>
              <a:gd name="connsiteY478-958" fmla="*/ 2661196 h 4449429"/>
              <a:gd name="connsiteX479-959" fmla="*/ 2875284 w 18982931"/>
              <a:gd name="connsiteY479-960" fmla="*/ 2661196 h 4449429"/>
              <a:gd name="connsiteX480-961" fmla="*/ 2769698 w 18982931"/>
              <a:gd name="connsiteY480-962" fmla="*/ 2661196 h 4449429"/>
              <a:gd name="connsiteX481-963" fmla="*/ 2769698 w 18982931"/>
              <a:gd name="connsiteY481-964" fmla="*/ 3265443 h 4449429"/>
              <a:gd name="connsiteX482-965" fmla="*/ 2807479 w 18982931"/>
              <a:gd name="connsiteY482-966" fmla="*/ 3265443 h 4449429"/>
              <a:gd name="connsiteX483-967" fmla="*/ 2807479 w 18982931"/>
              <a:gd name="connsiteY483-968" fmla="*/ 2661196 h 4449429"/>
              <a:gd name="connsiteX484-969" fmla="*/ 2769698 w 18982931"/>
              <a:gd name="connsiteY484-970" fmla="*/ 2661196 h 4449429"/>
              <a:gd name="connsiteX485-971" fmla="*/ 2664114 w 18982931"/>
              <a:gd name="connsiteY485-972" fmla="*/ 2661196 h 4449429"/>
              <a:gd name="connsiteX486-973" fmla="*/ 2664114 w 18982931"/>
              <a:gd name="connsiteY486-974" fmla="*/ 3265443 h 4449429"/>
              <a:gd name="connsiteX487-975" fmla="*/ 2701891 w 18982931"/>
              <a:gd name="connsiteY487-976" fmla="*/ 3265443 h 4449429"/>
              <a:gd name="connsiteX488-977" fmla="*/ 2701891 w 18982931"/>
              <a:gd name="connsiteY488-978" fmla="*/ 2661196 h 4449429"/>
              <a:gd name="connsiteX489-979" fmla="*/ 2664114 w 18982931"/>
              <a:gd name="connsiteY489-980" fmla="*/ 2661196 h 4449429"/>
              <a:gd name="connsiteX490-981" fmla="*/ 2558534 w 18982931"/>
              <a:gd name="connsiteY490-982" fmla="*/ 2661196 h 4449429"/>
              <a:gd name="connsiteX491-983" fmla="*/ 2558534 w 18982931"/>
              <a:gd name="connsiteY491-984" fmla="*/ 3265443 h 4449429"/>
              <a:gd name="connsiteX492-985" fmla="*/ 2596306 w 18982931"/>
              <a:gd name="connsiteY492-986" fmla="*/ 3265443 h 4449429"/>
              <a:gd name="connsiteX493-987" fmla="*/ 2596306 w 18982931"/>
              <a:gd name="connsiteY493-988" fmla="*/ 2661196 h 4449429"/>
              <a:gd name="connsiteX494-989" fmla="*/ 2558534 w 18982931"/>
              <a:gd name="connsiteY494-990" fmla="*/ 2661196 h 4449429"/>
              <a:gd name="connsiteX495-991" fmla="*/ 2980870 w 18982931"/>
              <a:gd name="connsiteY495-992" fmla="*/ 2661194 h 4449429"/>
              <a:gd name="connsiteX496-993" fmla="*/ 2980870 w 18982931"/>
              <a:gd name="connsiteY496-994" fmla="*/ 3265442 h 4449429"/>
              <a:gd name="connsiteX497-995" fmla="*/ 3018648 w 18982931"/>
              <a:gd name="connsiteY497-996" fmla="*/ 3265442 h 4449429"/>
              <a:gd name="connsiteX498-997" fmla="*/ 3018648 w 18982931"/>
              <a:gd name="connsiteY498-998" fmla="*/ 2661194 h 4449429"/>
              <a:gd name="connsiteX499-999" fmla="*/ 2980870 w 18982931"/>
              <a:gd name="connsiteY499-1000" fmla="*/ 2661194 h 4449429"/>
              <a:gd name="connsiteX500-1001" fmla="*/ 16374516 w 18982931"/>
              <a:gd name="connsiteY500-1002" fmla="*/ 2632791 h 4449429"/>
              <a:gd name="connsiteX501-1003" fmla="*/ 16374516 w 18982931"/>
              <a:gd name="connsiteY501-1004" fmla="*/ 3237039 h 4449429"/>
              <a:gd name="connsiteX502-1005" fmla="*/ 16412296 w 18982931"/>
              <a:gd name="connsiteY502-1006" fmla="*/ 3237039 h 4449429"/>
              <a:gd name="connsiteX503-1007" fmla="*/ 16412296 w 18982931"/>
              <a:gd name="connsiteY503-1008" fmla="*/ 2632791 h 4449429"/>
              <a:gd name="connsiteX504-1009" fmla="*/ 16374516 w 18982931"/>
              <a:gd name="connsiteY504-1010" fmla="*/ 2632791 h 4449429"/>
              <a:gd name="connsiteX505-1011" fmla="*/ 16268931 w 18982931"/>
              <a:gd name="connsiteY505-1012" fmla="*/ 2632791 h 4449429"/>
              <a:gd name="connsiteX506-1013" fmla="*/ 16268931 w 18982931"/>
              <a:gd name="connsiteY506-1014" fmla="*/ 3237039 h 4449429"/>
              <a:gd name="connsiteX507-1015" fmla="*/ 16306709 w 18982931"/>
              <a:gd name="connsiteY507-1016" fmla="*/ 3237039 h 4449429"/>
              <a:gd name="connsiteX508-1017" fmla="*/ 16306709 w 18982931"/>
              <a:gd name="connsiteY508-1018" fmla="*/ 2632791 h 4449429"/>
              <a:gd name="connsiteX509-1019" fmla="*/ 16268931 w 18982931"/>
              <a:gd name="connsiteY509-1020" fmla="*/ 2632791 h 4449429"/>
              <a:gd name="connsiteX510-1021" fmla="*/ 16163344 w 18982931"/>
              <a:gd name="connsiteY510-1022" fmla="*/ 2632791 h 4449429"/>
              <a:gd name="connsiteX511-1023" fmla="*/ 16163344 w 18982931"/>
              <a:gd name="connsiteY511-1024" fmla="*/ 3237039 h 4449429"/>
              <a:gd name="connsiteX512-1025" fmla="*/ 16201125 w 18982931"/>
              <a:gd name="connsiteY512-1026" fmla="*/ 3237039 h 4449429"/>
              <a:gd name="connsiteX513-1027" fmla="*/ 16201125 w 18982931"/>
              <a:gd name="connsiteY513-1028" fmla="*/ 2632791 h 4449429"/>
              <a:gd name="connsiteX514-1029" fmla="*/ 16163344 w 18982931"/>
              <a:gd name="connsiteY514-1030" fmla="*/ 2632791 h 4449429"/>
              <a:gd name="connsiteX515-1031" fmla="*/ 16057760 w 18982931"/>
              <a:gd name="connsiteY515-1032" fmla="*/ 2632791 h 4449429"/>
              <a:gd name="connsiteX516-1033" fmla="*/ 16057760 w 18982931"/>
              <a:gd name="connsiteY516-1034" fmla="*/ 3237039 h 4449429"/>
              <a:gd name="connsiteX517-1035" fmla="*/ 16095537 w 18982931"/>
              <a:gd name="connsiteY517-1036" fmla="*/ 3237039 h 4449429"/>
              <a:gd name="connsiteX518-1037" fmla="*/ 16095537 w 18982931"/>
              <a:gd name="connsiteY518-1038" fmla="*/ 2632791 h 4449429"/>
              <a:gd name="connsiteX519-1039" fmla="*/ 16057760 w 18982931"/>
              <a:gd name="connsiteY519-1040" fmla="*/ 2632791 h 4449429"/>
              <a:gd name="connsiteX520-1041" fmla="*/ 16480103 w 18982931"/>
              <a:gd name="connsiteY520-1042" fmla="*/ 2632790 h 4449429"/>
              <a:gd name="connsiteX521-1043" fmla="*/ 16480103 w 18982931"/>
              <a:gd name="connsiteY521-1044" fmla="*/ 3237037 h 4449429"/>
              <a:gd name="connsiteX522-1045" fmla="*/ 16517880 w 18982931"/>
              <a:gd name="connsiteY522-1046" fmla="*/ 3237037 h 4449429"/>
              <a:gd name="connsiteX523-1047" fmla="*/ 16517880 w 18982931"/>
              <a:gd name="connsiteY523-1048" fmla="*/ 2632790 h 4449429"/>
              <a:gd name="connsiteX524-1049" fmla="*/ 16480103 w 18982931"/>
              <a:gd name="connsiteY524-1050" fmla="*/ 2632790 h 4449429"/>
              <a:gd name="connsiteX525-1051" fmla="*/ 1596781 w 18982931"/>
              <a:gd name="connsiteY525-1052" fmla="*/ 2622561 h 4449429"/>
              <a:gd name="connsiteX526-1053" fmla="*/ 1596781 w 18982931"/>
              <a:gd name="connsiteY526-1054" fmla="*/ 2668261 h 4449429"/>
              <a:gd name="connsiteX527-1055" fmla="*/ 1805629 w 18982931"/>
              <a:gd name="connsiteY527-1056" fmla="*/ 2668261 h 4449429"/>
              <a:gd name="connsiteX528-1057" fmla="*/ 1805629 w 18982931"/>
              <a:gd name="connsiteY528-1058" fmla="*/ 2622561 h 4449429"/>
              <a:gd name="connsiteX529-1059" fmla="*/ 1596781 w 18982931"/>
              <a:gd name="connsiteY529-1060" fmla="*/ 2622561 h 4449429"/>
              <a:gd name="connsiteX530-1061" fmla="*/ 1596781 w 18982931"/>
              <a:gd name="connsiteY530-1062" fmla="*/ 2530932 h 4449429"/>
              <a:gd name="connsiteX531-1063" fmla="*/ 1596781 w 18982931"/>
              <a:gd name="connsiteY531-1064" fmla="*/ 2576632 h 4449429"/>
              <a:gd name="connsiteX532-1065" fmla="*/ 1805629 w 18982931"/>
              <a:gd name="connsiteY532-1066" fmla="*/ 2576632 h 4449429"/>
              <a:gd name="connsiteX533-1067" fmla="*/ 1805629 w 18982931"/>
              <a:gd name="connsiteY533-1068" fmla="*/ 2530932 h 4449429"/>
              <a:gd name="connsiteX534-1069" fmla="*/ 1596781 w 18982931"/>
              <a:gd name="connsiteY534-1070" fmla="*/ 2530932 h 4449429"/>
              <a:gd name="connsiteX535-1071" fmla="*/ 1596781 w 18982931"/>
              <a:gd name="connsiteY535-1072" fmla="*/ 2439301 h 4449429"/>
              <a:gd name="connsiteX536-1073" fmla="*/ 1596781 w 18982931"/>
              <a:gd name="connsiteY536-1074" fmla="*/ 2485002 h 4449429"/>
              <a:gd name="connsiteX537-1075" fmla="*/ 1805629 w 18982931"/>
              <a:gd name="connsiteY537-1076" fmla="*/ 2485002 h 4449429"/>
              <a:gd name="connsiteX538-1077" fmla="*/ 1805629 w 18982931"/>
              <a:gd name="connsiteY538-1078" fmla="*/ 2439301 h 4449429"/>
              <a:gd name="connsiteX539-1079" fmla="*/ 1596781 w 18982931"/>
              <a:gd name="connsiteY539-1080" fmla="*/ 2439301 h 4449429"/>
              <a:gd name="connsiteX540-1081" fmla="*/ 17217171 w 18982931"/>
              <a:gd name="connsiteY540-1082" fmla="*/ 2397981 h 4449429"/>
              <a:gd name="connsiteX541-1083" fmla="*/ 17217171 w 18982931"/>
              <a:gd name="connsiteY541-1084" fmla="*/ 2434557 h 4449429"/>
              <a:gd name="connsiteX542-1085" fmla="*/ 17582931 w 18982931"/>
              <a:gd name="connsiteY542-1086" fmla="*/ 2434557 h 4449429"/>
              <a:gd name="connsiteX543-1087" fmla="*/ 17582931 w 18982931"/>
              <a:gd name="connsiteY543-1088" fmla="*/ 2397981 h 4449429"/>
              <a:gd name="connsiteX544-1089" fmla="*/ 17217171 w 18982931"/>
              <a:gd name="connsiteY544-1090" fmla="*/ 2397981 h 4449429"/>
              <a:gd name="connsiteX545-1091" fmla="*/ 9762349 w 18982931"/>
              <a:gd name="connsiteY545-1092" fmla="*/ 2057780 h 4449429"/>
              <a:gd name="connsiteX546-1093" fmla="*/ 9762349 w 18982931"/>
              <a:gd name="connsiteY546-1094" fmla="*/ 2266627 h 4449429"/>
              <a:gd name="connsiteX547-1095" fmla="*/ 9808049 w 18982931"/>
              <a:gd name="connsiteY547-1096" fmla="*/ 2266627 h 4449429"/>
              <a:gd name="connsiteX548-1097" fmla="*/ 9808049 w 18982931"/>
              <a:gd name="connsiteY548-1098" fmla="*/ 2057780 h 4449429"/>
              <a:gd name="connsiteX549-1099" fmla="*/ 9762349 w 18982931"/>
              <a:gd name="connsiteY549-1100" fmla="*/ 2057780 h 4449429"/>
              <a:gd name="connsiteX550-1101" fmla="*/ 9670720 w 18982931"/>
              <a:gd name="connsiteY550-1102" fmla="*/ 2057780 h 4449429"/>
              <a:gd name="connsiteX551-1103" fmla="*/ 9670720 w 18982931"/>
              <a:gd name="connsiteY551-1104" fmla="*/ 2266627 h 4449429"/>
              <a:gd name="connsiteX552-1105" fmla="*/ 9716420 w 18982931"/>
              <a:gd name="connsiteY552-1106" fmla="*/ 2266627 h 4449429"/>
              <a:gd name="connsiteX553-1107" fmla="*/ 9716420 w 18982931"/>
              <a:gd name="connsiteY553-1108" fmla="*/ 2057780 h 4449429"/>
              <a:gd name="connsiteX554-1109" fmla="*/ 9670720 w 18982931"/>
              <a:gd name="connsiteY554-1110" fmla="*/ 2057780 h 4449429"/>
              <a:gd name="connsiteX555-1111" fmla="*/ 9579089 w 18982931"/>
              <a:gd name="connsiteY555-1112" fmla="*/ 2057780 h 4449429"/>
              <a:gd name="connsiteX556-1113" fmla="*/ 9579089 w 18982931"/>
              <a:gd name="connsiteY556-1114" fmla="*/ 2266627 h 4449429"/>
              <a:gd name="connsiteX557-1115" fmla="*/ 9624790 w 18982931"/>
              <a:gd name="connsiteY557-1116" fmla="*/ 2266627 h 4449429"/>
              <a:gd name="connsiteX558-1117" fmla="*/ 9624790 w 18982931"/>
              <a:gd name="connsiteY558-1118" fmla="*/ 2057780 h 4449429"/>
              <a:gd name="connsiteX559-1119" fmla="*/ 9579089 w 18982931"/>
              <a:gd name="connsiteY559-1120" fmla="*/ 2057780 h 4449429"/>
              <a:gd name="connsiteX560-1121" fmla="*/ 9487461 w 18982931"/>
              <a:gd name="connsiteY560-1122" fmla="*/ 2057780 h 4449429"/>
              <a:gd name="connsiteX561-1123" fmla="*/ 9487461 w 18982931"/>
              <a:gd name="connsiteY561-1124" fmla="*/ 2266627 h 4449429"/>
              <a:gd name="connsiteX562-1125" fmla="*/ 9533161 w 18982931"/>
              <a:gd name="connsiteY562-1126" fmla="*/ 2266627 h 4449429"/>
              <a:gd name="connsiteX563-1127" fmla="*/ 9533161 w 18982931"/>
              <a:gd name="connsiteY563-1128" fmla="*/ 2057780 h 4449429"/>
              <a:gd name="connsiteX564-1129" fmla="*/ 9487461 w 18982931"/>
              <a:gd name="connsiteY564-1130" fmla="*/ 2057780 h 4449429"/>
              <a:gd name="connsiteX565-1131" fmla="*/ 9395836 w 18982931"/>
              <a:gd name="connsiteY565-1132" fmla="*/ 2057780 h 4449429"/>
              <a:gd name="connsiteX566-1133" fmla="*/ 9395836 w 18982931"/>
              <a:gd name="connsiteY566-1134" fmla="*/ 2266627 h 4449429"/>
              <a:gd name="connsiteX567-1135" fmla="*/ 9441534 w 18982931"/>
              <a:gd name="connsiteY567-1136" fmla="*/ 2266627 h 4449429"/>
              <a:gd name="connsiteX568-1137" fmla="*/ 9441534 w 18982931"/>
              <a:gd name="connsiteY568-1138" fmla="*/ 2057780 h 4449429"/>
              <a:gd name="connsiteX569-1139" fmla="*/ 9395836 w 18982931"/>
              <a:gd name="connsiteY569-1140" fmla="*/ 2057780 h 4449429"/>
              <a:gd name="connsiteX570-1141" fmla="*/ 9304202 w 18982931"/>
              <a:gd name="connsiteY570-1142" fmla="*/ 2057780 h 4449429"/>
              <a:gd name="connsiteX571-1143" fmla="*/ 9304202 w 18982931"/>
              <a:gd name="connsiteY571-1144" fmla="*/ 2266627 h 4449429"/>
              <a:gd name="connsiteX572-1145" fmla="*/ 9349902 w 18982931"/>
              <a:gd name="connsiteY572-1146" fmla="*/ 2266627 h 4449429"/>
              <a:gd name="connsiteX573-1147" fmla="*/ 9349902 w 18982931"/>
              <a:gd name="connsiteY573-1148" fmla="*/ 2057780 h 4449429"/>
              <a:gd name="connsiteX574-1149" fmla="*/ 9304202 w 18982931"/>
              <a:gd name="connsiteY574-1150" fmla="*/ 2057780 h 4449429"/>
              <a:gd name="connsiteX575-1151" fmla="*/ 9212570 w 18982931"/>
              <a:gd name="connsiteY575-1152" fmla="*/ 2057780 h 4449429"/>
              <a:gd name="connsiteX576-1153" fmla="*/ 9212570 w 18982931"/>
              <a:gd name="connsiteY576-1154" fmla="*/ 2266627 h 4449429"/>
              <a:gd name="connsiteX577-1155" fmla="*/ 9258270 w 18982931"/>
              <a:gd name="connsiteY577-1156" fmla="*/ 2266627 h 4449429"/>
              <a:gd name="connsiteX578-1157" fmla="*/ 9258270 w 18982931"/>
              <a:gd name="connsiteY578-1158" fmla="*/ 2057780 h 4449429"/>
              <a:gd name="connsiteX579-1159" fmla="*/ 9212570 w 18982931"/>
              <a:gd name="connsiteY579-1160" fmla="*/ 2057780 h 4449429"/>
              <a:gd name="connsiteX580-1161" fmla="*/ 14092702 w 18982931"/>
              <a:gd name="connsiteY580-1162" fmla="*/ 1859157 h 4449429"/>
              <a:gd name="connsiteX581-1163" fmla="*/ 14092702 w 18982931"/>
              <a:gd name="connsiteY581-1164" fmla="*/ 1895733 h 4449429"/>
              <a:gd name="connsiteX582-1165" fmla="*/ 14458462 w 18982931"/>
              <a:gd name="connsiteY582-1166" fmla="*/ 1895733 h 4449429"/>
              <a:gd name="connsiteX583-1167" fmla="*/ 14458462 w 18982931"/>
              <a:gd name="connsiteY583-1168" fmla="*/ 1859157 h 4449429"/>
              <a:gd name="connsiteX584-1169" fmla="*/ 14092702 w 18982931"/>
              <a:gd name="connsiteY584-1170" fmla="*/ 1859157 h 4449429"/>
              <a:gd name="connsiteX585-1171" fmla="*/ 17871603 w 18982931"/>
              <a:gd name="connsiteY585-1172" fmla="*/ 1806939 h 4449429"/>
              <a:gd name="connsiteX586-1173" fmla="*/ 17871603 w 18982931"/>
              <a:gd name="connsiteY586-1174" fmla="*/ 1809649 h 4449429"/>
              <a:gd name="connsiteX587-1175" fmla="*/ 17871627 w 18982931"/>
              <a:gd name="connsiteY587-1176" fmla="*/ 1809649 h 4449429"/>
              <a:gd name="connsiteX588-1177" fmla="*/ 17871603 w 18982931"/>
              <a:gd name="connsiteY588-1178" fmla="*/ 1806939 h 4449429"/>
              <a:gd name="connsiteX589-1179" fmla="*/ 18172695 w 18982931"/>
              <a:gd name="connsiteY589-1180" fmla="*/ 1733739 h 4449429"/>
              <a:gd name="connsiteX590-1181" fmla="*/ 18172695 w 18982931"/>
              <a:gd name="connsiteY590-1182" fmla="*/ 1870899 h 4449429"/>
              <a:gd name="connsiteX591-1183" fmla="*/ 18209271 w 18982931"/>
              <a:gd name="connsiteY591-1184" fmla="*/ 1870899 h 4449429"/>
              <a:gd name="connsiteX592-1185" fmla="*/ 18209271 w 18982931"/>
              <a:gd name="connsiteY592-1186" fmla="*/ 1733739 h 4449429"/>
              <a:gd name="connsiteX593-1187" fmla="*/ 18172695 w 18982931"/>
              <a:gd name="connsiteY593-1188" fmla="*/ 1733739 h 4449429"/>
              <a:gd name="connsiteX594-1189" fmla="*/ 18104295 w 18982931"/>
              <a:gd name="connsiteY594-1190" fmla="*/ 1733739 h 4449429"/>
              <a:gd name="connsiteX595-1191" fmla="*/ 18104295 w 18982931"/>
              <a:gd name="connsiteY595-1192" fmla="*/ 1870899 h 4449429"/>
              <a:gd name="connsiteX596-1193" fmla="*/ 18140871 w 18982931"/>
              <a:gd name="connsiteY596-1194" fmla="*/ 1870899 h 4449429"/>
              <a:gd name="connsiteX597-1195" fmla="*/ 18140871 w 18982931"/>
              <a:gd name="connsiteY597-1196" fmla="*/ 1733739 h 4449429"/>
              <a:gd name="connsiteX598-1197" fmla="*/ 18104295 w 18982931"/>
              <a:gd name="connsiteY598-1198" fmla="*/ 1733739 h 4449429"/>
              <a:gd name="connsiteX599-1199" fmla="*/ 18035895 w 18982931"/>
              <a:gd name="connsiteY599-1200" fmla="*/ 1733739 h 4449429"/>
              <a:gd name="connsiteX600-1201" fmla="*/ 18035895 w 18982931"/>
              <a:gd name="connsiteY600-1202" fmla="*/ 1870899 h 4449429"/>
              <a:gd name="connsiteX601-1203" fmla="*/ 18072471 w 18982931"/>
              <a:gd name="connsiteY601-1204" fmla="*/ 1870899 h 4449429"/>
              <a:gd name="connsiteX602-1205" fmla="*/ 18072471 w 18982931"/>
              <a:gd name="connsiteY602-1206" fmla="*/ 1733739 h 4449429"/>
              <a:gd name="connsiteX603-1207" fmla="*/ 18035895 w 18982931"/>
              <a:gd name="connsiteY603-1208" fmla="*/ 1733739 h 4449429"/>
              <a:gd name="connsiteX604-1209" fmla="*/ 17967493 w 18982931"/>
              <a:gd name="connsiteY604-1210" fmla="*/ 1733739 h 4449429"/>
              <a:gd name="connsiteX605-1211" fmla="*/ 17967493 w 18982931"/>
              <a:gd name="connsiteY605-1212" fmla="*/ 1870899 h 4449429"/>
              <a:gd name="connsiteX606-1213" fmla="*/ 18004069 w 18982931"/>
              <a:gd name="connsiteY606-1214" fmla="*/ 1870899 h 4449429"/>
              <a:gd name="connsiteX607-1215" fmla="*/ 18004069 w 18982931"/>
              <a:gd name="connsiteY607-1216" fmla="*/ 1733739 h 4449429"/>
              <a:gd name="connsiteX608-1217" fmla="*/ 17967493 w 18982931"/>
              <a:gd name="connsiteY608-1218" fmla="*/ 1733739 h 4449429"/>
              <a:gd name="connsiteX609-1219" fmla="*/ 14251161 w 18982931"/>
              <a:gd name="connsiteY609-1220" fmla="*/ 868400 h 4449429"/>
              <a:gd name="connsiteX610-1221" fmla="*/ 14251161 w 18982931"/>
              <a:gd name="connsiteY610-1222" fmla="*/ 1005560 h 4449429"/>
              <a:gd name="connsiteX611-1223" fmla="*/ 14287737 w 18982931"/>
              <a:gd name="connsiteY611-1224" fmla="*/ 1005560 h 4449429"/>
              <a:gd name="connsiteX612-1225" fmla="*/ 14287737 w 18982931"/>
              <a:gd name="connsiteY612-1226" fmla="*/ 868400 h 4449429"/>
              <a:gd name="connsiteX613-1227" fmla="*/ 14251161 w 18982931"/>
              <a:gd name="connsiteY613-1228" fmla="*/ 868400 h 4449429"/>
              <a:gd name="connsiteX614-1229" fmla="*/ 14182760 w 18982931"/>
              <a:gd name="connsiteY614-1230" fmla="*/ 868400 h 4449429"/>
              <a:gd name="connsiteX615-1231" fmla="*/ 14182760 w 18982931"/>
              <a:gd name="connsiteY615-1232" fmla="*/ 1005560 h 4449429"/>
              <a:gd name="connsiteX616-1233" fmla="*/ 14219336 w 18982931"/>
              <a:gd name="connsiteY616-1234" fmla="*/ 1005560 h 4449429"/>
              <a:gd name="connsiteX617-1235" fmla="*/ 14219336 w 18982931"/>
              <a:gd name="connsiteY617-1236" fmla="*/ 868400 h 4449429"/>
              <a:gd name="connsiteX618-1237" fmla="*/ 14182760 w 18982931"/>
              <a:gd name="connsiteY618-1238" fmla="*/ 868400 h 4449429"/>
              <a:gd name="connsiteX619-1239" fmla="*/ 14114359 w 18982931"/>
              <a:gd name="connsiteY619-1240" fmla="*/ 868400 h 4449429"/>
              <a:gd name="connsiteX620-1241" fmla="*/ 14114359 w 18982931"/>
              <a:gd name="connsiteY620-1242" fmla="*/ 1005560 h 4449429"/>
              <a:gd name="connsiteX621-1243" fmla="*/ 14150935 w 18982931"/>
              <a:gd name="connsiteY621-1244" fmla="*/ 1005560 h 4449429"/>
              <a:gd name="connsiteX622-1245" fmla="*/ 14150935 w 18982931"/>
              <a:gd name="connsiteY622-1246" fmla="*/ 868400 h 4449429"/>
              <a:gd name="connsiteX623-1247" fmla="*/ 14114359 w 18982931"/>
              <a:gd name="connsiteY623-1248" fmla="*/ 868400 h 4449429"/>
              <a:gd name="connsiteX624-1249" fmla="*/ 4788216 w 18982931"/>
              <a:gd name="connsiteY624-1250" fmla="*/ 807315 h 4449429"/>
              <a:gd name="connsiteX625-1251" fmla="*/ 4788216 w 18982931"/>
              <a:gd name="connsiteY625-1252" fmla="*/ 944475 h 4449429"/>
              <a:gd name="connsiteX626-1253" fmla="*/ 4824792 w 18982931"/>
              <a:gd name="connsiteY626-1254" fmla="*/ 944475 h 4449429"/>
              <a:gd name="connsiteX627-1255" fmla="*/ 4824792 w 18982931"/>
              <a:gd name="connsiteY627-1256" fmla="*/ 807315 h 4449429"/>
              <a:gd name="connsiteX628-1257" fmla="*/ 4788216 w 18982931"/>
              <a:gd name="connsiteY628-1258" fmla="*/ 807315 h 4449429"/>
              <a:gd name="connsiteX629-1259" fmla="*/ 4719815 w 18982931"/>
              <a:gd name="connsiteY629-1260" fmla="*/ 807315 h 4449429"/>
              <a:gd name="connsiteX630-1261" fmla="*/ 4719815 w 18982931"/>
              <a:gd name="connsiteY630-1262" fmla="*/ 944475 h 4449429"/>
              <a:gd name="connsiteX631-1263" fmla="*/ 4756391 w 18982931"/>
              <a:gd name="connsiteY631-1264" fmla="*/ 944475 h 4449429"/>
              <a:gd name="connsiteX632-1265" fmla="*/ 4756391 w 18982931"/>
              <a:gd name="connsiteY632-1266" fmla="*/ 807315 h 4449429"/>
              <a:gd name="connsiteX633-1267" fmla="*/ 4719815 w 18982931"/>
              <a:gd name="connsiteY633-1268" fmla="*/ 807315 h 4449429"/>
              <a:gd name="connsiteX634-1269" fmla="*/ 4651414 w 18982931"/>
              <a:gd name="connsiteY634-1270" fmla="*/ 807315 h 4449429"/>
              <a:gd name="connsiteX635-1271" fmla="*/ 4651414 w 18982931"/>
              <a:gd name="connsiteY635-1272" fmla="*/ 944475 h 4449429"/>
              <a:gd name="connsiteX636-1273" fmla="*/ 4687992 w 18982931"/>
              <a:gd name="connsiteY636-1274" fmla="*/ 944475 h 4449429"/>
              <a:gd name="connsiteX637-1275" fmla="*/ 4687992 w 18982931"/>
              <a:gd name="connsiteY637-1276" fmla="*/ 807315 h 4449429"/>
              <a:gd name="connsiteX638-1277" fmla="*/ 4651414 w 18982931"/>
              <a:gd name="connsiteY638-1278" fmla="*/ 807315 h 4449429"/>
              <a:gd name="connsiteX639-1279" fmla="*/ 2212838 w 18982931"/>
              <a:gd name="connsiteY639-1280" fmla="*/ 748887 h 4449429"/>
              <a:gd name="connsiteX640-1281" fmla="*/ 2212838 w 18982931"/>
              <a:gd name="connsiteY640-1282" fmla="*/ 886047 h 4449429"/>
              <a:gd name="connsiteX641-1283" fmla="*/ 2249414 w 18982931"/>
              <a:gd name="connsiteY641-1284" fmla="*/ 886047 h 4449429"/>
              <a:gd name="connsiteX642-1285" fmla="*/ 2249414 w 18982931"/>
              <a:gd name="connsiteY642-1286" fmla="*/ 748887 h 4449429"/>
              <a:gd name="connsiteX643-1287" fmla="*/ 2212838 w 18982931"/>
              <a:gd name="connsiteY643-1288" fmla="*/ 748887 h 4449429"/>
              <a:gd name="connsiteX644-1289" fmla="*/ 2144438 w 18982931"/>
              <a:gd name="connsiteY644-1290" fmla="*/ 748887 h 4449429"/>
              <a:gd name="connsiteX645-1291" fmla="*/ 2144438 w 18982931"/>
              <a:gd name="connsiteY645-1292" fmla="*/ 886047 h 4449429"/>
              <a:gd name="connsiteX646-1293" fmla="*/ 2181014 w 18982931"/>
              <a:gd name="connsiteY646-1294" fmla="*/ 886047 h 4449429"/>
              <a:gd name="connsiteX647-1295" fmla="*/ 2181014 w 18982931"/>
              <a:gd name="connsiteY647-1296" fmla="*/ 748887 h 4449429"/>
              <a:gd name="connsiteX648-1297" fmla="*/ 2144438 w 18982931"/>
              <a:gd name="connsiteY648-1298" fmla="*/ 748887 h 4449429"/>
              <a:gd name="connsiteX649-1299" fmla="*/ 2076037 w 18982931"/>
              <a:gd name="connsiteY649-1300" fmla="*/ 748887 h 4449429"/>
              <a:gd name="connsiteX650-1301" fmla="*/ 2076037 w 18982931"/>
              <a:gd name="connsiteY650-1302" fmla="*/ 886047 h 4449429"/>
              <a:gd name="connsiteX651-1303" fmla="*/ 2112612 w 18982931"/>
              <a:gd name="connsiteY651-1304" fmla="*/ 886047 h 4449429"/>
              <a:gd name="connsiteX652-1305" fmla="*/ 2112612 w 18982931"/>
              <a:gd name="connsiteY652-1306" fmla="*/ 748887 h 4449429"/>
              <a:gd name="connsiteX653-1307" fmla="*/ 2076037 w 18982931"/>
              <a:gd name="connsiteY653-1308" fmla="*/ 748887 h 4449429"/>
              <a:gd name="connsiteX654-1309" fmla="*/ 2007635 w 18982931"/>
              <a:gd name="connsiteY654-1310" fmla="*/ 748887 h 4449429"/>
              <a:gd name="connsiteX655-1311" fmla="*/ 2007635 w 18982931"/>
              <a:gd name="connsiteY655-1312" fmla="*/ 886047 h 4449429"/>
              <a:gd name="connsiteX656-1313" fmla="*/ 2044211 w 18982931"/>
              <a:gd name="connsiteY656-1314" fmla="*/ 886047 h 4449429"/>
              <a:gd name="connsiteX657-1315" fmla="*/ 2044211 w 18982931"/>
              <a:gd name="connsiteY657-1316" fmla="*/ 748887 h 4449429"/>
              <a:gd name="connsiteX658-1317" fmla="*/ 2007635 w 18982931"/>
              <a:gd name="connsiteY658-1318" fmla="*/ 748887 h 4449429"/>
              <a:gd name="connsiteX659-1319" fmla="*/ 17088019 w 18982931"/>
              <a:gd name="connsiteY659-1320" fmla="*/ 737716 h 4449429"/>
              <a:gd name="connsiteX660-1321" fmla="*/ 17088019 w 18982931"/>
              <a:gd name="connsiteY660-1322" fmla="*/ 825107 h 4449429"/>
              <a:gd name="connsiteX661-1323" fmla="*/ 17124595 w 18982931"/>
              <a:gd name="connsiteY661-1324" fmla="*/ 825107 h 4449429"/>
              <a:gd name="connsiteX662-1325" fmla="*/ 17124595 w 18982931"/>
              <a:gd name="connsiteY662-1326" fmla="*/ 737716 h 4449429"/>
              <a:gd name="connsiteX663-1327" fmla="*/ 17088019 w 18982931"/>
              <a:gd name="connsiteY663-1328" fmla="*/ 737716 h 4449429"/>
              <a:gd name="connsiteX664-1329" fmla="*/ 17021803 w 18982931"/>
              <a:gd name="connsiteY664-1330" fmla="*/ 737716 h 4449429"/>
              <a:gd name="connsiteX665-1331" fmla="*/ 17021803 w 18982931"/>
              <a:gd name="connsiteY665-1332" fmla="*/ 825107 h 4449429"/>
              <a:gd name="connsiteX666-1333" fmla="*/ 17058379 w 18982931"/>
              <a:gd name="connsiteY666-1334" fmla="*/ 825107 h 4449429"/>
              <a:gd name="connsiteX667-1335" fmla="*/ 17058379 w 18982931"/>
              <a:gd name="connsiteY667-1336" fmla="*/ 737716 h 4449429"/>
              <a:gd name="connsiteX668-1337" fmla="*/ 17021803 w 18982931"/>
              <a:gd name="connsiteY668-1338" fmla="*/ 737716 h 4449429"/>
              <a:gd name="connsiteX669-1339" fmla="*/ 16955591 w 18982931"/>
              <a:gd name="connsiteY669-1340" fmla="*/ 737716 h 4449429"/>
              <a:gd name="connsiteX670-1341" fmla="*/ 16955591 w 18982931"/>
              <a:gd name="connsiteY670-1342" fmla="*/ 825107 h 4449429"/>
              <a:gd name="connsiteX671-1343" fmla="*/ 16992167 w 18982931"/>
              <a:gd name="connsiteY671-1344" fmla="*/ 825107 h 4449429"/>
              <a:gd name="connsiteX672-1345" fmla="*/ 16992167 w 18982931"/>
              <a:gd name="connsiteY672-1346" fmla="*/ 737716 h 4449429"/>
              <a:gd name="connsiteX673-1347" fmla="*/ 16955591 w 18982931"/>
              <a:gd name="connsiteY673-1348" fmla="*/ 737716 h 4449429"/>
              <a:gd name="connsiteX674-1349" fmla="*/ 16889375 w 18982931"/>
              <a:gd name="connsiteY674-1350" fmla="*/ 737716 h 4449429"/>
              <a:gd name="connsiteX675-1351" fmla="*/ 16889375 w 18982931"/>
              <a:gd name="connsiteY675-1352" fmla="*/ 825107 h 4449429"/>
              <a:gd name="connsiteX676-1353" fmla="*/ 16925951 w 18982931"/>
              <a:gd name="connsiteY676-1354" fmla="*/ 825107 h 4449429"/>
              <a:gd name="connsiteX677-1355" fmla="*/ 16925951 w 18982931"/>
              <a:gd name="connsiteY677-1356" fmla="*/ 737716 h 4449429"/>
              <a:gd name="connsiteX678-1357" fmla="*/ 16889375 w 18982931"/>
              <a:gd name="connsiteY678-1358" fmla="*/ 737716 h 4449429"/>
              <a:gd name="connsiteX679-1359" fmla="*/ 16823163 w 18982931"/>
              <a:gd name="connsiteY679-1360" fmla="*/ 737716 h 4449429"/>
              <a:gd name="connsiteX680-1361" fmla="*/ 16823163 w 18982931"/>
              <a:gd name="connsiteY680-1362" fmla="*/ 825107 h 4449429"/>
              <a:gd name="connsiteX681-1363" fmla="*/ 16859739 w 18982931"/>
              <a:gd name="connsiteY681-1364" fmla="*/ 825107 h 4449429"/>
              <a:gd name="connsiteX682-1365" fmla="*/ 16859739 w 18982931"/>
              <a:gd name="connsiteY682-1366" fmla="*/ 737716 h 4449429"/>
              <a:gd name="connsiteX683-1367" fmla="*/ 16823163 w 18982931"/>
              <a:gd name="connsiteY683-1368" fmla="*/ 737716 h 4449429"/>
              <a:gd name="connsiteX684-1369" fmla="*/ 16756948 w 18982931"/>
              <a:gd name="connsiteY684-1370" fmla="*/ 737716 h 4449429"/>
              <a:gd name="connsiteX685-1371" fmla="*/ 16756948 w 18982931"/>
              <a:gd name="connsiteY685-1372" fmla="*/ 825107 h 4449429"/>
              <a:gd name="connsiteX686-1373" fmla="*/ 16793523 w 18982931"/>
              <a:gd name="connsiteY686-1374" fmla="*/ 825107 h 4449429"/>
              <a:gd name="connsiteX687-1375" fmla="*/ 16793523 w 18982931"/>
              <a:gd name="connsiteY687-1376" fmla="*/ 737716 h 4449429"/>
              <a:gd name="connsiteX688-1377" fmla="*/ 16756948 w 18982931"/>
              <a:gd name="connsiteY688-1378" fmla="*/ 737716 h 4449429"/>
              <a:gd name="connsiteX689-1379" fmla="*/ 13739104 w 18982931"/>
              <a:gd name="connsiteY689-1380" fmla="*/ 0 h 4449429"/>
              <a:gd name="connsiteX690-1381" fmla="*/ 13842002 w 18982931"/>
              <a:gd name="connsiteY690-1382" fmla="*/ 0 h 4449429"/>
              <a:gd name="connsiteX691-1383" fmla="*/ 13883163 w 18982931"/>
              <a:gd name="connsiteY691-1384" fmla="*/ 428067 h 4449429"/>
              <a:gd name="connsiteX692-1385" fmla="*/ 13883163 w 18982931"/>
              <a:gd name="connsiteY692-1386" fmla="*/ 456882 h 4449429"/>
              <a:gd name="connsiteX693-1387" fmla="*/ 13907863 w 18982931"/>
              <a:gd name="connsiteY693-1388" fmla="*/ 954919 h 4449429"/>
              <a:gd name="connsiteX694-1389" fmla="*/ 13911978 w 18982931"/>
              <a:gd name="connsiteY694-1390" fmla="*/ 1679340 h 4449429"/>
              <a:gd name="connsiteX695-1391" fmla="*/ 13916091 w 18982931"/>
              <a:gd name="connsiteY695-1392" fmla="*/ 2058015 h 4449429"/>
              <a:gd name="connsiteX696-1393" fmla="*/ 13936673 w 18982931"/>
              <a:gd name="connsiteY696-1394" fmla="*/ 2086829 h 4449429"/>
              <a:gd name="connsiteX697-1395" fmla="*/ 13953138 w 18982931"/>
              <a:gd name="connsiteY697-1396" fmla="*/ 2058015 h 4449429"/>
              <a:gd name="connsiteX698-1397" fmla="*/ 13953138 w 18982931"/>
              <a:gd name="connsiteY698-1398" fmla="*/ 1955115 h 4449429"/>
              <a:gd name="connsiteX699-1399" fmla="*/ 13965483 w 18982931"/>
              <a:gd name="connsiteY699-1400" fmla="*/ 1922188 h 4449429"/>
              <a:gd name="connsiteX700-1401" fmla="*/ 13986066 w 18982931"/>
              <a:gd name="connsiteY700-1402" fmla="*/ 1876909 h 4449429"/>
              <a:gd name="connsiteX701-1403" fmla="*/ 13986066 w 18982931"/>
              <a:gd name="connsiteY701-1404" fmla="*/ 1625834 h 4449429"/>
              <a:gd name="connsiteX702-1405" fmla="*/ 14051922 w 18982931"/>
              <a:gd name="connsiteY702-1406" fmla="*/ 1617602 h 4449429"/>
              <a:gd name="connsiteX703-1407" fmla="*/ 14047992 w 18982931"/>
              <a:gd name="connsiteY703-1408" fmla="*/ 1005560 h 4449429"/>
              <a:gd name="connsiteX704-1409" fmla="*/ 14082534 w 18982931"/>
              <a:gd name="connsiteY704-1410" fmla="*/ 1005560 h 4449429"/>
              <a:gd name="connsiteX705-1411" fmla="*/ 14082534 w 18982931"/>
              <a:gd name="connsiteY705-1412" fmla="*/ 868400 h 4449429"/>
              <a:gd name="connsiteX706-1413" fmla="*/ 14047111 w 18982931"/>
              <a:gd name="connsiteY706-1414" fmla="*/ 868400 h 4449429"/>
              <a:gd name="connsiteX707-1415" fmla="*/ 14046442 w 18982931"/>
              <a:gd name="connsiteY707-1416" fmla="*/ 764191 h 4449429"/>
              <a:gd name="connsiteX708-1417" fmla="*/ 14187749 w 18982931"/>
              <a:gd name="connsiteY708-1418" fmla="*/ 436300 h 4449429"/>
              <a:gd name="connsiteX709-1419" fmla="*/ 14212445 w 18982931"/>
              <a:gd name="connsiteY709-1420" fmla="*/ 411603 h 4449429"/>
              <a:gd name="connsiteX710-1421" fmla="*/ 14410015 w 18982931"/>
              <a:gd name="connsiteY710-1422" fmla="*/ 444532 h 4449429"/>
              <a:gd name="connsiteX711-1423" fmla="*/ 14442947 w 18982931"/>
              <a:gd name="connsiteY711-1424" fmla="*/ 275776 h 4449429"/>
              <a:gd name="connsiteX712-1425" fmla="*/ 14479990 w 18982931"/>
              <a:gd name="connsiteY712-1426" fmla="*/ 246961 h 4449429"/>
              <a:gd name="connsiteX713-1427" fmla="*/ 14517032 w 18982931"/>
              <a:gd name="connsiteY713-1428" fmla="*/ 271658 h 4449429"/>
              <a:gd name="connsiteX714-1429" fmla="*/ 14574655 w 18982931"/>
              <a:gd name="connsiteY714-1430" fmla="*/ 522739 h 4449429"/>
              <a:gd name="connsiteX715-1431" fmla="*/ 14603469 w 18982931"/>
              <a:gd name="connsiteY715-1432" fmla="*/ 1123678 h 4449429"/>
              <a:gd name="connsiteX716-1433" fmla="*/ 14603469 w 18982931"/>
              <a:gd name="connsiteY716-1434" fmla="*/ 1617602 h 4449429"/>
              <a:gd name="connsiteX717-1435" fmla="*/ 14595237 w 18982931"/>
              <a:gd name="connsiteY717-1436" fmla="*/ 1683457 h 4449429"/>
              <a:gd name="connsiteX718-1437" fmla="*/ 14607589 w 18982931"/>
              <a:gd name="connsiteY718-1438" fmla="*/ 1753429 h 4449429"/>
              <a:gd name="connsiteX719-1439" fmla="*/ 14656976 w 18982931"/>
              <a:gd name="connsiteY719-1440" fmla="*/ 1753429 h 4449429"/>
              <a:gd name="connsiteX720-1441" fmla="*/ 14706369 w 18982931"/>
              <a:gd name="connsiteY720-1442" fmla="*/ 1568210 h 4449429"/>
              <a:gd name="connsiteX721-1443" fmla="*/ 14722833 w 18982931"/>
              <a:gd name="connsiteY721-1444" fmla="*/ 1568210 h 4449429"/>
              <a:gd name="connsiteX722-1445" fmla="*/ 14768111 w 18982931"/>
              <a:gd name="connsiteY722-1446" fmla="*/ 1753429 h 4449429"/>
              <a:gd name="connsiteX723-1447" fmla="*/ 14875128 w 18982931"/>
              <a:gd name="connsiteY723-1448" fmla="*/ 1753429 h 4449429"/>
              <a:gd name="connsiteX724-1449" fmla="*/ 14883360 w 18982931"/>
              <a:gd name="connsiteY724-1450" fmla="*/ 1827516 h 4449429"/>
              <a:gd name="connsiteX725-1451" fmla="*/ 14940984 w 18982931"/>
              <a:gd name="connsiteY725-1452" fmla="*/ 1827516 h 4449429"/>
              <a:gd name="connsiteX726-1453" fmla="*/ 15019191 w 18982931"/>
              <a:gd name="connsiteY726-1454" fmla="*/ 1625834 h 4449429"/>
              <a:gd name="connsiteX727-1455" fmla="*/ 15043883 w 18982931"/>
              <a:gd name="connsiteY727-1456" fmla="*/ 1090750 h 4449429"/>
              <a:gd name="connsiteX728-1457" fmla="*/ 15134436 w 18982931"/>
              <a:gd name="connsiteY728-1458" fmla="*/ 1000197 h 4449429"/>
              <a:gd name="connsiteX729-1459" fmla="*/ 15212643 w 18982931"/>
              <a:gd name="connsiteY729-1460" fmla="*/ 1078400 h 4449429"/>
              <a:gd name="connsiteX730-1461" fmla="*/ 15212643 w 18982931"/>
              <a:gd name="connsiteY730-1462" fmla="*/ 1152488 h 4449429"/>
              <a:gd name="connsiteX731-1463" fmla="*/ 15224993 w 18982931"/>
              <a:gd name="connsiteY731-1464" fmla="*/ 1119560 h 4449429"/>
              <a:gd name="connsiteX732-1465" fmla="*/ 15237338 w 18982931"/>
              <a:gd name="connsiteY732-1466" fmla="*/ 563899 h 4449429"/>
              <a:gd name="connsiteX733-1467" fmla="*/ 15290845 w 18982931"/>
              <a:gd name="connsiteY733-1468" fmla="*/ 382793 h 4449429"/>
              <a:gd name="connsiteX734-1469" fmla="*/ 15323772 w 18982931"/>
              <a:gd name="connsiteY734-1470" fmla="*/ 300473 h 4449429"/>
              <a:gd name="connsiteX735-1471" fmla="*/ 15364932 w 18982931"/>
              <a:gd name="connsiteY735-1472" fmla="*/ 259313 h 4449429"/>
              <a:gd name="connsiteX736-1473" fmla="*/ 15389634 w 18982931"/>
              <a:gd name="connsiteY736-1474" fmla="*/ 296354 h 4449429"/>
              <a:gd name="connsiteX737-1475" fmla="*/ 15401979 w 18982931"/>
              <a:gd name="connsiteY737-1476" fmla="*/ 411603 h 4449429"/>
              <a:gd name="connsiteX738-1477" fmla="*/ 15451371 w 18982931"/>
              <a:gd name="connsiteY738-1478" fmla="*/ 703843 h 4449429"/>
              <a:gd name="connsiteX739-1479" fmla="*/ 15455486 w 18982931"/>
              <a:gd name="connsiteY739-1480" fmla="*/ 1173070 h 4449429"/>
              <a:gd name="connsiteX740-1481" fmla="*/ 15455486 w 18982931"/>
              <a:gd name="connsiteY740-1482" fmla="*/ 1238927 h 4449429"/>
              <a:gd name="connsiteX741-1483" fmla="*/ 15727143 w 18982931"/>
              <a:gd name="connsiteY741-1484" fmla="*/ 1238927 h 4449429"/>
              <a:gd name="connsiteX742-1485" fmla="*/ 15727143 w 18982931"/>
              <a:gd name="connsiteY742-1486" fmla="*/ 1465306 h 4449429"/>
              <a:gd name="connsiteX743-1487" fmla="*/ 15772422 w 18982931"/>
              <a:gd name="connsiteY743-1488" fmla="*/ 1469425 h 4449429"/>
              <a:gd name="connsiteX744-1489" fmla="*/ 15850624 w 18982931"/>
              <a:gd name="connsiteY744-1490" fmla="*/ 1551745 h 4449429"/>
              <a:gd name="connsiteX745-1491" fmla="*/ 15850624 w 18982931"/>
              <a:gd name="connsiteY745-1492" fmla="*/ 2224712 h 4449429"/>
              <a:gd name="connsiteX746-1493" fmla="*/ 15923336 w 18982931"/>
              <a:gd name="connsiteY746-1494" fmla="*/ 2224712 h 4449429"/>
              <a:gd name="connsiteX747-1495" fmla="*/ 15924718 w 18982931"/>
              <a:gd name="connsiteY747-1496" fmla="*/ 2177381 h 4449429"/>
              <a:gd name="connsiteX748-1497" fmla="*/ 15982338 w 18982931"/>
              <a:gd name="connsiteY748-1498" fmla="*/ 2103294 h 4449429"/>
              <a:gd name="connsiteX749-1499" fmla="*/ 15986455 w 18982931"/>
              <a:gd name="connsiteY749-1500" fmla="*/ 2045669 h 4449429"/>
              <a:gd name="connsiteX750-1501" fmla="*/ 16002920 w 18982931"/>
              <a:gd name="connsiteY750-1502" fmla="*/ 2033319 h 4449429"/>
              <a:gd name="connsiteX751-1503" fmla="*/ 16015265 w 18982931"/>
              <a:gd name="connsiteY751-1504" fmla="*/ 2041550 h 4449429"/>
              <a:gd name="connsiteX752-1505" fmla="*/ 16056425 w 18982931"/>
              <a:gd name="connsiteY752-1506" fmla="*/ 2210310 h 4449429"/>
              <a:gd name="connsiteX753-1507" fmla="*/ 16056425 w 18982931"/>
              <a:gd name="connsiteY753-1508" fmla="*/ 2276166 h 4449429"/>
              <a:gd name="connsiteX754-1509" fmla="*/ 16077008 w 18982931"/>
              <a:gd name="connsiteY754-1510" fmla="*/ 2276166 h 4449429"/>
              <a:gd name="connsiteX755-1511" fmla="*/ 16097587 w 18982931"/>
              <a:gd name="connsiteY755-1512" fmla="*/ 1938652 h 4449429"/>
              <a:gd name="connsiteX756-1513" fmla="*/ 16122282 w 18982931"/>
              <a:gd name="connsiteY756-1514" fmla="*/ 1934533 h 4449429"/>
              <a:gd name="connsiteX757-1515" fmla="*/ 16155210 w 18982931"/>
              <a:gd name="connsiteY757-1516" fmla="*/ 1938652 h 4449429"/>
              <a:gd name="connsiteX758-1517" fmla="*/ 16155210 w 18982931"/>
              <a:gd name="connsiteY758-1518" fmla="*/ 2272048 h 4449429"/>
              <a:gd name="connsiteX759-1519" fmla="*/ 16175792 w 18982931"/>
              <a:gd name="connsiteY759-1520" fmla="*/ 2276166 h 4449429"/>
              <a:gd name="connsiteX760-1521" fmla="*/ 16192257 w 18982931"/>
              <a:gd name="connsiteY760-1522" fmla="*/ 2243238 h 4449429"/>
              <a:gd name="connsiteX761-1523" fmla="*/ 16192257 w 18982931"/>
              <a:gd name="connsiteY761-1524" fmla="*/ 1992158 h 4449429"/>
              <a:gd name="connsiteX762-1525" fmla="*/ 16192257 w 18982931"/>
              <a:gd name="connsiteY762-1526" fmla="*/ 1774011 h 4449429"/>
              <a:gd name="connsiteX763-1527" fmla="*/ 16488610 w 18982931"/>
              <a:gd name="connsiteY763-1528" fmla="*/ 1774011 h 4449429"/>
              <a:gd name="connsiteX764-1529" fmla="*/ 16538004 w 18982931"/>
              <a:gd name="connsiteY764-1530" fmla="*/ 1823403 h 4449429"/>
              <a:gd name="connsiteX765-1531" fmla="*/ 16538004 w 18982931"/>
              <a:gd name="connsiteY765-1532" fmla="*/ 2029205 h 4449429"/>
              <a:gd name="connsiteX766-1533" fmla="*/ 16550349 w 18982931"/>
              <a:gd name="connsiteY766-1534" fmla="*/ 2033319 h 4449429"/>
              <a:gd name="connsiteX767-1535" fmla="*/ 16566812 w 18982931"/>
              <a:gd name="connsiteY767-1536" fmla="*/ 1992158 h 4449429"/>
              <a:gd name="connsiteX768-1537" fmla="*/ 16570932 w 18982931"/>
              <a:gd name="connsiteY768-1538" fmla="*/ 1695804 h 4449429"/>
              <a:gd name="connsiteX769-1539" fmla="*/ 16566812 w 18982931"/>
              <a:gd name="connsiteY769-1540" fmla="*/ 773813 h 4449429"/>
              <a:gd name="connsiteX770-1541" fmla="*/ 16636788 w 18982931"/>
              <a:gd name="connsiteY770-1542" fmla="*/ 646219 h 4449429"/>
              <a:gd name="connsiteX771-1543" fmla="*/ 16723226 w 18982931"/>
              <a:gd name="connsiteY771-1544" fmla="*/ 514506 h 4449429"/>
              <a:gd name="connsiteX772-1545" fmla="*/ 16743805 w 18982931"/>
              <a:gd name="connsiteY772-1546" fmla="*/ 481577 h 4449429"/>
              <a:gd name="connsiteX773-1547" fmla="*/ 16817899 w 18982931"/>
              <a:gd name="connsiteY773-1548" fmla="*/ 329283 h 4449429"/>
              <a:gd name="connsiteX774-1549" fmla="*/ 16842595 w 18982931"/>
              <a:gd name="connsiteY774-1550" fmla="*/ 275776 h 4449429"/>
              <a:gd name="connsiteX775-1551" fmla="*/ 16859059 w 18982931"/>
              <a:gd name="connsiteY775-1552" fmla="*/ 279891 h 4449429"/>
              <a:gd name="connsiteX776-1553" fmla="*/ 16859059 w 18982931"/>
              <a:gd name="connsiteY776-1554" fmla="*/ 337515 h 4449429"/>
              <a:gd name="connsiteX777-1555" fmla="*/ 16867291 w 18982931"/>
              <a:gd name="connsiteY777-1556" fmla="*/ 382793 h 4449429"/>
              <a:gd name="connsiteX778-1557" fmla="*/ 16966075 w 18982931"/>
              <a:gd name="connsiteY778-1558" fmla="*/ 436300 h 4449429"/>
              <a:gd name="connsiteX779-1559" fmla="*/ 17031935 w 18982931"/>
              <a:gd name="connsiteY779-1560" fmla="*/ 526852 h 4449429"/>
              <a:gd name="connsiteX780-1561" fmla="*/ 17031935 w 18982931"/>
              <a:gd name="connsiteY780-1562" fmla="*/ 596826 h 4449429"/>
              <a:gd name="connsiteX781-1563" fmla="*/ 17060743 w 18982931"/>
              <a:gd name="connsiteY781-1564" fmla="*/ 600941 h 4449429"/>
              <a:gd name="connsiteX782-1565" fmla="*/ 17147183 w 18982931"/>
              <a:gd name="connsiteY782-1566" fmla="*/ 691493 h 4449429"/>
              <a:gd name="connsiteX783-1567" fmla="*/ 17147219 w 18982931"/>
              <a:gd name="connsiteY783-1568" fmla="*/ 704240 h 4449429"/>
              <a:gd name="connsiteX784-1569" fmla="*/ 17148515 w 18982931"/>
              <a:gd name="connsiteY784-1570" fmla="*/ 704240 h 4449429"/>
              <a:gd name="connsiteX785-1571" fmla="*/ 17148515 w 18982931"/>
              <a:gd name="connsiteY785-1572" fmla="*/ 880086 h 4449429"/>
              <a:gd name="connsiteX786-1573" fmla="*/ 17147731 w 18982931"/>
              <a:gd name="connsiteY786-1574" fmla="*/ 880086 h 4449429"/>
              <a:gd name="connsiteX787-1575" fmla="*/ 17151295 w 18982931"/>
              <a:gd name="connsiteY787-1576" fmla="*/ 2103294 h 4449429"/>
              <a:gd name="connsiteX788-1577" fmla="*/ 17151295 w 18982931"/>
              <a:gd name="connsiteY788-1578" fmla="*/ 2152686 h 4449429"/>
              <a:gd name="connsiteX789-1579" fmla="*/ 17225383 w 18982931"/>
              <a:gd name="connsiteY789-1580" fmla="*/ 2152686 h 4449429"/>
              <a:gd name="connsiteX790-1581" fmla="*/ 17225383 w 18982931"/>
              <a:gd name="connsiteY790-1582" fmla="*/ 1811053 h 4449429"/>
              <a:gd name="connsiteX791-1583" fmla="*/ 17307703 w 18982931"/>
              <a:gd name="connsiteY791-1584" fmla="*/ 1757546 h 4449429"/>
              <a:gd name="connsiteX792-1585" fmla="*/ 17307703 w 18982931"/>
              <a:gd name="connsiteY792-1586" fmla="*/ 1889260 h 4449429"/>
              <a:gd name="connsiteX793-1587" fmla="*/ 17336519 w 18982931"/>
              <a:gd name="connsiteY793-1588" fmla="*/ 1926302 h 4449429"/>
              <a:gd name="connsiteX794-1589" fmla="*/ 17381799 w 18982931"/>
              <a:gd name="connsiteY794-1590" fmla="*/ 1975695 h 4449429"/>
              <a:gd name="connsiteX795-1591" fmla="*/ 17381799 w 18982931"/>
              <a:gd name="connsiteY795-1592" fmla="*/ 2165031 h 4449429"/>
              <a:gd name="connsiteX796-1593" fmla="*/ 17562899 w 18982931"/>
              <a:gd name="connsiteY796-1594" fmla="*/ 2165031 h 4449429"/>
              <a:gd name="connsiteX797-1595" fmla="*/ 17562899 w 18982931"/>
              <a:gd name="connsiteY797-1596" fmla="*/ 2329673 h 4449429"/>
              <a:gd name="connsiteX798-1597" fmla="*/ 17575251 w 18982931"/>
              <a:gd name="connsiteY798-1598" fmla="*/ 2329673 h 4449429"/>
              <a:gd name="connsiteX799-1599" fmla="*/ 17575251 w 18982931"/>
              <a:gd name="connsiteY799-1600" fmla="*/ 2127989 h 4449429"/>
              <a:gd name="connsiteX800-1601" fmla="*/ 17591711 w 18982931"/>
              <a:gd name="connsiteY800-1602" fmla="*/ 1609370 h 4449429"/>
              <a:gd name="connsiteX801-1603" fmla="*/ 17604059 w 18982931"/>
              <a:gd name="connsiteY801-1604" fmla="*/ 1584673 h 4449429"/>
              <a:gd name="connsiteX802-1605" fmla="*/ 17711083 w 18982931"/>
              <a:gd name="connsiteY802-1606" fmla="*/ 1580555 h 4449429"/>
              <a:gd name="connsiteX803-1607" fmla="*/ 17735775 w 18982931"/>
              <a:gd name="connsiteY803-1608" fmla="*/ 1609370 h 4449429"/>
              <a:gd name="connsiteX804-1609" fmla="*/ 17772819 w 18982931"/>
              <a:gd name="connsiteY804-1610" fmla="*/ 1613483 h 4449429"/>
              <a:gd name="connsiteX805-1611" fmla="*/ 17768699 w 18982931"/>
              <a:gd name="connsiteY805-1612" fmla="*/ 1559977 h 4449429"/>
              <a:gd name="connsiteX806-1613" fmla="*/ 17772819 w 18982931"/>
              <a:gd name="connsiteY806-1614" fmla="*/ 1531163 h 4449429"/>
              <a:gd name="connsiteX807-1615" fmla="*/ 17797515 w 18982931"/>
              <a:gd name="connsiteY807-1616" fmla="*/ 1469425 h 4449429"/>
              <a:gd name="connsiteX808-1617" fmla="*/ 17797515 w 18982931"/>
              <a:gd name="connsiteY808-1618" fmla="*/ 1374754 h 4449429"/>
              <a:gd name="connsiteX809-1619" fmla="*/ 17813979 w 18982931"/>
              <a:gd name="connsiteY809-1620" fmla="*/ 1374754 h 4449429"/>
              <a:gd name="connsiteX810-1621" fmla="*/ 17834559 w 18982931"/>
              <a:gd name="connsiteY810-1622" fmla="*/ 1424146 h 4449429"/>
              <a:gd name="connsiteX811-1623" fmla="*/ 17912763 w 18982931"/>
              <a:gd name="connsiteY811-1624" fmla="*/ 1378872 h 4449429"/>
              <a:gd name="connsiteX812-1625" fmla="*/ 18069171 w 18982931"/>
              <a:gd name="connsiteY812-1626" fmla="*/ 1415914 h 4449429"/>
              <a:gd name="connsiteX813-1627" fmla="*/ 18069171 w 18982931"/>
              <a:gd name="connsiteY813-1628" fmla="*/ 1576442 h 4449429"/>
              <a:gd name="connsiteX814-1629" fmla="*/ 18237927 w 18982931"/>
              <a:gd name="connsiteY814-1630" fmla="*/ 1576442 h 4449429"/>
              <a:gd name="connsiteX815-1631" fmla="*/ 18237927 w 18982931"/>
              <a:gd name="connsiteY815-1632" fmla="*/ 1642297 h 4449429"/>
              <a:gd name="connsiteX816-1633" fmla="*/ 18270859 w 18982931"/>
              <a:gd name="connsiteY816-1634" fmla="*/ 1691690 h 4449429"/>
              <a:gd name="connsiteX817-1635" fmla="*/ 18270859 w 18982931"/>
              <a:gd name="connsiteY817-1636" fmla="*/ 1704036 h 4449429"/>
              <a:gd name="connsiteX818-1637" fmla="*/ 18274975 w 18982931"/>
              <a:gd name="connsiteY818-1638" fmla="*/ 1926302 h 4449429"/>
              <a:gd name="connsiteX819-1639" fmla="*/ 18279087 w 18982931"/>
              <a:gd name="connsiteY819-1640" fmla="*/ 1938652 h 4449429"/>
              <a:gd name="connsiteX820-1641" fmla="*/ 18320247 w 18982931"/>
              <a:gd name="connsiteY820-1642" fmla="*/ 1934533 h 4449429"/>
              <a:gd name="connsiteX821-1643" fmla="*/ 18320247 w 18982931"/>
              <a:gd name="connsiteY821-1644" fmla="*/ 1144256 h 4449429"/>
              <a:gd name="connsiteX822-1645" fmla="*/ 18303783 w 18982931"/>
              <a:gd name="connsiteY822-1646" fmla="*/ 1111328 h 4449429"/>
              <a:gd name="connsiteX823-1647" fmla="*/ 18287323 w 18982931"/>
              <a:gd name="connsiteY823-1648" fmla="*/ 1024893 h 4449429"/>
              <a:gd name="connsiteX824-1649" fmla="*/ 18336711 w 18982931"/>
              <a:gd name="connsiteY824-1650" fmla="*/ 1000197 h 4449429"/>
              <a:gd name="connsiteX825-1651" fmla="*/ 18361407 w 18982931"/>
              <a:gd name="connsiteY825-1652" fmla="*/ 996079 h 4449429"/>
              <a:gd name="connsiteX826-1653" fmla="*/ 18373759 w 18982931"/>
              <a:gd name="connsiteY826-1654" fmla="*/ 946687 h 4449429"/>
              <a:gd name="connsiteX827-1655" fmla="*/ 18534287 w 18982931"/>
              <a:gd name="connsiteY827-1656" fmla="*/ 946687 h 4449429"/>
              <a:gd name="connsiteX828-1657" fmla="*/ 18563095 w 18982931"/>
              <a:gd name="connsiteY828-1658" fmla="*/ 798510 h 4449429"/>
              <a:gd name="connsiteX829-1659" fmla="*/ 18731851 w 18982931"/>
              <a:gd name="connsiteY829-1660" fmla="*/ 806742 h 4449429"/>
              <a:gd name="connsiteX830-1661" fmla="*/ 18773011 w 18982931"/>
              <a:gd name="connsiteY830-1662" fmla="*/ 798510 h 4449429"/>
              <a:gd name="connsiteX831-1663" fmla="*/ 18822407 w 18982931"/>
              <a:gd name="connsiteY831-1664" fmla="*/ 893180 h 4449429"/>
              <a:gd name="connsiteX832-1665" fmla="*/ 18822407 w 18982931"/>
              <a:gd name="connsiteY832-1666" fmla="*/ 963151 h 4449429"/>
              <a:gd name="connsiteX833-1667" fmla="*/ 18982931 w 18982931"/>
              <a:gd name="connsiteY833-1668" fmla="*/ 983734 h 4449429"/>
              <a:gd name="connsiteX834-1669" fmla="*/ 18982931 w 18982931"/>
              <a:gd name="connsiteY834-1670" fmla="*/ 4449429 h 4449429"/>
              <a:gd name="connsiteX835-1671" fmla="*/ 11998023 w 18982931"/>
              <a:gd name="connsiteY835-1672" fmla="*/ 4449429 h 4449429"/>
              <a:gd name="connsiteX836-1673" fmla="*/ 11995198 w 18982931"/>
              <a:gd name="connsiteY836-1674" fmla="*/ 4429646 h 4449429"/>
              <a:gd name="connsiteX837-1675" fmla="*/ 11992726 w 18982931"/>
              <a:gd name="connsiteY837-1676" fmla="*/ 4449425 h 4449429"/>
              <a:gd name="connsiteX838-1677" fmla="*/ 8153658 w 18982931"/>
              <a:gd name="connsiteY838-1678" fmla="*/ 4449425 h 4449429"/>
              <a:gd name="connsiteX839-1679" fmla="*/ 8153658 w 18982931"/>
              <a:gd name="connsiteY839-1680" fmla="*/ 4449429 h 4449429"/>
              <a:gd name="connsiteX840-1681" fmla="*/ 6861227 w 18982931"/>
              <a:gd name="connsiteY840-1682" fmla="*/ 4449429 h 4449429"/>
              <a:gd name="connsiteX841-1683" fmla="*/ 6859697 w 18982931"/>
              <a:gd name="connsiteY841-1684" fmla="*/ 4432598 h 4449429"/>
              <a:gd name="connsiteX842-1685" fmla="*/ 6858292 w 18982931"/>
              <a:gd name="connsiteY842-1686" fmla="*/ 4449425 h 4449429"/>
              <a:gd name="connsiteX843-1687" fmla="*/ 7922 w 18982931"/>
              <a:gd name="connsiteY843-1688" fmla="*/ 4440866 h 4449429"/>
              <a:gd name="connsiteX844-1689" fmla="*/ 0 w 18982931"/>
              <a:gd name="connsiteY844-1690" fmla="*/ 1181446 h 4449429"/>
              <a:gd name="connsiteX845-1691" fmla="*/ 169756 w 18982931"/>
              <a:gd name="connsiteY845-1692" fmla="*/ 979616 h 4449429"/>
              <a:gd name="connsiteX846-1693" fmla="*/ 301466 w 18982931"/>
              <a:gd name="connsiteY846-1694" fmla="*/ 971384 h 4449429"/>
              <a:gd name="connsiteX847-1695" fmla="*/ 301466 w 18982931"/>
              <a:gd name="connsiteY847-1696" fmla="*/ 909640 h 4449429"/>
              <a:gd name="connsiteX848-1697" fmla="*/ 346746 w 18982931"/>
              <a:gd name="connsiteY848-1698" fmla="*/ 810855 h 4449429"/>
              <a:gd name="connsiteX849-1699" fmla="*/ 552547 w 18982931"/>
              <a:gd name="connsiteY849-1700" fmla="*/ 802623 h 4449429"/>
              <a:gd name="connsiteX850-1701" fmla="*/ 581356 w 18982931"/>
              <a:gd name="connsiteY850-1702" fmla="*/ 963151 h 4449429"/>
              <a:gd name="connsiteX851-1703" fmla="*/ 737766 w 18982931"/>
              <a:gd name="connsiteY851-1704" fmla="*/ 963151 h 4449429"/>
              <a:gd name="connsiteX852-1705" fmla="*/ 750116 w 18982931"/>
              <a:gd name="connsiteY852-1706" fmla="*/ 1012543 h 4449429"/>
              <a:gd name="connsiteX853-1707" fmla="*/ 778926 w 18982931"/>
              <a:gd name="connsiteY853-1708" fmla="*/ 1016657 h 4449429"/>
              <a:gd name="connsiteX854-1709" fmla="*/ 820087 w 18982931"/>
              <a:gd name="connsiteY854-1710" fmla="*/ 1041353 h 4449429"/>
              <a:gd name="connsiteX855-1711" fmla="*/ 820087 w 18982931"/>
              <a:gd name="connsiteY855-1712" fmla="*/ 1119560 h 4449429"/>
              <a:gd name="connsiteX856-1713" fmla="*/ 791276 w 18982931"/>
              <a:gd name="connsiteY856-1714" fmla="*/ 1193648 h 4449429"/>
              <a:gd name="connsiteX857-1715" fmla="*/ 791276 w 18982931"/>
              <a:gd name="connsiteY857-1716" fmla="*/ 1580555 h 4449429"/>
              <a:gd name="connsiteX858-1717" fmla="*/ 791276 w 18982931"/>
              <a:gd name="connsiteY858-1718" fmla="*/ 1955112 h 4449429"/>
              <a:gd name="connsiteX859-1719" fmla="*/ 840669 w 18982931"/>
              <a:gd name="connsiteY859-1720" fmla="*/ 1950998 h 4449429"/>
              <a:gd name="connsiteX860-1721" fmla="*/ 844783 w 18982931"/>
              <a:gd name="connsiteY860-1722" fmla="*/ 1720500 h 4449429"/>
              <a:gd name="connsiteX861-1723" fmla="*/ 873596 w 18982931"/>
              <a:gd name="connsiteY861-1724" fmla="*/ 1597020 h 4449429"/>
              <a:gd name="connsiteX862-1725" fmla="*/ 906526 w 18982931"/>
              <a:gd name="connsiteY862-1726" fmla="*/ 1584670 h 4449429"/>
              <a:gd name="connsiteX863-1727" fmla="*/ 1034120 w 18982931"/>
              <a:gd name="connsiteY863-1728" fmla="*/ 1584670 h 4449429"/>
              <a:gd name="connsiteX864-1729" fmla="*/ 1034120 w 18982931"/>
              <a:gd name="connsiteY864-1730" fmla="*/ 1420028 h 4449429"/>
              <a:gd name="connsiteX865-1731" fmla="*/ 1190528 w 18982931"/>
              <a:gd name="connsiteY865-1732" fmla="*/ 1378868 h 4449429"/>
              <a:gd name="connsiteX866-1733" fmla="*/ 1211112 w 18982931"/>
              <a:gd name="connsiteY866-1734" fmla="*/ 1424146 h 4449429"/>
              <a:gd name="connsiteX867-1735" fmla="*/ 1260505 w 18982931"/>
              <a:gd name="connsiteY867-1736" fmla="*/ 1424146 h 4449429"/>
              <a:gd name="connsiteX868-1737" fmla="*/ 1276969 w 18982931"/>
              <a:gd name="connsiteY868-1738" fmla="*/ 1387099 h 4449429"/>
              <a:gd name="connsiteX869-1739" fmla="*/ 1289312 w 18982931"/>
              <a:gd name="connsiteY869-1740" fmla="*/ 1395331 h 4449429"/>
              <a:gd name="connsiteX870-1741" fmla="*/ 1322242 w 18982931"/>
              <a:gd name="connsiteY870-1742" fmla="*/ 1559973 h 4449429"/>
              <a:gd name="connsiteX871-1743" fmla="*/ 1318126 w 18982931"/>
              <a:gd name="connsiteY871-1744" fmla="*/ 1576437 h 4449429"/>
              <a:gd name="connsiteX872-1745" fmla="*/ 1326360 w 18982931"/>
              <a:gd name="connsiteY872-1746" fmla="*/ 1621715 h 4449429"/>
              <a:gd name="connsiteX873-1747" fmla="*/ 1359290 w 18982931"/>
              <a:gd name="connsiteY873-1748" fmla="*/ 1597020 h 4449429"/>
              <a:gd name="connsiteX874-1749" fmla="*/ 1375751 w 18982931"/>
              <a:gd name="connsiteY874-1750" fmla="*/ 1588787 h 4449429"/>
              <a:gd name="connsiteX875-1751" fmla="*/ 1486884 w 18982931"/>
              <a:gd name="connsiteY875-1752" fmla="*/ 1588787 h 4449429"/>
              <a:gd name="connsiteX876-1753" fmla="*/ 1507466 w 18982931"/>
              <a:gd name="connsiteY876-1754" fmla="*/ 2337905 h 4449429"/>
              <a:gd name="connsiteX877-1755" fmla="*/ 1523929 w 18982931"/>
              <a:gd name="connsiteY877-1756" fmla="*/ 2337905 h 4449429"/>
              <a:gd name="connsiteX878-1757" fmla="*/ 1523929 w 18982931"/>
              <a:gd name="connsiteY878-1758" fmla="*/ 2169146 h 4449429"/>
              <a:gd name="connsiteX879-1759" fmla="*/ 1692685 w 18982931"/>
              <a:gd name="connsiteY879-1760" fmla="*/ 2169146 h 4449429"/>
              <a:gd name="connsiteX880-1761" fmla="*/ 1692685 w 18982931"/>
              <a:gd name="connsiteY880-1762" fmla="*/ 2020968 h 4449429"/>
              <a:gd name="connsiteX881-1763" fmla="*/ 1766772 w 18982931"/>
              <a:gd name="connsiteY881-1764" fmla="*/ 1922183 h 4449429"/>
              <a:gd name="connsiteX882-1765" fmla="*/ 1766772 w 18982931"/>
              <a:gd name="connsiteY882-1766" fmla="*/ 1757542 h 4449429"/>
              <a:gd name="connsiteX883-1767" fmla="*/ 1849095 w 18982931"/>
              <a:gd name="connsiteY883-1768" fmla="*/ 1757542 h 4449429"/>
              <a:gd name="connsiteX884-1769" fmla="*/ 1849095 w 18982931"/>
              <a:gd name="connsiteY884-1770" fmla="*/ 2156799 h 4449429"/>
              <a:gd name="connsiteX885-1771" fmla="*/ 1919070 w 18982931"/>
              <a:gd name="connsiteY885-1772" fmla="*/ 2156799 h 4449429"/>
              <a:gd name="connsiteX886-1773" fmla="*/ 1919070 w 18982931"/>
              <a:gd name="connsiteY886-1774" fmla="*/ 1864559 h 4449429"/>
              <a:gd name="connsiteX887-1775" fmla="*/ 1919070 w 18982931"/>
              <a:gd name="connsiteY887-1776" fmla="*/ 695608 h 4449429"/>
              <a:gd name="connsiteX888-1777" fmla="*/ 2005504 w 18982931"/>
              <a:gd name="connsiteY888-1778" fmla="*/ 609173 h 4449429"/>
              <a:gd name="connsiteX889-1779" fmla="*/ 2026085 w 18982931"/>
              <a:gd name="connsiteY889-1780" fmla="*/ 605054 h 4449429"/>
              <a:gd name="connsiteX890-1781" fmla="*/ 2100174 w 18982931"/>
              <a:gd name="connsiteY890-1782" fmla="*/ 448645 h 4449429"/>
              <a:gd name="connsiteX891-1783" fmla="*/ 2137215 w 18982931"/>
              <a:gd name="connsiteY891-1784" fmla="*/ 407485 h 4449429"/>
              <a:gd name="connsiteX892-1785" fmla="*/ 2194840 w 18982931"/>
              <a:gd name="connsiteY892-1786" fmla="*/ 337515 h 4449429"/>
              <a:gd name="connsiteX893-1787" fmla="*/ 2198958 w 18982931"/>
              <a:gd name="connsiteY893-1788" fmla="*/ 292236 h 4449429"/>
              <a:gd name="connsiteX894-1789" fmla="*/ 2240121 w 18982931"/>
              <a:gd name="connsiteY894-1790" fmla="*/ 358093 h 4449429"/>
              <a:gd name="connsiteX895-1791" fmla="*/ 2273047 w 18982931"/>
              <a:gd name="connsiteY895-1792" fmla="*/ 444532 h 4449429"/>
              <a:gd name="connsiteX896-1793" fmla="*/ 2330670 w 18982931"/>
              <a:gd name="connsiteY896-1794" fmla="*/ 563894 h 4449429"/>
              <a:gd name="connsiteX897-1795" fmla="*/ 2351248 w 18982931"/>
              <a:gd name="connsiteY897-1796" fmla="*/ 613286 h 4449429"/>
              <a:gd name="connsiteX898-1797" fmla="*/ 2429455 w 18982931"/>
              <a:gd name="connsiteY898-1798" fmla="*/ 675029 h 4449429"/>
              <a:gd name="connsiteX899-1799" fmla="*/ 2470614 w 18982931"/>
              <a:gd name="connsiteY899-1800" fmla="*/ 757350 h 4449429"/>
              <a:gd name="connsiteX900-1801" fmla="*/ 2470614 w 18982931"/>
              <a:gd name="connsiteY900-1802" fmla="*/ 1086631 h 4449429"/>
              <a:gd name="connsiteX901-1803" fmla="*/ 2470614 w 18982931"/>
              <a:gd name="connsiteY901-1804" fmla="*/ 2008622 h 4449429"/>
              <a:gd name="connsiteX902-1805" fmla="*/ 2487080 w 18982931"/>
              <a:gd name="connsiteY902-1806" fmla="*/ 2053897 h 4449429"/>
              <a:gd name="connsiteX903-1807" fmla="*/ 2499426 w 18982931"/>
              <a:gd name="connsiteY903-1808" fmla="*/ 1897488 h 4449429"/>
              <a:gd name="connsiteX904-1809" fmla="*/ 2602322 w 18982931"/>
              <a:gd name="connsiteY904-1810" fmla="*/ 1798703 h 4449429"/>
              <a:gd name="connsiteX905-1811" fmla="*/ 2836935 w 18982931"/>
              <a:gd name="connsiteY905-1812" fmla="*/ 1798703 h 4449429"/>
              <a:gd name="connsiteX906-1813" fmla="*/ 2836935 w 18982931"/>
              <a:gd name="connsiteY906-1814" fmla="*/ 1860446 h 4449429"/>
              <a:gd name="connsiteX907-1815" fmla="*/ 2836935 w 18982931"/>
              <a:gd name="connsiteY907-1816" fmla="*/ 2263816 h 4449429"/>
              <a:gd name="connsiteX908-1817" fmla="*/ 2845169 w 18982931"/>
              <a:gd name="connsiteY908-1818" fmla="*/ 2304976 h 4449429"/>
              <a:gd name="connsiteX909-1819" fmla="*/ 2861629 w 18982931"/>
              <a:gd name="connsiteY909-1820" fmla="*/ 2300858 h 4449429"/>
              <a:gd name="connsiteX910-1821" fmla="*/ 2861629 w 18982931"/>
              <a:gd name="connsiteY910-1822" fmla="*/ 2247351 h 4449429"/>
              <a:gd name="connsiteX911-1823" fmla="*/ 2869861 w 18982931"/>
              <a:gd name="connsiteY911-1824" fmla="*/ 1996272 h 4449429"/>
              <a:gd name="connsiteX912-1825" fmla="*/ 2923374 w 18982931"/>
              <a:gd name="connsiteY912-1826" fmla="*/ 1967462 h 4449429"/>
              <a:gd name="connsiteX913-1827" fmla="*/ 2939836 w 18982931"/>
              <a:gd name="connsiteY913-1828" fmla="*/ 2300858 h 4449429"/>
              <a:gd name="connsiteX914-1829" fmla="*/ 2956300 w 18982931"/>
              <a:gd name="connsiteY914-1830" fmla="*/ 2300858 h 4449429"/>
              <a:gd name="connsiteX915-1831" fmla="*/ 2989230 w 18982931"/>
              <a:gd name="connsiteY915-1832" fmla="*/ 2111521 h 4449429"/>
              <a:gd name="connsiteX916-1833" fmla="*/ 3018038 w 18982931"/>
              <a:gd name="connsiteY916-1834" fmla="*/ 2058015 h 4449429"/>
              <a:gd name="connsiteX917-1835" fmla="*/ 3034502 w 18982931"/>
              <a:gd name="connsiteY917-1836" fmla="*/ 2123871 h 4449429"/>
              <a:gd name="connsiteX918-1837" fmla="*/ 3038620 w 18982931"/>
              <a:gd name="connsiteY918-1838" fmla="*/ 2132104 h 4449429"/>
              <a:gd name="connsiteX919-1839" fmla="*/ 3088018 w 18982931"/>
              <a:gd name="connsiteY919-1840" fmla="*/ 2140336 h 4449429"/>
              <a:gd name="connsiteX920-1841" fmla="*/ 3095320 w 18982931"/>
              <a:gd name="connsiteY920-1842" fmla="*/ 2275334 h 4449429"/>
              <a:gd name="connsiteX921-1843" fmla="*/ 3162101 w 18982931"/>
              <a:gd name="connsiteY921-1844" fmla="*/ 2275334 h 4449429"/>
              <a:gd name="connsiteX922-1845" fmla="*/ 3162101 w 18982931"/>
              <a:gd name="connsiteY922-1846" fmla="*/ 1580555 h 4449429"/>
              <a:gd name="connsiteX923-1847" fmla="*/ 3162101 w 18982931"/>
              <a:gd name="connsiteY923-1848" fmla="*/ 1531163 h 4449429"/>
              <a:gd name="connsiteX924-1849" fmla="*/ 3199146 w 18982931"/>
              <a:gd name="connsiteY924-1850" fmla="*/ 1498235 h 4449429"/>
              <a:gd name="connsiteX925-1851" fmla="*/ 3281469 w 18982931"/>
              <a:gd name="connsiteY925-1852" fmla="*/ 1498235 h 4449429"/>
              <a:gd name="connsiteX926-1853" fmla="*/ 3281469 w 18982931"/>
              <a:gd name="connsiteY926-1854" fmla="*/ 1325362 h 4449429"/>
              <a:gd name="connsiteX927-1855" fmla="*/ 3343207 w 18982931"/>
              <a:gd name="connsiteY927-1856" fmla="*/ 1263619 h 4449429"/>
              <a:gd name="connsiteX928-1857" fmla="*/ 3544891 w 18982931"/>
              <a:gd name="connsiteY928-1858" fmla="*/ 1263619 h 4449429"/>
              <a:gd name="connsiteX929-1859" fmla="*/ 3544891 w 18982931"/>
              <a:gd name="connsiteY929-1860" fmla="*/ 712071 h 4449429"/>
              <a:gd name="connsiteX930-1861" fmla="*/ 3561357 w 18982931"/>
              <a:gd name="connsiteY930-1862" fmla="*/ 555662 h 4449429"/>
              <a:gd name="connsiteX931-1863" fmla="*/ 3606633 w 18982931"/>
              <a:gd name="connsiteY931-1864" fmla="*/ 316933 h 4449429"/>
              <a:gd name="connsiteX932-1865" fmla="*/ 3614865 w 18982931"/>
              <a:gd name="connsiteY932-1866" fmla="*/ 279891 h 4449429"/>
              <a:gd name="connsiteX933-1867" fmla="*/ 3676603 w 18982931"/>
              <a:gd name="connsiteY933-1868" fmla="*/ 341628 h 4449429"/>
              <a:gd name="connsiteX934-1869" fmla="*/ 3684835 w 18982931"/>
              <a:gd name="connsiteY934-1870" fmla="*/ 386907 h 4449429"/>
              <a:gd name="connsiteX935-1871" fmla="*/ 3742460 w 18982931"/>
              <a:gd name="connsiteY935-1872" fmla="*/ 481574 h 4449429"/>
              <a:gd name="connsiteX936-1873" fmla="*/ 3763042 w 18982931"/>
              <a:gd name="connsiteY936-1874" fmla="*/ 703838 h 4449429"/>
              <a:gd name="connsiteX937-1875" fmla="*/ 3763042 w 18982931"/>
              <a:gd name="connsiteY937-1876" fmla="*/ 1144256 h 4449429"/>
              <a:gd name="connsiteX938-1877" fmla="*/ 3771275 w 18982931"/>
              <a:gd name="connsiteY938-1878" fmla="*/ 1181298 h 4449429"/>
              <a:gd name="connsiteX939-1879" fmla="*/ 3775390 w 18982931"/>
              <a:gd name="connsiteY939-1880" fmla="*/ 1115443 h 4449429"/>
              <a:gd name="connsiteX940-1881" fmla="*/ 3923568 w 18982931"/>
              <a:gd name="connsiteY940-1882" fmla="*/ 996079 h 4449429"/>
              <a:gd name="connsiteX941-1883" fmla="*/ 3940029 w 18982931"/>
              <a:gd name="connsiteY941-1884" fmla="*/ 1020776 h 4449429"/>
              <a:gd name="connsiteX942-1885" fmla="*/ 3960611 w 18982931"/>
              <a:gd name="connsiteY942-1886" fmla="*/ 1321244 h 4449429"/>
              <a:gd name="connsiteX943-1887" fmla="*/ 3960611 w 18982931"/>
              <a:gd name="connsiteY943-1888" fmla="*/ 1584670 h 4449429"/>
              <a:gd name="connsiteX944-1889" fmla="*/ 3977076 w 18982931"/>
              <a:gd name="connsiteY944-1890" fmla="*/ 1625830 h 4449429"/>
              <a:gd name="connsiteX945-1891" fmla="*/ 4010007 w 18982931"/>
              <a:gd name="connsiteY945-1892" fmla="*/ 1666990 h 4449429"/>
              <a:gd name="connsiteX946-1893" fmla="*/ 4055279 w 18982931"/>
              <a:gd name="connsiteY946-1894" fmla="*/ 1819286 h 4449429"/>
              <a:gd name="connsiteX947-1895" fmla="*/ 4104670 w 18982931"/>
              <a:gd name="connsiteY947-1896" fmla="*/ 1819286 h 4449429"/>
              <a:gd name="connsiteX948-1897" fmla="*/ 4108788 w 18982931"/>
              <a:gd name="connsiteY948-1898" fmla="*/ 1741079 h 4449429"/>
              <a:gd name="connsiteX949-1899" fmla="*/ 4211689 w 18982931"/>
              <a:gd name="connsiteY949-1900" fmla="*/ 1741079 h 4449429"/>
              <a:gd name="connsiteX950-1901" fmla="*/ 4252847 w 18982931"/>
              <a:gd name="connsiteY950-1902" fmla="*/ 1559973 h 4449429"/>
              <a:gd name="connsiteX951-1903" fmla="*/ 4265197 w 18982931"/>
              <a:gd name="connsiteY951-1904" fmla="*/ 1559973 h 4449429"/>
              <a:gd name="connsiteX952-1905" fmla="*/ 4277546 w 18982931"/>
              <a:gd name="connsiteY952-1906" fmla="*/ 1592900 h 4449429"/>
              <a:gd name="connsiteX953-1907" fmla="*/ 4302239 w 18982931"/>
              <a:gd name="connsiteY953-1908" fmla="*/ 1708150 h 4449429"/>
              <a:gd name="connsiteX954-1909" fmla="*/ 4368100 w 18982931"/>
              <a:gd name="connsiteY954-1910" fmla="*/ 1741079 h 4449429"/>
              <a:gd name="connsiteX955-1911" fmla="*/ 4363984 w 18982931"/>
              <a:gd name="connsiteY955-1912" fmla="*/ 1634062 h 4449429"/>
              <a:gd name="connsiteX956-1913" fmla="*/ 4372218 w 18982931"/>
              <a:gd name="connsiteY956-1914" fmla="*/ 839670 h 4449429"/>
              <a:gd name="connsiteX957-1915" fmla="*/ 4442184 w 18982931"/>
              <a:gd name="connsiteY957-1916" fmla="*/ 279891 h 4449429"/>
              <a:gd name="connsiteX958-1917" fmla="*/ 4479230 w 18982931"/>
              <a:gd name="connsiteY958-1918" fmla="*/ 234611 h 4449429"/>
              <a:gd name="connsiteX959-1919" fmla="*/ 4520394 w 18982931"/>
              <a:gd name="connsiteY959-1920" fmla="*/ 284004 h 4449429"/>
              <a:gd name="connsiteX960-1921" fmla="*/ 4549200 w 18982931"/>
              <a:gd name="connsiteY960-1922" fmla="*/ 440413 h 4449429"/>
              <a:gd name="connsiteX961-1923" fmla="*/ 4680914 w 18982931"/>
              <a:gd name="connsiteY961-1924" fmla="*/ 395140 h 4449429"/>
              <a:gd name="connsiteX962-1925" fmla="*/ 4759121 w 18982931"/>
              <a:gd name="connsiteY962-1926" fmla="*/ 460995 h 4449429"/>
              <a:gd name="connsiteX963-1927" fmla="*/ 4771466 w 18982931"/>
              <a:gd name="connsiteY963-1928" fmla="*/ 493924 h 4449429"/>
              <a:gd name="connsiteX964-1929" fmla="*/ 4888657 w 18982931"/>
              <a:gd name="connsiteY964-1930" fmla="*/ 747622 h 4449429"/>
              <a:gd name="connsiteX965-1931" fmla="*/ 4888893 w 18982931"/>
              <a:gd name="connsiteY965-1932" fmla="*/ 807315 h 4449429"/>
              <a:gd name="connsiteX966-1933" fmla="*/ 4856617 w 18982931"/>
              <a:gd name="connsiteY966-1934" fmla="*/ 807315 h 4449429"/>
              <a:gd name="connsiteX967-1935" fmla="*/ 4856617 w 18982931"/>
              <a:gd name="connsiteY967-1936" fmla="*/ 944475 h 4449429"/>
              <a:gd name="connsiteX968-1937" fmla="*/ 4888332 w 18982931"/>
              <a:gd name="connsiteY968-1938" fmla="*/ 944475 h 4449429"/>
              <a:gd name="connsiteX969-1939" fmla="*/ 4888325 w 18982931"/>
              <a:gd name="connsiteY969-1940" fmla="*/ 945600 h 4449429"/>
              <a:gd name="connsiteX970-1941" fmla="*/ 4890835 w 18982931"/>
              <a:gd name="connsiteY970-1942" fmla="*/ 1609365 h 4449429"/>
              <a:gd name="connsiteX971-1943" fmla="*/ 4952574 w 18982931"/>
              <a:gd name="connsiteY971-1944" fmla="*/ 1617597 h 4449429"/>
              <a:gd name="connsiteX972-1945" fmla="*/ 4952574 w 18982931"/>
              <a:gd name="connsiteY972-1946" fmla="*/ 1868678 h 4449429"/>
              <a:gd name="connsiteX973-1947" fmla="*/ 4956691 w 18982931"/>
              <a:gd name="connsiteY973-1948" fmla="*/ 1905720 h 4449429"/>
              <a:gd name="connsiteX974-1949" fmla="*/ 4981387 w 18982931"/>
              <a:gd name="connsiteY974-1950" fmla="*/ 1967462 h 4449429"/>
              <a:gd name="connsiteX975-1951" fmla="*/ 4981387 w 18982931"/>
              <a:gd name="connsiteY975-1952" fmla="*/ 2058015 h 4449429"/>
              <a:gd name="connsiteX976-1953" fmla="*/ 5001966 w 18982931"/>
              <a:gd name="connsiteY976-1954" fmla="*/ 2086824 h 4449429"/>
              <a:gd name="connsiteX977-1955" fmla="*/ 5018429 w 18982931"/>
              <a:gd name="connsiteY977-1956" fmla="*/ 2078592 h 4449429"/>
              <a:gd name="connsiteX978-1957" fmla="*/ 5018429 w 18982931"/>
              <a:gd name="connsiteY978-1958" fmla="*/ 1881023 h 4449429"/>
              <a:gd name="connsiteX979-1959" fmla="*/ 5018429 w 18982931"/>
              <a:gd name="connsiteY979-1960" fmla="*/ 1366522 h 4449429"/>
              <a:gd name="connsiteX980-1961" fmla="*/ 5034894 w 18982931"/>
              <a:gd name="connsiteY980-1962" fmla="*/ 864367 h 4449429"/>
              <a:gd name="connsiteX981-1963" fmla="*/ 5067821 w 18982931"/>
              <a:gd name="connsiteY981-1964" fmla="*/ 197569 h 4449429"/>
              <a:gd name="connsiteX982-1965" fmla="*/ 5080173 w 18982931"/>
              <a:gd name="connsiteY982-1966" fmla="*/ 102899 h 4449429"/>
              <a:gd name="connsiteX983-1967" fmla="*/ 5216000 w 18982931"/>
              <a:gd name="connsiteY983-1968" fmla="*/ 37042 h 4449429"/>
              <a:gd name="connsiteX984-1969" fmla="*/ 5248927 w 18982931"/>
              <a:gd name="connsiteY984-1970" fmla="*/ 69972 h 4449429"/>
              <a:gd name="connsiteX985-1971" fmla="*/ 5372409 w 18982931"/>
              <a:gd name="connsiteY985-1972" fmla="*/ 69972 h 4449429"/>
              <a:gd name="connsiteX986-1973" fmla="*/ 5434151 w 18982931"/>
              <a:gd name="connsiteY986-1974" fmla="*/ 131714 h 4449429"/>
              <a:gd name="connsiteX987-1975" fmla="*/ 5434151 w 18982931"/>
              <a:gd name="connsiteY987-1976" fmla="*/ 382788 h 4449429"/>
              <a:gd name="connsiteX988-1977" fmla="*/ 5434151 w 18982931"/>
              <a:gd name="connsiteY988-1978" fmla="*/ 683261 h 4449429"/>
              <a:gd name="connsiteX989-1979" fmla="*/ 5545282 w 18982931"/>
              <a:gd name="connsiteY989-1980" fmla="*/ 687375 h 4449429"/>
              <a:gd name="connsiteX990-1981" fmla="*/ 5545282 w 18982931"/>
              <a:gd name="connsiteY990-1982" fmla="*/ 1045471 h 4449429"/>
              <a:gd name="connsiteX991-1983" fmla="*/ 5676994 w 18982931"/>
              <a:gd name="connsiteY991-1984" fmla="*/ 1045471 h 4449429"/>
              <a:gd name="connsiteX992-1985" fmla="*/ 5685227 w 18982931"/>
              <a:gd name="connsiteY992-1986" fmla="*/ 1103096 h 4449429"/>
              <a:gd name="connsiteX993-1987" fmla="*/ 5759314 w 18982931"/>
              <a:gd name="connsiteY993-1988" fmla="*/ 1193648 h 4449429"/>
              <a:gd name="connsiteX994-1989" fmla="*/ 5759314 w 18982931"/>
              <a:gd name="connsiteY994-1990" fmla="*/ 1395331 h 4449429"/>
              <a:gd name="connsiteX995-1991" fmla="*/ 5825171 w 18982931"/>
              <a:gd name="connsiteY995-1992" fmla="*/ 1395331 h 4449429"/>
              <a:gd name="connsiteX996-1993" fmla="*/ 5903378 w 18982931"/>
              <a:gd name="connsiteY996-1994" fmla="*/ 1477653 h 4449429"/>
              <a:gd name="connsiteX997-1995" fmla="*/ 5903378 w 18982931"/>
              <a:gd name="connsiteY997-1996" fmla="*/ 1918070 h 4449429"/>
              <a:gd name="connsiteX998-1997" fmla="*/ 5936306 w 18982931"/>
              <a:gd name="connsiteY998-1998" fmla="*/ 1975695 h 4449429"/>
              <a:gd name="connsiteX999-1999" fmla="*/ 5965115 w 18982931"/>
              <a:gd name="connsiteY999-2000" fmla="*/ 1275969 h 4449429"/>
              <a:gd name="connsiteX1000-2001" fmla="*/ 5969235 w 18982931"/>
              <a:gd name="connsiteY1000-2002" fmla="*/ 1238922 h 4449429"/>
              <a:gd name="connsiteX1001-2003" fmla="*/ 6166804 w 18982931"/>
              <a:gd name="connsiteY1001-2004" fmla="*/ 1238922 h 4449429"/>
              <a:gd name="connsiteX1002-2005" fmla="*/ 6216196 w 18982931"/>
              <a:gd name="connsiteY1002-2006" fmla="*/ 1288315 h 4449429"/>
              <a:gd name="connsiteX1003-2007" fmla="*/ 6236774 w 18982931"/>
              <a:gd name="connsiteY1003-2008" fmla="*/ 1428261 h 4449429"/>
              <a:gd name="connsiteX1004-2009" fmla="*/ 6273821 w 18982931"/>
              <a:gd name="connsiteY1004-2010" fmla="*/ 1498235 h 4449429"/>
              <a:gd name="connsiteX1005-2011" fmla="*/ 6273821 w 18982931"/>
              <a:gd name="connsiteY1005-2012" fmla="*/ 2230888 h 4449429"/>
              <a:gd name="connsiteX1006-2013" fmla="*/ 6277935 w 18982931"/>
              <a:gd name="connsiteY1006-2014" fmla="*/ 2280280 h 4449429"/>
              <a:gd name="connsiteX1007-2015" fmla="*/ 6319095 w 18982931"/>
              <a:gd name="connsiteY1007-2016" fmla="*/ 2193841 h 4449429"/>
              <a:gd name="connsiteX1008-2017" fmla="*/ 6364373 w 18982931"/>
              <a:gd name="connsiteY1008-2018" fmla="*/ 2288513 h 4449429"/>
              <a:gd name="connsiteX1009-2019" fmla="*/ 6389068 w 18982931"/>
              <a:gd name="connsiteY1009-2020" fmla="*/ 2313208 h 4449429"/>
              <a:gd name="connsiteX1010-2021" fmla="*/ 6541355 w 18982931"/>
              <a:gd name="connsiteY1010-2022" fmla="*/ 2313208 h 4449429"/>
              <a:gd name="connsiteX1011-2023" fmla="*/ 6541355 w 18982931"/>
              <a:gd name="connsiteY1011-2024" fmla="*/ 2148567 h 4449429"/>
              <a:gd name="connsiteX1012-2025" fmla="*/ 6660723 w 18982931"/>
              <a:gd name="connsiteY1012-2026" fmla="*/ 2148567 h 4449429"/>
              <a:gd name="connsiteX1013-2027" fmla="*/ 6660723 w 18982931"/>
              <a:gd name="connsiteY1013-2028" fmla="*/ 2259698 h 4449429"/>
              <a:gd name="connsiteX1014-2029" fmla="*/ 6705999 w 18982931"/>
              <a:gd name="connsiteY1014-2030" fmla="*/ 2551938 h 4449429"/>
              <a:gd name="connsiteX1015-2031" fmla="*/ 6714228 w 18982931"/>
              <a:gd name="connsiteY1015-2032" fmla="*/ 2580748 h 4449429"/>
              <a:gd name="connsiteX1016-2033" fmla="*/ 6722461 w 18982931"/>
              <a:gd name="connsiteY1016-2034" fmla="*/ 2576634 h 4449429"/>
              <a:gd name="connsiteX1017-2035" fmla="*/ 6751278 w 18982931"/>
              <a:gd name="connsiteY1017-2036" fmla="*/ 2263816 h 4449429"/>
              <a:gd name="connsiteX1018-2037" fmla="*/ 6800669 w 18982931"/>
              <a:gd name="connsiteY1018-2038" fmla="*/ 2255583 h 4449429"/>
              <a:gd name="connsiteX1019-2039" fmla="*/ 6837709 w 18982931"/>
              <a:gd name="connsiteY1019-2040" fmla="*/ 2181496 h 4449429"/>
              <a:gd name="connsiteX1020-2041" fmla="*/ 6841831 w 18982931"/>
              <a:gd name="connsiteY1020-2042" fmla="*/ 2152681 h 4449429"/>
              <a:gd name="connsiteX1021-2043" fmla="*/ 6845941 w 18982931"/>
              <a:gd name="connsiteY1021-2044" fmla="*/ 2115639 h 4449429"/>
              <a:gd name="connsiteX1022-2045" fmla="*/ 6857139 w 18982931"/>
              <a:gd name="connsiteY1022-2046" fmla="*/ 2115639 h 4449429"/>
              <a:gd name="connsiteX1023-2047" fmla="*/ 6899298 w 18982931"/>
              <a:gd name="connsiteY1023-2048" fmla="*/ 2109470 h 4449429"/>
              <a:gd name="connsiteX1024-2049" fmla="*/ 6922965 w 18982931"/>
              <a:gd name="connsiteY1024-2050" fmla="*/ 2140339 h 4449429"/>
              <a:gd name="connsiteX1025-2051" fmla="*/ 7009406 w 18982931"/>
              <a:gd name="connsiteY1025-2052" fmla="*/ 2070365 h 4449429"/>
              <a:gd name="connsiteX1026-2053" fmla="*/ 7145231 w 18982931"/>
              <a:gd name="connsiteY1026-2054" fmla="*/ 2066247 h 4449429"/>
              <a:gd name="connsiteX1027-2055" fmla="*/ 7145231 w 18982931"/>
              <a:gd name="connsiteY1027-2056" fmla="*/ 1901605 h 4449429"/>
              <a:gd name="connsiteX1028-2057" fmla="*/ 7145231 w 18982931"/>
              <a:gd name="connsiteY1028-2058" fmla="*/ 1769896 h 4449429"/>
              <a:gd name="connsiteX1029-2059" fmla="*/ 7215204 w 18982931"/>
              <a:gd name="connsiteY1029-2060" fmla="*/ 1597024 h 4449429"/>
              <a:gd name="connsiteX1030-2061" fmla="*/ 7285174 w 18982931"/>
              <a:gd name="connsiteY1030-2062" fmla="*/ 1753433 h 4449429"/>
              <a:gd name="connsiteX1031-2063" fmla="*/ 7297524 w 18982931"/>
              <a:gd name="connsiteY1031-2064" fmla="*/ 2062134 h 4449429"/>
              <a:gd name="connsiteX1032-2065" fmla="*/ 7367494 w 18982931"/>
              <a:gd name="connsiteY1032-2066" fmla="*/ 2066247 h 4449429"/>
              <a:gd name="connsiteX1033-2067" fmla="*/ 7371610 w 18982931"/>
              <a:gd name="connsiteY1033-2068" fmla="*/ 2148567 h 4449429"/>
              <a:gd name="connsiteX1034-2069" fmla="*/ 7462167 w 18982931"/>
              <a:gd name="connsiteY1034-2070" fmla="*/ 2148567 h 4449429"/>
              <a:gd name="connsiteX1035-2071" fmla="*/ 7462167 w 18982931"/>
              <a:gd name="connsiteY1035-2072" fmla="*/ 2095061 h 4449429"/>
              <a:gd name="connsiteX1036-2073" fmla="*/ 7462167 w 18982931"/>
              <a:gd name="connsiteY1036-2074" fmla="*/ 1597024 h 4449429"/>
              <a:gd name="connsiteX1037-2075" fmla="*/ 7482743 w 18982931"/>
              <a:gd name="connsiteY1037-2076" fmla="*/ 1008430 h 4449429"/>
              <a:gd name="connsiteX1038-2077" fmla="*/ 7495096 w 18982931"/>
              <a:gd name="connsiteY1038-2078" fmla="*/ 921991 h 4449429"/>
              <a:gd name="connsiteX1039-2079" fmla="*/ 7536254 w 18982931"/>
              <a:gd name="connsiteY1039-2080" fmla="*/ 934341 h 4449429"/>
              <a:gd name="connsiteX1040-2081" fmla="*/ 7577416 w 18982931"/>
              <a:gd name="connsiteY1040-2082" fmla="*/ 563899 h 4449429"/>
              <a:gd name="connsiteX1041-2083" fmla="*/ 7589759 w 18982931"/>
              <a:gd name="connsiteY1041-2084" fmla="*/ 563899 h 4449429"/>
              <a:gd name="connsiteX1042-2085" fmla="*/ 7639153 w 18982931"/>
              <a:gd name="connsiteY1042-2086" fmla="*/ 975501 h 4449429"/>
              <a:gd name="connsiteX1043-2087" fmla="*/ 7655614 w 18982931"/>
              <a:gd name="connsiteY1043-2088" fmla="*/ 926109 h 4449429"/>
              <a:gd name="connsiteX1044-2089" fmla="*/ 7667968 w 18982931"/>
              <a:gd name="connsiteY1044-2090" fmla="*/ 926109 h 4449429"/>
              <a:gd name="connsiteX1045-2091" fmla="*/ 7676196 w 18982931"/>
              <a:gd name="connsiteY1045-2092" fmla="*/ 1037243 h 4449429"/>
              <a:gd name="connsiteX1046" fmla="*/ 7676196 w 18982931"/>
              <a:gd name="connsiteY1046" fmla="*/ 2049787 h 4449429"/>
              <a:gd name="connsiteX1047" fmla="*/ 7705009 w 18982931"/>
              <a:gd name="connsiteY1047" fmla="*/ 2267935 h 4449429"/>
              <a:gd name="connsiteX1048" fmla="*/ 7750287 w 18982931"/>
              <a:gd name="connsiteY1048" fmla="*/ 2469622 h 4449429"/>
              <a:gd name="connsiteX1049" fmla="*/ 7849072 w 18982931"/>
              <a:gd name="connsiteY1049" fmla="*/ 2469622 h 4449429"/>
              <a:gd name="connsiteX1050" fmla="*/ 7849072 w 18982931"/>
              <a:gd name="connsiteY1050" fmla="*/ 2284398 h 4449429"/>
              <a:gd name="connsiteX1051" fmla="*/ 7919042 w 18982931"/>
              <a:gd name="connsiteY1051" fmla="*/ 2284398 h 4449429"/>
              <a:gd name="connsiteX1052" fmla="*/ 7919042 w 18982931"/>
              <a:gd name="connsiteY1052" fmla="*/ 2473736 h 4449429"/>
              <a:gd name="connsiteX1053" fmla="*/ 8108380 w 18982931"/>
              <a:gd name="connsiteY1053" fmla="*/ 2473736 h 4449429"/>
              <a:gd name="connsiteX1054" fmla="*/ 8142338 w 18982931"/>
              <a:gd name="connsiteY1054" fmla="*/ 2481454 h 4449429"/>
              <a:gd name="connsiteX1055" fmla="*/ 8144242 w 18982931"/>
              <a:gd name="connsiteY1055" fmla="*/ 2485067 h 4449429"/>
              <a:gd name="connsiteX1056" fmla="*/ 8144242 w 18982931"/>
              <a:gd name="connsiteY1056" fmla="*/ 1280084 h 4449429"/>
              <a:gd name="connsiteX1057" fmla="*/ 8189518 w 18982931"/>
              <a:gd name="connsiteY1057" fmla="*/ 1115443 h 4449429"/>
              <a:gd name="connsiteX1058" fmla="*/ 8230679 w 18982931"/>
              <a:gd name="connsiteY1058" fmla="*/ 1090746 h 4449429"/>
              <a:gd name="connsiteX1059" fmla="*/ 8477642 w 18982931"/>
              <a:gd name="connsiteY1059" fmla="*/ 1090746 h 4449429"/>
              <a:gd name="connsiteX1060" fmla="*/ 8518799 w 18982931"/>
              <a:gd name="connsiteY1060" fmla="*/ 1111328 h 4449429"/>
              <a:gd name="connsiteX1061" fmla="*/ 8568194 w 18982931"/>
              <a:gd name="connsiteY1061" fmla="*/ 1288315 h 4449429"/>
              <a:gd name="connsiteX1062" fmla="*/ 8572304 w 18982931"/>
              <a:gd name="connsiteY1062" fmla="*/ 2152681 h 4449429"/>
              <a:gd name="connsiteX1063" fmla="*/ 8572304 w 18982931"/>
              <a:gd name="connsiteY1063" fmla="*/ 2222656 h 4449429"/>
              <a:gd name="connsiteX1064" fmla="*/ 8827499 w 18982931"/>
              <a:gd name="connsiteY1064" fmla="*/ 2222656 h 4449429"/>
              <a:gd name="connsiteX1065" fmla="*/ 8827499 w 18982931"/>
              <a:gd name="connsiteY1065" fmla="*/ 2053897 h 4449429"/>
              <a:gd name="connsiteX1066" fmla="*/ 8827499 w 18982931"/>
              <a:gd name="connsiteY1066" fmla="*/ 1996272 h 4449429"/>
              <a:gd name="connsiteX1067" fmla="*/ 8926285 w 18982931"/>
              <a:gd name="connsiteY1067" fmla="*/ 1876910 h 4449429"/>
              <a:gd name="connsiteX1068" fmla="*/ 8926285 w 18982931"/>
              <a:gd name="connsiteY1068" fmla="*/ 1757542 h 4449429"/>
              <a:gd name="connsiteX1069" fmla="*/ 8926285 w 18982931"/>
              <a:gd name="connsiteY1069" fmla="*/ 1527045 h 4449429"/>
              <a:gd name="connsiteX1070" fmla="*/ 8950980 w 18982931"/>
              <a:gd name="connsiteY1070" fmla="*/ 1432378 h 4449429"/>
              <a:gd name="connsiteX1071" fmla="*/ 8950980 w 18982931"/>
              <a:gd name="connsiteY1071" fmla="*/ 1424146 h 4449429"/>
              <a:gd name="connsiteX1072" fmla="*/ 8983911 w 18982931"/>
              <a:gd name="connsiteY1072" fmla="*/ 1107210 h 4449429"/>
              <a:gd name="connsiteX1073" fmla="*/ 8992140 w 18982931"/>
              <a:gd name="connsiteY1073" fmla="*/ 1049586 h 4449429"/>
              <a:gd name="connsiteX1074" fmla="*/ 9012723 w 18982931"/>
              <a:gd name="connsiteY1074" fmla="*/ 1049586 h 4449429"/>
              <a:gd name="connsiteX1075" fmla="*/ 9049767 w 18982931"/>
              <a:gd name="connsiteY1075" fmla="*/ 1325362 h 4449429"/>
              <a:gd name="connsiteX1076" fmla="*/ 9115624 w 18982931"/>
              <a:gd name="connsiteY1076" fmla="*/ 1329476 h 4449429"/>
              <a:gd name="connsiteX1077" fmla="*/ 9165014 w 18982931"/>
              <a:gd name="connsiteY1077" fmla="*/ 1436493 h 4449429"/>
              <a:gd name="connsiteX1078" fmla="*/ 9181479 w 18982931"/>
              <a:gd name="connsiteY1078" fmla="*/ 1494116 h 4449429"/>
              <a:gd name="connsiteX1079" fmla="*/ 9181479 w 18982931"/>
              <a:gd name="connsiteY1079" fmla="*/ 1823399 h 4449429"/>
              <a:gd name="connsiteX1080" fmla="*/ 9181479 w 18982931"/>
              <a:gd name="connsiteY1080" fmla="*/ 1881023 h 4449429"/>
              <a:gd name="connsiteX1081" fmla="*/ 9280267 w 18982931"/>
              <a:gd name="connsiteY1081" fmla="*/ 1881023 h 4449429"/>
              <a:gd name="connsiteX1082" fmla="*/ 9280267 w 18982931"/>
              <a:gd name="connsiteY1082" fmla="*/ 1815166 h 4449429"/>
              <a:gd name="connsiteX1083" fmla="*/ 9280267 w 18982931"/>
              <a:gd name="connsiteY1083" fmla="*/ 304587 h 4449429"/>
              <a:gd name="connsiteX1084" fmla="*/ 9346122 w 18982931"/>
              <a:gd name="connsiteY1084" fmla="*/ 238731 h 4449429"/>
              <a:gd name="connsiteX1085" fmla="*/ 9453137 w 18982931"/>
              <a:gd name="connsiteY1085" fmla="*/ 341628 h 4449429"/>
              <a:gd name="connsiteX1086" fmla="*/ 9453137 w 18982931"/>
              <a:gd name="connsiteY1086" fmla="*/ 1815166 h 4449429"/>
              <a:gd name="connsiteX1087" fmla="*/ 9453137 w 18982931"/>
              <a:gd name="connsiteY1087" fmla="*/ 1876910 h 4449429"/>
              <a:gd name="connsiteX1088" fmla="*/ 9551919 w 18982931"/>
              <a:gd name="connsiteY1088" fmla="*/ 1876910 h 4449429"/>
              <a:gd name="connsiteX1089" fmla="*/ 9551919 w 18982931"/>
              <a:gd name="connsiteY1089" fmla="*/ 1724614 h 4449429"/>
              <a:gd name="connsiteX1090" fmla="*/ 9551919 w 18982931"/>
              <a:gd name="connsiteY1090" fmla="*/ 1481771 h 4449429"/>
              <a:gd name="connsiteX1091" fmla="*/ 9597198 w 18982931"/>
              <a:gd name="connsiteY1091" fmla="*/ 1374754 h 4449429"/>
              <a:gd name="connsiteX1092" fmla="*/ 9613662 w 18982931"/>
              <a:gd name="connsiteY1092" fmla="*/ 1325362 h 4449429"/>
              <a:gd name="connsiteX1093" fmla="*/ 9683632 w 18982931"/>
              <a:gd name="connsiteY1093" fmla="*/ 1325362 h 4449429"/>
              <a:gd name="connsiteX1094" fmla="*/ 9683632 w 18982931"/>
              <a:gd name="connsiteY1094" fmla="*/ 1522931 h 4449429"/>
              <a:gd name="connsiteX1095" fmla="*/ 9819464 w 18982931"/>
              <a:gd name="connsiteY1095" fmla="*/ 1522931 h 4449429"/>
              <a:gd name="connsiteX1096" fmla="*/ 9819464 w 18982931"/>
              <a:gd name="connsiteY1096" fmla="*/ 1720501 h 4449429"/>
              <a:gd name="connsiteX1097" fmla="*/ 9819464 w 18982931"/>
              <a:gd name="connsiteY1097" fmla="*/ 1835749 h 4449429"/>
              <a:gd name="connsiteX1098" fmla="*/ 9868856 w 18982931"/>
              <a:gd name="connsiteY1098" fmla="*/ 1885142 h 4449429"/>
              <a:gd name="connsiteX1099" fmla="*/ 9922361 w 18982931"/>
              <a:gd name="connsiteY1099" fmla="*/ 1938648 h 4449429"/>
              <a:gd name="connsiteX1100" fmla="*/ 9922361 w 18982931"/>
              <a:gd name="connsiteY1100" fmla="*/ 2226770 h 4449429"/>
              <a:gd name="connsiteX1101" fmla="*/ 10189906 w 18982931"/>
              <a:gd name="connsiteY1101" fmla="*/ 2226770 h 4449429"/>
              <a:gd name="connsiteX1102" fmla="*/ 10189906 w 18982931"/>
              <a:gd name="connsiteY1102" fmla="*/ 1864559 h 4449429"/>
              <a:gd name="connsiteX1103" fmla="*/ 10251644 w 18982931"/>
              <a:gd name="connsiteY1103" fmla="*/ 1852213 h 4449429"/>
              <a:gd name="connsiteX1104" fmla="*/ 10251644 w 18982931"/>
              <a:gd name="connsiteY1104" fmla="*/ 1465306 h 4449429"/>
              <a:gd name="connsiteX1105" fmla="*/ 10198137 w 18982931"/>
              <a:gd name="connsiteY1105" fmla="*/ 1461188 h 4449429"/>
              <a:gd name="connsiteX1106" fmla="*/ 10198137 w 18982931"/>
              <a:gd name="connsiteY1106" fmla="*/ 1317129 h 4449429"/>
              <a:gd name="connsiteX1107" fmla="*/ 10572694 w 18982931"/>
              <a:gd name="connsiteY1107" fmla="*/ 1317129 h 4449429"/>
              <a:gd name="connsiteX1108" fmla="*/ 10572694 w 18982931"/>
              <a:gd name="connsiteY1108" fmla="*/ 2140336 h 4449429"/>
              <a:gd name="connsiteX1109" fmla="*/ 10642669 w 18982931"/>
              <a:gd name="connsiteY1109" fmla="*/ 2144449 h 4449429"/>
              <a:gd name="connsiteX1110" fmla="*/ 10642669 w 18982931"/>
              <a:gd name="connsiteY1110" fmla="*/ 2477849 h 4449429"/>
              <a:gd name="connsiteX1111" fmla="*/ 10885512 w 18982931"/>
              <a:gd name="connsiteY1111" fmla="*/ 2477849 h 4449429"/>
              <a:gd name="connsiteX1112" fmla="*/ 10885512 w 18982931"/>
              <a:gd name="connsiteY1112" fmla="*/ 2292626 h 4449429"/>
              <a:gd name="connsiteX1113" fmla="*/ 10959601 w 18982931"/>
              <a:gd name="connsiteY1113" fmla="*/ 2292626 h 4449429"/>
              <a:gd name="connsiteX1114" fmla="*/ 10959601 w 18982931"/>
              <a:gd name="connsiteY1114" fmla="*/ 2477849 h 4449429"/>
              <a:gd name="connsiteX1115" fmla="*/ 11066618 w 18982931"/>
              <a:gd name="connsiteY1115" fmla="*/ 2477849 h 4449429"/>
              <a:gd name="connsiteX1116" fmla="*/ 11107778 w 18982931"/>
              <a:gd name="connsiteY1116" fmla="*/ 2284395 h 4449429"/>
              <a:gd name="connsiteX1117" fmla="*/ 11136593 w 18982931"/>
              <a:gd name="connsiteY1117" fmla="*/ 2053897 h 4449429"/>
              <a:gd name="connsiteX1118" fmla="*/ 11136593 w 18982931"/>
              <a:gd name="connsiteY1118" fmla="*/ 1061936 h 4449429"/>
              <a:gd name="connsiteX1119" fmla="*/ 11148938 w 18982931"/>
              <a:gd name="connsiteY1119" fmla="*/ 938454 h 4449429"/>
              <a:gd name="connsiteX1120" fmla="*/ 11161288 w 18982931"/>
              <a:gd name="connsiteY1120" fmla="*/ 938454 h 4449429"/>
              <a:gd name="connsiteX1121" fmla="*/ 11177753 w 18982931"/>
              <a:gd name="connsiteY1121" fmla="*/ 983729 h 4449429"/>
              <a:gd name="connsiteX1122" fmla="*/ 11231258 w 18982931"/>
              <a:gd name="connsiteY1122" fmla="*/ 572126 h 4449429"/>
              <a:gd name="connsiteX1123" fmla="*/ 11243610 w 18982931"/>
              <a:gd name="connsiteY1123" fmla="*/ 572126 h 4449429"/>
              <a:gd name="connsiteX1124" fmla="*/ 11284770 w 18982931"/>
              <a:gd name="connsiteY1124" fmla="*/ 946687 h 4449429"/>
              <a:gd name="connsiteX1125" fmla="*/ 11325929 w 18982931"/>
              <a:gd name="connsiteY1125" fmla="*/ 934337 h 4449429"/>
              <a:gd name="connsiteX1126" fmla="*/ 11342394 w 18982931"/>
              <a:gd name="connsiteY1126" fmla="*/ 1061936 h 4449429"/>
              <a:gd name="connsiteX1127" fmla="*/ 11342394 w 18982931"/>
              <a:gd name="connsiteY1127" fmla="*/ 1300666 h 4449429"/>
              <a:gd name="connsiteX1128" fmla="*/ 11358857 w 18982931"/>
              <a:gd name="connsiteY1128" fmla="*/ 2132104 h 4449429"/>
              <a:gd name="connsiteX1129" fmla="*/ 11362976 w 18982931"/>
              <a:gd name="connsiteY1129" fmla="*/ 2165031 h 4449429"/>
              <a:gd name="connsiteX1130" fmla="*/ 11453524 w 18982931"/>
              <a:gd name="connsiteY1130" fmla="*/ 2165031 h 4449429"/>
              <a:gd name="connsiteX1131" fmla="*/ 11457643 w 18982931"/>
              <a:gd name="connsiteY1131" fmla="*/ 2082711 h 4449429"/>
              <a:gd name="connsiteX1132" fmla="*/ 11535845 w 18982931"/>
              <a:gd name="connsiteY1132" fmla="*/ 2078592 h 4449429"/>
              <a:gd name="connsiteX1133" fmla="*/ 11535845 w 18982931"/>
              <a:gd name="connsiteY1133" fmla="*/ 2004505 h 4449429"/>
              <a:gd name="connsiteX1134" fmla="*/ 11548195 w 18982931"/>
              <a:gd name="connsiteY1134" fmla="*/ 1736964 h 4449429"/>
              <a:gd name="connsiteX1135" fmla="*/ 11609938 w 18982931"/>
              <a:gd name="connsiteY1135" fmla="*/ 1609365 h 4449429"/>
              <a:gd name="connsiteX1136" fmla="*/ 11688140 w 18982931"/>
              <a:gd name="connsiteY1136" fmla="*/ 1765774 h 4449429"/>
              <a:gd name="connsiteX1137" fmla="*/ 11688140 w 18982931"/>
              <a:gd name="connsiteY1137" fmla="*/ 2082711 h 4449429"/>
              <a:gd name="connsiteX1138" fmla="*/ 11910406 w 18982931"/>
              <a:gd name="connsiteY1138" fmla="*/ 2148567 h 4449429"/>
              <a:gd name="connsiteX1139" fmla="*/ 11988608 w 18982931"/>
              <a:gd name="connsiteY1139" fmla="*/ 2119754 h 4449429"/>
              <a:gd name="connsiteX1140" fmla="*/ 11991181 w 18982931"/>
              <a:gd name="connsiteY1140" fmla="*/ 2153197 h 4449429"/>
              <a:gd name="connsiteX1141" fmla="*/ 11993908 w 18982931"/>
              <a:gd name="connsiteY1141" fmla="*/ 2158900 h 4449429"/>
              <a:gd name="connsiteX1142" fmla="*/ 11993908 w 18982931"/>
              <a:gd name="connsiteY1142" fmla="*/ 2156799 h 4449429"/>
              <a:gd name="connsiteX1143" fmla="*/ 11998023 w 18982931"/>
              <a:gd name="connsiteY1143" fmla="*/ 2115639 h 4449429"/>
              <a:gd name="connsiteX1144" fmla="*/ 12010373 w 18982931"/>
              <a:gd name="connsiteY1144" fmla="*/ 2115639 h 4449429"/>
              <a:gd name="connsiteX1145" fmla="*/ 12014490 w 18982931"/>
              <a:gd name="connsiteY1145" fmla="*/ 2185614 h 4449429"/>
              <a:gd name="connsiteX1146" fmla="*/ 12055650 w 18982931"/>
              <a:gd name="connsiteY1146" fmla="*/ 2259703 h 4449429"/>
              <a:gd name="connsiteX1147" fmla="*/ 12109157 w 18982931"/>
              <a:gd name="connsiteY1147" fmla="*/ 2267933 h 4449429"/>
              <a:gd name="connsiteX1148" fmla="*/ 12137972 w 18982931"/>
              <a:gd name="connsiteY1148" fmla="*/ 2580753 h 4449429"/>
              <a:gd name="connsiteX1149" fmla="*/ 12150317 w 18982931"/>
              <a:gd name="connsiteY1149" fmla="*/ 2580753 h 4449429"/>
              <a:gd name="connsiteX1150" fmla="*/ 12179132 w 18982931"/>
              <a:gd name="connsiteY1150" fmla="*/ 2411992 h 4449429"/>
              <a:gd name="connsiteX1151" fmla="*/ 12207942 w 18982931"/>
              <a:gd name="connsiteY1151" fmla="*/ 2160917 h 4449429"/>
              <a:gd name="connsiteX1152" fmla="*/ 12216174 w 18982931"/>
              <a:gd name="connsiteY1152" fmla="*/ 2152686 h 4449429"/>
              <a:gd name="connsiteX1153" fmla="*/ 12331423 w 18982931"/>
              <a:gd name="connsiteY1153" fmla="*/ 2152686 h 4449429"/>
              <a:gd name="connsiteX1154" fmla="*/ 12331423 w 18982931"/>
              <a:gd name="connsiteY1154" fmla="*/ 2317327 h 4449429"/>
              <a:gd name="connsiteX1155" fmla="*/ 12496064 w 18982931"/>
              <a:gd name="connsiteY1155" fmla="*/ 2313208 h 4449429"/>
              <a:gd name="connsiteX1156" fmla="*/ 12557802 w 18982931"/>
              <a:gd name="connsiteY1156" fmla="*/ 2210310 h 4449429"/>
              <a:gd name="connsiteX1157" fmla="*/ 12566034 w 18982931"/>
              <a:gd name="connsiteY1157" fmla="*/ 2206191 h 4449429"/>
              <a:gd name="connsiteX1158" fmla="*/ 12598962 w 18982931"/>
              <a:gd name="connsiteY1158" fmla="*/ 2267933 h 4449429"/>
              <a:gd name="connsiteX1159" fmla="*/ 12607194 w 18982931"/>
              <a:gd name="connsiteY1159" fmla="*/ 2263816 h 4449429"/>
              <a:gd name="connsiteX1160" fmla="*/ 12607194 w 18982931"/>
              <a:gd name="connsiteY1160" fmla="*/ 1461193 h 4449429"/>
              <a:gd name="connsiteX1161" fmla="*/ 12677169 w 18982931"/>
              <a:gd name="connsiteY1161" fmla="*/ 1230695 h 4449429"/>
              <a:gd name="connsiteX1162" fmla="*/ 12920017 w 18982931"/>
              <a:gd name="connsiteY1162" fmla="*/ 1230695 h 4449429"/>
              <a:gd name="connsiteX1163" fmla="*/ 12948827 w 18982931"/>
              <a:gd name="connsiteY1163" fmla="*/ 1490003 h 4449429"/>
              <a:gd name="connsiteX1164" fmla="*/ 12948827 w 18982931"/>
              <a:gd name="connsiteY1164" fmla="*/ 1909838 h 4449429"/>
              <a:gd name="connsiteX1165" fmla="*/ 12948827 w 18982931"/>
              <a:gd name="connsiteY1165" fmla="*/ 1975695 h 4449429"/>
              <a:gd name="connsiteX1166" fmla="*/ 12969405 w 18982931"/>
              <a:gd name="connsiteY1166" fmla="*/ 1979812 h 4449429"/>
              <a:gd name="connsiteX1167" fmla="*/ 12989987 w 18982931"/>
              <a:gd name="connsiteY1167" fmla="*/ 1913955 h 4449429"/>
              <a:gd name="connsiteX1168" fmla="*/ 12989987 w 18982931"/>
              <a:gd name="connsiteY1168" fmla="*/ 1469425 h 4449429"/>
              <a:gd name="connsiteX1169" fmla="*/ 13064076 w 18982931"/>
              <a:gd name="connsiteY1169" fmla="*/ 1395336 h 4449429"/>
              <a:gd name="connsiteX1170" fmla="*/ 13146396 w 18982931"/>
              <a:gd name="connsiteY1170" fmla="*/ 1395336 h 4449429"/>
              <a:gd name="connsiteX1171" fmla="*/ 13146396 w 18982931"/>
              <a:gd name="connsiteY1171" fmla="*/ 1111328 h 4449429"/>
              <a:gd name="connsiteX1172" fmla="*/ 13216366 w 18982931"/>
              <a:gd name="connsiteY1172" fmla="*/ 1103096 h 4449429"/>
              <a:gd name="connsiteX1173" fmla="*/ 13228716 w 18982931"/>
              <a:gd name="connsiteY1173" fmla="*/ 1041358 h 4449429"/>
              <a:gd name="connsiteX1174" fmla="*/ 13368662 w 18982931"/>
              <a:gd name="connsiteY1174" fmla="*/ 1041358 h 4449429"/>
              <a:gd name="connsiteX1175" fmla="*/ 13368662 w 18982931"/>
              <a:gd name="connsiteY1175" fmla="*/ 687379 h 4449429"/>
              <a:gd name="connsiteX1176" fmla="*/ 13483911 w 18982931"/>
              <a:gd name="connsiteY1176" fmla="*/ 687379 h 4449429"/>
              <a:gd name="connsiteX1177" fmla="*/ 13483911 w 18982931"/>
              <a:gd name="connsiteY1177" fmla="*/ 617404 h 4449429"/>
              <a:gd name="connsiteX1178" fmla="*/ 13483911 w 18982931"/>
              <a:gd name="connsiteY1178" fmla="*/ 131714 h 4449429"/>
              <a:gd name="connsiteX1179" fmla="*/ 13541534 w 18982931"/>
              <a:gd name="connsiteY1179" fmla="*/ 74089 h 4449429"/>
              <a:gd name="connsiteX1180" fmla="*/ 13685593 w 18982931"/>
              <a:gd name="connsiteY1180" fmla="*/ 74089 h 4449429"/>
              <a:gd name="connsiteX1181" fmla="*/ 13730872 w 18982931"/>
              <a:gd name="connsiteY1181" fmla="*/ 49392 h 4449429"/>
              <a:gd name="connsiteX1182" fmla="*/ 13739104 w 18982931"/>
              <a:gd name="connsiteY1182" fmla="*/ 0 h 4449429"/>
              <a:gd name="connsiteX0-2093" fmla="*/ 16404499 w 18982931"/>
              <a:gd name="connsiteY0-2094" fmla="*/ 4309270 h 4449429"/>
              <a:gd name="connsiteX1-2095" fmla="*/ 16404499 w 18982931"/>
              <a:gd name="connsiteY1-2096" fmla="*/ 4366104 h 4449429"/>
              <a:gd name="connsiteX2-2097" fmla="*/ 16461332 w 18982931"/>
              <a:gd name="connsiteY2-2098" fmla="*/ 4366104 h 4449429"/>
              <a:gd name="connsiteX3-2099" fmla="*/ 16461332 w 18982931"/>
              <a:gd name="connsiteY3-2100" fmla="*/ 4309270 h 4449429"/>
              <a:gd name="connsiteX4-2101" fmla="*/ 16404499 w 18982931"/>
              <a:gd name="connsiteY4-2102" fmla="*/ 4309270 h 4449429"/>
              <a:gd name="connsiteX5-2103" fmla="*/ 16292444 w 18982931"/>
              <a:gd name="connsiteY5-2104" fmla="*/ 4309270 h 4449429"/>
              <a:gd name="connsiteX6-2105" fmla="*/ 16292444 w 18982931"/>
              <a:gd name="connsiteY6-2106" fmla="*/ 4366104 h 4449429"/>
              <a:gd name="connsiteX7-2107" fmla="*/ 16349278 w 18982931"/>
              <a:gd name="connsiteY7-2108" fmla="*/ 4366104 h 4449429"/>
              <a:gd name="connsiteX8-2109" fmla="*/ 16349278 w 18982931"/>
              <a:gd name="connsiteY8-2110" fmla="*/ 4309270 h 4449429"/>
              <a:gd name="connsiteX9-2111" fmla="*/ 16292444 w 18982931"/>
              <a:gd name="connsiteY9-2112" fmla="*/ 4309270 h 4449429"/>
              <a:gd name="connsiteX10-2113" fmla="*/ 16180390 w 18982931"/>
              <a:gd name="connsiteY10-2114" fmla="*/ 4309270 h 4449429"/>
              <a:gd name="connsiteX11-2115" fmla="*/ 16180390 w 18982931"/>
              <a:gd name="connsiteY11-2116" fmla="*/ 4366104 h 4449429"/>
              <a:gd name="connsiteX12-2117" fmla="*/ 16237224 w 18982931"/>
              <a:gd name="connsiteY12-2118" fmla="*/ 4366104 h 4449429"/>
              <a:gd name="connsiteX13-2119" fmla="*/ 16237224 w 18982931"/>
              <a:gd name="connsiteY13-2120" fmla="*/ 4309270 h 4449429"/>
              <a:gd name="connsiteX14-2121" fmla="*/ 16180390 w 18982931"/>
              <a:gd name="connsiteY14-2122" fmla="*/ 4309270 h 4449429"/>
              <a:gd name="connsiteX15-2123" fmla="*/ 2813944 w 18982931"/>
              <a:gd name="connsiteY15-2124" fmla="*/ 4309269 h 4449429"/>
              <a:gd name="connsiteX16-2125" fmla="*/ 2813944 w 18982931"/>
              <a:gd name="connsiteY16-2126" fmla="*/ 4366102 h 4449429"/>
              <a:gd name="connsiteX17-2127" fmla="*/ 2870780 w 18982931"/>
              <a:gd name="connsiteY17-2128" fmla="*/ 4366102 h 4449429"/>
              <a:gd name="connsiteX18-2129" fmla="*/ 2870780 w 18982931"/>
              <a:gd name="connsiteY18-2130" fmla="*/ 4309269 h 4449429"/>
              <a:gd name="connsiteX19-2131" fmla="*/ 2813944 w 18982931"/>
              <a:gd name="connsiteY19-2132" fmla="*/ 4309269 h 4449429"/>
              <a:gd name="connsiteX20-2133" fmla="*/ 2701890 w 18982931"/>
              <a:gd name="connsiteY20-2134" fmla="*/ 4309269 h 4449429"/>
              <a:gd name="connsiteX21-2135" fmla="*/ 2701890 w 18982931"/>
              <a:gd name="connsiteY21-2136" fmla="*/ 4366102 h 4449429"/>
              <a:gd name="connsiteX22-2137" fmla="*/ 2758723 w 18982931"/>
              <a:gd name="connsiteY22-2138" fmla="*/ 4366102 h 4449429"/>
              <a:gd name="connsiteX23-2139" fmla="*/ 2758723 w 18982931"/>
              <a:gd name="connsiteY23-2140" fmla="*/ 4309269 h 4449429"/>
              <a:gd name="connsiteX24-2141" fmla="*/ 2701890 w 18982931"/>
              <a:gd name="connsiteY24-2142" fmla="*/ 4309269 h 4449429"/>
              <a:gd name="connsiteX25-2143" fmla="*/ 2589843 w 18982931"/>
              <a:gd name="connsiteY25-2144" fmla="*/ 4309269 h 4449429"/>
              <a:gd name="connsiteX26-2145" fmla="*/ 2589843 w 18982931"/>
              <a:gd name="connsiteY26-2146" fmla="*/ 4366102 h 4449429"/>
              <a:gd name="connsiteX27-2147" fmla="*/ 2646669 w 18982931"/>
              <a:gd name="connsiteY27-2148" fmla="*/ 4366102 h 4449429"/>
              <a:gd name="connsiteX28-2149" fmla="*/ 2646669 w 18982931"/>
              <a:gd name="connsiteY28-2150" fmla="*/ 4309269 h 4449429"/>
              <a:gd name="connsiteX29-2151" fmla="*/ 2589843 w 18982931"/>
              <a:gd name="connsiteY29-2152" fmla="*/ 4309269 h 4449429"/>
              <a:gd name="connsiteX30-2153" fmla="*/ 16404499 w 18982931"/>
              <a:gd name="connsiteY30-2154" fmla="*/ 4163982 h 4449429"/>
              <a:gd name="connsiteX31-2155" fmla="*/ 16404499 w 18982931"/>
              <a:gd name="connsiteY31-2156" fmla="*/ 4220816 h 4449429"/>
              <a:gd name="connsiteX32-2157" fmla="*/ 16461332 w 18982931"/>
              <a:gd name="connsiteY32-2158" fmla="*/ 4220816 h 4449429"/>
              <a:gd name="connsiteX33-2159" fmla="*/ 16461332 w 18982931"/>
              <a:gd name="connsiteY33-2160" fmla="*/ 4163982 h 4449429"/>
              <a:gd name="connsiteX34-2161" fmla="*/ 16404499 w 18982931"/>
              <a:gd name="connsiteY34-2162" fmla="*/ 4163982 h 4449429"/>
              <a:gd name="connsiteX35-2163" fmla="*/ 16292444 w 18982931"/>
              <a:gd name="connsiteY35-2164" fmla="*/ 4163982 h 4449429"/>
              <a:gd name="connsiteX36-2165" fmla="*/ 16292444 w 18982931"/>
              <a:gd name="connsiteY36-2166" fmla="*/ 4220816 h 4449429"/>
              <a:gd name="connsiteX37-2167" fmla="*/ 16349278 w 18982931"/>
              <a:gd name="connsiteY37-2168" fmla="*/ 4220816 h 4449429"/>
              <a:gd name="connsiteX38-2169" fmla="*/ 16349278 w 18982931"/>
              <a:gd name="connsiteY38-2170" fmla="*/ 4163982 h 4449429"/>
              <a:gd name="connsiteX39-2171" fmla="*/ 16292444 w 18982931"/>
              <a:gd name="connsiteY39-2172" fmla="*/ 4163982 h 4449429"/>
              <a:gd name="connsiteX40-2173" fmla="*/ 16180390 w 18982931"/>
              <a:gd name="connsiteY40-2174" fmla="*/ 4163982 h 4449429"/>
              <a:gd name="connsiteX41-2175" fmla="*/ 16180390 w 18982931"/>
              <a:gd name="connsiteY41-2176" fmla="*/ 4220816 h 4449429"/>
              <a:gd name="connsiteX42-2177" fmla="*/ 16237224 w 18982931"/>
              <a:gd name="connsiteY42-2178" fmla="*/ 4220816 h 4449429"/>
              <a:gd name="connsiteX43-2179" fmla="*/ 16237224 w 18982931"/>
              <a:gd name="connsiteY43-2180" fmla="*/ 4163982 h 4449429"/>
              <a:gd name="connsiteX44-2181" fmla="*/ 16180390 w 18982931"/>
              <a:gd name="connsiteY44-2182" fmla="*/ 4163982 h 4449429"/>
              <a:gd name="connsiteX45-2183" fmla="*/ 2813944 w 18982931"/>
              <a:gd name="connsiteY45-2184" fmla="*/ 4163981 h 4449429"/>
              <a:gd name="connsiteX46-2185" fmla="*/ 2813944 w 18982931"/>
              <a:gd name="connsiteY46-2186" fmla="*/ 4220814 h 4449429"/>
              <a:gd name="connsiteX47-2187" fmla="*/ 2870780 w 18982931"/>
              <a:gd name="connsiteY47-2188" fmla="*/ 4220814 h 4449429"/>
              <a:gd name="connsiteX48-2189" fmla="*/ 2870780 w 18982931"/>
              <a:gd name="connsiteY48-2190" fmla="*/ 4163981 h 4449429"/>
              <a:gd name="connsiteX49-2191" fmla="*/ 2813944 w 18982931"/>
              <a:gd name="connsiteY49-2192" fmla="*/ 4163981 h 4449429"/>
              <a:gd name="connsiteX50-2193" fmla="*/ 2701890 w 18982931"/>
              <a:gd name="connsiteY50-2194" fmla="*/ 4163981 h 4449429"/>
              <a:gd name="connsiteX51-2195" fmla="*/ 2701890 w 18982931"/>
              <a:gd name="connsiteY51-2196" fmla="*/ 4220814 h 4449429"/>
              <a:gd name="connsiteX52-2197" fmla="*/ 2758723 w 18982931"/>
              <a:gd name="connsiteY52-2198" fmla="*/ 4220814 h 4449429"/>
              <a:gd name="connsiteX53-2199" fmla="*/ 2758723 w 18982931"/>
              <a:gd name="connsiteY53-2200" fmla="*/ 4163981 h 4449429"/>
              <a:gd name="connsiteX54-2201" fmla="*/ 2701890 w 18982931"/>
              <a:gd name="connsiteY54-2202" fmla="*/ 4163981 h 4449429"/>
              <a:gd name="connsiteX55-2203" fmla="*/ 2589843 w 18982931"/>
              <a:gd name="connsiteY55-2204" fmla="*/ 4163981 h 4449429"/>
              <a:gd name="connsiteX56-2205" fmla="*/ 2589843 w 18982931"/>
              <a:gd name="connsiteY56-2206" fmla="*/ 4220814 h 4449429"/>
              <a:gd name="connsiteX57-2207" fmla="*/ 2646669 w 18982931"/>
              <a:gd name="connsiteY57-2208" fmla="*/ 4220814 h 4449429"/>
              <a:gd name="connsiteX58-2209" fmla="*/ 2646669 w 18982931"/>
              <a:gd name="connsiteY58-2210" fmla="*/ 4163981 h 4449429"/>
              <a:gd name="connsiteX59-2211" fmla="*/ 2589843 w 18982931"/>
              <a:gd name="connsiteY59-2212" fmla="*/ 4163981 h 4449429"/>
              <a:gd name="connsiteX60-2213" fmla="*/ 9851983 w 18982931"/>
              <a:gd name="connsiteY60-2214" fmla="*/ 4073253 h 4449429"/>
              <a:gd name="connsiteX61-2215" fmla="*/ 9851983 w 18982931"/>
              <a:gd name="connsiteY61-2216" fmla="*/ 4282100 h 4449429"/>
              <a:gd name="connsiteX62-2217" fmla="*/ 9897683 w 18982931"/>
              <a:gd name="connsiteY62-2218" fmla="*/ 4282100 h 4449429"/>
              <a:gd name="connsiteX63-2219" fmla="*/ 9897683 w 18982931"/>
              <a:gd name="connsiteY63-2220" fmla="*/ 4073253 h 4449429"/>
              <a:gd name="connsiteX64-2221" fmla="*/ 9851983 w 18982931"/>
              <a:gd name="connsiteY64-2222" fmla="*/ 4073253 h 4449429"/>
              <a:gd name="connsiteX65-2223" fmla="*/ 9760354 w 18982931"/>
              <a:gd name="connsiteY65-2224" fmla="*/ 4073253 h 4449429"/>
              <a:gd name="connsiteX66-2225" fmla="*/ 9760354 w 18982931"/>
              <a:gd name="connsiteY66-2226" fmla="*/ 4282100 h 4449429"/>
              <a:gd name="connsiteX67-2227" fmla="*/ 9806054 w 18982931"/>
              <a:gd name="connsiteY67-2228" fmla="*/ 4282100 h 4449429"/>
              <a:gd name="connsiteX68-2229" fmla="*/ 9806054 w 18982931"/>
              <a:gd name="connsiteY68-2230" fmla="*/ 4073253 h 4449429"/>
              <a:gd name="connsiteX69-2231" fmla="*/ 9760354 w 18982931"/>
              <a:gd name="connsiteY69-2232" fmla="*/ 4073253 h 4449429"/>
              <a:gd name="connsiteX70-2233" fmla="*/ 9668723 w 18982931"/>
              <a:gd name="connsiteY70-2234" fmla="*/ 4073253 h 4449429"/>
              <a:gd name="connsiteX71-2235" fmla="*/ 9668723 w 18982931"/>
              <a:gd name="connsiteY71-2236" fmla="*/ 4282100 h 4449429"/>
              <a:gd name="connsiteX72-2237" fmla="*/ 9714423 w 18982931"/>
              <a:gd name="connsiteY72-2238" fmla="*/ 4282100 h 4449429"/>
              <a:gd name="connsiteX73-2239" fmla="*/ 9714423 w 18982931"/>
              <a:gd name="connsiteY73-2240" fmla="*/ 4073253 h 4449429"/>
              <a:gd name="connsiteX74-2241" fmla="*/ 9668723 w 18982931"/>
              <a:gd name="connsiteY74-2242" fmla="*/ 4073253 h 4449429"/>
              <a:gd name="connsiteX75-2243" fmla="*/ 9577094 w 18982931"/>
              <a:gd name="connsiteY75-2244" fmla="*/ 4073253 h 4449429"/>
              <a:gd name="connsiteX76-2245" fmla="*/ 9577094 w 18982931"/>
              <a:gd name="connsiteY76-2246" fmla="*/ 4282100 h 4449429"/>
              <a:gd name="connsiteX77-2247" fmla="*/ 9622794 w 18982931"/>
              <a:gd name="connsiteY77-2248" fmla="*/ 4282100 h 4449429"/>
              <a:gd name="connsiteX78-2249" fmla="*/ 9622794 w 18982931"/>
              <a:gd name="connsiteY78-2250" fmla="*/ 4073253 h 4449429"/>
              <a:gd name="connsiteX79-2251" fmla="*/ 9577094 w 18982931"/>
              <a:gd name="connsiteY79-2252" fmla="*/ 4073253 h 4449429"/>
              <a:gd name="connsiteX80-2253" fmla="*/ 9485470 w 18982931"/>
              <a:gd name="connsiteY80-2254" fmla="*/ 4073253 h 4449429"/>
              <a:gd name="connsiteX81-2255" fmla="*/ 9485470 w 18982931"/>
              <a:gd name="connsiteY81-2256" fmla="*/ 4282100 h 4449429"/>
              <a:gd name="connsiteX82-2257" fmla="*/ 9531165 w 18982931"/>
              <a:gd name="connsiteY82-2258" fmla="*/ 4282100 h 4449429"/>
              <a:gd name="connsiteX83-2259" fmla="*/ 9531165 w 18982931"/>
              <a:gd name="connsiteY83-2260" fmla="*/ 4073253 h 4449429"/>
              <a:gd name="connsiteX84-2261" fmla="*/ 9485470 w 18982931"/>
              <a:gd name="connsiteY84-2262" fmla="*/ 4073253 h 4449429"/>
              <a:gd name="connsiteX85-2263" fmla="*/ 9393836 w 18982931"/>
              <a:gd name="connsiteY85-2264" fmla="*/ 4073253 h 4449429"/>
              <a:gd name="connsiteX86-2265" fmla="*/ 9393836 w 18982931"/>
              <a:gd name="connsiteY86-2266" fmla="*/ 4282100 h 4449429"/>
              <a:gd name="connsiteX87-2267" fmla="*/ 9439536 w 18982931"/>
              <a:gd name="connsiteY87-2268" fmla="*/ 4282100 h 4449429"/>
              <a:gd name="connsiteX88-2269" fmla="*/ 9439536 w 18982931"/>
              <a:gd name="connsiteY88-2270" fmla="*/ 4073253 h 4449429"/>
              <a:gd name="connsiteX89-2271" fmla="*/ 9393836 w 18982931"/>
              <a:gd name="connsiteY89-2272" fmla="*/ 4073253 h 4449429"/>
              <a:gd name="connsiteX90-2273" fmla="*/ 9302203 w 18982931"/>
              <a:gd name="connsiteY90-2274" fmla="*/ 4073253 h 4449429"/>
              <a:gd name="connsiteX91-2275" fmla="*/ 9302203 w 18982931"/>
              <a:gd name="connsiteY91-2276" fmla="*/ 4282100 h 4449429"/>
              <a:gd name="connsiteX92-2277" fmla="*/ 9347904 w 18982931"/>
              <a:gd name="connsiteY92-2278" fmla="*/ 4282100 h 4449429"/>
              <a:gd name="connsiteX93-2279" fmla="*/ 9347904 w 18982931"/>
              <a:gd name="connsiteY93-2280" fmla="*/ 4073253 h 4449429"/>
              <a:gd name="connsiteX94-2281" fmla="*/ 9302203 w 18982931"/>
              <a:gd name="connsiteY94-2282" fmla="*/ 4073253 h 4449429"/>
              <a:gd name="connsiteX95-2283" fmla="*/ 16404499 w 18982931"/>
              <a:gd name="connsiteY95-2284" fmla="*/ 4018694 h 4449429"/>
              <a:gd name="connsiteX96-2285" fmla="*/ 16404499 w 18982931"/>
              <a:gd name="connsiteY96-2286" fmla="*/ 4075528 h 4449429"/>
              <a:gd name="connsiteX97-2287" fmla="*/ 16461332 w 18982931"/>
              <a:gd name="connsiteY97-2288" fmla="*/ 4075528 h 4449429"/>
              <a:gd name="connsiteX98-2289" fmla="*/ 16461332 w 18982931"/>
              <a:gd name="connsiteY98-2290" fmla="*/ 4018694 h 4449429"/>
              <a:gd name="connsiteX99-2291" fmla="*/ 16404499 w 18982931"/>
              <a:gd name="connsiteY99-2292" fmla="*/ 4018694 h 4449429"/>
              <a:gd name="connsiteX100-2293" fmla="*/ 16292444 w 18982931"/>
              <a:gd name="connsiteY100-2294" fmla="*/ 4018694 h 4449429"/>
              <a:gd name="connsiteX101-2295" fmla="*/ 16292444 w 18982931"/>
              <a:gd name="connsiteY101-2296" fmla="*/ 4075528 h 4449429"/>
              <a:gd name="connsiteX102-2297" fmla="*/ 16349278 w 18982931"/>
              <a:gd name="connsiteY102-2298" fmla="*/ 4075528 h 4449429"/>
              <a:gd name="connsiteX103-2299" fmla="*/ 16349278 w 18982931"/>
              <a:gd name="connsiteY103-2300" fmla="*/ 4018694 h 4449429"/>
              <a:gd name="connsiteX104-2301" fmla="*/ 16292444 w 18982931"/>
              <a:gd name="connsiteY104-2302" fmla="*/ 4018694 h 4449429"/>
              <a:gd name="connsiteX105-2303" fmla="*/ 16180390 w 18982931"/>
              <a:gd name="connsiteY105-2304" fmla="*/ 4018694 h 4449429"/>
              <a:gd name="connsiteX106-2305" fmla="*/ 16180390 w 18982931"/>
              <a:gd name="connsiteY106-2306" fmla="*/ 4075528 h 4449429"/>
              <a:gd name="connsiteX107-2307" fmla="*/ 16237224 w 18982931"/>
              <a:gd name="connsiteY107-2308" fmla="*/ 4075528 h 4449429"/>
              <a:gd name="connsiteX108-2309" fmla="*/ 16237224 w 18982931"/>
              <a:gd name="connsiteY108-2310" fmla="*/ 4018694 h 4449429"/>
              <a:gd name="connsiteX109-2311" fmla="*/ 16180390 w 18982931"/>
              <a:gd name="connsiteY109-2312" fmla="*/ 4018694 h 4449429"/>
              <a:gd name="connsiteX110-2313" fmla="*/ 2813944 w 18982931"/>
              <a:gd name="connsiteY110-2314" fmla="*/ 4018692 h 4449429"/>
              <a:gd name="connsiteX111-2315" fmla="*/ 2813944 w 18982931"/>
              <a:gd name="connsiteY111-2316" fmla="*/ 4075526 h 4449429"/>
              <a:gd name="connsiteX112-2317" fmla="*/ 2870780 w 18982931"/>
              <a:gd name="connsiteY112-2318" fmla="*/ 4075526 h 4449429"/>
              <a:gd name="connsiteX113-2319" fmla="*/ 2870780 w 18982931"/>
              <a:gd name="connsiteY113-2320" fmla="*/ 4018692 h 4449429"/>
              <a:gd name="connsiteX114-2321" fmla="*/ 2813944 w 18982931"/>
              <a:gd name="connsiteY114-2322" fmla="*/ 4018692 h 4449429"/>
              <a:gd name="connsiteX115-2323" fmla="*/ 2701890 w 18982931"/>
              <a:gd name="connsiteY115-2324" fmla="*/ 4018692 h 4449429"/>
              <a:gd name="connsiteX116-2325" fmla="*/ 2701890 w 18982931"/>
              <a:gd name="connsiteY116-2326" fmla="*/ 4075526 h 4449429"/>
              <a:gd name="connsiteX117-2327" fmla="*/ 2758723 w 18982931"/>
              <a:gd name="connsiteY117-2328" fmla="*/ 4075526 h 4449429"/>
              <a:gd name="connsiteX118-2329" fmla="*/ 2758723 w 18982931"/>
              <a:gd name="connsiteY118-2330" fmla="*/ 4018692 h 4449429"/>
              <a:gd name="connsiteX119-2331" fmla="*/ 2701890 w 18982931"/>
              <a:gd name="connsiteY119-2332" fmla="*/ 4018692 h 4449429"/>
              <a:gd name="connsiteX120-2333" fmla="*/ 2589843 w 18982931"/>
              <a:gd name="connsiteY120-2334" fmla="*/ 4018692 h 4449429"/>
              <a:gd name="connsiteX121-2335" fmla="*/ 2589843 w 18982931"/>
              <a:gd name="connsiteY121-2336" fmla="*/ 4075526 h 4449429"/>
              <a:gd name="connsiteX122-2337" fmla="*/ 2646669 w 18982931"/>
              <a:gd name="connsiteY122-2338" fmla="*/ 4075526 h 4449429"/>
              <a:gd name="connsiteX123-2339" fmla="*/ 2646669 w 18982931"/>
              <a:gd name="connsiteY123-2340" fmla="*/ 4018692 h 4449429"/>
              <a:gd name="connsiteX124-2341" fmla="*/ 2589843 w 18982931"/>
              <a:gd name="connsiteY124-2342" fmla="*/ 4018692 h 4449429"/>
              <a:gd name="connsiteX125-2343" fmla="*/ 16404499 w 18982931"/>
              <a:gd name="connsiteY125-2344" fmla="*/ 3873406 h 4449429"/>
              <a:gd name="connsiteX126-2345" fmla="*/ 16404499 w 18982931"/>
              <a:gd name="connsiteY126-2346" fmla="*/ 3930240 h 4449429"/>
              <a:gd name="connsiteX127-2347" fmla="*/ 16461332 w 18982931"/>
              <a:gd name="connsiteY127-2348" fmla="*/ 3930240 h 4449429"/>
              <a:gd name="connsiteX128-2349" fmla="*/ 16461332 w 18982931"/>
              <a:gd name="connsiteY128-2350" fmla="*/ 3873406 h 4449429"/>
              <a:gd name="connsiteX129-2351" fmla="*/ 16404499 w 18982931"/>
              <a:gd name="connsiteY129-2352" fmla="*/ 3873406 h 4449429"/>
              <a:gd name="connsiteX130-2353" fmla="*/ 16292444 w 18982931"/>
              <a:gd name="connsiteY130-2354" fmla="*/ 3873406 h 4449429"/>
              <a:gd name="connsiteX131-2355" fmla="*/ 16292444 w 18982931"/>
              <a:gd name="connsiteY131-2356" fmla="*/ 3930240 h 4449429"/>
              <a:gd name="connsiteX132-2357" fmla="*/ 16349278 w 18982931"/>
              <a:gd name="connsiteY132-2358" fmla="*/ 3930240 h 4449429"/>
              <a:gd name="connsiteX133-2359" fmla="*/ 16349278 w 18982931"/>
              <a:gd name="connsiteY133-2360" fmla="*/ 3873406 h 4449429"/>
              <a:gd name="connsiteX134-2361" fmla="*/ 16292444 w 18982931"/>
              <a:gd name="connsiteY134-2362" fmla="*/ 3873406 h 4449429"/>
              <a:gd name="connsiteX135-2363" fmla="*/ 16180390 w 18982931"/>
              <a:gd name="connsiteY135-2364" fmla="*/ 3873406 h 4449429"/>
              <a:gd name="connsiteX136-2365" fmla="*/ 16180390 w 18982931"/>
              <a:gd name="connsiteY136-2366" fmla="*/ 3930240 h 4449429"/>
              <a:gd name="connsiteX137-2367" fmla="*/ 16237224 w 18982931"/>
              <a:gd name="connsiteY137-2368" fmla="*/ 3930240 h 4449429"/>
              <a:gd name="connsiteX138-2369" fmla="*/ 16237224 w 18982931"/>
              <a:gd name="connsiteY138-2370" fmla="*/ 3873406 h 4449429"/>
              <a:gd name="connsiteX139-2371" fmla="*/ 16180390 w 18982931"/>
              <a:gd name="connsiteY139-2372" fmla="*/ 3873406 h 4449429"/>
              <a:gd name="connsiteX140-2373" fmla="*/ 2813944 w 18982931"/>
              <a:gd name="connsiteY140-2374" fmla="*/ 3873404 h 4449429"/>
              <a:gd name="connsiteX141-2375" fmla="*/ 2813944 w 18982931"/>
              <a:gd name="connsiteY141-2376" fmla="*/ 3930238 h 4449429"/>
              <a:gd name="connsiteX142-2377" fmla="*/ 2870780 w 18982931"/>
              <a:gd name="connsiteY142-2378" fmla="*/ 3930238 h 4449429"/>
              <a:gd name="connsiteX143-2379" fmla="*/ 2870780 w 18982931"/>
              <a:gd name="connsiteY143-2380" fmla="*/ 3873404 h 4449429"/>
              <a:gd name="connsiteX144-2381" fmla="*/ 2813944 w 18982931"/>
              <a:gd name="connsiteY144-2382" fmla="*/ 3873404 h 4449429"/>
              <a:gd name="connsiteX145-2383" fmla="*/ 2701890 w 18982931"/>
              <a:gd name="connsiteY145-2384" fmla="*/ 3873404 h 4449429"/>
              <a:gd name="connsiteX146-2385" fmla="*/ 2701890 w 18982931"/>
              <a:gd name="connsiteY146-2386" fmla="*/ 3930238 h 4449429"/>
              <a:gd name="connsiteX147-2387" fmla="*/ 2758723 w 18982931"/>
              <a:gd name="connsiteY147-2388" fmla="*/ 3930238 h 4449429"/>
              <a:gd name="connsiteX148-2389" fmla="*/ 2758723 w 18982931"/>
              <a:gd name="connsiteY148-2390" fmla="*/ 3873404 h 4449429"/>
              <a:gd name="connsiteX149-2391" fmla="*/ 2701890 w 18982931"/>
              <a:gd name="connsiteY149-2392" fmla="*/ 3873404 h 4449429"/>
              <a:gd name="connsiteX150-2393" fmla="*/ 2589843 w 18982931"/>
              <a:gd name="connsiteY150-2394" fmla="*/ 3873404 h 4449429"/>
              <a:gd name="connsiteX151-2395" fmla="*/ 2589843 w 18982931"/>
              <a:gd name="connsiteY151-2396" fmla="*/ 3930238 h 4449429"/>
              <a:gd name="connsiteX152-2397" fmla="*/ 2646669 w 18982931"/>
              <a:gd name="connsiteY152-2398" fmla="*/ 3930238 h 4449429"/>
              <a:gd name="connsiteX153-2399" fmla="*/ 2646669 w 18982931"/>
              <a:gd name="connsiteY153-2400" fmla="*/ 3873404 h 4449429"/>
              <a:gd name="connsiteX154-2401" fmla="*/ 2589843 w 18982931"/>
              <a:gd name="connsiteY154-2402" fmla="*/ 3873404 h 4449429"/>
              <a:gd name="connsiteX155-2403" fmla="*/ 17351339 w 18982931"/>
              <a:gd name="connsiteY155-2404" fmla="*/ 3769299 h 4449429"/>
              <a:gd name="connsiteX156-2405" fmla="*/ 17351339 w 18982931"/>
              <a:gd name="connsiteY156-2406" fmla="*/ 3815000 h 4449429"/>
              <a:gd name="connsiteX157-2407" fmla="*/ 17560187 w 18982931"/>
              <a:gd name="connsiteY157-2408" fmla="*/ 3815000 h 4449429"/>
              <a:gd name="connsiteX158-2409" fmla="*/ 17560187 w 18982931"/>
              <a:gd name="connsiteY158-2410" fmla="*/ 3769299 h 4449429"/>
              <a:gd name="connsiteX159-2411" fmla="*/ 17351339 w 18982931"/>
              <a:gd name="connsiteY159-2412" fmla="*/ 3769299 h 4449429"/>
              <a:gd name="connsiteX160-2413" fmla="*/ 16404499 w 18982931"/>
              <a:gd name="connsiteY160-2414" fmla="*/ 3728118 h 4449429"/>
              <a:gd name="connsiteX161-2415" fmla="*/ 16404499 w 18982931"/>
              <a:gd name="connsiteY161-2416" fmla="*/ 3784951 h 4449429"/>
              <a:gd name="connsiteX162-2417" fmla="*/ 16461332 w 18982931"/>
              <a:gd name="connsiteY162-2418" fmla="*/ 3784951 h 4449429"/>
              <a:gd name="connsiteX163-2419" fmla="*/ 16461332 w 18982931"/>
              <a:gd name="connsiteY163-2420" fmla="*/ 3728118 h 4449429"/>
              <a:gd name="connsiteX164-2421" fmla="*/ 16404499 w 18982931"/>
              <a:gd name="connsiteY164-2422" fmla="*/ 3728118 h 4449429"/>
              <a:gd name="connsiteX165-2423" fmla="*/ 16292444 w 18982931"/>
              <a:gd name="connsiteY165-2424" fmla="*/ 3728118 h 4449429"/>
              <a:gd name="connsiteX166-2425" fmla="*/ 16292444 w 18982931"/>
              <a:gd name="connsiteY166-2426" fmla="*/ 3784951 h 4449429"/>
              <a:gd name="connsiteX167-2427" fmla="*/ 16349278 w 18982931"/>
              <a:gd name="connsiteY167-2428" fmla="*/ 3784951 h 4449429"/>
              <a:gd name="connsiteX168-2429" fmla="*/ 16349278 w 18982931"/>
              <a:gd name="connsiteY168-2430" fmla="*/ 3728118 h 4449429"/>
              <a:gd name="connsiteX169-2431" fmla="*/ 16292444 w 18982931"/>
              <a:gd name="connsiteY169-2432" fmla="*/ 3728118 h 4449429"/>
              <a:gd name="connsiteX170-2433" fmla="*/ 16180390 w 18982931"/>
              <a:gd name="connsiteY170-2434" fmla="*/ 3728118 h 4449429"/>
              <a:gd name="connsiteX171-2435" fmla="*/ 16180390 w 18982931"/>
              <a:gd name="connsiteY171-2436" fmla="*/ 3784951 h 4449429"/>
              <a:gd name="connsiteX172-2437" fmla="*/ 16237224 w 18982931"/>
              <a:gd name="connsiteY172-2438" fmla="*/ 3784951 h 4449429"/>
              <a:gd name="connsiteX173-2439" fmla="*/ 16237224 w 18982931"/>
              <a:gd name="connsiteY173-2440" fmla="*/ 3728118 h 4449429"/>
              <a:gd name="connsiteX174-2441" fmla="*/ 16180390 w 18982931"/>
              <a:gd name="connsiteY174-2442" fmla="*/ 3728118 h 4449429"/>
              <a:gd name="connsiteX175-2443" fmla="*/ 2813944 w 18982931"/>
              <a:gd name="connsiteY175-2444" fmla="*/ 3728116 h 4449429"/>
              <a:gd name="connsiteX176-2445" fmla="*/ 2813944 w 18982931"/>
              <a:gd name="connsiteY176-2446" fmla="*/ 3784950 h 4449429"/>
              <a:gd name="connsiteX177-2447" fmla="*/ 2870780 w 18982931"/>
              <a:gd name="connsiteY177-2448" fmla="*/ 3784950 h 4449429"/>
              <a:gd name="connsiteX178-2449" fmla="*/ 2870780 w 18982931"/>
              <a:gd name="connsiteY178-2450" fmla="*/ 3728116 h 4449429"/>
              <a:gd name="connsiteX179-2451" fmla="*/ 2813944 w 18982931"/>
              <a:gd name="connsiteY179-2452" fmla="*/ 3728116 h 4449429"/>
              <a:gd name="connsiteX180-2453" fmla="*/ 2701891 w 18982931"/>
              <a:gd name="connsiteY180-2454" fmla="*/ 3728116 h 4449429"/>
              <a:gd name="connsiteX181-2455" fmla="*/ 2701891 w 18982931"/>
              <a:gd name="connsiteY181-2456" fmla="*/ 3784950 h 4449429"/>
              <a:gd name="connsiteX182-2457" fmla="*/ 2758730 w 18982931"/>
              <a:gd name="connsiteY182-2458" fmla="*/ 3784950 h 4449429"/>
              <a:gd name="connsiteX183-2459" fmla="*/ 2758730 w 18982931"/>
              <a:gd name="connsiteY183-2460" fmla="*/ 3728116 h 4449429"/>
              <a:gd name="connsiteX184-2461" fmla="*/ 2701891 w 18982931"/>
              <a:gd name="connsiteY184-2462" fmla="*/ 3728116 h 4449429"/>
              <a:gd name="connsiteX185-2463" fmla="*/ 2589845 w 18982931"/>
              <a:gd name="connsiteY185-2464" fmla="*/ 3728116 h 4449429"/>
              <a:gd name="connsiteX186-2465" fmla="*/ 2589845 w 18982931"/>
              <a:gd name="connsiteY186-2466" fmla="*/ 3784950 h 4449429"/>
              <a:gd name="connsiteX187-2467" fmla="*/ 2646671 w 18982931"/>
              <a:gd name="connsiteY187-2468" fmla="*/ 3784950 h 4449429"/>
              <a:gd name="connsiteX188-2469" fmla="*/ 2646671 w 18982931"/>
              <a:gd name="connsiteY188-2470" fmla="*/ 3728116 h 4449429"/>
              <a:gd name="connsiteX189-2471" fmla="*/ 2589845 w 18982931"/>
              <a:gd name="connsiteY189-2472" fmla="*/ 3728116 h 4449429"/>
              <a:gd name="connsiteX190-2473" fmla="*/ 17351339 w 18982931"/>
              <a:gd name="connsiteY190-2474" fmla="*/ 3677667 h 4449429"/>
              <a:gd name="connsiteX191-2475" fmla="*/ 17351339 w 18982931"/>
              <a:gd name="connsiteY191-2476" fmla="*/ 3723368 h 4449429"/>
              <a:gd name="connsiteX192-2477" fmla="*/ 17560187 w 18982931"/>
              <a:gd name="connsiteY192-2478" fmla="*/ 3723368 h 4449429"/>
              <a:gd name="connsiteX193-2479" fmla="*/ 17560187 w 18982931"/>
              <a:gd name="connsiteY193-2480" fmla="*/ 3677667 h 4449429"/>
              <a:gd name="connsiteX194-2481" fmla="*/ 17351339 w 18982931"/>
              <a:gd name="connsiteY194-2482" fmla="*/ 3677667 h 4449429"/>
              <a:gd name="connsiteX195-2483" fmla="*/ 12612246 w 18982931"/>
              <a:gd name="connsiteY195-2484" fmla="*/ 3645952 h 4449429"/>
              <a:gd name="connsiteX196-2485" fmla="*/ 12612246 w 18982931"/>
              <a:gd name="connsiteY196-2486" fmla="*/ 3702785 h 4449429"/>
              <a:gd name="connsiteX197-2487" fmla="*/ 12669079 w 18982931"/>
              <a:gd name="connsiteY197-2488" fmla="*/ 3702785 h 4449429"/>
              <a:gd name="connsiteX198-2489" fmla="*/ 12669079 w 18982931"/>
              <a:gd name="connsiteY198-2490" fmla="*/ 3645952 h 4449429"/>
              <a:gd name="connsiteX199-2491" fmla="*/ 12612246 w 18982931"/>
              <a:gd name="connsiteY199-2492" fmla="*/ 3645952 h 4449429"/>
              <a:gd name="connsiteX200-2493" fmla="*/ 12500191 w 18982931"/>
              <a:gd name="connsiteY200-2494" fmla="*/ 3645952 h 4449429"/>
              <a:gd name="connsiteX201-2495" fmla="*/ 12500191 w 18982931"/>
              <a:gd name="connsiteY201-2496" fmla="*/ 3702785 h 4449429"/>
              <a:gd name="connsiteX202-2497" fmla="*/ 12557025 w 18982931"/>
              <a:gd name="connsiteY202-2498" fmla="*/ 3702785 h 4449429"/>
              <a:gd name="connsiteX203-2499" fmla="*/ 12557025 w 18982931"/>
              <a:gd name="connsiteY203-2500" fmla="*/ 3645952 h 4449429"/>
              <a:gd name="connsiteX204-2501" fmla="*/ 12500191 w 18982931"/>
              <a:gd name="connsiteY204-2502" fmla="*/ 3645952 h 4449429"/>
              <a:gd name="connsiteX205-2503" fmla="*/ 12388137 w 18982931"/>
              <a:gd name="connsiteY205-2504" fmla="*/ 3645952 h 4449429"/>
              <a:gd name="connsiteX206-2505" fmla="*/ 12388137 w 18982931"/>
              <a:gd name="connsiteY206-2506" fmla="*/ 3702785 h 4449429"/>
              <a:gd name="connsiteX207-2507" fmla="*/ 12444971 w 18982931"/>
              <a:gd name="connsiteY207-2508" fmla="*/ 3702785 h 4449429"/>
              <a:gd name="connsiteX208-2509" fmla="*/ 12444971 w 18982931"/>
              <a:gd name="connsiteY208-2510" fmla="*/ 3645952 h 4449429"/>
              <a:gd name="connsiteX209-2511" fmla="*/ 12388137 w 18982931"/>
              <a:gd name="connsiteY209-2512" fmla="*/ 3645952 h 4449429"/>
              <a:gd name="connsiteX210-2513" fmla="*/ 17351339 w 18982931"/>
              <a:gd name="connsiteY210-2514" fmla="*/ 3586038 h 4449429"/>
              <a:gd name="connsiteX211-2515" fmla="*/ 17351339 w 18982931"/>
              <a:gd name="connsiteY211-2516" fmla="*/ 3631739 h 4449429"/>
              <a:gd name="connsiteX212-2517" fmla="*/ 17560187 w 18982931"/>
              <a:gd name="connsiteY212-2518" fmla="*/ 3631739 h 4449429"/>
              <a:gd name="connsiteX213-2519" fmla="*/ 17560187 w 18982931"/>
              <a:gd name="connsiteY213-2520" fmla="*/ 3586038 h 4449429"/>
              <a:gd name="connsiteX214-2521" fmla="*/ 17351339 w 18982931"/>
              <a:gd name="connsiteY214-2522" fmla="*/ 3586038 h 4449429"/>
              <a:gd name="connsiteX215-2523" fmla="*/ 16404499 w 18982931"/>
              <a:gd name="connsiteY215-2524" fmla="*/ 3582830 h 4449429"/>
              <a:gd name="connsiteX216-2525" fmla="*/ 16404499 w 18982931"/>
              <a:gd name="connsiteY216-2526" fmla="*/ 3639663 h 4449429"/>
              <a:gd name="connsiteX217-2527" fmla="*/ 16461332 w 18982931"/>
              <a:gd name="connsiteY217-2528" fmla="*/ 3639663 h 4449429"/>
              <a:gd name="connsiteX218-2529" fmla="*/ 16461332 w 18982931"/>
              <a:gd name="connsiteY218-2530" fmla="*/ 3582830 h 4449429"/>
              <a:gd name="connsiteX219-2531" fmla="*/ 16404499 w 18982931"/>
              <a:gd name="connsiteY219-2532" fmla="*/ 3582830 h 4449429"/>
              <a:gd name="connsiteX220-2533" fmla="*/ 16292444 w 18982931"/>
              <a:gd name="connsiteY220-2534" fmla="*/ 3582830 h 4449429"/>
              <a:gd name="connsiteX221-2535" fmla="*/ 16292444 w 18982931"/>
              <a:gd name="connsiteY221-2536" fmla="*/ 3639663 h 4449429"/>
              <a:gd name="connsiteX222-2537" fmla="*/ 16349278 w 18982931"/>
              <a:gd name="connsiteY222-2538" fmla="*/ 3639663 h 4449429"/>
              <a:gd name="connsiteX223-2539" fmla="*/ 16349278 w 18982931"/>
              <a:gd name="connsiteY223-2540" fmla="*/ 3582830 h 4449429"/>
              <a:gd name="connsiteX224-2541" fmla="*/ 16292444 w 18982931"/>
              <a:gd name="connsiteY224-2542" fmla="*/ 3582830 h 4449429"/>
              <a:gd name="connsiteX225-2543" fmla="*/ 16180390 w 18982931"/>
              <a:gd name="connsiteY225-2544" fmla="*/ 3582830 h 4449429"/>
              <a:gd name="connsiteX226-2545" fmla="*/ 16180390 w 18982931"/>
              <a:gd name="connsiteY226-2546" fmla="*/ 3639663 h 4449429"/>
              <a:gd name="connsiteX227-2547" fmla="*/ 16237224 w 18982931"/>
              <a:gd name="connsiteY227-2548" fmla="*/ 3639663 h 4449429"/>
              <a:gd name="connsiteX228-2549" fmla="*/ 16237224 w 18982931"/>
              <a:gd name="connsiteY228-2550" fmla="*/ 3582830 h 4449429"/>
              <a:gd name="connsiteX229-2551" fmla="*/ 16180390 w 18982931"/>
              <a:gd name="connsiteY229-2552" fmla="*/ 3582830 h 4449429"/>
              <a:gd name="connsiteX230-2553" fmla="*/ 2813944 w 18982931"/>
              <a:gd name="connsiteY230-2554" fmla="*/ 3582828 h 4449429"/>
              <a:gd name="connsiteX231-2555" fmla="*/ 2813944 w 18982931"/>
              <a:gd name="connsiteY231-2556" fmla="*/ 3639662 h 4449429"/>
              <a:gd name="connsiteX232-2557" fmla="*/ 2870780 w 18982931"/>
              <a:gd name="connsiteY232-2558" fmla="*/ 3639662 h 4449429"/>
              <a:gd name="connsiteX233-2559" fmla="*/ 2870780 w 18982931"/>
              <a:gd name="connsiteY233-2560" fmla="*/ 3582828 h 4449429"/>
              <a:gd name="connsiteX234-2561" fmla="*/ 2813944 w 18982931"/>
              <a:gd name="connsiteY234-2562" fmla="*/ 3582828 h 4449429"/>
              <a:gd name="connsiteX235-2563" fmla="*/ 2701891 w 18982931"/>
              <a:gd name="connsiteY235-2564" fmla="*/ 3582828 h 4449429"/>
              <a:gd name="connsiteX236-2565" fmla="*/ 2701891 w 18982931"/>
              <a:gd name="connsiteY236-2566" fmla="*/ 3639662 h 4449429"/>
              <a:gd name="connsiteX237-2567" fmla="*/ 2758730 w 18982931"/>
              <a:gd name="connsiteY237-2568" fmla="*/ 3639662 h 4449429"/>
              <a:gd name="connsiteX238-2569" fmla="*/ 2758730 w 18982931"/>
              <a:gd name="connsiteY238-2570" fmla="*/ 3582828 h 4449429"/>
              <a:gd name="connsiteX239-2571" fmla="*/ 2701891 w 18982931"/>
              <a:gd name="connsiteY239-2572" fmla="*/ 3582828 h 4449429"/>
              <a:gd name="connsiteX240-2573" fmla="*/ 2589845 w 18982931"/>
              <a:gd name="connsiteY240-2574" fmla="*/ 3582828 h 4449429"/>
              <a:gd name="connsiteX241-2575" fmla="*/ 2589845 w 18982931"/>
              <a:gd name="connsiteY241-2576" fmla="*/ 3639662 h 4449429"/>
              <a:gd name="connsiteX242-2577" fmla="*/ 2646671 w 18982931"/>
              <a:gd name="connsiteY242-2578" fmla="*/ 3639662 h 4449429"/>
              <a:gd name="connsiteX243-2579" fmla="*/ 2646671 w 18982931"/>
              <a:gd name="connsiteY243-2580" fmla="*/ 3582828 h 4449429"/>
              <a:gd name="connsiteX244-2581" fmla="*/ 2589845 w 18982931"/>
              <a:gd name="connsiteY244-2582" fmla="*/ 3582828 h 4449429"/>
              <a:gd name="connsiteX245-2583" fmla="*/ 12612246 w 18982931"/>
              <a:gd name="connsiteY245-2584" fmla="*/ 3500664 h 4449429"/>
              <a:gd name="connsiteX246-2585" fmla="*/ 12612246 w 18982931"/>
              <a:gd name="connsiteY246-2586" fmla="*/ 3557497 h 4449429"/>
              <a:gd name="connsiteX247-2587" fmla="*/ 12669079 w 18982931"/>
              <a:gd name="connsiteY247-2588" fmla="*/ 3557497 h 4449429"/>
              <a:gd name="connsiteX248-2589" fmla="*/ 12669079 w 18982931"/>
              <a:gd name="connsiteY248-2590" fmla="*/ 3500664 h 4449429"/>
              <a:gd name="connsiteX249-2591" fmla="*/ 12612246 w 18982931"/>
              <a:gd name="connsiteY249-2592" fmla="*/ 3500664 h 4449429"/>
              <a:gd name="connsiteX250-2593" fmla="*/ 12500191 w 18982931"/>
              <a:gd name="connsiteY250-2594" fmla="*/ 3500664 h 4449429"/>
              <a:gd name="connsiteX251-2595" fmla="*/ 12500191 w 18982931"/>
              <a:gd name="connsiteY251-2596" fmla="*/ 3557497 h 4449429"/>
              <a:gd name="connsiteX252-2597" fmla="*/ 12557025 w 18982931"/>
              <a:gd name="connsiteY252-2598" fmla="*/ 3557497 h 4449429"/>
              <a:gd name="connsiteX253-2599" fmla="*/ 12557025 w 18982931"/>
              <a:gd name="connsiteY253-2600" fmla="*/ 3500664 h 4449429"/>
              <a:gd name="connsiteX254-2601" fmla="*/ 12500191 w 18982931"/>
              <a:gd name="connsiteY254-2602" fmla="*/ 3500664 h 4449429"/>
              <a:gd name="connsiteX255-2603" fmla="*/ 12388137 w 18982931"/>
              <a:gd name="connsiteY255-2604" fmla="*/ 3500664 h 4449429"/>
              <a:gd name="connsiteX256-2605" fmla="*/ 12388137 w 18982931"/>
              <a:gd name="connsiteY256-2606" fmla="*/ 3557497 h 4449429"/>
              <a:gd name="connsiteX257-2607" fmla="*/ 12444971 w 18982931"/>
              <a:gd name="connsiteY257-2608" fmla="*/ 3557497 h 4449429"/>
              <a:gd name="connsiteX258-2609" fmla="*/ 12444971 w 18982931"/>
              <a:gd name="connsiteY258-2610" fmla="*/ 3500664 h 4449429"/>
              <a:gd name="connsiteX259-2611" fmla="*/ 12388137 w 18982931"/>
              <a:gd name="connsiteY259-2612" fmla="*/ 3500664 h 4449429"/>
              <a:gd name="connsiteX260-2613" fmla="*/ 17351339 w 18982931"/>
              <a:gd name="connsiteY260-2614" fmla="*/ 3492933 h 4449429"/>
              <a:gd name="connsiteX261-2615" fmla="*/ 17351339 w 18982931"/>
              <a:gd name="connsiteY261-2616" fmla="*/ 3538633 h 4449429"/>
              <a:gd name="connsiteX262-2617" fmla="*/ 17560187 w 18982931"/>
              <a:gd name="connsiteY262-2618" fmla="*/ 3538633 h 4449429"/>
              <a:gd name="connsiteX263-2619" fmla="*/ 17560187 w 18982931"/>
              <a:gd name="connsiteY263-2620" fmla="*/ 3492933 h 4449429"/>
              <a:gd name="connsiteX264-2621" fmla="*/ 17351339 w 18982931"/>
              <a:gd name="connsiteY264-2622" fmla="*/ 3492933 h 4449429"/>
              <a:gd name="connsiteX265-2623" fmla="*/ 17351339 w 18982931"/>
              <a:gd name="connsiteY265-2624" fmla="*/ 3401301 h 4449429"/>
              <a:gd name="connsiteX266-2625" fmla="*/ 17351339 w 18982931"/>
              <a:gd name="connsiteY266-2626" fmla="*/ 3447001 h 4449429"/>
              <a:gd name="connsiteX267-2627" fmla="*/ 17560187 w 18982931"/>
              <a:gd name="connsiteY267-2628" fmla="*/ 3447001 h 4449429"/>
              <a:gd name="connsiteX268-2629" fmla="*/ 17560187 w 18982931"/>
              <a:gd name="connsiteY268-2630" fmla="*/ 3401301 h 4449429"/>
              <a:gd name="connsiteX269-2631" fmla="*/ 17351339 w 18982931"/>
              <a:gd name="connsiteY269-2632" fmla="*/ 3401301 h 4449429"/>
              <a:gd name="connsiteX270-2633" fmla="*/ 1596781 w 18982931"/>
              <a:gd name="connsiteY270-2634" fmla="*/ 3357078 h 4449429"/>
              <a:gd name="connsiteX271-2635" fmla="*/ 1596781 w 18982931"/>
              <a:gd name="connsiteY271-2636" fmla="*/ 3402779 h 4449429"/>
              <a:gd name="connsiteX272-2637" fmla="*/ 1805629 w 18982931"/>
              <a:gd name="connsiteY272-2638" fmla="*/ 3402779 h 4449429"/>
              <a:gd name="connsiteX273-2639" fmla="*/ 1805629 w 18982931"/>
              <a:gd name="connsiteY273-2640" fmla="*/ 3357078 h 4449429"/>
              <a:gd name="connsiteX274-2641" fmla="*/ 1596781 w 18982931"/>
              <a:gd name="connsiteY274-2642" fmla="*/ 3357078 h 4449429"/>
              <a:gd name="connsiteX275-2643" fmla="*/ 12612246 w 18982931"/>
              <a:gd name="connsiteY275-2644" fmla="*/ 3355375 h 4449429"/>
              <a:gd name="connsiteX276-2645" fmla="*/ 12612246 w 18982931"/>
              <a:gd name="connsiteY276-2646" fmla="*/ 3412209 h 4449429"/>
              <a:gd name="connsiteX277-2647" fmla="*/ 12669079 w 18982931"/>
              <a:gd name="connsiteY277-2648" fmla="*/ 3412209 h 4449429"/>
              <a:gd name="connsiteX278-2649" fmla="*/ 12669079 w 18982931"/>
              <a:gd name="connsiteY278-2650" fmla="*/ 3355375 h 4449429"/>
              <a:gd name="connsiteX279-2651" fmla="*/ 12612246 w 18982931"/>
              <a:gd name="connsiteY279-2652" fmla="*/ 3355375 h 4449429"/>
              <a:gd name="connsiteX280-2653" fmla="*/ 12500191 w 18982931"/>
              <a:gd name="connsiteY280-2654" fmla="*/ 3355375 h 4449429"/>
              <a:gd name="connsiteX281-2655" fmla="*/ 12500191 w 18982931"/>
              <a:gd name="connsiteY281-2656" fmla="*/ 3412209 h 4449429"/>
              <a:gd name="connsiteX282-2657" fmla="*/ 12557025 w 18982931"/>
              <a:gd name="connsiteY282-2658" fmla="*/ 3412209 h 4449429"/>
              <a:gd name="connsiteX283-2659" fmla="*/ 12557025 w 18982931"/>
              <a:gd name="connsiteY283-2660" fmla="*/ 3355375 h 4449429"/>
              <a:gd name="connsiteX284-2661" fmla="*/ 12500191 w 18982931"/>
              <a:gd name="connsiteY284-2662" fmla="*/ 3355375 h 4449429"/>
              <a:gd name="connsiteX285-2663" fmla="*/ 12388137 w 18982931"/>
              <a:gd name="connsiteY285-2664" fmla="*/ 3355375 h 4449429"/>
              <a:gd name="connsiteX286-2665" fmla="*/ 12388137 w 18982931"/>
              <a:gd name="connsiteY286-2666" fmla="*/ 3412209 h 4449429"/>
              <a:gd name="connsiteX287-2667" fmla="*/ 12444971 w 18982931"/>
              <a:gd name="connsiteY287-2668" fmla="*/ 3412209 h 4449429"/>
              <a:gd name="connsiteX288-2669" fmla="*/ 12444971 w 18982931"/>
              <a:gd name="connsiteY288-2670" fmla="*/ 3355375 h 4449429"/>
              <a:gd name="connsiteX289-2671" fmla="*/ 12388137 w 18982931"/>
              <a:gd name="connsiteY289-2672" fmla="*/ 3355375 h 4449429"/>
              <a:gd name="connsiteX290-2673" fmla="*/ 17351339 w 18982931"/>
              <a:gd name="connsiteY290-2674" fmla="*/ 3309670 h 4449429"/>
              <a:gd name="connsiteX291-2675" fmla="*/ 17351339 w 18982931"/>
              <a:gd name="connsiteY291-2676" fmla="*/ 3355371 h 4449429"/>
              <a:gd name="connsiteX292-2677" fmla="*/ 17560187 w 18982931"/>
              <a:gd name="connsiteY292-2678" fmla="*/ 3355371 h 4449429"/>
              <a:gd name="connsiteX293-2679" fmla="*/ 17560187 w 18982931"/>
              <a:gd name="connsiteY293-2680" fmla="*/ 3309670 h 4449429"/>
              <a:gd name="connsiteX294-2681" fmla="*/ 17351339 w 18982931"/>
              <a:gd name="connsiteY294-2682" fmla="*/ 3309670 h 4449429"/>
              <a:gd name="connsiteX295-2683" fmla="*/ 1596781 w 18982931"/>
              <a:gd name="connsiteY295-2684" fmla="*/ 3265446 h 4449429"/>
              <a:gd name="connsiteX296-2685" fmla="*/ 1596781 w 18982931"/>
              <a:gd name="connsiteY296-2686" fmla="*/ 3311147 h 4449429"/>
              <a:gd name="connsiteX297-2687" fmla="*/ 1805629 w 18982931"/>
              <a:gd name="connsiteY297-2688" fmla="*/ 3311147 h 4449429"/>
              <a:gd name="connsiteX298-2689" fmla="*/ 1805629 w 18982931"/>
              <a:gd name="connsiteY298-2690" fmla="*/ 3265446 h 4449429"/>
              <a:gd name="connsiteX299-2691" fmla="*/ 1596781 w 18982931"/>
              <a:gd name="connsiteY299-2692" fmla="*/ 3265446 h 4449429"/>
              <a:gd name="connsiteX300-2693" fmla="*/ 17351339 w 18982931"/>
              <a:gd name="connsiteY300-2694" fmla="*/ 3218041 h 4449429"/>
              <a:gd name="connsiteX301-2695" fmla="*/ 17351339 w 18982931"/>
              <a:gd name="connsiteY301-2696" fmla="*/ 3263742 h 4449429"/>
              <a:gd name="connsiteX302-2697" fmla="*/ 17560187 w 18982931"/>
              <a:gd name="connsiteY302-2698" fmla="*/ 3263742 h 4449429"/>
              <a:gd name="connsiteX303-2699" fmla="*/ 17560187 w 18982931"/>
              <a:gd name="connsiteY303-2700" fmla="*/ 3218041 h 4449429"/>
              <a:gd name="connsiteX304-2701" fmla="*/ 17351339 w 18982931"/>
              <a:gd name="connsiteY304-2702" fmla="*/ 3218041 h 4449429"/>
              <a:gd name="connsiteX305-2703" fmla="*/ 12612246 w 18982931"/>
              <a:gd name="connsiteY305-2704" fmla="*/ 3210087 h 4449429"/>
              <a:gd name="connsiteX306-2705" fmla="*/ 12612246 w 18982931"/>
              <a:gd name="connsiteY306-2706" fmla="*/ 3266921 h 4449429"/>
              <a:gd name="connsiteX307-2707" fmla="*/ 12669079 w 18982931"/>
              <a:gd name="connsiteY307-2708" fmla="*/ 3266921 h 4449429"/>
              <a:gd name="connsiteX308-2709" fmla="*/ 12669079 w 18982931"/>
              <a:gd name="connsiteY308-2710" fmla="*/ 3210087 h 4449429"/>
              <a:gd name="connsiteX309-2711" fmla="*/ 12612246 w 18982931"/>
              <a:gd name="connsiteY309-2712" fmla="*/ 3210087 h 4449429"/>
              <a:gd name="connsiteX310-2713" fmla="*/ 12500191 w 18982931"/>
              <a:gd name="connsiteY310-2714" fmla="*/ 3210087 h 4449429"/>
              <a:gd name="connsiteX311-2715" fmla="*/ 12500191 w 18982931"/>
              <a:gd name="connsiteY311-2716" fmla="*/ 3266921 h 4449429"/>
              <a:gd name="connsiteX312-2717" fmla="*/ 12557025 w 18982931"/>
              <a:gd name="connsiteY312-2718" fmla="*/ 3266921 h 4449429"/>
              <a:gd name="connsiteX313-2719" fmla="*/ 12557025 w 18982931"/>
              <a:gd name="connsiteY313-2720" fmla="*/ 3210087 h 4449429"/>
              <a:gd name="connsiteX314-2721" fmla="*/ 12500191 w 18982931"/>
              <a:gd name="connsiteY314-2722" fmla="*/ 3210087 h 4449429"/>
              <a:gd name="connsiteX315-2723" fmla="*/ 12388137 w 18982931"/>
              <a:gd name="connsiteY315-2724" fmla="*/ 3210087 h 4449429"/>
              <a:gd name="connsiteX316-2725" fmla="*/ 12388137 w 18982931"/>
              <a:gd name="connsiteY316-2726" fmla="*/ 3266921 h 4449429"/>
              <a:gd name="connsiteX317-2727" fmla="*/ 12444971 w 18982931"/>
              <a:gd name="connsiteY317-2728" fmla="*/ 3266921 h 4449429"/>
              <a:gd name="connsiteX318-2729" fmla="*/ 12444971 w 18982931"/>
              <a:gd name="connsiteY318-2730" fmla="*/ 3210087 h 4449429"/>
              <a:gd name="connsiteX319-2731" fmla="*/ 12388137 w 18982931"/>
              <a:gd name="connsiteY319-2732" fmla="*/ 3210087 h 4449429"/>
              <a:gd name="connsiteX320-2733" fmla="*/ 1596781 w 18982931"/>
              <a:gd name="connsiteY320-2734" fmla="*/ 3173817 h 4449429"/>
              <a:gd name="connsiteX321-2735" fmla="*/ 1596781 w 18982931"/>
              <a:gd name="connsiteY321-2736" fmla="*/ 3219518 h 4449429"/>
              <a:gd name="connsiteX322-2737" fmla="*/ 1805629 w 18982931"/>
              <a:gd name="connsiteY322-2738" fmla="*/ 3219518 h 4449429"/>
              <a:gd name="connsiteX323-2739" fmla="*/ 1805629 w 18982931"/>
              <a:gd name="connsiteY323-2740" fmla="*/ 3173817 h 4449429"/>
              <a:gd name="connsiteX324-2741" fmla="*/ 1596781 w 18982931"/>
              <a:gd name="connsiteY324-2742" fmla="*/ 3173817 h 4449429"/>
              <a:gd name="connsiteX325-2743" fmla="*/ 17351339 w 18982931"/>
              <a:gd name="connsiteY325-2744" fmla="*/ 3126412 h 4449429"/>
              <a:gd name="connsiteX326-2745" fmla="*/ 17351339 w 18982931"/>
              <a:gd name="connsiteY326-2746" fmla="*/ 3172113 h 4449429"/>
              <a:gd name="connsiteX327-2747" fmla="*/ 17560187 w 18982931"/>
              <a:gd name="connsiteY327-2748" fmla="*/ 3172113 h 4449429"/>
              <a:gd name="connsiteX328-2749" fmla="*/ 17560187 w 18982931"/>
              <a:gd name="connsiteY328-2750" fmla="*/ 3126412 h 4449429"/>
              <a:gd name="connsiteX329-2751" fmla="*/ 17351339 w 18982931"/>
              <a:gd name="connsiteY329-2752" fmla="*/ 3126412 h 4449429"/>
              <a:gd name="connsiteX330-2753" fmla="*/ 1596781 w 18982931"/>
              <a:gd name="connsiteY330-2754" fmla="*/ 3080712 h 4449429"/>
              <a:gd name="connsiteX331-2755" fmla="*/ 1596781 w 18982931"/>
              <a:gd name="connsiteY331-2756" fmla="*/ 3126412 h 4449429"/>
              <a:gd name="connsiteX332-2757" fmla="*/ 1805629 w 18982931"/>
              <a:gd name="connsiteY332-2758" fmla="*/ 3126412 h 4449429"/>
              <a:gd name="connsiteX333-2759" fmla="*/ 1805629 w 18982931"/>
              <a:gd name="connsiteY333-2760" fmla="*/ 3080712 h 4449429"/>
              <a:gd name="connsiteX334-2761" fmla="*/ 1596781 w 18982931"/>
              <a:gd name="connsiteY334-2762" fmla="*/ 3080712 h 4449429"/>
              <a:gd name="connsiteX335-2763" fmla="*/ 12612246 w 18982931"/>
              <a:gd name="connsiteY335-2764" fmla="*/ 3064799 h 4449429"/>
              <a:gd name="connsiteX336-2765" fmla="*/ 12612246 w 18982931"/>
              <a:gd name="connsiteY336-2766" fmla="*/ 3121633 h 4449429"/>
              <a:gd name="connsiteX337-2767" fmla="*/ 12669079 w 18982931"/>
              <a:gd name="connsiteY337-2768" fmla="*/ 3121633 h 4449429"/>
              <a:gd name="connsiteX338-2769" fmla="*/ 12669079 w 18982931"/>
              <a:gd name="connsiteY338-2770" fmla="*/ 3064799 h 4449429"/>
              <a:gd name="connsiteX339-2771" fmla="*/ 12612246 w 18982931"/>
              <a:gd name="connsiteY339-2772" fmla="*/ 3064799 h 4449429"/>
              <a:gd name="connsiteX340-2773" fmla="*/ 12500191 w 18982931"/>
              <a:gd name="connsiteY340-2774" fmla="*/ 3064799 h 4449429"/>
              <a:gd name="connsiteX341-2775" fmla="*/ 12500191 w 18982931"/>
              <a:gd name="connsiteY341-2776" fmla="*/ 3121633 h 4449429"/>
              <a:gd name="connsiteX342-2777" fmla="*/ 12557025 w 18982931"/>
              <a:gd name="connsiteY342-2778" fmla="*/ 3121633 h 4449429"/>
              <a:gd name="connsiteX343-2779" fmla="*/ 12557025 w 18982931"/>
              <a:gd name="connsiteY343-2780" fmla="*/ 3064799 h 4449429"/>
              <a:gd name="connsiteX344-2781" fmla="*/ 12500191 w 18982931"/>
              <a:gd name="connsiteY344-2782" fmla="*/ 3064799 h 4449429"/>
              <a:gd name="connsiteX345-2783" fmla="*/ 12388137 w 18982931"/>
              <a:gd name="connsiteY345-2784" fmla="*/ 3064799 h 4449429"/>
              <a:gd name="connsiteX346-2785" fmla="*/ 12388137 w 18982931"/>
              <a:gd name="connsiteY346-2786" fmla="*/ 3121633 h 4449429"/>
              <a:gd name="connsiteX347-2787" fmla="*/ 12444971 w 18982931"/>
              <a:gd name="connsiteY347-2788" fmla="*/ 3121633 h 4449429"/>
              <a:gd name="connsiteX348-2789" fmla="*/ 12444971 w 18982931"/>
              <a:gd name="connsiteY348-2790" fmla="*/ 3064799 h 4449429"/>
              <a:gd name="connsiteX349-2791" fmla="*/ 12388137 w 18982931"/>
              <a:gd name="connsiteY349-2792" fmla="*/ 3064799 h 4449429"/>
              <a:gd name="connsiteX350-2793" fmla="*/ 17351339 w 18982931"/>
              <a:gd name="connsiteY350-2794" fmla="*/ 3034782 h 4449429"/>
              <a:gd name="connsiteX351-2795" fmla="*/ 17351339 w 18982931"/>
              <a:gd name="connsiteY351-2796" fmla="*/ 3080482 h 4449429"/>
              <a:gd name="connsiteX352-2797" fmla="*/ 17560187 w 18982931"/>
              <a:gd name="connsiteY352-2798" fmla="*/ 3080482 h 4449429"/>
              <a:gd name="connsiteX353-2799" fmla="*/ 17560187 w 18982931"/>
              <a:gd name="connsiteY353-2800" fmla="*/ 3034782 h 4449429"/>
              <a:gd name="connsiteX354-2801" fmla="*/ 17351339 w 18982931"/>
              <a:gd name="connsiteY354-2802" fmla="*/ 3034782 h 4449429"/>
              <a:gd name="connsiteX355-2803" fmla="*/ 1596781 w 18982931"/>
              <a:gd name="connsiteY355-2804" fmla="*/ 2989080 h 4449429"/>
              <a:gd name="connsiteX356-2805" fmla="*/ 1596781 w 18982931"/>
              <a:gd name="connsiteY356-2806" fmla="*/ 3034780 h 4449429"/>
              <a:gd name="connsiteX357-2807" fmla="*/ 1805629 w 18982931"/>
              <a:gd name="connsiteY357-2808" fmla="*/ 3034780 h 4449429"/>
              <a:gd name="connsiteX358-2809" fmla="*/ 1805629 w 18982931"/>
              <a:gd name="connsiteY358-2810" fmla="*/ 2989080 h 4449429"/>
              <a:gd name="connsiteX359-2811" fmla="*/ 1596781 w 18982931"/>
              <a:gd name="connsiteY359-2812" fmla="*/ 2989080 h 4449429"/>
              <a:gd name="connsiteX360-2813" fmla="*/ 17351339 w 18982931"/>
              <a:gd name="connsiteY360-2814" fmla="*/ 2943153 h 4449429"/>
              <a:gd name="connsiteX361-2815" fmla="*/ 17351339 w 18982931"/>
              <a:gd name="connsiteY361-2816" fmla="*/ 2988853 h 4449429"/>
              <a:gd name="connsiteX362-2817" fmla="*/ 17560187 w 18982931"/>
              <a:gd name="connsiteY362-2818" fmla="*/ 2988853 h 4449429"/>
              <a:gd name="connsiteX363-2819" fmla="*/ 17560187 w 18982931"/>
              <a:gd name="connsiteY363-2820" fmla="*/ 2943153 h 4449429"/>
              <a:gd name="connsiteX364-2821" fmla="*/ 17351339 w 18982931"/>
              <a:gd name="connsiteY364-2822" fmla="*/ 2943153 h 4449429"/>
              <a:gd name="connsiteX365-2823" fmla="*/ 12612246 w 18982931"/>
              <a:gd name="connsiteY365-2824" fmla="*/ 2919511 h 4449429"/>
              <a:gd name="connsiteX366-2825" fmla="*/ 12612246 w 18982931"/>
              <a:gd name="connsiteY366-2826" fmla="*/ 2976345 h 4449429"/>
              <a:gd name="connsiteX367-2827" fmla="*/ 12669079 w 18982931"/>
              <a:gd name="connsiteY367-2828" fmla="*/ 2976345 h 4449429"/>
              <a:gd name="connsiteX368-2829" fmla="*/ 12669079 w 18982931"/>
              <a:gd name="connsiteY368-2830" fmla="*/ 2919511 h 4449429"/>
              <a:gd name="connsiteX369-2831" fmla="*/ 12612246 w 18982931"/>
              <a:gd name="connsiteY369-2832" fmla="*/ 2919511 h 4449429"/>
              <a:gd name="connsiteX370-2833" fmla="*/ 12500191 w 18982931"/>
              <a:gd name="connsiteY370-2834" fmla="*/ 2919511 h 4449429"/>
              <a:gd name="connsiteX371-2835" fmla="*/ 12500191 w 18982931"/>
              <a:gd name="connsiteY371-2836" fmla="*/ 2976345 h 4449429"/>
              <a:gd name="connsiteX372-2837" fmla="*/ 12557025 w 18982931"/>
              <a:gd name="connsiteY372-2838" fmla="*/ 2976345 h 4449429"/>
              <a:gd name="connsiteX373-2839" fmla="*/ 12557025 w 18982931"/>
              <a:gd name="connsiteY373-2840" fmla="*/ 2919511 h 4449429"/>
              <a:gd name="connsiteX374-2841" fmla="*/ 12500191 w 18982931"/>
              <a:gd name="connsiteY374-2842" fmla="*/ 2919511 h 4449429"/>
              <a:gd name="connsiteX375-2843" fmla="*/ 12388137 w 18982931"/>
              <a:gd name="connsiteY375-2844" fmla="*/ 2919511 h 4449429"/>
              <a:gd name="connsiteX376-2845" fmla="*/ 12388137 w 18982931"/>
              <a:gd name="connsiteY376-2846" fmla="*/ 2976345 h 4449429"/>
              <a:gd name="connsiteX377-2847" fmla="*/ 12444971 w 18982931"/>
              <a:gd name="connsiteY377-2848" fmla="*/ 2976345 h 4449429"/>
              <a:gd name="connsiteX378-2849" fmla="*/ 12444971 w 18982931"/>
              <a:gd name="connsiteY378-2850" fmla="*/ 2919511 h 4449429"/>
              <a:gd name="connsiteX379-2851" fmla="*/ 12388137 w 18982931"/>
              <a:gd name="connsiteY379-2852" fmla="*/ 2919511 h 4449429"/>
              <a:gd name="connsiteX380-2853" fmla="*/ 1596781 w 18982931"/>
              <a:gd name="connsiteY380-2854" fmla="*/ 2897450 h 4449429"/>
              <a:gd name="connsiteX381-2855" fmla="*/ 1596781 w 18982931"/>
              <a:gd name="connsiteY381-2856" fmla="*/ 2943150 h 4449429"/>
              <a:gd name="connsiteX382-2857" fmla="*/ 1805629 w 18982931"/>
              <a:gd name="connsiteY382-2858" fmla="*/ 2943150 h 4449429"/>
              <a:gd name="connsiteX383-2859" fmla="*/ 1805629 w 18982931"/>
              <a:gd name="connsiteY383-2860" fmla="*/ 2897450 h 4449429"/>
              <a:gd name="connsiteX384-2861" fmla="*/ 1596781 w 18982931"/>
              <a:gd name="connsiteY384-2862" fmla="*/ 2897450 h 4449429"/>
              <a:gd name="connsiteX385-2863" fmla="*/ 17351339 w 18982931"/>
              <a:gd name="connsiteY385-2864" fmla="*/ 2851522 h 4449429"/>
              <a:gd name="connsiteX386-2865" fmla="*/ 17351339 w 18982931"/>
              <a:gd name="connsiteY386-2866" fmla="*/ 2897223 h 4449429"/>
              <a:gd name="connsiteX387-2867" fmla="*/ 17560187 w 18982931"/>
              <a:gd name="connsiteY387-2868" fmla="*/ 2897223 h 4449429"/>
              <a:gd name="connsiteX388-2869" fmla="*/ 17560187 w 18982931"/>
              <a:gd name="connsiteY388-2870" fmla="*/ 2851522 h 4449429"/>
              <a:gd name="connsiteX389-2871" fmla="*/ 17351339 w 18982931"/>
              <a:gd name="connsiteY389-2872" fmla="*/ 2851522 h 4449429"/>
              <a:gd name="connsiteX390-2873" fmla="*/ 1596781 w 18982931"/>
              <a:gd name="connsiteY390-2874" fmla="*/ 2805821 h 4449429"/>
              <a:gd name="connsiteX391-2875" fmla="*/ 1596781 w 18982931"/>
              <a:gd name="connsiteY391-2876" fmla="*/ 2851521 h 4449429"/>
              <a:gd name="connsiteX392-2877" fmla="*/ 1805629 w 18982931"/>
              <a:gd name="connsiteY392-2878" fmla="*/ 2851521 h 4449429"/>
              <a:gd name="connsiteX393-2879" fmla="*/ 1805629 w 18982931"/>
              <a:gd name="connsiteY393-2880" fmla="*/ 2805821 h 4449429"/>
              <a:gd name="connsiteX394-2881" fmla="*/ 1596781 w 18982931"/>
              <a:gd name="connsiteY394-2882" fmla="*/ 2805821 h 4449429"/>
              <a:gd name="connsiteX395-2883" fmla="*/ 1596781 w 18982931"/>
              <a:gd name="connsiteY395-2884" fmla="*/ 2714192 h 4449429"/>
              <a:gd name="connsiteX396-2885" fmla="*/ 1596781 w 18982931"/>
              <a:gd name="connsiteY396-2886" fmla="*/ 2759892 h 4449429"/>
              <a:gd name="connsiteX397-2887" fmla="*/ 1805629 w 18982931"/>
              <a:gd name="connsiteY397-2888" fmla="*/ 2759892 h 4449429"/>
              <a:gd name="connsiteX398-2889" fmla="*/ 1805629 w 18982931"/>
              <a:gd name="connsiteY398-2890" fmla="*/ 2714192 h 4449429"/>
              <a:gd name="connsiteX399-2891" fmla="*/ 1596781 w 18982931"/>
              <a:gd name="connsiteY399-2892" fmla="*/ 2714192 h 4449429"/>
              <a:gd name="connsiteX400-2893" fmla="*/ 4422120 w 18982931"/>
              <a:gd name="connsiteY400-2894" fmla="*/ 2688604 h 4449429"/>
              <a:gd name="connsiteX401-2895" fmla="*/ 4422120 w 18982931"/>
              <a:gd name="connsiteY401-2896" fmla="*/ 2851522 h 4449429"/>
              <a:gd name="connsiteX402-2897" fmla="*/ 4459897 w 18982931"/>
              <a:gd name="connsiteY402-2898" fmla="*/ 2851522 h 4449429"/>
              <a:gd name="connsiteX403-2899" fmla="*/ 4459897 w 18982931"/>
              <a:gd name="connsiteY403-2900" fmla="*/ 2688604 h 4449429"/>
              <a:gd name="connsiteX404-2901" fmla="*/ 4422120 w 18982931"/>
              <a:gd name="connsiteY404-2902" fmla="*/ 2688604 h 4449429"/>
              <a:gd name="connsiteX405-2903" fmla="*/ 4346370 w 18982931"/>
              <a:gd name="connsiteY405-2904" fmla="*/ 2688604 h 4449429"/>
              <a:gd name="connsiteX406-2905" fmla="*/ 4346370 w 18982931"/>
              <a:gd name="connsiteY406-2906" fmla="*/ 2851522 h 4449429"/>
              <a:gd name="connsiteX407-2907" fmla="*/ 4384149 w 18982931"/>
              <a:gd name="connsiteY407-2908" fmla="*/ 2851522 h 4449429"/>
              <a:gd name="connsiteX408-2909" fmla="*/ 4384149 w 18982931"/>
              <a:gd name="connsiteY408-2910" fmla="*/ 2688604 h 4449429"/>
              <a:gd name="connsiteX409-2911" fmla="*/ 4346370 w 18982931"/>
              <a:gd name="connsiteY409-2912" fmla="*/ 2688604 h 4449429"/>
              <a:gd name="connsiteX410-2913" fmla="*/ 4270624 w 18982931"/>
              <a:gd name="connsiteY410-2914" fmla="*/ 2688604 h 4449429"/>
              <a:gd name="connsiteX411-2915" fmla="*/ 4270624 w 18982931"/>
              <a:gd name="connsiteY411-2916" fmla="*/ 2851522 h 4449429"/>
              <a:gd name="connsiteX412-2917" fmla="*/ 4308407 w 18982931"/>
              <a:gd name="connsiteY412-2918" fmla="*/ 2851522 h 4449429"/>
              <a:gd name="connsiteX413-2919" fmla="*/ 4308407 w 18982931"/>
              <a:gd name="connsiteY413-2920" fmla="*/ 2688604 h 4449429"/>
              <a:gd name="connsiteX414-2921" fmla="*/ 4270624 w 18982931"/>
              <a:gd name="connsiteY414-2922" fmla="*/ 2688604 h 4449429"/>
              <a:gd name="connsiteX415-2923" fmla="*/ 4194881 w 18982931"/>
              <a:gd name="connsiteY415-2924" fmla="*/ 2688604 h 4449429"/>
              <a:gd name="connsiteX416-2925" fmla="*/ 4194881 w 18982931"/>
              <a:gd name="connsiteY416-2926" fmla="*/ 2851522 h 4449429"/>
              <a:gd name="connsiteX417-2927" fmla="*/ 4232658 w 18982931"/>
              <a:gd name="connsiteY417-2928" fmla="*/ 2851522 h 4449429"/>
              <a:gd name="connsiteX418-2929" fmla="*/ 4232658 w 18982931"/>
              <a:gd name="connsiteY418-2930" fmla="*/ 2688604 h 4449429"/>
              <a:gd name="connsiteX419-2931" fmla="*/ 4194881 w 18982931"/>
              <a:gd name="connsiteY419-2932" fmla="*/ 2688604 h 4449429"/>
              <a:gd name="connsiteX420-2933" fmla="*/ 4119132 w 18982931"/>
              <a:gd name="connsiteY420-2934" fmla="*/ 2688604 h 4449429"/>
              <a:gd name="connsiteX421-2935" fmla="*/ 4119132 w 18982931"/>
              <a:gd name="connsiteY421-2936" fmla="*/ 2851522 h 4449429"/>
              <a:gd name="connsiteX422-2937" fmla="*/ 4156909 w 18982931"/>
              <a:gd name="connsiteY422-2938" fmla="*/ 2851522 h 4449429"/>
              <a:gd name="connsiteX423-2939" fmla="*/ 4156909 w 18982931"/>
              <a:gd name="connsiteY423-2940" fmla="*/ 2688604 h 4449429"/>
              <a:gd name="connsiteX424-2941" fmla="*/ 4119132 w 18982931"/>
              <a:gd name="connsiteY424-2942" fmla="*/ 2688604 h 4449429"/>
              <a:gd name="connsiteX425-2943" fmla="*/ 4043383 w 18982931"/>
              <a:gd name="connsiteY425-2944" fmla="*/ 2688604 h 4449429"/>
              <a:gd name="connsiteX426-2945" fmla="*/ 4043383 w 18982931"/>
              <a:gd name="connsiteY426-2946" fmla="*/ 2851522 h 4449429"/>
              <a:gd name="connsiteX427-2947" fmla="*/ 4081160 w 18982931"/>
              <a:gd name="connsiteY427-2948" fmla="*/ 2851522 h 4449429"/>
              <a:gd name="connsiteX428-2949" fmla="*/ 4081160 w 18982931"/>
              <a:gd name="connsiteY428-2950" fmla="*/ 2688604 h 4449429"/>
              <a:gd name="connsiteX429-2951" fmla="*/ 4043383 w 18982931"/>
              <a:gd name="connsiteY429-2952" fmla="*/ 2688604 h 4449429"/>
              <a:gd name="connsiteX430-2953" fmla="*/ 3967636 w 18982931"/>
              <a:gd name="connsiteY430-2954" fmla="*/ 2688604 h 4449429"/>
              <a:gd name="connsiteX431-2955" fmla="*/ 3967636 w 18982931"/>
              <a:gd name="connsiteY431-2956" fmla="*/ 2851522 h 4449429"/>
              <a:gd name="connsiteX432-2957" fmla="*/ 4005415 w 18982931"/>
              <a:gd name="connsiteY432-2958" fmla="*/ 2851522 h 4449429"/>
              <a:gd name="connsiteX433-2959" fmla="*/ 4005415 w 18982931"/>
              <a:gd name="connsiteY433-2960" fmla="*/ 2688604 h 4449429"/>
              <a:gd name="connsiteX434-2961" fmla="*/ 3967636 w 18982931"/>
              <a:gd name="connsiteY434-2962" fmla="*/ 2688604 h 4449429"/>
              <a:gd name="connsiteX435-2963" fmla="*/ 3891895 w 18982931"/>
              <a:gd name="connsiteY435-2964" fmla="*/ 2688604 h 4449429"/>
              <a:gd name="connsiteX436-2965" fmla="*/ 3891895 w 18982931"/>
              <a:gd name="connsiteY436-2966" fmla="*/ 2851522 h 4449429"/>
              <a:gd name="connsiteX437-2967" fmla="*/ 3929672 w 18982931"/>
              <a:gd name="connsiteY437-2968" fmla="*/ 2851522 h 4449429"/>
              <a:gd name="connsiteX438-2969" fmla="*/ 3929672 w 18982931"/>
              <a:gd name="connsiteY438-2970" fmla="*/ 2688604 h 4449429"/>
              <a:gd name="connsiteX439-2971" fmla="*/ 3891895 w 18982931"/>
              <a:gd name="connsiteY439-2972" fmla="*/ 2688604 h 4449429"/>
              <a:gd name="connsiteX440-2973" fmla="*/ 15043403 w 18982931"/>
              <a:gd name="connsiteY440-2974" fmla="*/ 2685661 h 4449429"/>
              <a:gd name="connsiteX441-2975" fmla="*/ 15043403 w 18982931"/>
              <a:gd name="connsiteY441-2976" fmla="*/ 2894508 h 4449429"/>
              <a:gd name="connsiteX442-2977" fmla="*/ 15089105 w 18982931"/>
              <a:gd name="connsiteY442-2978" fmla="*/ 2894508 h 4449429"/>
              <a:gd name="connsiteX443-2979" fmla="*/ 15089105 w 18982931"/>
              <a:gd name="connsiteY443-2980" fmla="*/ 2685661 h 4449429"/>
              <a:gd name="connsiteX444-2981" fmla="*/ 15043403 w 18982931"/>
              <a:gd name="connsiteY444-2982" fmla="*/ 2685661 h 4449429"/>
              <a:gd name="connsiteX445-2983" fmla="*/ 14951773 w 18982931"/>
              <a:gd name="connsiteY445-2984" fmla="*/ 2685661 h 4449429"/>
              <a:gd name="connsiteX446-2985" fmla="*/ 14951773 w 18982931"/>
              <a:gd name="connsiteY446-2986" fmla="*/ 2894508 h 4449429"/>
              <a:gd name="connsiteX447-2987" fmla="*/ 14997475 w 18982931"/>
              <a:gd name="connsiteY447-2988" fmla="*/ 2894508 h 4449429"/>
              <a:gd name="connsiteX448-2989" fmla="*/ 14997475 w 18982931"/>
              <a:gd name="connsiteY448-2990" fmla="*/ 2685661 h 4449429"/>
              <a:gd name="connsiteX449-2991" fmla="*/ 14951773 w 18982931"/>
              <a:gd name="connsiteY449-2992" fmla="*/ 2685661 h 4449429"/>
              <a:gd name="connsiteX450-2993" fmla="*/ 14860145 w 18982931"/>
              <a:gd name="connsiteY450-2994" fmla="*/ 2685661 h 4449429"/>
              <a:gd name="connsiteX451-2995" fmla="*/ 14860145 w 18982931"/>
              <a:gd name="connsiteY451-2996" fmla="*/ 2894508 h 4449429"/>
              <a:gd name="connsiteX452-2997" fmla="*/ 14905844 w 18982931"/>
              <a:gd name="connsiteY452-2998" fmla="*/ 2894508 h 4449429"/>
              <a:gd name="connsiteX453-2999" fmla="*/ 14905844 w 18982931"/>
              <a:gd name="connsiteY453-3000" fmla="*/ 2685661 h 4449429"/>
              <a:gd name="connsiteX454-3001" fmla="*/ 14860145 w 18982931"/>
              <a:gd name="connsiteY454-3002" fmla="*/ 2685661 h 4449429"/>
              <a:gd name="connsiteX455-3003" fmla="*/ 14768515 w 18982931"/>
              <a:gd name="connsiteY455-3004" fmla="*/ 2685661 h 4449429"/>
              <a:gd name="connsiteX456-3005" fmla="*/ 14768515 w 18982931"/>
              <a:gd name="connsiteY456-3006" fmla="*/ 2894508 h 4449429"/>
              <a:gd name="connsiteX457-3007" fmla="*/ 14814217 w 18982931"/>
              <a:gd name="connsiteY457-3008" fmla="*/ 2894508 h 4449429"/>
              <a:gd name="connsiteX458-3009" fmla="*/ 14814217 w 18982931"/>
              <a:gd name="connsiteY458-3010" fmla="*/ 2685661 h 4449429"/>
              <a:gd name="connsiteX459-3011" fmla="*/ 14768515 w 18982931"/>
              <a:gd name="connsiteY459-3012" fmla="*/ 2685661 h 4449429"/>
              <a:gd name="connsiteX460-3013" fmla="*/ 14676884 w 18982931"/>
              <a:gd name="connsiteY460-3014" fmla="*/ 2685661 h 4449429"/>
              <a:gd name="connsiteX461-3015" fmla="*/ 14676884 w 18982931"/>
              <a:gd name="connsiteY461-3016" fmla="*/ 2894508 h 4449429"/>
              <a:gd name="connsiteX462-3017" fmla="*/ 14722586 w 18982931"/>
              <a:gd name="connsiteY462-3018" fmla="*/ 2894508 h 4449429"/>
              <a:gd name="connsiteX463-3019" fmla="*/ 14722586 w 18982931"/>
              <a:gd name="connsiteY463-3020" fmla="*/ 2685661 h 4449429"/>
              <a:gd name="connsiteX464-3021" fmla="*/ 14676884 w 18982931"/>
              <a:gd name="connsiteY464-3022" fmla="*/ 2685661 h 4449429"/>
              <a:gd name="connsiteX465-3023" fmla="*/ 14585255 w 18982931"/>
              <a:gd name="connsiteY465-3024" fmla="*/ 2685661 h 4449429"/>
              <a:gd name="connsiteX466-3025" fmla="*/ 14585255 w 18982931"/>
              <a:gd name="connsiteY466-3026" fmla="*/ 2894508 h 4449429"/>
              <a:gd name="connsiteX467-3027" fmla="*/ 14630955 w 18982931"/>
              <a:gd name="connsiteY467-3028" fmla="*/ 2894508 h 4449429"/>
              <a:gd name="connsiteX468-3029" fmla="*/ 14630955 w 18982931"/>
              <a:gd name="connsiteY468-3030" fmla="*/ 2685661 h 4449429"/>
              <a:gd name="connsiteX469-3031" fmla="*/ 14585255 w 18982931"/>
              <a:gd name="connsiteY469-3032" fmla="*/ 2685661 h 4449429"/>
              <a:gd name="connsiteX470-3033" fmla="*/ 14493625 w 18982931"/>
              <a:gd name="connsiteY470-3034" fmla="*/ 2685661 h 4449429"/>
              <a:gd name="connsiteX471-3035" fmla="*/ 14493625 w 18982931"/>
              <a:gd name="connsiteY471-3036" fmla="*/ 2894508 h 4449429"/>
              <a:gd name="connsiteX472-3037" fmla="*/ 14539325 w 18982931"/>
              <a:gd name="connsiteY472-3038" fmla="*/ 2894508 h 4449429"/>
              <a:gd name="connsiteX473-3039" fmla="*/ 14539325 w 18982931"/>
              <a:gd name="connsiteY473-3040" fmla="*/ 2685661 h 4449429"/>
              <a:gd name="connsiteX474-3041" fmla="*/ 14493625 w 18982931"/>
              <a:gd name="connsiteY474-3042" fmla="*/ 2685661 h 4449429"/>
              <a:gd name="connsiteX475-3043" fmla="*/ 2875284 w 18982931"/>
              <a:gd name="connsiteY475-3044" fmla="*/ 2661196 h 4449429"/>
              <a:gd name="connsiteX476-3045" fmla="*/ 2875284 w 18982931"/>
              <a:gd name="connsiteY476-3046" fmla="*/ 3265443 h 4449429"/>
              <a:gd name="connsiteX477-3047" fmla="*/ 2913063 w 18982931"/>
              <a:gd name="connsiteY477-3048" fmla="*/ 3265443 h 4449429"/>
              <a:gd name="connsiteX478-3049" fmla="*/ 2913063 w 18982931"/>
              <a:gd name="connsiteY478-3050" fmla="*/ 2661196 h 4449429"/>
              <a:gd name="connsiteX479-3051" fmla="*/ 2875284 w 18982931"/>
              <a:gd name="connsiteY479-3052" fmla="*/ 2661196 h 4449429"/>
              <a:gd name="connsiteX480-3053" fmla="*/ 2769698 w 18982931"/>
              <a:gd name="connsiteY480-3054" fmla="*/ 2661196 h 4449429"/>
              <a:gd name="connsiteX481-3055" fmla="*/ 2769698 w 18982931"/>
              <a:gd name="connsiteY481-3056" fmla="*/ 3265443 h 4449429"/>
              <a:gd name="connsiteX482-3057" fmla="*/ 2807479 w 18982931"/>
              <a:gd name="connsiteY482-3058" fmla="*/ 3265443 h 4449429"/>
              <a:gd name="connsiteX483-3059" fmla="*/ 2807479 w 18982931"/>
              <a:gd name="connsiteY483-3060" fmla="*/ 2661196 h 4449429"/>
              <a:gd name="connsiteX484-3061" fmla="*/ 2769698 w 18982931"/>
              <a:gd name="connsiteY484-3062" fmla="*/ 2661196 h 4449429"/>
              <a:gd name="connsiteX485-3063" fmla="*/ 2664114 w 18982931"/>
              <a:gd name="connsiteY485-3064" fmla="*/ 2661196 h 4449429"/>
              <a:gd name="connsiteX486-3065" fmla="*/ 2664114 w 18982931"/>
              <a:gd name="connsiteY486-3066" fmla="*/ 3265443 h 4449429"/>
              <a:gd name="connsiteX487-3067" fmla="*/ 2701891 w 18982931"/>
              <a:gd name="connsiteY487-3068" fmla="*/ 3265443 h 4449429"/>
              <a:gd name="connsiteX488-3069" fmla="*/ 2701891 w 18982931"/>
              <a:gd name="connsiteY488-3070" fmla="*/ 2661196 h 4449429"/>
              <a:gd name="connsiteX489-3071" fmla="*/ 2664114 w 18982931"/>
              <a:gd name="connsiteY489-3072" fmla="*/ 2661196 h 4449429"/>
              <a:gd name="connsiteX490-3073" fmla="*/ 2558534 w 18982931"/>
              <a:gd name="connsiteY490-3074" fmla="*/ 2661196 h 4449429"/>
              <a:gd name="connsiteX491-3075" fmla="*/ 2558534 w 18982931"/>
              <a:gd name="connsiteY491-3076" fmla="*/ 3265443 h 4449429"/>
              <a:gd name="connsiteX492-3077" fmla="*/ 2596306 w 18982931"/>
              <a:gd name="connsiteY492-3078" fmla="*/ 3265443 h 4449429"/>
              <a:gd name="connsiteX493-3079" fmla="*/ 2596306 w 18982931"/>
              <a:gd name="connsiteY493-3080" fmla="*/ 2661196 h 4449429"/>
              <a:gd name="connsiteX494-3081" fmla="*/ 2558534 w 18982931"/>
              <a:gd name="connsiteY494-3082" fmla="*/ 2661196 h 4449429"/>
              <a:gd name="connsiteX495-3083" fmla="*/ 2980870 w 18982931"/>
              <a:gd name="connsiteY495-3084" fmla="*/ 2661194 h 4449429"/>
              <a:gd name="connsiteX496-3085" fmla="*/ 2980870 w 18982931"/>
              <a:gd name="connsiteY496-3086" fmla="*/ 3265442 h 4449429"/>
              <a:gd name="connsiteX497-3087" fmla="*/ 3018648 w 18982931"/>
              <a:gd name="connsiteY497-3088" fmla="*/ 3265442 h 4449429"/>
              <a:gd name="connsiteX498-3089" fmla="*/ 3018648 w 18982931"/>
              <a:gd name="connsiteY498-3090" fmla="*/ 2661194 h 4449429"/>
              <a:gd name="connsiteX499-3091" fmla="*/ 2980870 w 18982931"/>
              <a:gd name="connsiteY499-3092" fmla="*/ 2661194 h 4449429"/>
              <a:gd name="connsiteX500-3093" fmla="*/ 16374516 w 18982931"/>
              <a:gd name="connsiteY500-3094" fmla="*/ 2632791 h 4449429"/>
              <a:gd name="connsiteX501-3095" fmla="*/ 16374516 w 18982931"/>
              <a:gd name="connsiteY501-3096" fmla="*/ 3237039 h 4449429"/>
              <a:gd name="connsiteX502-3097" fmla="*/ 16412296 w 18982931"/>
              <a:gd name="connsiteY502-3098" fmla="*/ 3237039 h 4449429"/>
              <a:gd name="connsiteX503-3099" fmla="*/ 16412296 w 18982931"/>
              <a:gd name="connsiteY503-3100" fmla="*/ 2632791 h 4449429"/>
              <a:gd name="connsiteX504-3101" fmla="*/ 16374516 w 18982931"/>
              <a:gd name="connsiteY504-3102" fmla="*/ 2632791 h 4449429"/>
              <a:gd name="connsiteX505-3103" fmla="*/ 16268931 w 18982931"/>
              <a:gd name="connsiteY505-3104" fmla="*/ 2632791 h 4449429"/>
              <a:gd name="connsiteX506-3105" fmla="*/ 16268931 w 18982931"/>
              <a:gd name="connsiteY506-3106" fmla="*/ 3237039 h 4449429"/>
              <a:gd name="connsiteX507-3107" fmla="*/ 16306709 w 18982931"/>
              <a:gd name="connsiteY507-3108" fmla="*/ 3237039 h 4449429"/>
              <a:gd name="connsiteX508-3109" fmla="*/ 16306709 w 18982931"/>
              <a:gd name="connsiteY508-3110" fmla="*/ 2632791 h 4449429"/>
              <a:gd name="connsiteX509-3111" fmla="*/ 16268931 w 18982931"/>
              <a:gd name="connsiteY509-3112" fmla="*/ 2632791 h 4449429"/>
              <a:gd name="connsiteX510-3113" fmla="*/ 16163344 w 18982931"/>
              <a:gd name="connsiteY510-3114" fmla="*/ 2632791 h 4449429"/>
              <a:gd name="connsiteX511-3115" fmla="*/ 16163344 w 18982931"/>
              <a:gd name="connsiteY511-3116" fmla="*/ 3237039 h 4449429"/>
              <a:gd name="connsiteX512-3117" fmla="*/ 16201125 w 18982931"/>
              <a:gd name="connsiteY512-3118" fmla="*/ 3237039 h 4449429"/>
              <a:gd name="connsiteX513-3119" fmla="*/ 16201125 w 18982931"/>
              <a:gd name="connsiteY513-3120" fmla="*/ 2632791 h 4449429"/>
              <a:gd name="connsiteX514-3121" fmla="*/ 16163344 w 18982931"/>
              <a:gd name="connsiteY514-3122" fmla="*/ 2632791 h 4449429"/>
              <a:gd name="connsiteX515-3123" fmla="*/ 16057760 w 18982931"/>
              <a:gd name="connsiteY515-3124" fmla="*/ 2632791 h 4449429"/>
              <a:gd name="connsiteX516-3125" fmla="*/ 16057760 w 18982931"/>
              <a:gd name="connsiteY516-3126" fmla="*/ 3237039 h 4449429"/>
              <a:gd name="connsiteX517-3127" fmla="*/ 16095537 w 18982931"/>
              <a:gd name="connsiteY517-3128" fmla="*/ 3237039 h 4449429"/>
              <a:gd name="connsiteX518-3129" fmla="*/ 16095537 w 18982931"/>
              <a:gd name="connsiteY518-3130" fmla="*/ 2632791 h 4449429"/>
              <a:gd name="connsiteX519-3131" fmla="*/ 16057760 w 18982931"/>
              <a:gd name="connsiteY519-3132" fmla="*/ 2632791 h 4449429"/>
              <a:gd name="connsiteX520-3133" fmla="*/ 16480103 w 18982931"/>
              <a:gd name="connsiteY520-3134" fmla="*/ 2632790 h 4449429"/>
              <a:gd name="connsiteX521-3135" fmla="*/ 16480103 w 18982931"/>
              <a:gd name="connsiteY521-3136" fmla="*/ 3237037 h 4449429"/>
              <a:gd name="connsiteX522-3137" fmla="*/ 16517880 w 18982931"/>
              <a:gd name="connsiteY522-3138" fmla="*/ 3237037 h 4449429"/>
              <a:gd name="connsiteX523-3139" fmla="*/ 16517880 w 18982931"/>
              <a:gd name="connsiteY523-3140" fmla="*/ 2632790 h 4449429"/>
              <a:gd name="connsiteX524-3141" fmla="*/ 16480103 w 18982931"/>
              <a:gd name="connsiteY524-3142" fmla="*/ 2632790 h 4449429"/>
              <a:gd name="connsiteX525-3143" fmla="*/ 1596781 w 18982931"/>
              <a:gd name="connsiteY525-3144" fmla="*/ 2622561 h 4449429"/>
              <a:gd name="connsiteX526-3145" fmla="*/ 1596781 w 18982931"/>
              <a:gd name="connsiteY526-3146" fmla="*/ 2668261 h 4449429"/>
              <a:gd name="connsiteX527-3147" fmla="*/ 1805629 w 18982931"/>
              <a:gd name="connsiteY527-3148" fmla="*/ 2668261 h 4449429"/>
              <a:gd name="connsiteX528-3149" fmla="*/ 1805629 w 18982931"/>
              <a:gd name="connsiteY528-3150" fmla="*/ 2622561 h 4449429"/>
              <a:gd name="connsiteX529-3151" fmla="*/ 1596781 w 18982931"/>
              <a:gd name="connsiteY529-3152" fmla="*/ 2622561 h 4449429"/>
              <a:gd name="connsiteX530-3153" fmla="*/ 1596781 w 18982931"/>
              <a:gd name="connsiteY530-3154" fmla="*/ 2530932 h 4449429"/>
              <a:gd name="connsiteX531-3155" fmla="*/ 1596781 w 18982931"/>
              <a:gd name="connsiteY531-3156" fmla="*/ 2576632 h 4449429"/>
              <a:gd name="connsiteX532-3157" fmla="*/ 1805629 w 18982931"/>
              <a:gd name="connsiteY532-3158" fmla="*/ 2576632 h 4449429"/>
              <a:gd name="connsiteX533-3159" fmla="*/ 1805629 w 18982931"/>
              <a:gd name="connsiteY533-3160" fmla="*/ 2530932 h 4449429"/>
              <a:gd name="connsiteX534-3161" fmla="*/ 1596781 w 18982931"/>
              <a:gd name="connsiteY534-3162" fmla="*/ 2530932 h 4449429"/>
              <a:gd name="connsiteX535-3163" fmla="*/ 1596781 w 18982931"/>
              <a:gd name="connsiteY535-3164" fmla="*/ 2439301 h 4449429"/>
              <a:gd name="connsiteX536-3165" fmla="*/ 1596781 w 18982931"/>
              <a:gd name="connsiteY536-3166" fmla="*/ 2485002 h 4449429"/>
              <a:gd name="connsiteX537-3167" fmla="*/ 1805629 w 18982931"/>
              <a:gd name="connsiteY537-3168" fmla="*/ 2485002 h 4449429"/>
              <a:gd name="connsiteX538-3169" fmla="*/ 1805629 w 18982931"/>
              <a:gd name="connsiteY538-3170" fmla="*/ 2439301 h 4449429"/>
              <a:gd name="connsiteX539-3171" fmla="*/ 1596781 w 18982931"/>
              <a:gd name="connsiteY539-3172" fmla="*/ 2439301 h 4449429"/>
              <a:gd name="connsiteX540-3173" fmla="*/ 17217171 w 18982931"/>
              <a:gd name="connsiteY540-3174" fmla="*/ 2397981 h 4449429"/>
              <a:gd name="connsiteX541-3175" fmla="*/ 17217171 w 18982931"/>
              <a:gd name="connsiteY541-3176" fmla="*/ 2434557 h 4449429"/>
              <a:gd name="connsiteX542-3177" fmla="*/ 17582931 w 18982931"/>
              <a:gd name="connsiteY542-3178" fmla="*/ 2434557 h 4449429"/>
              <a:gd name="connsiteX543-3179" fmla="*/ 17582931 w 18982931"/>
              <a:gd name="connsiteY543-3180" fmla="*/ 2397981 h 4449429"/>
              <a:gd name="connsiteX544-3181" fmla="*/ 17217171 w 18982931"/>
              <a:gd name="connsiteY544-3182" fmla="*/ 2397981 h 4449429"/>
              <a:gd name="connsiteX545-3183" fmla="*/ 9762349 w 18982931"/>
              <a:gd name="connsiteY545-3184" fmla="*/ 2057780 h 4449429"/>
              <a:gd name="connsiteX546-3185" fmla="*/ 9762349 w 18982931"/>
              <a:gd name="connsiteY546-3186" fmla="*/ 2266627 h 4449429"/>
              <a:gd name="connsiteX547-3187" fmla="*/ 9808049 w 18982931"/>
              <a:gd name="connsiteY547-3188" fmla="*/ 2266627 h 4449429"/>
              <a:gd name="connsiteX548-3189" fmla="*/ 9808049 w 18982931"/>
              <a:gd name="connsiteY548-3190" fmla="*/ 2057780 h 4449429"/>
              <a:gd name="connsiteX549-3191" fmla="*/ 9762349 w 18982931"/>
              <a:gd name="connsiteY549-3192" fmla="*/ 2057780 h 4449429"/>
              <a:gd name="connsiteX550-3193" fmla="*/ 9670720 w 18982931"/>
              <a:gd name="connsiteY550-3194" fmla="*/ 2057780 h 4449429"/>
              <a:gd name="connsiteX551-3195" fmla="*/ 9670720 w 18982931"/>
              <a:gd name="connsiteY551-3196" fmla="*/ 2266627 h 4449429"/>
              <a:gd name="connsiteX552-3197" fmla="*/ 9716420 w 18982931"/>
              <a:gd name="connsiteY552-3198" fmla="*/ 2266627 h 4449429"/>
              <a:gd name="connsiteX553-3199" fmla="*/ 9716420 w 18982931"/>
              <a:gd name="connsiteY553-3200" fmla="*/ 2057780 h 4449429"/>
              <a:gd name="connsiteX554-3201" fmla="*/ 9670720 w 18982931"/>
              <a:gd name="connsiteY554-3202" fmla="*/ 2057780 h 4449429"/>
              <a:gd name="connsiteX555-3203" fmla="*/ 9579089 w 18982931"/>
              <a:gd name="connsiteY555-3204" fmla="*/ 2057780 h 4449429"/>
              <a:gd name="connsiteX556-3205" fmla="*/ 9579089 w 18982931"/>
              <a:gd name="connsiteY556-3206" fmla="*/ 2266627 h 4449429"/>
              <a:gd name="connsiteX557-3207" fmla="*/ 9624790 w 18982931"/>
              <a:gd name="connsiteY557-3208" fmla="*/ 2266627 h 4449429"/>
              <a:gd name="connsiteX558-3209" fmla="*/ 9624790 w 18982931"/>
              <a:gd name="connsiteY558-3210" fmla="*/ 2057780 h 4449429"/>
              <a:gd name="connsiteX559-3211" fmla="*/ 9579089 w 18982931"/>
              <a:gd name="connsiteY559-3212" fmla="*/ 2057780 h 4449429"/>
              <a:gd name="connsiteX560-3213" fmla="*/ 9487461 w 18982931"/>
              <a:gd name="connsiteY560-3214" fmla="*/ 2057780 h 4449429"/>
              <a:gd name="connsiteX561-3215" fmla="*/ 9487461 w 18982931"/>
              <a:gd name="connsiteY561-3216" fmla="*/ 2266627 h 4449429"/>
              <a:gd name="connsiteX562-3217" fmla="*/ 9533161 w 18982931"/>
              <a:gd name="connsiteY562-3218" fmla="*/ 2266627 h 4449429"/>
              <a:gd name="connsiteX563-3219" fmla="*/ 9533161 w 18982931"/>
              <a:gd name="connsiteY563-3220" fmla="*/ 2057780 h 4449429"/>
              <a:gd name="connsiteX564-3221" fmla="*/ 9487461 w 18982931"/>
              <a:gd name="connsiteY564-3222" fmla="*/ 2057780 h 4449429"/>
              <a:gd name="connsiteX565-3223" fmla="*/ 9395836 w 18982931"/>
              <a:gd name="connsiteY565-3224" fmla="*/ 2057780 h 4449429"/>
              <a:gd name="connsiteX566-3225" fmla="*/ 9395836 w 18982931"/>
              <a:gd name="connsiteY566-3226" fmla="*/ 2266627 h 4449429"/>
              <a:gd name="connsiteX567-3227" fmla="*/ 9441534 w 18982931"/>
              <a:gd name="connsiteY567-3228" fmla="*/ 2266627 h 4449429"/>
              <a:gd name="connsiteX568-3229" fmla="*/ 9441534 w 18982931"/>
              <a:gd name="connsiteY568-3230" fmla="*/ 2057780 h 4449429"/>
              <a:gd name="connsiteX569-3231" fmla="*/ 9395836 w 18982931"/>
              <a:gd name="connsiteY569-3232" fmla="*/ 2057780 h 4449429"/>
              <a:gd name="connsiteX570-3233" fmla="*/ 9304202 w 18982931"/>
              <a:gd name="connsiteY570-3234" fmla="*/ 2057780 h 4449429"/>
              <a:gd name="connsiteX571-3235" fmla="*/ 9304202 w 18982931"/>
              <a:gd name="connsiteY571-3236" fmla="*/ 2266627 h 4449429"/>
              <a:gd name="connsiteX572-3237" fmla="*/ 9349902 w 18982931"/>
              <a:gd name="connsiteY572-3238" fmla="*/ 2266627 h 4449429"/>
              <a:gd name="connsiteX573-3239" fmla="*/ 9349902 w 18982931"/>
              <a:gd name="connsiteY573-3240" fmla="*/ 2057780 h 4449429"/>
              <a:gd name="connsiteX574-3241" fmla="*/ 9304202 w 18982931"/>
              <a:gd name="connsiteY574-3242" fmla="*/ 2057780 h 4449429"/>
              <a:gd name="connsiteX575-3243" fmla="*/ 9212570 w 18982931"/>
              <a:gd name="connsiteY575-3244" fmla="*/ 2057780 h 4449429"/>
              <a:gd name="connsiteX576-3245" fmla="*/ 9212570 w 18982931"/>
              <a:gd name="connsiteY576-3246" fmla="*/ 2266627 h 4449429"/>
              <a:gd name="connsiteX577-3247" fmla="*/ 9258270 w 18982931"/>
              <a:gd name="connsiteY577-3248" fmla="*/ 2266627 h 4449429"/>
              <a:gd name="connsiteX578-3249" fmla="*/ 9258270 w 18982931"/>
              <a:gd name="connsiteY578-3250" fmla="*/ 2057780 h 4449429"/>
              <a:gd name="connsiteX579-3251" fmla="*/ 9212570 w 18982931"/>
              <a:gd name="connsiteY579-3252" fmla="*/ 2057780 h 4449429"/>
              <a:gd name="connsiteX580-3253" fmla="*/ 14092702 w 18982931"/>
              <a:gd name="connsiteY580-3254" fmla="*/ 1859157 h 4449429"/>
              <a:gd name="connsiteX581-3255" fmla="*/ 14092702 w 18982931"/>
              <a:gd name="connsiteY581-3256" fmla="*/ 1895733 h 4449429"/>
              <a:gd name="connsiteX582-3257" fmla="*/ 14458462 w 18982931"/>
              <a:gd name="connsiteY582-3258" fmla="*/ 1895733 h 4449429"/>
              <a:gd name="connsiteX583-3259" fmla="*/ 14458462 w 18982931"/>
              <a:gd name="connsiteY583-3260" fmla="*/ 1859157 h 4449429"/>
              <a:gd name="connsiteX584-3261" fmla="*/ 14092702 w 18982931"/>
              <a:gd name="connsiteY584-3262" fmla="*/ 1859157 h 4449429"/>
              <a:gd name="connsiteX585-3263" fmla="*/ 17871603 w 18982931"/>
              <a:gd name="connsiteY585-3264" fmla="*/ 1806939 h 4449429"/>
              <a:gd name="connsiteX586-3265" fmla="*/ 17871603 w 18982931"/>
              <a:gd name="connsiteY586-3266" fmla="*/ 1809649 h 4449429"/>
              <a:gd name="connsiteX587-3267" fmla="*/ 17871627 w 18982931"/>
              <a:gd name="connsiteY587-3268" fmla="*/ 1809649 h 4449429"/>
              <a:gd name="connsiteX588-3269" fmla="*/ 17871603 w 18982931"/>
              <a:gd name="connsiteY588-3270" fmla="*/ 1806939 h 4449429"/>
              <a:gd name="connsiteX589-3271" fmla="*/ 18172695 w 18982931"/>
              <a:gd name="connsiteY589-3272" fmla="*/ 1733739 h 4449429"/>
              <a:gd name="connsiteX590-3273" fmla="*/ 18172695 w 18982931"/>
              <a:gd name="connsiteY590-3274" fmla="*/ 1870899 h 4449429"/>
              <a:gd name="connsiteX591-3275" fmla="*/ 18209271 w 18982931"/>
              <a:gd name="connsiteY591-3276" fmla="*/ 1870899 h 4449429"/>
              <a:gd name="connsiteX592-3277" fmla="*/ 18209271 w 18982931"/>
              <a:gd name="connsiteY592-3278" fmla="*/ 1733739 h 4449429"/>
              <a:gd name="connsiteX593-3279" fmla="*/ 18172695 w 18982931"/>
              <a:gd name="connsiteY593-3280" fmla="*/ 1733739 h 4449429"/>
              <a:gd name="connsiteX594-3281" fmla="*/ 18104295 w 18982931"/>
              <a:gd name="connsiteY594-3282" fmla="*/ 1733739 h 4449429"/>
              <a:gd name="connsiteX595-3283" fmla="*/ 18104295 w 18982931"/>
              <a:gd name="connsiteY595-3284" fmla="*/ 1870899 h 4449429"/>
              <a:gd name="connsiteX596-3285" fmla="*/ 18140871 w 18982931"/>
              <a:gd name="connsiteY596-3286" fmla="*/ 1870899 h 4449429"/>
              <a:gd name="connsiteX597-3287" fmla="*/ 18140871 w 18982931"/>
              <a:gd name="connsiteY597-3288" fmla="*/ 1733739 h 4449429"/>
              <a:gd name="connsiteX598-3289" fmla="*/ 18104295 w 18982931"/>
              <a:gd name="connsiteY598-3290" fmla="*/ 1733739 h 4449429"/>
              <a:gd name="connsiteX599-3291" fmla="*/ 18035895 w 18982931"/>
              <a:gd name="connsiteY599-3292" fmla="*/ 1733739 h 4449429"/>
              <a:gd name="connsiteX600-3293" fmla="*/ 18035895 w 18982931"/>
              <a:gd name="connsiteY600-3294" fmla="*/ 1870899 h 4449429"/>
              <a:gd name="connsiteX601-3295" fmla="*/ 18072471 w 18982931"/>
              <a:gd name="connsiteY601-3296" fmla="*/ 1870899 h 4449429"/>
              <a:gd name="connsiteX602-3297" fmla="*/ 18072471 w 18982931"/>
              <a:gd name="connsiteY602-3298" fmla="*/ 1733739 h 4449429"/>
              <a:gd name="connsiteX603-3299" fmla="*/ 18035895 w 18982931"/>
              <a:gd name="connsiteY603-3300" fmla="*/ 1733739 h 4449429"/>
              <a:gd name="connsiteX604-3301" fmla="*/ 17967493 w 18982931"/>
              <a:gd name="connsiteY604-3302" fmla="*/ 1733739 h 4449429"/>
              <a:gd name="connsiteX605-3303" fmla="*/ 17967493 w 18982931"/>
              <a:gd name="connsiteY605-3304" fmla="*/ 1870899 h 4449429"/>
              <a:gd name="connsiteX606-3305" fmla="*/ 18004069 w 18982931"/>
              <a:gd name="connsiteY606-3306" fmla="*/ 1870899 h 4449429"/>
              <a:gd name="connsiteX607-3307" fmla="*/ 18004069 w 18982931"/>
              <a:gd name="connsiteY607-3308" fmla="*/ 1733739 h 4449429"/>
              <a:gd name="connsiteX608-3309" fmla="*/ 17967493 w 18982931"/>
              <a:gd name="connsiteY608-3310" fmla="*/ 1733739 h 4449429"/>
              <a:gd name="connsiteX609-3311" fmla="*/ 14251161 w 18982931"/>
              <a:gd name="connsiteY609-3312" fmla="*/ 868400 h 4449429"/>
              <a:gd name="connsiteX610-3313" fmla="*/ 14251161 w 18982931"/>
              <a:gd name="connsiteY610-3314" fmla="*/ 1005560 h 4449429"/>
              <a:gd name="connsiteX611-3315" fmla="*/ 14287737 w 18982931"/>
              <a:gd name="connsiteY611-3316" fmla="*/ 1005560 h 4449429"/>
              <a:gd name="connsiteX612-3317" fmla="*/ 14287737 w 18982931"/>
              <a:gd name="connsiteY612-3318" fmla="*/ 868400 h 4449429"/>
              <a:gd name="connsiteX613-3319" fmla="*/ 14251161 w 18982931"/>
              <a:gd name="connsiteY613-3320" fmla="*/ 868400 h 4449429"/>
              <a:gd name="connsiteX614-3321" fmla="*/ 14182760 w 18982931"/>
              <a:gd name="connsiteY614-3322" fmla="*/ 868400 h 4449429"/>
              <a:gd name="connsiteX615-3323" fmla="*/ 14182760 w 18982931"/>
              <a:gd name="connsiteY615-3324" fmla="*/ 1005560 h 4449429"/>
              <a:gd name="connsiteX616-3325" fmla="*/ 14219336 w 18982931"/>
              <a:gd name="connsiteY616-3326" fmla="*/ 1005560 h 4449429"/>
              <a:gd name="connsiteX617-3327" fmla="*/ 14219336 w 18982931"/>
              <a:gd name="connsiteY617-3328" fmla="*/ 868400 h 4449429"/>
              <a:gd name="connsiteX618-3329" fmla="*/ 14182760 w 18982931"/>
              <a:gd name="connsiteY618-3330" fmla="*/ 868400 h 4449429"/>
              <a:gd name="connsiteX619-3331" fmla="*/ 14114359 w 18982931"/>
              <a:gd name="connsiteY619-3332" fmla="*/ 868400 h 4449429"/>
              <a:gd name="connsiteX620-3333" fmla="*/ 14114359 w 18982931"/>
              <a:gd name="connsiteY620-3334" fmla="*/ 1005560 h 4449429"/>
              <a:gd name="connsiteX621-3335" fmla="*/ 14150935 w 18982931"/>
              <a:gd name="connsiteY621-3336" fmla="*/ 1005560 h 4449429"/>
              <a:gd name="connsiteX622-3337" fmla="*/ 14150935 w 18982931"/>
              <a:gd name="connsiteY622-3338" fmla="*/ 868400 h 4449429"/>
              <a:gd name="connsiteX623-3339" fmla="*/ 14114359 w 18982931"/>
              <a:gd name="connsiteY623-3340" fmla="*/ 868400 h 4449429"/>
              <a:gd name="connsiteX624-3341" fmla="*/ 4788216 w 18982931"/>
              <a:gd name="connsiteY624-3342" fmla="*/ 807315 h 4449429"/>
              <a:gd name="connsiteX625-3343" fmla="*/ 4788216 w 18982931"/>
              <a:gd name="connsiteY625-3344" fmla="*/ 944475 h 4449429"/>
              <a:gd name="connsiteX626-3345" fmla="*/ 4824792 w 18982931"/>
              <a:gd name="connsiteY626-3346" fmla="*/ 944475 h 4449429"/>
              <a:gd name="connsiteX627-3347" fmla="*/ 4824792 w 18982931"/>
              <a:gd name="connsiteY627-3348" fmla="*/ 807315 h 4449429"/>
              <a:gd name="connsiteX628-3349" fmla="*/ 4788216 w 18982931"/>
              <a:gd name="connsiteY628-3350" fmla="*/ 807315 h 4449429"/>
              <a:gd name="connsiteX629-3351" fmla="*/ 4719815 w 18982931"/>
              <a:gd name="connsiteY629-3352" fmla="*/ 807315 h 4449429"/>
              <a:gd name="connsiteX630-3353" fmla="*/ 4719815 w 18982931"/>
              <a:gd name="connsiteY630-3354" fmla="*/ 944475 h 4449429"/>
              <a:gd name="connsiteX631-3355" fmla="*/ 4756391 w 18982931"/>
              <a:gd name="connsiteY631-3356" fmla="*/ 944475 h 4449429"/>
              <a:gd name="connsiteX632-3357" fmla="*/ 4756391 w 18982931"/>
              <a:gd name="connsiteY632-3358" fmla="*/ 807315 h 4449429"/>
              <a:gd name="connsiteX633-3359" fmla="*/ 4719815 w 18982931"/>
              <a:gd name="connsiteY633-3360" fmla="*/ 807315 h 4449429"/>
              <a:gd name="connsiteX634-3361" fmla="*/ 4651414 w 18982931"/>
              <a:gd name="connsiteY634-3362" fmla="*/ 807315 h 4449429"/>
              <a:gd name="connsiteX635-3363" fmla="*/ 4651414 w 18982931"/>
              <a:gd name="connsiteY635-3364" fmla="*/ 944475 h 4449429"/>
              <a:gd name="connsiteX636-3365" fmla="*/ 4687992 w 18982931"/>
              <a:gd name="connsiteY636-3366" fmla="*/ 944475 h 4449429"/>
              <a:gd name="connsiteX637-3367" fmla="*/ 4687992 w 18982931"/>
              <a:gd name="connsiteY637-3368" fmla="*/ 807315 h 4449429"/>
              <a:gd name="connsiteX638-3369" fmla="*/ 4651414 w 18982931"/>
              <a:gd name="connsiteY638-3370" fmla="*/ 807315 h 4449429"/>
              <a:gd name="connsiteX639-3371" fmla="*/ 2212838 w 18982931"/>
              <a:gd name="connsiteY639-3372" fmla="*/ 748887 h 4449429"/>
              <a:gd name="connsiteX640-3373" fmla="*/ 2212838 w 18982931"/>
              <a:gd name="connsiteY640-3374" fmla="*/ 886047 h 4449429"/>
              <a:gd name="connsiteX641-3375" fmla="*/ 2249414 w 18982931"/>
              <a:gd name="connsiteY641-3376" fmla="*/ 886047 h 4449429"/>
              <a:gd name="connsiteX642-3377" fmla="*/ 2249414 w 18982931"/>
              <a:gd name="connsiteY642-3378" fmla="*/ 748887 h 4449429"/>
              <a:gd name="connsiteX643-3379" fmla="*/ 2212838 w 18982931"/>
              <a:gd name="connsiteY643-3380" fmla="*/ 748887 h 4449429"/>
              <a:gd name="connsiteX644-3381" fmla="*/ 2144438 w 18982931"/>
              <a:gd name="connsiteY644-3382" fmla="*/ 748887 h 4449429"/>
              <a:gd name="connsiteX645-3383" fmla="*/ 2144438 w 18982931"/>
              <a:gd name="connsiteY645-3384" fmla="*/ 886047 h 4449429"/>
              <a:gd name="connsiteX646-3385" fmla="*/ 2181014 w 18982931"/>
              <a:gd name="connsiteY646-3386" fmla="*/ 886047 h 4449429"/>
              <a:gd name="connsiteX647-3387" fmla="*/ 2181014 w 18982931"/>
              <a:gd name="connsiteY647-3388" fmla="*/ 748887 h 4449429"/>
              <a:gd name="connsiteX648-3389" fmla="*/ 2144438 w 18982931"/>
              <a:gd name="connsiteY648-3390" fmla="*/ 748887 h 4449429"/>
              <a:gd name="connsiteX649-3391" fmla="*/ 2076037 w 18982931"/>
              <a:gd name="connsiteY649-3392" fmla="*/ 748887 h 4449429"/>
              <a:gd name="connsiteX650-3393" fmla="*/ 2076037 w 18982931"/>
              <a:gd name="connsiteY650-3394" fmla="*/ 886047 h 4449429"/>
              <a:gd name="connsiteX651-3395" fmla="*/ 2112612 w 18982931"/>
              <a:gd name="connsiteY651-3396" fmla="*/ 886047 h 4449429"/>
              <a:gd name="connsiteX652-3397" fmla="*/ 2112612 w 18982931"/>
              <a:gd name="connsiteY652-3398" fmla="*/ 748887 h 4449429"/>
              <a:gd name="connsiteX653-3399" fmla="*/ 2076037 w 18982931"/>
              <a:gd name="connsiteY653-3400" fmla="*/ 748887 h 4449429"/>
              <a:gd name="connsiteX654-3401" fmla="*/ 2007635 w 18982931"/>
              <a:gd name="connsiteY654-3402" fmla="*/ 748887 h 4449429"/>
              <a:gd name="connsiteX655-3403" fmla="*/ 2007635 w 18982931"/>
              <a:gd name="connsiteY655-3404" fmla="*/ 886047 h 4449429"/>
              <a:gd name="connsiteX656-3405" fmla="*/ 2044211 w 18982931"/>
              <a:gd name="connsiteY656-3406" fmla="*/ 886047 h 4449429"/>
              <a:gd name="connsiteX657-3407" fmla="*/ 2044211 w 18982931"/>
              <a:gd name="connsiteY657-3408" fmla="*/ 748887 h 4449429"/>
              <a:gd name="connsiteX658-3409" fmla="*/ 2007635 w 18982931"/>
              <a:gd name="connsiteY658-3410" fmla="*/ 748887 h 4449429"/>
              <a:gd name="connsiteX659-3411" fmla="*/ 17088019 w 18982931"/>
              <a:gd name="connsiteY659-3412" fmla="*/ 737716 h 4449429"/>
              <a:gd name="connsiteX660-3413" fmla="*/ 17088019 w 18982931"/>
              <a:gd name="connsiteY660-3414" fmla="*/ 825107 h 4449429"/>
              <a:gd name="connsiteX661-3415" fmla="*/ 17124595 w 18982931"/>
              <a:gd name="connsiteY661-3416" fmla="*/ 825107 h 4449429"/>
              <a:gd name="connsiteX662-3417" fmla="*/ 17124595 w 18982931"/>
              <a:gd name="connsiteY662-3418" fmla="*/ 737716 h 4449429"/>
              <a:gd name="connsiteX663-3419" fmla="*/ 17088019 w 18982931"/>
              <a:gd name="connsiteY663-3420" fmla="*/ 737716 h 4449429"/>
              <a:gd name="connsiteX664-3421" fmla="*/ 17021803 w 18982931"/>
              <a:gd name="connsiteY664-3422" fmla="*/ 737716 h 4449429"/>
              <a:gd name="connsiteX665-3423" fmla="*/ 17021803 w 18982931"/>
              <a:gd name="connsiteY665-3424" fmla="*/ 825107 h 4449429"/>
              <a:gd name="connsiteX666-3425" fmla="*/ 17058379 w 18982931"/>
              <a:gd name="connsiteY666-3426" fmla="*/ 825107 h 4449429"/>
              <a:gd name="connsiteX667-3427" fmla="*/ 17058379 w 18982931"/>
              <a:gd name="connsiteY667-3428" fmla="*/ 737716 h 4449429"/>
              <a:gd name="connsiteX668-3429" fmla="*/ 17021803 w 18982931"/>
              <a:gd name="connsiteY668-3430" fmla="*/ 737716 h 4449429"/>
              <a:gd name="connsiteX669-3431" fmla="*/ 16955591 w 18982931"/>
              <a:gd name="connsiteY669-3432" fmla="*/ 737716 h 4449429"/>
              <a:gd name="connsiteX670-3433" fmla="*/ 16955591 w 18982931"/>
              <a:gd name="connsiteY670-3434" fmla="*/ 825107 h 4449429"/>
              <a:gd name="connsiteX671-3435" fmla="*/ 16992167 w 18982931"/>
              <a:gd name="connsiteY671-3436" fmla="*/ 825107 h 4449429"/>
              <a:gd name="connsiteX672-3437" fmla="*/ 16992167 w 18982931"/>
              <a:gd name="connsiteY672-3438" fmla="*/ 737716 h 4449429"/>
              <a:gd name="connsiteX673-3439" fmla="*/ 16955591 w 18982931"/>
              <a:gd name="connsiteY673-3440" fmla="*/ 737716 h 4449429"/>
              <a:gd name="connsiteX674-3441" fmla="*/ 16889375 w 18982931"/>
              <a:gd name="connsiteY674-3442" fmla="*/ 737716 h 4449429"/>
              <a:gd name="connsiteX675-3443" fmla="*/ 16889375 w 18982931"/>
              <a:gd name="connsiteY675-3444" fmla="*/ 825107 h 4449429"/>
              <a:gd name="connsiteX676-3445" fmla="*/ 16925951 w 18982931"/>
              <a:gd name="connsiteY676-3446" fmla="*/ 825107 h 4449429"/>
              <a:gd name="connsiteX677-3447" fmla="*/ 16925951 w 18982931"/>
              <a:gd name="connsiteY677-3448" fmla="*/ 737716 h 4449429"/>
              <a:gd name="connsiteX678-3449" fmla="*/ 16889375 w 18982931"/>
              <a:gd name="connsiteY678-3450" fmla="*/ 737716 h 4449429"/>
              <a:gd name="connsiteX679-3451" fmla="*/ 16823163 w 18982931"/>
              <a:gd name="connsiteY679-3452" fmla="*/ 737716 h 4449429"/>
              <a:gd name="connsiteX680-3453" fmla="*/ 16823163 w 18982931"/>
              <a:gd name="connsiteY680-3454" fmla="*/ 825107 h 4449429"/>
              <a:gd name="connsiteX681-3455" fmla="*/ 16859739 w 18982931"/>
              <a:gd name="connsiteY681-3456" fmla="*/ 825107 h 4449429"/>
              <a:gd name="connsiteX682-3457" fmla="*/ 16859739 w 18982931"/>
              <a:gd name="connsiteY682-3458" fmla="*/ 737716 h 4449429"/>
              <a:gd name="connsiteX683-3459" fmla="*/ 16823163 w 18982931"/>
              <a:gd name="connsiteY683-3460" fmla="*/ 737716 h 4449429"/>
              <a:gd name="connsiteX684-3461" fmla="*/ 16756948 w 18982931"/>
              <a:gd name="connsiteY684-3462" fmla="*/ 737716 h 4449429"/>
              <a:gd name="connsiteX685-3463" fmla="*/ 16756948 w 18982931"/>
              <a:gd name="connsiteY685-3464" fmla="*/ 825107 h 4449429"/>
              <a:gd name="connsiteX686-3465" fmla="*/ 16793523 w 18982931"/>
              <a:gd name="connsiteY686-3466" fmla="*/ 825107 h 4449429"/>
              <a:gd name="connsiteX687-3467" fmla="*/ 16793523 w 18982931"/>
              <a:gd name="connsiteY687-3468" fmla="*/ 737716 h 4449429"/>
              <a:gd name="connsiteX688-3469" fmla="*/ 16756948 w 18982931"/>
              <a:gd name="connsiteY688-3470" fmla="*/ 737716 h 4449429"/>
              <a:gd name="connsiteX689-3471" fmla="*/ 13739104 w 18982931"/>
              <a:gd name="connsiteY689-3472" fmla="*/ 0 h 4449429"/>
              <a:gd name="connsiteX690-3473" fmla="*/ 13842002 w 18982931"/>
              <a:gd name="connsiteY690-3474" fmla="*/ 0 h 4449429"/>
              <a:gd name="connsiteX691-3475" fmla="*/ 13883163 w 18982931"/>
              <a:gd name="connsiteY691-3476" fmla="*/ 428067 h 4449429"/>
              <a:gd name="connsiteX692-3477" fmla="*/ 13883163 w 18982931"/>
              <a:gd name="connsiteY692-3478" fmla="*/ 456882 h 4449429"/>
              <a:gd name="connsiteX693-3479" fmla="*/ 13907863 w 18982931"/>
              <a:gd name="connsiteY693-3480" fmla="*/ 954919 h 4449429"/>
              <a:gd name="connsiteX694-3481" fmla="*/ 13911978 w 18982931"/>
              <a:gd name="connsiteY694-3482" fmla="*/ 1679340 h 4449429"/>
              <a:gd name="connsiteX695-3483" fmla="*/ 13916091 w 18982931"/>
              <a:gd name="connsiteY695-3484" fmla="*/ 2058015 h 4449429"/>
              <a:gd name="connsiteX696-3485" fmla="*/ 13936673 w 18982931"/>
              <a:gd name="connsiteY696-3486" fmla="*/ 2086829 h 4449429"/>
              <a:gd name="connsiteX697-3487" fmla="*/ 13953138 w 18982931"/>
              <a:gd name="connsiteY697-3488" fmla="*/ 2058015 h 4449429"/>
              <a:gd name="connsiteX698-3489" fmla="*/ 13953138 w 18982931"/>
              <a:gd name="connsiteY698-3490" fmla="*/ 1955115 h 4449429"/>
              <a:gd name="connsiteX699-3491" fmla="*/ 13965483 w 18982931"/>
              <a:gd name="connsiteY699-3492" fmla="*/ 1922188 h 4449429"/>
              <a:gd name="connsiteX700-3493" fmla="*/ 13986066 w 18982931"/>
              <a:gd name="connsiteY700-3494" fmla="*/ 1876909 h 4449429"/>
              <a:gd name="connsiteX701-3495" fmla="*/ 13986066 w 18982931"/>
              <a:gd name="connsiteY701-3496" fmla="*/ 1625834 h 4449429"/>
              <a:gd name="connsiteX702-3497" fmla="*/ 14051922 w 18982931"/>
              <a:gd name="connsiteY702-3498" fmla="*/ 1617602 h 4449429"/>
              <a:gd name="connsiteX703-3499" fmla="*/ 14047992 w 18982931"/>
              <a:gd name="connsiteY703-3500" fmla="*/ 1005560 h 4449429"/>
              <a:gd name="connsiteX704-3501" fmla="*/ 14082534 w 18982931"/>
              <a:gd name="connsiteY704-3502" fmla="*/ 1005560 h 4449429"/>
              <a:gd name="connsiteX705-3503" fmla="*/ 14082534 w 18982931"/>
              <a:gd name="connsiteY705-3504" fmla="*/ 868400 h 4449429"/>
              <a:gd name="connsiteX706-3505" fmla="*/ 14047111 w 18982931"/>
              <a:gd name="connsiteY706-3506" fmla="*/ 868400 h 4449429"/>
              <a:gd name="connsiteX707-3507" fmla="*/ 14046442 w 18982931"/>
              <a:gd name="connsiteY707-3508" fmla="*/ 764191 h 4449429"/>
              <a:gd name="connsiteX708-3509" fmla="*/ 14187749 w 18982931"/>
              <a:gd name="connsiteY708-3510" fmla="*/ 436300 h 4449429"/>
              <a:gd name="connsiteX709-3511" fmla="*/ 14212445 w 18982931"/>
              <a:gd name="connsiteY709-3512" fmla="*/ 411603 h 4449429"/>
              <a:gd name="connsiteX710-3513" fmla="*/ 14410015 w 18982931"/>
              <a:gd name="connsiteY710-3514" fmla="*/ 444532 h 4449429"/>
              <a:gd name="connsiteX711-3515" fmla="*/ 14442947 w 18982931"/>
              <a:gd name="connsiteY711-3516" fmla="*/ 275776 h 4449429"/>
              <a:gd name="connsiteX712-3517" fmla="*/ 14479990 w 18982931"/>
              <a:gd name="connsiteY712-3518" fmla="*/ 246961 h 4449429"/>
              <a:gd name="connsiteX713-3519" fmla="*/ 14517032 w 18982931"/>
              <a:gd name="connsiteY713-3520" fmla="*/ 271658 h 4449429"/>
              <a:gd name="connsiteX714-3521" fmla="*/ 14574655 w 18982931"/>
              <a:gd name="connsiteY714-3522" fmla="*/ 522739 h 4449429"/>
              <a:gd name="connsiteX715-3523" fmla="*/ 14603469 w 18982931"/>
              <a:gd name="connsiteY715-3524" fmla="*/ 1123678 h 4449429"/>
              <a:gd name="connsiteX716-3525" fmla="*/ 14603469 w 18982931"/>
              <a:gd name="connsiteY716-3526" fmla="*/ 1617602 h 4449429"/>
              <a:gd name="connsiteX717-3527" fmla="*/ 14595237 w 18982931"/>
              <a:gd name="connsiteY717-3528" fmla="*/ 1683457 h 4449429"/>
              <a:gd name="connsiteX718-3529" fmla="*/ 14607589 w 18982931"/>
              <a:gd name="connsiteY718-3530" fmla="*/ 1753429 h 4449429"/>
              <a:gd name="connsiteX719-3531" fmla="*/ 14656976 w 18982931"/>
              <a:gd name="connsiteY719-3532" fmla="*/ 1753429 h 4449429"/>
              <a:gd name="connsiteX720-3533" fmla="*/ 14706369 w 18982931"/>
              <a:gd name="connsiteY720-3534" fmla="*/ 1568210 h 4449429"/>
              <a:gd name="connsiteX721-3535" fmla="*/ 14722833 w 18982931"/>
              <a:gd name="connsiteY721-3536" fmla="*/ 1568210 h 4449429"/>
              <a:gd name="connsiteX722-3537" fmla="*/ 14768111 w 18982931"/>
              <a:gd name="connsiteY722-3538" fmla="*/ 1753429 h 4449429"/>
              <a:gd name="connsiteX723-3539" fmla="*/ 14875128 w 18982931"/>
              <a:gd name="connsiteY723-3540" fmla="*/ 1753429 h 4449429"/>
              <a:gd name="connsiteX724-3541" fmla="*/ 14883360 w 18982931"/>
              <a:gd name="connsiteY724-3542" fmla="*/ 1827516 h 4449429"/>
              <a:gd name="connsiteX725-3543" fmla="*/ 14940984 w 18982931"/>
              <a:gd name="connsiteY725-3544" fmla="*/ 1827516 h 4449429"/>
              <a:gd name="connsiteX726-3545" fmla="*/ 15019191 w 18982931"/>
              <a:gd name="connsiteY726-3546" fmla="*/ 1625834 h 4449429"/>
              <a:gd name="connsiteX727-3547" fmla="*/ 15043883 w 18982931"/>
              <a:gd name="connsiteY727-3548" fmla="*/ 1090750 h 4449429"/>
              <a:gd name="connsiteX728-3549" fmla="*/ 15134436 w 18982931"/>
              <a:gd name="connsiteY728-3550" fmla="*/ 1000197 h 4449429"/>
              <a:gd name="connsiteX729-3551" fmla="*/ 15212643 w 18982931"/>
              <a:gd name="connsiteY729-3552" fmla="*/ 1078400 h 4449429"/>
              <a:gd name="connsiteX730-3553" fmla="*/ 15212643 w 18982931"/>
              <a:gd name="connsiteY730-3554" fmla="*/ 1152488 h 4449429"/>
              <a:gd name="connsiteX731-3555" fmla="*/ 15224993 w 18982931"/>
              <a:gd name="connsiteY731-3556" fmla="*/ 1119560 h 4449429"/>
              <a:gd name="connsiteX732-3557" fmla="*/ 15237338 w 18982931"/>
              <a:gd name="connsiteY732-3558" fmla="*/ 563899 h 4449429"/>
              <a:gd name="connsiteX733-3559" fmla="*/ 15290845 w 18982931"/>
              <a:gd name="connsiteY733-3560" fmla="*/ 382793 h 4449429"/>
              <a:gd name="connsiteX734-3561" fmla="*/ 15323772 w 18982931"/>
              <a:gd name="connsiteY734-3562" fmla="*/ 300473 h 4449429"/>
              <a:gd name="connsiteX735-3563" fmla="*/ 15364932 w 18982931"/>
              <a:gd name="connsiteY735-3564" fmla="*/ 259313 h 4449429"/>
              <a:gd name="connsiteX736-3565" fmla="*/ 15389634 w 18982931"/>
              <a:gd name="connsiteY736-3566" fmla="*/ 296354 h 4449429"/>
              <a:gd name="connsiteX737-3567" fmla="*/ 15401979 w 18982931"/>
              <a:gd name="connsiteY737-3568" fmla="*/ 411603 h 4449429"/>
              <a:gd name="connsiteX738-3569" fmla="*/ 15451371 w 18982931"/>
              <a:gd name="connsiteY738-3570" fmla="*/ 703843 h 4449429"/>
              <a:gd name="connsiteX739-3571" fmla="*/ 15455486 w 18982931"/>
              <a:gd name="connsiteY739-3572" fmla="*/ 1173070 h 4449429"/>
              <a:gd name="connsiteX740-3573" fmla="*/ 15455486 w 18982931"/>
              <a:gd name="connsiteY740-3574" fmla="*/ 1238927 h 4449429"/>
              <a:gd name="connsiteX741-3575" fmla="*/ 15727143 w 18982931"/>
              <a:gd name="connsiteY741-3576" fmla="*/ 1238927 h 4449429"/>
              <a:gd name="connsiteX742-3577" fmla="*/ 15727143 w 18982931"/>
              <a:gd name="connsiteY742-3578" fmla="*/ 1465306 h 4449429"/>
              <a:gd name="connsiteX743-3579" fmla="*/ 15772422 w 18982931"/>
              <a:gd name="connsiteY743-3580" fmla="*/ 1469425 h 4449429"/>
              <a:gd name="connsiteX744-3581" fmla="*/ 15850624 w 18982931"/>
              <a:gd name="connsiteY744-3582" fmla="*/ 1551745 h 4449429"/>
              <a:gd name="connsiteX745-3583" fmla="*/ 15850624 w 18982931"/>
              <a:gd name="connsiteY745-3584" fmla="*/ 2224712 h 4449429"/>
              <a:gd name="connsiteX746-3585" fmla="*/ 15923336 w 18982931"/>
              <a:gd name="connsiteY746-3586" fmla="*/ 2224712 h 4449429"/>
              <a:gd name="connsiteX747-3587" fmla="*/ 15924718 w 18982931"/>
              <a:gd name="connsiteY747-3588" fmla="*/ 2177381 h 4449429"/>
              <a:gd name="connsiteX748-3589" fmla="*/ 15982338 w 18982931"/>
              <a:gd name="connsiteY748-3590" fmla="*/ 2103294 h 4449429"/>
              <a:gd name="connsiteX749-3591" fmla="*/ 15986455 w 18982931"/>
              <a:gd name="connsiteY749-3592" fmla="*/ 2045669 h 4449429"/>
              <a:gd name="connsiteX750-3593" fmla="*/ 16002920 w 18982931"/>
              <a:gd name="connsiteY750-3594" fmla="*/ 2033319 h 4449429"/>
              <a:gd name="connsiteX751-3595" fmla="*/ 16015265 w 18982931"/>
              <a:gd name="connsiteY751-3596" fmla="*/ 2041550 h 4449429"/>
              <a:gd name="connsiteX752-3597" fmla="*/ 16056425 w 18982931"/>
              <a:gd name="connsiteY752-3598" fmla="*/ 2210310 h 4449429"/>
              <a:gd name="connsiteX753-3599" fmla="*/ 16056425 w 18982931"/>
              <a:gd name="connsiteY753-3600" fmla="*/ 2276166 h 4449429"/>
              <a:gd name="connsiteX754-3601" fmla="*/ 16077008 w 18982931"/>
              <a:gd name="connsiteY754-3602" fmla="*/ 2276166 h 4449429"/>
              <a:gd name="connsiteX755-3603" fmla="*/ 16097587 w 18982931"/>
              <a:gd name="connsiteY755-3604" fmla="*/ 1938652 h 4449429"/>
              <a:gd name="connsiteX756-3605" fmla="*/ 16122282 w 18982931"/>
              <a:gd name="connsiteY756-3606" fmla="*/ 1934533 h 4449429"/>
              <a:gd name="connsiteX757-3607" fmla="*/ 16155210 w 18982931"/>
              <a:gd name="connsiteY757-3608" fmla="*/ 1938652 h 4449429"/>
              <a:gd name="connsiteX758-3609" fmla="*/ 16155210 w 18982931"/>
              <a:gd name="connsiteY758-3610" fmla="*/ 2272048 h 4449429"/>
              <a:gd name="connsiteX759-3611" fmla="*/ 16175792 w 18982931"/>
              <a:gd name="connsiteY759-3612" fmla="*/ 2276166 h 4449429"/>
              <a:gd name="connsiteX760-3613" fmla="*/ 16192257 w 18982931"/>
              <a:gd name="connsiteY760-3614" fmla="*/ 2243238 h 4449429"/>
              <a:gd name="connsiteX761-3615" fmla="*/ 16192257 w 18982931"/>
              <a:gd name="connsiteY761-3616" fmla="*/ 1992158 h 4449429"/>
              <a:gd name="connsiteX762-3617" fmla="*/ 16192257 w 18982931"/>
              <a:gd name="connsiteY762-3618" fmla="*/ 1774011 h 4449429"/>
              <a:gd name="connsiteX763-3619" fmla="*/ 16488610 w 18982931"/>
              <a:gd name="connsiteY763-3620" fmla="*/ 1774011 h 4449429"/>
              <a:gd name="connsiteX764-3621" fmla="*/ 16538004 w 18982931"/>
              <a:gd name="connsiteY764-3622" fmla="*/ 1823403 h 4449429"/>
              <a:gd name="connsiteX765-3623" fmla="*/ 16538004 w 18982931"/>
              <a:gd name="connsiteY765-3624" fmla="*/ 2029205 h 4449429"/>
              <a:gd name="connsiteX766-3625" fmla="*/ 16550349 w 18982931"/>
              <a:gd name="connsiteY766-3626" fmla="*/ 2033319 h 4449429"/>
              <a:gd name="connsiteX767-3627" fmla="*/ 16566812 w 18982931"/>
              <a:gd name="connsiteY767-3628" fmla="*/ 1992158 h 4449429"/>
              <a:gd name="connsiteX768-3629" fmla="*/ 16570932 w 18982931"/>
              <a:gd name="connsiteY768-3630" fmla="*/ 1695804 h 4449429"/>
              <a:gd name="connsiteX769-3631" fmla="*/ 16566812 w 18982931"/>
              <a:gd name="connsiteY769-3632" fmla="*/ 773813 h 4449429"/>
              <a:gd name="connsiteX770-3633" fmla="*/ 16636788 w 18982931"/>
              <a:gd name="connsiteY770-3634" fmla="*/ 646219 h 4449429"/>
              <a:gd name="connsiteX771-3635" fmla="*/ 16723226 w 18982931"/>
              <a:gd name="connsiteY771-3636" fmla="*/ 514506 h 4449429"/>
              <a:gd name="connsiteX772-3637" fmla="*/ 16743805 w 18982931"/>
              <a:gd name="connsiteY772-3638" fmla="*/ 481577 h 4449429"/>
              <a:gd name="connsiteX773-3639" fmla="*/ 16817899 w 18982931"/>
              <a:gd name="connsiteY773-3640" fmla="*/ 329283 h 4449429"/>
              <a:gd name="connsiteX774-3641" fmla="*/ 16842595 w 18982931"/>
              <a:gd name="connsiteY774-3642" fmla="*/ 275776 h 4449429"/>
              <a:gd name="connsiteX775-3643" fmla="*/ 16859059 w 18982931"/>
              <a:gd name="connsiteY775-3644" fmla="*/ 279891 h 4449429"/>
              <a:gd name="connsiteX776-3645" fmla="*/ 16859059 w 18982931"/>
              <a:gd name="connsiteY776-3646" fmla="*/ 337515 h 4449429"/>
              <a:gd name="connsiteX777-3647" fmla="*/ 16867291 w 18982931"/>
              <a:gd name="connsiteY777-3648" fmla="*/ 382793 h 4449429"/>
              <a:gd name="connsiteX778-3649" fmla="*/ 16966075 w 18982931"/>
              <a:gd name="connsiteY778-3650" fmla="*/ 436300 h 4449429"/>
              <a:gd name="connsiteX779-3651" fmla="*/ 17031935 w 18982931"/>
              <a:gd name="connsiteY779-3652" fmla="*/ 526852 h 4449429"/>
              <a:gd name="connsiteX780-3653" fmla="*/ 17031935 w 18982931"/>
              <a:gd name="connsiteY780-3654" fmla="*/ 596826 h 4449429"/>
              <a:gd name="connsiteX781-3655" fmla="*/ 17060743 w 18982931"/>
              <a:gd name="connsiteY781-3656" fmla="*/ 600941 h 4449429"/>
              <a:gd name="connsiteX782-3657" fmla="*/ 17147183 w 18982931"/>
              <a:gd name="connsiteY782-3658" fmla="*/ 691493 h 4449429"/>
              <a:gd name="connsiteX783-3659" fmla="*/ 17147219 w 18982931"/>
              <a:gd name="connsiteY783-3660" fmla="*/ 704240 h 4449429"/>
              <a:gd name="connsiteX784-3661" fmla="*/ 17148515 w 18982931"/>
              <a:gd name="connsiteY784-3662" fmla="*/ 704240 h 4449429"/>
              <a:gd name="connsiteX785-3663" fmla="*/ 17148515 w 18982931"/>
              <a:gd name="connsiteY785-3664" fmla="*/ 880086 h 4449429"/>
              <a:gd name="connsiteX786-3665" fmla="*/ 17147731 w 18982931"/>
              <a:gd name="connsiteY786-3666" fmla="*/ 880086 h 4449429"/>
              <a:gd name="connsiteX787-3667" fmla="*/ 17151295 w 18982931"/>
              <a:gd name="connsiteY787-3668" fmla="*/ 2103294 h 4449429"/>
              <a:gd name="connsiteX788-3669" fmla="*/ 17151295 w 18982931"/>
              <a:gd name="connsiteY788-3670" fmla="*/ 2152686 h 4449429"/>
              <a:gd name="connsiteX789-3671" fmla="*/ 17225383 w 18982931"/>
              <a:gd name="connsiteY789-3672" fmla="*/ 2152686 h 4449429"/>
              <a:gd name="connsiteX790-3673" fmla="*/ 17225383 w 18982931"/>
              <a:gd name="connsiteY790-3674" fmla="*/ 1811053 h 4449429"/>
              <a:gd name="connsiteX791-3675" fmla="*/ 17307703 w 18982931"/>
              <a:gd name="connsiteY791-3676" fmla="*/ 1757546 h 4449429"/>
              <a:gd name="connsiteX792-3677" fmla="*/ 17307703 w 18982931"/>
              <a:gd name="connsiteY792-3678" fmla="*/ 1889260 h 4449429"/>
              <a:gd name="connsiteX793-3679" fmla="*/ 17336519 w 18982931"/>
              <a:gd name="connsiteY793-3680" fmla="*/ 1926302 h 4449429"/>
              <a:gd name="connsiteX794-3681" fmla="*/ 17381799 w 18982931"/>
              <a:gd name="connsiteY794-3682" fmla="*/ 1975695 h 4449429"/>
              <a:gd name="connsiteX795-3683" fmla="*/ 17381799 w 18982931"/>
              <a:gd name="connsiteY795-3684" fmla="*/ 2165031 h 4449429"/>
              <a:gd name="connsiteX796-3685" fmla="*/ 17562899 w 18982931"/>
              <a:gd name="connsiteY796-3686" fmla="*/ 2165031 h 4449429"/>
              <a:gd name="connsiteX797-3687" fmla="*/ 17562899 w 18982931"/>
              <a:gd name="connsiteY797-3688" fmla="*/ 2329673 h 4449429"/>
              <a:gd name="connsiteX798-3689" fmla="*/ 17575251 w 18982931"/>
              <a:gd name="connsiteY798-3690" fmla="*/ 2329673 h 4449429"/>
              <a:gd name="connsiteX799-3691" fmla="*/ 17575251 w 18982931"/>
              <a:gd name="connsiteY799-3692" fmla="*/ 2127989 h 4449429"/>
              <a:gd name="connsiteX800-3693" fmla="*/ 17591711 w 18982931"/>
              <a:gd name="connsiteY800-3694" fmla="*/ 1609370 h 4449429"/>
              <a:gd name="connsiteX801-3695" fmla="*/ 17604059 w 18982931"/>
              <a:gd name="connsiteY801-3696" fmla="*/ 1584673 h 4449429"/>
              <a:gd name="connsiteX802-3697" fmla="*/ 17711083 w 18982931"/>
              <a:gd name="connsiteY802-3698" fmla="*/ 1580555 h 4449429"/>
              <a:gd name="connsiteX803-3699" fmla="*/ 17735775 w 18982931"/>
              <a:gd name="connsiteY803-3700" fmla="*/ 1609370 h 4449429"/>
              <a:gd name="connsiteX804-3701" fmla="*/ 17772819 w 18982931"/>
              <a:gd name="connsiteY804-3702" fmla="*/ 1613483 h 4449429"/>
              <a:gd name="connsiteX805-3703" fmla="*/ 17768699 w 18982931"/>
              <a:gd name="connsiteY805-3704" fmla="*/ 1559977 h 4449429"/>
              <a:gd name="connsiteX806-3705" fmla="*/ 17772819 w 18982931"/>
              <a:gd name="connsiteY806-3706" fmla="*/ 1531163 h 4449429"/>
              <a:gd name="connsiteX807-3707" fmla="*/ 17797515 w 18982931"/>
              <a:gd name="connsiteY807-3708" fmla="*/ 1469425 h 4449429"/>
              <a:gd name="connsiteX808-3709" fmla="*/ 17797515 w 18982931"/>
              <a:gd name="connsiteY808-3710" fmla="*/ 1374754 h 4449429"/>
              <a:gd name="connsiteX809-3711" fmla="*/ 17813979 w 18982931"/>
              <a:gd name="connsiteY809-3712" fmla="*/ 1374754 h 4449429"/>
              <a:gd name="connsiteX810-3713" fmla="*/ 17834559 w 18982931"/>
              <a:gd name="connsiteY810-3714" fmla="*/ 1424146 h 4449429"/>
              <a:gd name="connsiteX811-3715" fmla="*/ 17912763 w 18982931"/>
              <a:gd name="connsiteY811-3716" fmla="*/ 1378872 h 4449429"/>
              <a:gd name="connsiteX812-3717" fmla="*/ 18069171 w 18982931"/>
              <a:gd name="connsiteY812-3718" fmla="*/ 1415914 h 4449429"/>
              <a:gd name="connsiteX813-3719" fmla="*/ 18069171 w 18982931"/>
              <a:gd name="connsiteY813-3720" fmla="*/ 1576442 h 4449429"/>
              <a:gd name="connsiteX814-3721" fmla="*/ 18237927 w 18982931"/>
              <a:gd name="connsiteY814-3722" fmla="*/ 1576442 h 4449429"/>
              <a:gd name="connsiteX815-3723" fmla="*/ 18237927 w 18982931"/>
              <a:gd name="connsiteY815-3724" fmla="*/ 1642297 h 4449429"/>
              <a:gd name="connsiteX816-3725" fmla="*/ 18270859 w 18982931"/>
              <a:gd name="connsiteY816-3726" fmla="*/ 1691690 h 4449429"/>
              <a:gd name="connsiteX817-3727" fmla="*/ 18270859 w 18982931"/>
              <a:gd name="connsiteY817-3728" fmla="*/ 1704036 h 4449429"/>
              <a:gd name="connsiteX818-3729" fmla="*/ 18274975 w 18982931"/>
              <a:gd name="connsiteY818-3730" fmla="*/ 1926302 h 4449429"/>
              <a:gd name="connsiteX819-3731" fmla="*/ 18279087 w 18982931"/>
              <a:gd name="connsiteY819-3732" fmla="*/ 1938652 h 4449429"/>
              <a:gd name="connsiteX820-3733" fmla="*/ 18320247 w 18982931"/>
              <a:gd name="connsiteY820-3734" fmla="*/ 1934533 h 4449429"/>
              <a:gd name="connsiteX821-3735" fmla="*/ 18320247 w 18982931"/>
              <a:gd name="connsiteY821-3736" fmla="*/ 1144256 h 4449429"/>
              <a:gd name="connsiteX822-3737" fmla="*/ 18303783 w 18982931"/>
              <a:gd name="connsiteY822-3738" fmla="*/ 1111328 h 4449429"/>
              <a:gd name="connsiteX823-3739" fmla="*/ 18287323 w 18982931"/>
              <a:gd name="connsiteY823-3740" fmla="*/ 1024893 h 4449429"/>
              <a:gd name="connsiteX824-3741" fmla="*/ 18336711 w 18982931"/>
              <a:gd name="connsiteY824-3742" fmla="*/ 1000197 h 4449429"/>
              <a:gd name="connsiteX825-3743" fmla="*/ 18361407 w 18982931"/>
              <a:gd name="connsiteY825-3744" fmla="*/ 996079 h 4449429"/>
              <a:gd name="connsiteX826-3745" fmla="*/ 18373759 w 18982931"/>
              <a:gd name="connsiteY826-3746" fmla="*/ 946687 h 4449429"/>
              <a:gd name="connsiteX827-3747" fmla="*/ 18534287 w 18982931"/>
              <a:gd name="connsiteY827-3748" fmla="*/ 946687 h 4449429"/>
              <a:gd name="connsiteX828-3749" fmla="*/ 18563095 w 18982931"/>
              <a:gd name="connsiteY828-3750" fmla="*/ 798510 h 4449429"/>
              <a:gd name="connsiteX829-3751" fmla="*/ 18731851 w 18982931"/>
              <a:gd name="connsiteY829-3752" fmla="*/ 806742 h 4449429"/>
              <a:gd name="connsiteX830-3753" fmla="*/ 18773011 w 18982931"/>
              <a:gd name="connsiteY830-3754" fmla="*/ 798510 h 4449429"/>
              <a:gd name="connsiteX831-3755" fmla="*/ 18822407 w 18982931"/>
              <a:gd name="connsiteY831-3756" fmla="*/ 893180 h 4449429"/>
              <a:gd name="connsiteX832-3757" fmla="*/ 18822407 w 18982931"/>
              <a:gd name="connsiteY832-3758" fmla="*/ 963151 h 4449429"/>
              <a:gd name="connsiteX833-3759" fmla="*/ 18982931 w 18982931"/>
              <a:gd name="connsiteY833-3760" fmla="*/ 983734 h 4449429"/>
              <a:gd name="connsiteX834-3761" fmla="*/ 18982931 w 18982931"/>
              <a:gd name="connsiteY834-3762" fmla="*/ 4449429 h 4449429"/>
              <a:gd name="connsiteX835-3763" fmla="*/ 11998023 w 18982931"/>
              <a:gd name="connsiteY835-3764" fmla="*/ 4449429 h 4449429"/>
              <a:gd name="connsiteX836-3765" fmla="*/ 11995198 w 18982931"/>
              <a:gd name="connsiteY836-3766" fmla="*/ 4429646 h 4449429"/>
              <a:gd name="connsiteX837-3767" fmla="*/ 11992726 w 18982931"/>
              <a:gd name="connsiteY837-3768" fmla="*/ 4449425 h 4449429"/>
              <a:gd name="connsiteX838-3769" fmla="*/ 8153658 w 18982931"/>
              <a:gd name="connsiteY838-3770" fmla="*/ 4449425 h 4449429"/>
              <a:gd name="connsiteX839-3771" fmla="*/ 8153658 w 18982931"/>
              <a:gd name="connsiteY839-3772" fmla="*/ 4449429 h 4449429"/>
              <a:gd name="connsiteX840-3773" fmla="*/ 6861227 w 18982931"/>
              <a:gd name="connsiteY840-3774" fmla="*/ 4449429 h 4449429"/>
              <a:gd name="connsiteX841-3775" fmla="*/ 6859697 w 18982931"/>
              <a:gd name="connsiteY841-3776" fmla="*/ 4432598 h 4449429"/>
              <a:gd name="connsiteX842-3777" fmla="*/ 6858292 w 18982931"/>
              <a:gd name="connsiteY842-3778" fmla="*/ 4449425 h 4449429"/>
              <a:gd name="connsiteX843-3779" fmla="*/ 7922 w 18982931"/>
              <a:gd name="connsiteY843-3780" fmla="*/ 4440866 h 4449429"/>
              <a:gd name="connsiteX844-3781" fmla="*/ 0 w 18982931"/>
              <a:gd name="connsiteY844-3782" fmla="*/ 1181446 h 4449429"/>
              <a:gd name="connsiteX845-3783" fmla="*/ 169756 w 18982931"/>
              <a:gd name="connsiteY845-3784" fmla="*/ 979616 h 4449429"/>
              <a:gd name="connsiteX846-3785" fmla="*/ 301466 w 18982931"/>
              <a:gd name="connsiteY846-3786" fmla="*/ 971384 h 4449429"/>
              <a:gd name="connsiteX847-3787" fmla="*/ 301466 w 18982931"/>
              <a:gd name="connsiteY847-3788" fmla="*/ 909640 h 4449429"/>
              <a:gd name="connsiteX848-3789" fmla="*/ 346746 w 18982931"/>
              <a:gd name="connsiteY848-3790" fmla="*/ 810855 h 4449429"/>
              <a:gd name="connsiteX849-3791" fmla="*/ 552547 w 18982931"/>
              <a:gd name="connsiteY849-3792" fmla="*/ 802623 h 4449429"/>
              <a:gd name="connsiteX850-3793" fmla="*/ 581356 w 18982931"/>
              <a:gd name="connsiteY850-3794" fmla="*/ 963151 h 4449429"/>
              <a:gd name="connsiteX851-3795" fmla="*/ 737766 w 18982931"/>
              <a:gd name="connsiteY851-3796" fmla="*/ 963151 h 4449429"/>
              <a:gd name="connsiteX852-3797" fmla="*/ 750116 w 18982931"/>
              <a:gd name="connsiteY852-3798" fmla="*/ 1012543 h 4449429"/>
              <a:gd name="connsiteX853-3799" fmla="*/ 778926 w 18982931"/>
              <a:gd name="connsiteY853-3800" fmla="*/ 1016657 h 4449429"/>
              <a:gd name="connsiteX854-3801" fmla="*/ 820087 w 18982931"/>
              <a:gd name="connsiteY854-3802" fmla="*/ 1041353 h 4449429"/>
              <a:gd name="connsiteX855-3803" fmla="*/ 820087 w 18982931"/>
              <a:gd name="connsiteY855-3804" fmla="*/ 1119560 h 4449429"/>
              <a:gd name="connsiteX856-3805" fmla="*/ 791276 w 18982931"/>
              <a:gd name="connsiteY856-3806" fmla="*/ 1193648 h 4449429"/>
              <a:gd name="connsiteX857-3807" fmla="*/ 791276 w 18982931"/>
              <a:gd name="connsiteY857-3808" fmla="*/ 1580555 h 4449429"/>
              <a:gd name="connsiteX858-3809" fmla="*/ 791276 w 18982931"/>
              <a:gd name="connsiteY858-3810" fmla="*/ 1955112 h 4449429"/>
              <a:gd name="connsiteX859-3811" fmla="*/ 840669 w 18982931"/>
              <a:gd name="connsiteY859-3812" fmla="*/ 1950998 h 4449429"/>
              <a:gd name="connsiteX860-3813" fmla="*/ 844783 w 18982931"/>
              <a:gd name="connsiteY860-3814" fmla="*/ 1720500 h 4449429"/>
              <a:gd name="connsiteX861-3815" fmla="*/ 873596 w 18982931"/>
              <a:gd name="connsiteY861-3816" fmla="*/ 1597020 h 4449429"/>
              <a:gd name="connsiteX862-3817" fmla="*/ 906526 w 18982931"/>
              <a:gd name="connsiteY862-3818" fmla="*/ 1584670 h 4449429"/>
              <a:gd name="connsiteX863-3819" fmla="*/ 1034120 w 18982931"/>
              <a:gd name="connsiteY863-3820" fmla="*/ 1584670 h 4449429"/>
              <a:gd name="connsiteX864-3821" fmla="*/ 1034120 w 18982931"/>
              <a:gd name="connsiteY864-3822" fmla="*/ 1420028 h 4449429"/>
              <a:gd name="connsiteX865-3823" fmla="*/ 1190528 w 18982931"/>
              <a:gd name="connsiteY865-3824" fmla="*/ 1378868 h 4449429"/>
              <a:gd name="connsiteX866-3825" fmla="*/ 1211112 w 18982931"/>
              <a:gd name="connsiteY866-3826" fmla="*/ 1424146 h 4449429"/>
              <a:gd name="connsiteX867-3827" fmla="*/ 1260505 w 18982931"/>
              <a:gd name="connsiteY867-3828" fmla="*/ 1424146 h 4449429"/>
              <a:gd name="connsiteX868-3829" fmla="*/ 1276969 w 18982931"/>
              <a:gd name="connsiteY868-3830" fmla="*/ 1387099 h 4449429"/>
              <a:gd name="connsiteX869-3831" fmla="*/ 1289312 w 18982931"/>
              <a:gd name="connsiteY869-3832" fmla="*/ 1395331 h 4449429"/>
              <a:gd name="connsiteX870-3833" fmla="*/ 1322242 w 18982931"/>
              <a:gd name="connsiteY870-3834" fmla="*/ 1559973 h 4449429"/>
              <a:gd name="connsiteX871-3835" fmla="*/ 1318126 w 18982931"/>
              <a:gd name="connsiteY871-3836" fmla="*/ 1576437 h 4449429"/>
              <a:gd name="connsiteX872-3837" fmla="*/ 1326360 w 18982931"/>
              <a:gd name="connsiteY872-3838" fmla="*/ 1621715 h 4449429"/>
              <a:gd name="connsiteX873-3839" fmla="*/ 1359290 w 18982931"/>
              <a:gd name="connsiteY873-3840" fmla="*/ 1597020 h 4449429"/>
              <a:gd name="connsiteX874-3841" fmla="*/ 1375751 w 18982931"/>
              <a:gd name="connsiteY874-3842" fmla="*/ 1588787 h 4449429"/>
              <a:gd name="connsiteX875-3843" fmla="*/ 1486884 w 18982931"/>
              <a:gd name="connsiteY875-3844" fmla="*/ 1588787 h 4449429"/>
              <a:gd name="connsiteX876-3845" fmla="*/ 1507466 w 18982931"/>
              <a:gd name="connsiteY876-3846" fmla="*/ 2337905 h 4449429"/>
              <a:gd name="connsiteX877-3847" fmla="*/ 1523929 w 18982931"/>
              <a:gd name="connsiteY877-3848" fmla="*/ 2337905 h 4449429"/>
              <a:gd name="connsiteX878-3849" fmla="*/ 1523929 w 18982931"/>
              <a:gd name="connsiteY878-3850" fmla="*/ 2169146 h 4449429"/>
              <a:gd name="connsiteX879-3851" fmla="*/ 1692685 w 18982931"/>
              <a:gd name="connsiteY879-3852" fmla="*/ 2169146 h 4449429"/>
              <a:gd name="connsiteX880-3853" fmla="*/ 1692685 w 18982931"/>
              <a:gd name="connsiteY880-3854" fmla="*/ 2020968 h 4449429"/>
              <a:gd name="connsiteX881-3855" fmla="*/ 1766772 w 18982931"/>
              <a:gd name="connsiteY881-3856" fmla="*/ 1922183 h 4449429"/>
              <a:gd name="connsiteX882-3857" fmla="*/ 1766772 w 18982931"/>
              <a:gd name="connsiteY882-3858" fmla="*/ 1757542 h 4449429"/>
              <a:gd name="connsiteX883-3859" fmla="*/ 1849095 w 18982931"/>
              <a:gd name="connsiteY883-3860" fmla="*/ 1757542 h 4449429"/>
              <a:gd name="connsiteX884-3861" fmla="*/ 1849095 w 18982931"/>
              <a:gd name="connsiteY884-3862" fmla="*/ 2156799 h 4449429"/>
              <a:gd name="connsiteX885-3863" fmla="*/ 1919070 w 18982931"/>
              <a:gd name="connsiteY885-3864" fmla="*/ 2156799 h 4449429"/>
              <a:gd name="connsiteX886-3865" fmla="*/ 1919070 w 18982931"/>
              <a:gd name="connsiteY886-3866" fmla="*/ 1864559 h 4449429"/>
              <a:gd name="connsiteX887-3867" fmla="*/ 1919070 w 18982931"/>
              <a:gd name="connsiteY887-3868" fmla="*/ 695608 h 4449429"/>
              <a:gd name="connsiteX888-3869" fmla="*/ 2005504 w 18982931"/>
              <a:gd name="connsiteY888-3870" fmla="*/ 609173 h 4449429"/>
              <a:gd name="connsiteX889-3871" fmla="*/ 2026085 w 18982931"/>
              <a:gd name="connsiteY889-3872" fmla="*/ 605054 h 4449429"/>
              <a:gd name="connsiteX890-3873" fmla="*/ 2100174 w 18982931"/>
              <a:gd name="connsiteY890-3874" fmla="*/ 448645 h 4449429"/>
              <a:gd name="connsiteX891-3875" fmla="*/ 2137215 w 18982931"/>
              <a:gd name="connsiteY891-3876" fmla="*/ 407485 h 4449429"/>
              <a:gd name="connsiteX892-3877" fmla="*/ 2194840 w 18982931"/>
              <a:gd name="connsiteY892-3878" fmla="*/ 337515 h 4449429"/>
              <a:gd name="connsiteX893-3879" fmla="*/ 2198958 w 18982931"/>
              <a:gd name="connsiteY893-3880" fmla="*/ 292236 h 4449429"/>
              <a:gd name="connsiteX894-3881" fmla="*/ 2240121 w 18982931"/>
              <a:gd name="connsiteY894-3882" fmla="*/ 358093 h 4449429"/>
              <a:gd name="connsiteX895-3883" fmla="*/ 2273047 w 18982931"/>
              <a:gd name="connsiteY895-3884" fmla="*/ 444532 h 4449429"/>
              <a:gd name="connsiteX896-3885" fmla="*/ 2330670 w 18982931"/>
              <a:gd name="connsiteY896-3886" fmla="*/ 563894 h 4449429"/>
              <a:gd name="connsiteX897-3887" fmla="*/ 2351248 w 18982931"/>
              <a:gd name="connsiteY897-3888" fmla="*/ 613286 h 4449429"/>
              <a:gd name="connsiteX898-3889" fmla="*/ 2429455 w 18982931"/>
              <a:gd name="connsiteY898-3890" fmla="*/ 675029 h 4449429"/>
              <a:gd name="connsiteX899-3891" fmla="*/ 2470614 w 18982931"/>
              <a:gd name="connsiteY899-3892" fmla="*/ 757350 h 4449429"/>
              <a:gd name="connsiteX900-3893" fmla="*/ 2470614 w 18982931"/>
              <a:gd name="connsiteY900-3894" fmla="*/ 1086631 h 4449429"/>
              <a:gd name="connsiteX901-3895" fmla="*/ 2470614 w 18982931"/>
              <a:gd name="connsiteY901-3896" fmla="*/ 2008622 h 4449429"/>
              <a:gd name="connsiteX902-3897" fmla="*/ 2487080 w 18982931"/>
              <a:gd name="connsiteY902-3898" fmla="*/ 2053897 h 4449429"/>
              <a:gd name="connsiteX903-3899" fmla="*/ 2499426 w 18982931"/>
              <a:gd name="connsiteY903-3900" fmla="*/ 1897488 h 4449429"/>
              <a:gd name="connsiteX904-3901" fmla="*/ 2602322 w 18982931"/>
              <a:gd name="connsiteY904-3902" fmla="*/ 1798703 h 4449429"/>
              <a:gd name="connsiteX905-3903" fmla="*/ 2836935 w 18982931"/>
              <a:gd name="connsiteY905-3904" fmla="*/ 1798703 h 4449429"/>
              <a:gd name="connsiteX906-3905" fmla="*/ 2836935 w 18982931"/>
              <a:gd name="connsiteY906-3906" fmla="*/ 1860446 h 4449429"/>
              <a:gd name="connsiteX907-3907" fmla="*/ 2836935 w 18982931"/>
              <a:gd name="connsiteY907-3908" fmla="*/ 2263816 h 4449429"/>
              <a:gd name="connsiteX908-3909" fmla="*/ 2845169 w 18982931"/>
              <a:gd name="connsiteY908-3910" fmla="*/ 2304976 h 4449429"/>
              <a:gd name="connsiteX909-3911" fmla="*/ 2861629 w 18982931"/>
              <a:gd name="connsiteY909-3912" fmla="*/ 2300858 h 4449429"/>
              <a:gd name="connsiteX910-3913" fmla="*/ 2861629 w 18982931"/>
              <a:gd name="connsiteY910-3914" fmla="*/ 2247351 h 4449429"/>
              <a:gd name="connsiteX911-3915" fmla="*/ 2869861 w 18982931"/>
              <a:gd name="connsiteY911-3916" fmla="*/ 1996272 h 4449429"/>
              <a:gd name="connsiteX912-3917" fmla="*/ 2923374 w 18982931"/>
              <a:gd name="connsiteY912-3918" fmla="*/ 1967462 h 4449429"/>
              <a:gd name="connsiteX913-3919" fmla="*/ 2939836 w 18982931"/>
              <a:gd name="connsiteY913-3920" fmla="*/ 2300858 h 4449429"/>
              <a:gd name="connsiteX914-3921" fmla="*/ 2956300 w 18982931"/>
              <a:gd name="connsiteY914-3922" fmla="*/ 2300858 h 4449429"/>
              <a:gd name="connsiteX915-3923" fmla="*/ 2989230 w 18982931"/>
              <a:gd name="connsiteY915-3924" fmla="*/ 2111521 h 4449429"/>
              <a:gd name="connsiteX916-3925" fmla="*/ 3018038 w 18982931"/>
              <a:gd name="connsiteY916-3926" fmla="*/ 2058015 h 4449429"/>
              <a:gd name="connsiteX917-3927" fmla="*/ 3034502 w 18982931"/>
              <a:gd name="connsiteY917-3928" fmla="*/ 2123871 h 4449429"/>
              <a:gd name="connsiteX918-3929" fmla="*/ 3038620 w 18982931"/>
              <a:gd name="connsiteY918-3930" fmla="*/ 2132104 h 4449429"/>
              <a:gd name="connsiteX919-3931" fmla="*/ 3088018 w 18982931"/>
              <a:gd name="connsiteY919-3932" fmla="*/ 2140336 h 4449429"/>
              <a:gd name="connsiteX920-3933" fmla="*/ 3095320 w 18982931"/>
              <a:gd name="connsiteY920-3934" fmla="*/ 2275334 h 4449429"/>
              <a:gd name="connsiteX921-3935" fmla="*/ 3162101 w 18982931"/>
              <a:gd name="connsiteY921-3936" fmla="*/ 2275334 h 4449429"/>
              <a:gd name="connsiteX922-3937" fmla="*/ 3162101 w 18982931"/>
              <a:gd name="connsiteY922-3938" fmla="*/ 1580555 h 4449429"/>
              <a:gd name="connsiteX923-3939" fmla="*/ 3162101 w 18982931"/>
              <a:gd name="connsiteY923-3940" fmla="*/ 1531163 h 4449429"/>
              <a:gd name="connsiteX924-3941" fmla="*/ 3199146 w 18982931"/>
              <a:gd name="connsiteY924-3942" fmla="*/ 1498235 h 4449429"/>
              <a:gd name="connsiteX925-3943" fmla="*/ 3281469 w 18982931"/>
              <a:gd name="connsiteY925-3944" fmla="*/ 1498235 h 4449429"/>
              <a:gd name="connsiteX926-3945" fmla="*/ 3281469 w 18982931"/>
              <a:gd name="connsiteY926-3946" fmla="*/ 1325362 h 4449429"/>
              <a:gd name="connsiteX927-3947" fmla="*/ 3343207 w 18982931"/>
              <a:gd name="connsiteY927-3948" fmla="*/ 1263619 h 4449429"/>
              <a:gd name="connsiteX928-3949" fmla="*/ 3544891 w 18982931"/>
              <a:gd name="connsiteY928-3950" fmla="*/ 1263619 h 4449429"/>
              <a:gd name="connsiteX929-3951" fmla="*/ 3544891 w 18982931"/>
              <a:gd name="connsiteY929-3952" fmla="*/ 712071 h 4449429"/>
              <a:gd name="connsiteX930-3953" fmla="*/ 3561357 w 18982931"/>
              <a:gd name="connsiteY930-3954" fmla="*/ 555662 h 4449429"/>
              <a:gd name="connsiteX931-3955" fmla="*/ 3606633 w 18982931"/>
              <a:gd name="connsiteY931-3956" fmla="*/ 316933 h 4449429"/>
              <a:gd name="connsiteX932-3957" fmla="*/ 3614865 w 18982931"/>
              <a:gd name="connsiteY932-3958" fmla="*/ 279891 h 4449429"/>
              <a:gd name="connsiteX933-3959" fmla="*/ 3676603 w 18982931"/>
              <a:gd name="connsiteY933-3960" fmla="*/ 341628 h 4449429"/>
              <a:gd name="connsiteX934-3961" fmla="*/ 3684835 w 18982931"/>
              <a:gd name="connsiteY934-3962" fmla="*/ 386907 h 4449429"/>
              <a:gd name="connsiteX935-3963" fmla="*/ 3742460 w 18982931"/>
              <a:gd name="connsiteY935-3964" fmla="*/ 481574 h 4449429"/>
              <a:gd name="connsiteX936-3965" fmla="*/ 3763042 w 18982931"/>
              <a:gd name="connsiteY936-3966" fmla="*/ 703838 h 4449429"/>
              <a:gd name="connsiteX937-3967" fmla="*/ 3763042 w 18982931"/>
              <a:gd name="connsiteY937-3968" fmla="*/ 1144256 h 4449429"/>
              <a:gd name="connsiteX938-3969" fmla="*/ 3771275 w 18982931"/>
              <a:gd name="connsiteY938-3970" fmla="*/ 1181298 h 4449429"/>
              <a:gd name="connsiteX939-3971" fmla="*/ 3775390 w 18982931"/>
              <a:gd name="connsiteY939-3972" fmla="*/ 1115443 h 4449429"/>
              <a:gd name="connsiteX940-3973" fmla="*/ 3923568 w 18982931"/>
              <a:gd name="connsiteY940-3974" fmla="*/ 996079 h 4449429"/>
              <a:gd name="connsiteX941-3975" fmla="*/ 3940029 w 18982931"/>
              <a:gd name="connsiteY941-3976" fmla="*/ 1020776 h 4449429"/>
              <a:gd name="connsiteX942-3977" fmla="*/ 3960611 w 18982931"/>
              <a:gd name="connsiteY942-3978" fmla="*/ 1321244 h 4449429"/>
              <a:gd name="connsiteX943-3979" fmla="*/ 3960611 w 18982931"/>
              <a:gd name="connsiteY943-3980" fmla="*/ 1584670 h 4449429"/>
              <a:gd name="connsiteX944-3981" fmla="*/ 3977076 w 18982931"/>
              <a:gd name="connsiteY944-3982" fmla="*/ 1625830 h 4449429"/>
              <a:gd name="connsiteX945-3983" fmla="*/ 4010007 w 18982931"/>
              <a:gd name="connsiteY945-3984" fmla="*/ 1666990 h 4449429"/>
              <a:gd name="connsiteX946-3985" fmla="*/ 4055279 w 18982931"/>
              <a:gd name="connsiteY946-3986" fmla="*/ 1819286 h 4449429"/>
              <a:gd name="connsiteX947-3987" fmla="*/ 4104670 w 18982931"/>
              <a:gd name="connsiteY947-3988" fmla="*/ 1819286 h 4449429"/>
              <a:gd name="connsiteX948-3989" fmla="*/ 4108788 w 18982931"/>
              <a:gd name="connsiteY948-3990" fmla="*/ 1741079 h 4449429"/>
              <a:gd name="connsiteX949-3991" fmla="*/ 4211689 w 18982931"/>
              <a:gd name="connsiteY949-3992" fmla="*/ 1741079 h 4449429"/>
              <a:gd name="connsiteX950-3993" fmla="*/ 4252847 w 18982931"/>
              <a:gd name="connsiteY950-3994" fmla="*/ 1559973 h 4449429"/>
              <a:gd name="connsiteX951-3995" fmla="*/ 4265197 w 18982931"/>
              <a:gd name="connsiteY951-3996" fmla="*/ 1559973 h 4449429"/>
              <a:gd name="connsiteX952-3997" fmla="*/ 4277546 w 18982931"/>
              <a:gd name="connsiteY952-3998" fmla="*/ 1592900 h 4449429"/>
              <a:gd name="connsiteX953-3999" fmla="*/ 4302239 w 18982931"/>
              <a:gd name="connsiteY953-4000" fmla="*/ 1708150 h 4449429"/>
              <a:gd name="connsiteX954-4001" fmla="*/ 4368100 w 18982931"/>
              <a:gd name="connsiteY954-4002" fmla="*/ 1741079 h 4449429"/>
              <a:gd name="connsiteX955-4003" fmla="*/ 4363984 w 18982931"/>
              <a:gd name="connsiteY955-4004" fmla="*/ 1634062 h 4449429"/>
              <a:gd name="connsiteX956-4005" fmla="*/ 4372218 w 18982931"/>
              <a:gd name="connsiteY956-4006" fmla="*/ 839670 h 4449429"/>
              <a:gd name="connsiteX957-4007" fmla="*/ 4442184 w 18982931"/>
              <a:gd name="connsiteY957-4008" fmla="*/ 279891 h 4449429"/>
              <a:gd name="connsiteX958-4009" fmla="*/ 4479230 w 18982931"/>
              <a:gd name="connsiteY958-4010" fmla="*/ 234611 h 4449429"/>
              <a:gd name="connsiteX959-4011" fmla="*/ 4520394 w 18982931"/>
              <a:gd name="connsiteY959-4012" fmla="*/ 284004 h 4449429"/>
              <a:gd name="connsiteX960-4013" fmla="*/ 4549200 w 18982931"/>
              <a:gd name="connsiteY960-4014" fmla="*/ 440413 h 4449429"/>
              <a:gd name="connsiteX961-4015" fmla="*/ 4680914 w 18982931"/>
              <a:gd name="connsiteY961-4016" fmla="*/ 395140 h 4449429"/>
              <a:gd name="connsiteX962-4017" fmla="*/ 4759121 w 18982931"/>
              <a:gd name="connsiteY962-4018" fmla="*/ 460995 h 4449429"/>
              <a:gd name="connsiteX963-4019" fmla="*/ 4771466 w 18982931"/>
              <a:gd name="connsiteY963-4020" fmla="*/ 493924 h 4449429"/>
              <a:gd name="connsiteX964-4021" fmla="*/ 4888657 w 18982931"/>
              <a:gd name="connsiteY964-4022" fmla="*/ 747622 h 4449429"/>
              <a:gd name="connsiteX965-4023" fmla="*/ 4888893 w 18982931"/>
              <a:gd name="connsiteY965-4024" fmla="*/ 807315 h 4449429"/>
              <a:gd name="connsiteX966-4025" fmla="*/ 4856617 w 18982931"/>
              <a:gd name="connsiteY966-4026" fmla="*/ 807315 h 4449429"/>
              <a:gd name="connsiteX967-4027" fmla="*/ 4856617 w 18982931"/>
              <a:gd name="connsiteY967-4028" fmla="*/ 944475 h 4449429"/>
              <a:gd name="connsiteX968-4029" fmla="*/ 4888332 w 18982931"/>
              <a:gd name="connsiteY968-4030" fmla="*/ 944475 h 4449429"/>
              <a:gd name="connsiteX969-4031" fmla="*/ 4888325 w 18982931"/>
              <a:gd name="connsiteY969-4032" fmla="*/ 945600 h 4449429"/>
              <a:gd name="connsiteX970-4033" fmla="*/ 4890835 w 18982931"/>
              <a:gd name="connsiteY970-4034" fmla="*/ 1609365 h 4449429"/>
              <a:gd name="connsiteX971-4035" fmla="*/ 4952574 w 18982931"/>
              <a:gd name="connsiteY971-4036" fmla="*/ 1617597 h 4449429"/>
              <a:gd name="connsiteX972-4037" fmla="*/ 4952574 w 18982931"/>
              <a:gd name="connsiteY972-4038" fmla="*/ 1868678 h 4449429"/>
              <a:gd name="connsiteX973-4039" fmla="*/ 4956691 w 18982931"/>
              <a:gd name="connsiteY973-4040" fmla="*/ 1905720 h 4449429"/>
              <a:gd name="connsiteX974-4041" fmla="*/ 4981387 w 18982931"/>
              <a:gd name="connsiteY974-4042" fmla="*/ 1967462 h 4449429"/>
              <a:gd name="connsiteX975-4043" fmla="*/ 4981387 w 18982931"/>
              <a:gd name="connsiteY975-4044" fmla="*/ 2058015 h 4449429"/>
              <a:gd name="connsiteX976-4045" fmla="*/ 5001966 w 18982931"/>
              <a:gd name="connsiteY976-4046" fmla="*/ 2086824 h 4449429"/>
              <a:gd name="connsiteX977-4047" fmla="*/ 5018429 w 18982931"/>
              <a:gd name="connsiteY977-4048" fmla="*/ 2078592 h 4449429"/>
              <a:gd name="connsiteX978-4049" fmla="*/ 5018429 w 18982931"/>
              <a:gd name="connsiteY978-4050" fmla="*/ 1881023 h 4449429"/>
              <a:gd name="connsiteX979-4051" fmla="*/ 5018429 w 18982931"/>
              <a:gd name="connsiteY979-4052" fmla="*/ 1366522 h 4449429"/>
              <a:gd name="connsiteX980-4053" fmla="*/ 5034894 w 18982931"/>
              <a:gd name="connsiteY980-4054" fmla="*/ 864367 h 4449429"/>
              <a:gd name="connsiteX981-4055" fmla="*/ 5067821 w 18982931"/>
              <a:gd name="connsiteY981-4056" fmla="*/ 197569 h 4449429"/>
              <a:gd name="connsiteX982-4057" fmla="*/ 5080173 w 18982931"/>
              <a:gd name="connsiteY982-4058" fmla="*/ 102899 h 4449429"/>
              <a:gd name="connsiteX983-4059" fmla="*/ 5216000 w 18982931"/>
              <a:gd name="connsiteY983-4060" fmla="*/ 37042 h 4449429"/>
              <a:gd name="connsiteX984-4061" fmla="*/ 5248927 w 18982931"/>
              <a:gd name="connsiteY984-4062" fmla="*/ 69972 h 4449429"/>
              <a:gd name="connsiteX985-4063" fmla="*/ 5372409 w 18982931"/>
              <a:gd name="connsiteY985-4064" fmla="*/ 69972 h 4449429"/>
              <a:gd name="connsiteX986-4065" fmla="*/ 5434151 w 18982931"/>
              <a:gd name="connsiteY986-4066" fmla="*/ 131714 h 4449429"/>
              <a:gd name="connsiteX987-4067" fmla="*/ 5434151 w 18982931"/>
              <a:gd name="connsiteY987-4068" fmla="*/ 382788 h 4449429"/>
              <a:gd name="connsiteX988-4069" fmla="*/ 5434151 w 18982931"/>
              <a:gd name="connsiteY988-4070" fmla="*/ 683261 h 4449429"/>
              <a:gd name="connsiteX989-4071" fmla="*/ 5545282 w 18982931"/>
              <a:gd name="connsiteY989-4072" fmla="*/ 687375 h 4449429"/>
              <a:gd name="connsiteX990-4073" fmla="*/ 5545282 w 18982931"/>
              <a:gd name="connsiteY990-4074" fmla="*/ 1045471 h 4449429"/>
              <a:gd name="connsiteX991-4075" fmla="*/ 5676994 w 18982931"/>
              <a:gd name="connsiteY991-4076" fmla="*/ 1045471 h 4449429"/>
              <a:gd name="connsiteX992-4077" fmla="*/ 5685227 w 18982931"/>
              <a:gd name="connsiteY992-4078" fmla="*/ 1103096 h 4449429"/>
              <a:gd name="connsiteX993-4079" fmla="*/ 5759314 w 18982931"/>
              <a:gd name="connsiteY993-4080" fmla="*/ 1193648 h 4449429"/>
              <a:gd name="connsiteX994-4081" fmla="*/ 5759314 w 18982931"/>
              <a:gd name="connsiteY994-4082" fmla="*/ 1395331 h 4449429"/>
              <a:gd name="connsiteX995-4083" fmla="*/ 5825171 w 18982931"/>
              <a:gd name="connsiteY995-4084" fmla="*/ 1395331 h 4449429"/>
              <a:gd name="connsiteX996-4085" fmla="*/ 5903378 w 18982931"/>
              <a:gd name="connsiteY996-4086" fmla="*/ 1477653 h 4449429"/>
              <a:gd name="connsiteX997-4087" fmla="*/ 5903378 w 18982931"/>
              <a:gd name="connsiteY997-4088" fmla="*/ 1918070 h 4449429"/>
              <a:gd name="connsiteX998-4089" fmla="*/ 5936306 w 18982931"/>
              <a:gd name="connsiteY998-4090" fmla="*/ 1975695 h 4449429"/>
              <a:gd name="connsiteX999-4091" fmla="*/ 5965115 w 18982931"/>
              <a:gd name="connsiteY999-4092" fmla="*/ 1275969 h 4449429"/>
              <a:gd name="connsiteX1000-4093" fmla="*/ 5969235 w 18982931"/>
              <a:gd name="connsiteY1000-4094" fmla="*/ 1238922 h 4449429"/>
              <a:gd name="connsiteX1001-4095" fmla="*/ 6166804 w 18982931"/>
              <a:gd name="connsiteY1001-4096" fmla="*/ 1238922 h 4449429"/>
              <a:gd name="connsiteX1002-4097" fmla="*/ 6216196 w 18982931"/>
              <a:gd name="connsiteY1002-4098" fmla="*/ 1288315 h 4449429"/>
              <a:gd name="connsiteX1003-4099" fmla="*/ 6236774 w 18982931"/>
              <a:gd name="connsiteY1003-4100" fmla="*/ 1428261 h 4449429"/>
              <a:gd name="connsiteX1004-4101" fmla="*/ 6273821 w 18982931"/>
              <a:gd name="connsiteY1004-4102" fmla="*/ 1498235 h 4449429"/>
              <a:gd name="connsiteX1005-4103" fmla="*/ 6273821 w 18982931"/>
              <a:gd name="connsiteY1005-4104" fmla="*/ 2230888 h 4449429"/>
              <a:gd name="connsiteX1006-4105" fmla="*/ 6277935 w 18982931"/>
              <a:gd name="connsiteY1006-4106" fmla="*/ 2280280 h 4449429"/>
              <a:gd name="connsiteX1007-4107" fmla="*/ 6319095 w 18982931"/>
              <a:gd name="connsiteY1007-4108" fmla="*/ 2193841 h 4449429"/>
              <a:gd name="connsiteX1008-4109" fmla="*/ 6364373 w 18982931"/>
              <a:gd name="connsiteY1008-4110" fmla="*/ 2288513 h 4449429"/>
              <a:gd name="connsiteX1009-4111" fmla="*/ 6389068 w 18982931"/>
              <a:gd name="connsiteY1009-4112" fmla="*/ 2313208 h 4449429"/>
              <a:gd name="connsiteX1010-4113" fmla="*/ 6541355 w 18982931"/>
              <a:gd name="connsiteY1010-4114" fmla="*/ 2313208 h 4449429"/>
              <a:gd name="connsiteX1011-4115" fmla="*/ 6541355 w 18982931"/>
              <a:gd name="connsiteY1011-4116" fmla="*/ 2148567 h 4449429"/>
              <a:gd name="connsiteX1012-4117" fmla="*/ 6660723 w 18982931"/>
              <a:gd name="connsiteY1012-4118" fmla="*/ 2148567 h 4449429"/>
              <a:gd name="connsiteX1013-4119" fmla="*/ 6660723 w 18982931"/>
              <a:gd name="connsiteY1013-4120" fmla="*/ 2259698 h 4449429"/>
              <a:gd name="connsiteX1014-4121" fmla="*/ 6705999 w 18982931"/>
              <a:gd name="connsiteY1014-4122" fmla="*/ 2551938 h 4449429"/>
              <a:gd name="connsiteX1015-4123" fmla="*/ 6714228 w 18982931"/>
              <a:gd name="connsiteY1015-4124" fmla="*/ 2580748 h 4449429"/>
              <a:gd name="connsiteX1016-4125" fmla="*/ 6722461 w 18982931"/>
              <a:gd name="connsiteY1016-4126" fmla="*/ 2576634 h 4449429"/>
              <a:gd name="connsiteX1017-4127" fmla="*/ 6751278 w 18982931"/>
              <a:gd name="connsiteY1017-4128" fmla="*/ 2263816 h 4449429"/>
              <a:gd name="connsiteX1018-4129" fmla="*/ 6800669 w 18982931"/>
              <a:gd name="connsiteY1018-4130" fmla="*/ 2255583 h 4449429"/>
              <a:gd name="connsiteX1019-4131" fmla="*/ 6837709 w 18982931"/>
              <a:gd name="connsiteY1019-4132" fmla="*/ 2181496 h 4449429"/>
              <a:gd name="connsiteX1020-4133" fmla="*/ 6841831 w 18982931"/>
              <a:gd name="connsiteY1020-4134" fmla="*/ 2152681 h 4449429"/>
              <a:gd name="connsiteX1021-4135" fmla="*/ 6845941 w 18982931"/>
              <a:gd name="connsiteY1021-4136" fmla="*/ 2115639 h 4449429"/>
              <a:gd name="connsiteX1022-4137" fmla="*/ 6857139 w 18982931"/>
              <a:gd name="connsiteY1022-4138" fmla="*/ 2115639 h 4449429"/>
              <a:gd name="connsiteX1023-4139" fmla="*/ 6899298 w 18982931"/>
              <a:gd name="connsiteY1023-4140" fmla="*/ 2109470 h 4449429"/>
              <a:gd name="connsiteX1024-4141" fmla="*/ 6922965 w 18982931"/>
              <a:gd name="connsiteY1024-4142" fmla="*/ 2140339 h 4449429"/>
              <a:gd name="connsiteX1025-4143" fmla="*/ 7009406 w 18982931"/>
              <a:gd name="connsiteY1025-4144" fmla="*/ 2070365 h 4449429"/>
              <a:gd name="connsiteX1026-4145" fmla="*/ 7145231 w 18982931"/>
              <a:gd name="connsiteY1026-4146" fmla="*/ 2066247 h 4449429"/>
              <a:gd name="connsiteX1027-4147" fmla="*/ 7145231 w 18982931"/>
              <a:gd name="connsiteY1027-4148" fmla="*/ 1901605 h 4449429"/>
              <a:gd name="connsiteX1028-4149" fmla="*/ 7145231 w 18982931"/>
              <a:gd name="connsiteY1028-4150" fmla="*/ 1769896 h 4449429"/>
              <a:gd name="connsiteX1029-4151" fmla="*/ 7215204 w 18982931"/>
              <a:gd name="connsiteY1029-4152" fmla="*/ 1597024 h 4449429"/>
              <a:gd name="connsiteX1030-4153" fmla="*/ 7285174 w 18982931"/>
              <a:gd name="connsiteY1030-4154" fmla="*/ 1753433 h 4449429"/>
              <a:gd name="connsiteX1031-4155" fmla="*/ 7297524 w 18982931"/>
              <a:gd name="connsiteY1031-4156" fmla="*/ 2062134 h 4449429"/>
              <a:gd name="connsiteX1032-4157" fmla="*/ 7367494 w 18982931"/>
              <a:gd name="connsiteY1032-4158" fmla="*/ 2066247 h 4449429"/>
              <a:gd name="connsiteX1033-4159" fmla="*/ 7371610 w 18982931"/>
              <a:gd name="connsiteY1033-4160" fmla="*/ 2148567 h 4449429"/>
              <a:gd name="connsiteX1034-4161" fmla="*/ 7462167 w 18982931"/>
              <a:gd name="connsiteY1034-4162" fmla="*/ 2148567 h 4449429"/>
              <a:gd name="connsiteX1035-4163" fmla="*/ 7462167 w 18982931"/>
              <a:gd name="connsiteY1035-4164" fmla="*/ 2095061 h 4449429"/>
              <a:gd name="connsiteX1036-4165" fmla="*/ 7462167 w 18982931"/>
              <a:gd name="connsiteY1036-4166" fmla="*/ 1597024 h 4449429"/>
              <a:gd name="connsiteX1037-4167" fmla="*/ 7482743 w 18982931"/>
              <a:gd name="connsiteY1037-4168" fmla="*/ 1008430 h 4449429"/>
              <a:gd name="connsiteX1038-4169" fmla="*/ 7495096 w 18982931"/>
              <a:gd name="connsiteY1038-4170" fmla="*/ 921991 h 4449429"/>
              <a:gd name="connsiteX1039-4171" fmla="*/ 7536254 w 18982931"/>
              <a:gd name="connsiteY1039-4172" fmla="*/ 934341 h 4449429"/>
              <a:gd name="connsiteX1040-4173" fmla="*/ 7577416 w 18982931"/>
              <a:gd name="connsiteY1040-4174" fmla="*/ 563899 h 4449429"/>
              <a:gd name="connsiteX1041-4175" fmla="*/ 7589759 w 18982931"/>
              <a:gd name="connsiteY1041-4176" fmla="*/ 563899 h 4449429"/>
              <a:gd name="connsiteX1042-4177" fmla="*/ 7639153 w 18982931"/>
              <a:gd name="connsiteY1042-4178" fmla="*/ 975501 h 4449429"/>
              <a:gd name="connsiteX1043-4179" fmla="*/ 7655614 w 18982931"/>
              <a:gd name="connsiteY1043-4180" fmla="*/ 926109 h 4449429"/>
              <a:gd name="connsiteX1044-4181" fmla="*/ 7667968 w 18982931"/>
              <a:gd name="connsiteY1044-4182" fmla="*/ 926109 h 4449429"/>
              <a:gd name="connsiteX1045-4183" fmla="*/ 7676196 w 18982931"/>
              <a:gd name="connsiteY1045-4184" fmla="*/ 1037243 h 4449429"/>
              <a:gd name="connsiteX1046-4185" fmla="*/ 7676196 w 18982931"/>
              <a:gd name="connsiteY1046-4186" fmla="*/ 2049787 h 4449429"/>
              <a:gd name="connsiteX1047-4187" fmla="*/ 7705009 w 18982931"/>
              <a:gd name="connsiteY1047-4188" fmla="*/ 2267935 h 4449429"/>
              <a:gd name="connsiteX1048-4189" fmla="*/ 7750287 w 18982931"/>
              <a:gd name="connsiteY1048-4190" fmla="*/ 2469622 h 4449429"/>
              <a:gd name="connsiteX1049-4191" fmla="*/ 7849072 w 18982931"/>
              <a:gd name="connsiteY1049-4192" fmla="*/ 2469622 h 4449429"/>
              <a:gd name="connsiteX1050-4193" fmla="*/ 7849072 w 18982931"/>
              <a:gd name="connsiteY1050-4194" fmla="*/ 2284398 h 4449429"/>
              <a:gd name="connsiteX1051-4195" fmla="*/ 7919042 w 18982931"/>
              <a:gd name="connsiteY1051-4196" fmla="*/ 2284398 h 4449429"/>
              <a:gd name="connsiteX1052-4197" fmla="*/ 7919042 w 18982931"/>
              <a:gd name="connsiteY1052-4198" fmla="*/ 2473736 h 4449429"/>
              <a:gd name="connsiteX1053-4199" fmla="*/ 8108380 w 18982931"/>
              <a:gd name="connsiteY1053-4200" fmla="*/ 2473736 h 4449429"/>
              <a:gd name="connsiteX1054-4201" fmla="*/ 8142338 w 18982931"/>
              <a:gd name="connsiteY1054-4202" fmla="*/ 2481454 h 4449429"/>
              <a:gd name="connsiteX1055-4203" fmla="*/ 8144242 w 18982931"/>
              <a:gd name="connsiteY1055-4204" fmla="*/ 2485067 h 4449429"/>
              <a:gd name="connsiteX1056-4205" fmla="*/ 8144242 w 18982931"/>
              <a:gd name="connsiteY1056-4206" fmla="*/ 1280084 h 4449429"/>
              <a:gd name="connsiteX1057-4207" fmla="*/ 8189518 w 18982931"/>
              <a:gd name="connsiteY1057-4208" fmla="*/ 1115443 h 4449429"/>
              <a:gd name="connsiteX1058-4209" fmla="*/ 8230679 w 18982931"/>
              <a:gd name="connsiteY1058-4210" fmla="*/ 1090746 h 4449429"/>
              <a:gd name="connsiteX1059-4211" fmla="*/ 8477642 w 18982931"/>
              <a:gd name="connsiteY1059-4212" fmla="*/ 1090746 h 4449429"/>
              <a:gd name="connsiteX1060-4213" fmla="*/ 8518799 w 18982931"/>
              <a:gd name="connsiteY1060-4214" fmla="*/ 1111328 h 4449429"/>
              <a:gd name="connsiteX1061-4215" fmla="*/ 8568194 w 18982931"/>
              <a:gd name="connsiteY1061-4216" fmla="*/ 1288315 h 4449429"/>
              <a:gd name="connsiteX1062-4217" fmla="*/ 8572304 w 18982931"/>
              <a:gd name="connsiteY1062-4218" fmla="*/ 2152681 h 4449429"/>
              <a:gd name="connsiteX1063-4219" fmla="*/ 8572304 w 18982931"/>
              <a:gd name="connsiteY1063-4220" fmla="*/ 2222656 h 4449429"/>
              <a:gd name="connsiteX1064-4221" fmla="*/ 8827499 w 18982931"/>
              <a:gd name="connsiteY1064-4222" fmla="*/ 2222656 h 4449429"/>
              <a:gd name="connsiteX1065-4223" fmla="*/ 8827499 w 18982931"/>
              <a:gd name="connsiteY1065-4224" fmla="*/ 2053897 h 4449429"/>
              <a:gd name="connsiteX1066-4225" fmla="*/ 8827499 w 18982931"/>
              <a:gd name="connsiteY1066-4226" fmla="*/ 1996272 h 4449429"/>
              <a:gd name="connsiteX1067-4227" fmla="*/ 8926285 w 18982931"/>
              <a:gd name="connsiteY1067-4228" fmla="*/ 1876910 h 4449429"/>
              <a:gd name="connsiteX1068-4229" fmla="*/ 8926285 w 18982931"/>
              <a:gd name="connsiteY1068-4230" fmla="*/ 1757542 h 4449429"/>
              <a:gd name="connsiteX1069-4231" fmla="*/ 8926285 w 18982931"/>
              <a:gd name="connsiteY1069-4232" fmla="*/ 1527045 h 4449429"/>
              <a:gd name="connsiteX1070-4233" fmla="*/ 8950980 w 18982931"/>
              <a:gd name="connsiteY1070-4234" fmla="*/ 1432378 h 4449429"/>
              <a:gd name="connsiteX1071-4235" fmla="*/ 8950980 w 18982931"/>
              <a:gd name="connsiteY1071-4236" fmla="*/ 1424146 h 4449429"/>
              <a:gd name="connsiteX1072-4237" fmla="*/ 8983911 w 18982931"/>
              <a:gd name="connsiteY1072-4238" fmla="*/ 1107210 h 4449429"/>
              <a:gd name="connsiteX1073-4239" fmla="*/ 8992140 w 18982931"/>
              <a:gd name="connsiteY1073-4240" fmla="*/ 1049586 h 4449429"/>
              <a:gd name="connsiteX1074-4241" fmla="*/ 9012723 w 18982931"/>
              <a:gd name="connsiteY1074-4242" fmla="*/ 1049586 h 4449429"/>
              <a:gd name="connsiteX1075-4243" fmla="*/ 9049767 w 18982931"/>
              <a:gd name="connsiteY1075-4244" fmla="*/ 1325362 h 4449429"/>
              <a:gd name="connsiteX1076-4245" fmla="*/ 9115624 w 18982931"/>
              <a:gd name="connsiteY1076-4246" fmla="*/ 1329476 h 4449429"/>
              <a:gd name="connsiteX1077-4247" fmla="*/ 9165014 w 18982931"/>
              <a:gd name="connsiteY1077-4248" fmla="*/ 1436493 h 4449429"/>
              <a:gd name="connsiteX1078-4249" fmla="*/ 9181479 w 18982931"/>
              <a:gd name="connsiteY1078-4250" fmla="*/ 1494116 h 4449429"/>
              <a:gd name="connsiteX1079-4251" fmla="*/ 9181479 w 18982931"/>
              <a:gd name="connsiteY1079-4252" fmla="*/ 1823399 h 4449429"/>
              <a:gd name="connsiteX1080-4253" fmla="*/ 9181479 w 18982931"/>
              <a:gd name="connsiteY1080-4254" fmla="*/ 1881023 h 4449429"/>
              <a:gd name="connsiteX1081-4255" fmla="*/ 9280267 w 18982931"/>
              <a:gd name="connsiteY1081-4256" fmla="*/ 1881023 h 4449429"/>
              <a:gd name="connsiteX1082-4257" fmla="*/ 9280267 w 18982931"/>
              <a:gd name="connsiteY1082-4258" fmla="*/ 1815166 h 4449429"/>
              <a:gd name="connsiteX1083-4259" fmla="*/ 9280267 w 18982931"/>
              <a:gd name="connsiteY1083-4260" fmla="*/ 304587 h 4449429"/>
              <a:gd name="connsiteX1084-4261" fmla="*/ 9346122 w 18982931"/>
              <a:gd name="connsiteY1084-4262" fmla="*/ 238731 h 4449429"/>
              <a:gd name="connsiteX1085-4263" fmla="*/ 9453137 w 18982931"/>
              <a:gd name="connsiteY1085-4264" fmla="*/ 341628 h 4449429"/>
              <a:gd name="connsiteX1086-4265" fmla="*/ 9453137 w 18982931"/>
              <a:gd name="connsiteY1086-4266" fmla="*/ 1815166 h 4449429"/>
              <a:gd name="connsiteX1087-4267" fmla="*/ 9453137 w 18982931"/>
              <a:gd name="connsiteY1087-4268" fmla="*/ 1876910 h 4449429"/>
              <a:gd name="connsiteX1088-4269" fmla="*/ 9551919 w 18982931"/>
              <a:gd name="connsiteY1088-4270" fmla="*/ 1876910 h 4449429"/>
              <a:gd name="connsiteX1089-4271" fmla="*/ 9551919 w 18982931"/>
              <a:gd name="connsiteY1089-4272" fmla="*/ 1724614 h 4449429"/>
              <a:gd name="connsiteX1090-4273" fmla="*/ 9551919 w 18982931"/>
              <a:gd name="connsiteY1090-4274" fmla="*/ 1481771 h 4449429"/>
              <a:gd name="connsiteX1091-4275" fmla="*/ 9597198 w 18982931"/>
              <a:gd name="connsiteY1091-4276" fmla="*/ 1374754 h 4449429"/>
              <a:gd name="connsiteX1092-4277" fmla="*/ 9613662 w 18982931"/>
              <a:gd name="connsiteY1092-4278" fmla="*/ 1325362 h 4449429"/>
              <a:gd name="connsiteX1093-4279" fmla="*/ 9683632 w 18982931"/>
              <a:gd name="connsiteY1093-4280" fmla="*/ 1325362 h 4449429"/>
              <a:gd name="connsiteX1094-4281" fmla="*/ 9683632 w 18982931"/>
              <a:gd name="connsiteY1094-4282" fmla="*/ 1522931 h 4449429"/>
              <a:gd name="connsiteX1095-4283" fmla="*/ 9819464 w 18982931"/>
              <a:gd name="connsiteY1095-4284" fmla="*/ 1522931 h 4449429"/>
              <a:gd name="connsiteX1096-4285" fmla="*/ 9819464 w 18982931"/>
              <a:gd name="connsiteY1096-4286" fmla="*/ 1720501 h 4449429"/>
              <a:gd name="connsiteX1097-4287" fmla="*/ 9819464 w 18982931"/>
              <a:gd name="connsiteY1097-4288" fmla="*/ 1835749 h 4449429"/>
              <a:gd name="connsiteX1098-4289" fmla="*/ 9868856 w 18982931"/>
              <a:gd name="connsiteY1098-4290" fmla="*/ 1885142 h 4449429"/>
              <a:gd name="connsiteX1099-4291" fmla="*/ 9922361 w 18982931"/>
              <a:gd name="connsiteY1099-4292" fmla="*/ 1938648 h 4449429"/>
              <a:gd name="connsiteX1100-4293" fmla="*/ 9922361 w 18982931"/>
              <a:gd name="connsiteY1100-4294" fmla="*/ 2226770 h 4449429"/>
              <a:gd name="connsiteX1101-4295" fmla="*/ 10189906 w 18982931"/>
              <a:gd name="connsiteY1101-4296" fmla="*/ 2226770 h 4449429"/>
              <a:gd name="connsiteX1102-4297" fmla="*/ 10189906 w 18982931"/>
              <a:gd name="connsiteY1102-4298" fmla="*/ 1864559 h 4449429"/>
              <a:gd name="connsiteX1103-4299" fmla="*/ 10251644 w 18982931"/>
              <a:gd name="connsiteY1103-4300" fmla="*/ 1852213 h 4449429"/>
              <a:gd name="connsiteX1104-4301" fmla="*/ 10251644 w 18982931"/>
              <a:gd name="connsiteY1104-4302" fmla="*/ 1465306 h 4449429"/>
              <a:gd name="connsiteX1105-4303" fmla="*/ 10198137 w 18982931"/>
              <a:gd name="connsiteY1105-4304" fmla="*/ 1461188 h 4449429"/>
              <a:gd name="connsiteX1106-4305" fmla="*/ 10198137 w 18982931"/>
              <a:gd name="connsiteY1106-4306" fmla="*/ 1317129 h 4449429"/>
              <a:gd name="connsiteX1107-4307" fmla="*/ 10572694 w 18982931"/>
              <a:gd name="connsiteY1107-4308" fmla="*/ 1317129 h 4449429"/>
              <a:gd name="connsiteX1108-4309" fmla="*/ 10572694 w 18982931"/>
              <a:gd name="connsiteY1108-4310" fmla="*/ 2140336 h 4449429"/>
              <a:gd name="connsiteX1109-4311" fmla="*/ 10642669 w 18982931"/>
              <a:gd name="connsiteY1109-4312" fmla="*/ 2144449 h 4449429"/>
              <a:gd name="connsiteX1110-4313" fmla="*/ 10642669 w 18982931"/>
              <a:gd name="connsiteY1110-4314" fmla="*/ 2477849 h 4449429"/>
              <a:gd name="connsiteX1111-4315" fmla="*/ 10885512 w 18982931"/>
              <a:gd name="connsiteY1111-4316" fmla="*/ 2477849 h 4449429"/>
              <a:gd name="connsiteX1112-4317" fmla="*/ 10885512 w 18982931"/>
              <a:gd name="connsiteY1112-4318" fmla="*/ 2292626 h 4449429"/>
              <a:gd name="connsiteX1113-4319" fmla="*/ 10959601 w 18982931"/>
              <a:gd name="connsiteY1113-4320" fmla="*/ 2292626 h 4449429"/>
              <a:gd name="connsiteX1114-4321" fmla="*/ 10959601 w 18982931"/>
              <a:gd name="connsiteY1114-4322" fmla="*/ 2477849 h 4449429"/>
              <a:gd name="connsiteX1115-4323" fmla="*/ 11066618 w 18982931"/>
              <a:gd name="connsiteY1115-4324" fmla="*/ 2477849 h 4449429"/>
              <a:gd name="connsiteX1116-4325" fmla="*/ 11107778 w 18982931"/>
              <a:gd name="connsiteY1116-4326" fmla="*/ 2284395 h 4449429"/>
              <a:gd name="connsiteX1117-4327" fmla="*/ 11136593 w 18982931"/>
              <a:gd name="connsiteY1117-4328" fmla="*/ 2053897 h 4449429"/>
              <a:gd name="connsiteX1118-4329" fmla="*/ 11136593 w 18982931"/>
              <a:gd name="connsiteY1118-4330" fmla="*/ 1061936 h 4449429"/>
              <a:gd name="connsiteX1119-4331" fmla="*/ 11148938 w 18982931"/>
              <a:gd name="connsiteY1119-4332" fmla="*/ 938454 h 4449429"/>
              <a:gd name="connsiteX1120-4333" fmla="*/ 11161288 w 18982931"/>
              <a:gd name="connsiteY1120-4334" fmla="*/ 938454 h 4449429"/>
              <a:gd name="connsiteX1121-4335" fmla="*/ 11177753 w 18982931"/>
              <a:gd name="connsiteY1121-4336" fmla="*/ 983729 h 4449429"/>
              <a:gd name="connsiteX1122-4337" fmla="*/ 11231258 w 18982931"/>
              <a:gd name="connsiteY1122-4338" fmla="*/ 572126 h 4449429"/>
              <a:gd name="connsiteX1123-4339" fmla="*/ 11243610 w 18982931"/>
              <a:gd name="connsiteY1123-4340" fmla="*/ 572126 h 4449429"/>
              <a:gd name="connsiteX1124-4341" fmla="*/ 11284770 w 18982931"/>
              <a:gd name="connsiteY1124-4342" fmla="*/ 946687 h 4449429"/>
              <a:gd name="connsiteX1125-4343" fmla="*/ 11325929 w 18982931"/>
              <a:gd name="connsiteY1125-4344" fmla="*/ 934337 h 4449429"/>
              <a:gd name="connsiteX1126-4345" fmla="*/ 11342394 w 18982931"/>
              <a:gd name="connsiteY1126-4346" fmla="*/ 1061936 h 4449429"/>
              <a:gd name="connsiteX1127-4347" fmla="*/ 11342394 w 18982931"/>
              <a:gd name="connsiteY1127-4348" fmla="*/ 1300666 h 4449429"/>
              <a:gd name="connsiteX1128-4349" fmla="*/ 11358857 w 18982931"/>
              <a:gd name="connsiteY1128-4350" fmla="*/ 2132104 h 4449429"/>
              <a:gd name="connsiteX1129-4351" fmla="*/ 11362976 w 18982931"/>
              <a:gd name="connsiteY1129-4352" fmla="*/ 2165031 h 4449429"/>
              <a:gd name="connsiteX1130-4353" fmla="*/ 11453524 w 18982931"/>
              <a:gd name="connsiteY1130-4354" fmla="*/ 2165031 h 4449429"/>
              <a:gd name="connsiteX1131-4355" fmla="*/ 11457643 w 18982931"/>
              <a:gd name="connsiteY1131-4356" fmla="*/ 2082711 h 4449429"/>
              <a:gd name="connsiteX1132-4357" fmla="*/ 11535845 w 18982931"/>
              <a:gd name="connsiteY1132-4358" fmla="*/ 2078592 h 4449429"/>
              <a:gd name="connsiteX1133-4359" fmla="*/ 11535845 w 18982931"/>
              <a:gd name="connsiteY1133-4360" fmla="*/ 2004505 h 4449429"/>
              <a:gd name="connsiteX1134-4361" fmla="*/ 11548195 w 18982931"/>
              <a:gd name="connsiteY1134-4362" fmla="*/ 1736964 h 4449429"/>
              <a:gd name="connsiteX1135-4363" fmla="*/ 11609938 w 18982931"/>
              <a:gd name="connsiteY1135-4364" fmla="*/ 1609365 h 4449429"/>
              <a:gd name="connsiteX1136-4365" fmla="*/ 11688140 w 18982931"/>
              <a:gd name="connsiteY1136-4366" fmla="*/ 1765774 h 4449429"/>
              <a:gd name="connsiteX1137-4367" fmla="*/ 11688140 w 18982931"/>
              <a:gd name="connsiteY1137-4368" fmla="*/ 2082711 h 4449429"/>
              <a:gd name="connsiteX1138-4369" fmla="*/ 11910406 w 18982931"/>
              <a:gd name="connsiteY1138-4370" fmla="*/ 2148567 h 4449429"/>
              <a:gd name="connsiteX1139-4371" fmla="*/ 11988608 w 18982931"/>
              <a:gd name="connsiteY1139-4372" fmla="*/ 2119754 h 4449429"/>
              <a:gd name="connsiteX1140-4373" fmla="*/ 11991181 w 18982931"/>
              <a:gd name="connsiteY1140-4374" fmla="*/ 2153197 h 4449429"/>
              <a:gd name="connsiteX1141-4375" fmla="*/ 11993908 w 18982931"/>
              <a:gd name="connsiteY1141-4376" fmla="*/ 2158900 h 4449429"/>
              <a:gd name="connsiteX1142-4377" fmla="*/ 11993908 w 18982931"/>
              <a:gd name="connsiteY1142-4378" fmla="*/ 2156799 h 4449429"/>
              <a:gd name="connsiteX1143-4379" fmla="*/ 11998023 w 18982931"/>
              <a:gd name="connsiteY1143-4380" fmla="*/ 2115639 h 4449429"/>
              <a:gd name="connsiteX1144-4381" fmla="*/ 12010373 w 18982931"/>
              <a:gd name="connsiteY1144-4382" fmla="*/ 2115639 h 4449429"/>
              <a:gd name="connsiteX1145-4383" fmla="*/ 12014490 w 18982931"/>
              <a:gd name="connsiteY1145-4384" fmla="*/ 2185614 h 4449429"/>
              <a:gd name="connsiteX1146-4385" fmla="*/ 12055650 w 18982931"/>
              <a:gd name="connsiteY1146-4386" fmla="*/ 2259703 h 4449429"/>
              <a:gd name="connsiteX1147-4387" fmla="*/ 12109157 w 18982931"/>
              <a:gd name="connsiteY1147-4388" fmla="*/ 2267933 h 4449429"/>
              <a:gd name="connsiteX1148-4389" fmla="*/ 12137972 w 18982931"/>
              <a:gd name="connsiteY1148-4390" fmla="*/ 2580753 h 4449429"/>
              <a:gd name="connsiteX1149-4391" fmla="*/ 12150317 w 18982931"/>
              <a:gd name="connsiteY1149-4392" fmla="*/ 2580753 h 4449429"/>
              <a:gd name="connsiteX1150-4393" fmla="*/ 12179132 w 18982931"/>
              <a:gd name="connsiteY1150-4394" fmla="*/ 2411992 h 4449429"/>
              <a:gd name="connsiteX1151-4395" fmla="*/ 12207942 w 18982931"/>
              <a:gd name="connsiteY1151-4396" fmla="*/ 2160917 h 4449429"/>
              <a:gd name="connsiteX1152-4397" fmla="*/ 12216174 w 18982931"/>
              <a:gd name="connsiteY1152-4398" fmla="*/ 2152686 h 4449429"/>
              <a:gd name="connsiteX1153-4399" fmla="*/ 12331423 w 18982931"/>
              <a:gd name="connsiteY1153-4400" fmla="*/ 2152686 h 4449429"/>
              <a:gd name="connsiteX1154-4401" fmla="*/ 12331423 w 18982931"/>
              <a:gd name="connsiteY1154-4402" fmla="*/ 2317327 h 4449429"/>
              <a:gd name="connsiteX1155-4403" fmla="*/ 12496064 w 18982931"/>
              <a:gd name="connsiteY1155-4404" fmla="*/ 2313208 h 4449429"/>
              <a:gd name="connsiteX1156-4405" fmla="*/ 12557802 w 18982931"/>
              <a:gd name="connsiteY1156-4406" fmla="*/ 2210310 h 4449429"/>
              <a:gd name="connsiteX1157-4407" fmla="*/ 12566034 w 18982931"/>
              <a:gd name="connsiteY1157-4408" fmla="*/ 2206191 h 4449429"/>
              <a:gd name="connsiteX1158-4409" fmla="*/ 12598962 w 18982931"/>
              <a:gd name="connsiteY1158-4410" fmla="*/ 2267933 h 4449429"/>
              <a:gd name="connsiteX1159-4411" fmla="*/ 12607194 w 18982931"/>
              <a:gd name="connsiteY1159-4412" fmla="*/ 2263816 h 4449429"/>
              <a:gd name="connsiteX1160-4413" fmla="*/ 12607194 w 18982931"/>
              <a:gd name="connsiteY1160-4414" fmla="*/ 1461193 h 4449429"/>
              <a:gd name="connsiteX1161-4415" fmla="*/ 12677169 w 18982931"/>
              <a:gd name="connsiteY1161-4416" fmla="*/ 1230695 h 4449429"/>
              <a:gd name="connsiteX1162-4417" fmla="*/ 12920017 w 18982931"/>
              <a:gd name="connsiteY1162-4418" fmla="*/ 1230695 h 4449429"/>
              <a:gd name="connsiteX1163-4419" fmla="*/ 12948827 w 18982931"/>
              <a:gd name="connsiteY1163-4420" fmla="*/ 1490003 h 4449429"/>
              <a:gd name="connsiteX1164-4421" fmla="*/ 12948827 w 18982931"/>
              <a:gd name="connsiteY1164-4422" fmla="*/ 1909838 h 4449429"/>
              <a:gd name="connsiteX1165-4423" fmla="*/ 12948827 w 18982931"/>
              <a:gd name="connsiteY1165-4424" fmla="*/ 1975695 h 4449429"/>
              <a:gd name="connsiteX1166-4425" fmla="*/ 12969405 w 18982931"/>
              <a:gd name="connsiteY1166-4426" fmla="*/ 1979812 h 4449429"/>
              <a:gd name="connsiteX1167-4427" fmla="*/ 12989987 w 18982931"/>
              <a:gd name="connsiteY1167-4428" fmla="*/ 1913955 h 4449429"/>
              <a:gd name="connsiteX1168-4429" fmla="*/ 12989987 w 18982931"/>
              <a:gd name="connsiteY1168-4430" fmla="*/ 1469425 h 4449429"/>
              <a:gd name="connsiteX1169-4431" fmla="*/ 13064076 w 18982931"/>
              <a:gd name="connsiteY1169-4432" fmla="*/ 1395336 h 4449429"/>
              <a:gd name="connsiteX1170-4433" fmla="*/ 13146396 w 18982931"/>
              <a:gd name="connsiteY1170-4434" fmla="*/ 1395336 h 4449429"/>
              <a:gd name="connsiteX1171-4435" fmla="*/ 13146396 w 18982931"/>
              <a:gd name="connsiteY1171-4436" fmla="*/ 1111328 h 4449429"/>
              <a:gd name="connsiteX1172-4437" fmla="*/ 13216366 w 18982931"/>
              <a:gd name="connsiteY1172-4438" fmla="*/ 1103096 h 4449429"/>
              <a:gd name="connsiteX1173-4439" fmla="*/ 13228716 w 18982931"/>
              <a:gd name="connsiteY1173-4440" fmla="*/ 1041358 h 4449429"/>
              <a:gd name="connsiteX1174-4441" fmla="*/ 13368662 w 18982931"/>
              <a:gd name="connsiteY1174-4442" fmla="*/ 1041358 h 4449429"/>
              <a:gd name="connsiteX1175-4443" fmla="*/ 13368662 w 18982931"/>
              <a:gd name="connsiteY1175-4444" fmla="*/ 687379 h 4449429"/>
              <a:gd name="connsiteX1176-4445" fmla="*/ 13483911 w 18982931"/>
              <a:gd name="connsiteY1176-4446" fmla="*/ 687379 h 4449429"/>
              <a:gd name="connsiteX1177-4447" fmla="*/ 13483911 w 18982931"/>
              <a:gd name="connsiteY1177-4448" fmla="*/ 617404 h 4449429"/>
              <a:gd name="connsiteX1178-4449" fmla="*/ 13483911 w 18982931"/>
              <a:gd name="connsiteY1178-4450" fmla="*/ 131714 h 4449429"/>
              <a:gd name="connsiteX1179-4451" fmla="*/ 13541534 w 18982931"/>
              <a:gd name="connsiteY1179-4452" fmla="*/ 74089 h 4449429"/>
              <a:gd name="connsiteX1180-4453" fmla="*/ 13685593 w 18982931"/>
              <a:gd name="connsiteY1180-4454" fmla="*/ 74089 h 4449429"/>
              <a:gd name="connsiteX1181-4455" fmla="*/ 13730872 w 18982931"/>
              <a:gd name="connsiteY1181-4456" fmla="*/ 49392 h 4449429"/>
              <a:gd name="connsiteX1182-4457" fmla="*/ 13739104 w 18982931"/>
              <a:gd name="connsiteY1182-4458" fmla="*/ 0 h 4449429"/>
              <a:gd name="connsiteX0-4459" fmla="*/ 16404499 w 18982931"/>
              <a:gd name="connsiteY0-4460" fmla="*/ 4309270 h 4449429"/>
              <a:gd name="connsiteX1-4461" fmla="*/ 16404499 w 18982931"/>
              <a:gd name="connsiteY1-4462" fmla="*/ 4366104 h 4449429"/>
              <a:gd name="connsiteX2-4463" fmla="*/ 16461332 w 18982931"/>
              <a:gd name="connsiteY2-4464" fmla="*/ 4366104 h 4449429"/>
              <a:gd name="connsiteX3-4465" fmla="*/ 16461332 w 18982931"/>
              <a:gd name="connsiteY3-4466" fmla="*/ 4309270 h 4449429"/>
              <a:gd name="connsiteX4-4467" fmla="*/ 16404499 w 18982931"/>
              <a:gd name="connsiteY4-4468" fmla="*/ 4309270 h 4449429"/>
              <a:gd name="connsiteX5-4469" fmla="*/ 16292444 w 18982931"/>
              <a:gd name="connsiteY5-4470" fmla="*/ 4309270 h 4449429"/>
              <a:gd name="connsiteX6-4471" fmla="*/ 16292444 w 18982931"/>
              <a:gd name="connsiteY6-4472" fmla="*/ 4366104 h 4449429"/>
              <a:gd name="connsiteX7-4473" fmla="*/ 16349278 w 18982931"/>
              <a:gd name="connsiteY7-4474" fmla="*/ 4366104 h 4449429"/>
              <a:gd name="connsiteX8-4475" fmla="*/ 16349278 w 18982931"/>
              <a:gd name="connsiteY8-4476" fmla="*/ 4309270 h 4449429"/>
              <a:gd name="connsiteX9-4477" fmla="*/ 16292444 w 18982931"/>
              <a:gd name="connsiteY9-4478" fmla="*/ 4309270 h 4449429"/>
              <a:gd name="connsiteX10-4479" fmla="*/ 16180390 w 18982931"/>
              <a:gd name="connsiteY10-4480" fmla="*/ 4309270 h 4449429"/>
              <a:gd name="connsiteX11-4481" fmla="*/ 16180390 w 18982931"/>
              <a:gd name="connsiteY11-4482" fmla="*/ 4366104 h 4449429"/>
              <a:gd name="connsiteX12-4483" fmla="*/ 16237224 w 18982931"/>
              <a:gd name="connsiteY12-4484" fmla="*/ 4366104 h 4449429"/>
              <a:gd name="connsiteX13-4485" fmla="*/ 16237224 w 18982931"/>
              <a:gd name="connsiteY13-4486" fmla="*/ 4309270 h 4449429"/>
              <a:gd name="connsiteX14-4487" fmla="*/ 16180390 w 18982931"/>
              <a:gd name="connsiteY14-4488" fmla="*/ 4309270 h 4449429"/>
              <a:gd name="connsiteX15-4489" fmla="*/ 2813944 w 18982931"/>
              <a:gd name="connsiteY15-4490" fmla="*/ 4309269 h 4449429"/>
              <a:gd name="connsiteX16-4491" fmla="*/ 2813944 w 18982931"/>
              <a:gd name="connsiteY16-4492" fmla="*/ 4366102 h 4449429"/>
              <a:gd name="connsiteX17-4493" fmla="*/ 2870780 w 18982931"/>
              <a:gd name="connsiteY17-4494" fmla="*/ 4366102 h 4449429"/>
              <a:gd name="connsiteX18-4495" fmla="*/ 2870780 w 18982931"/>
              <a:gd name="connsiteY18-4496" fmla="*/ 4309269 h 4449429"/>
              <a:gd name="connsiteX19-4497" fmla="*/ 2813944 w 18982931"/>
              <a:gd name="connsiteY19-4498" fmla="*/ 4309269 h 4449429"/>
              <a:gd name="connsiteX20-4499" fmla="*/ 2701890 w 18982931"/>
              <a:gd name="connsiteY20-4500" fmla="*/ 4309269 h 4449429"/>
              <a:gd name="connsiteX21-4501" fmla="*/ 2701890 w 18982931"/>
              <a:gd name="connsiteY21-4502" fmla="*/ 4366102 h 4449429"/>
              <a:gd name="connsiteX22-4503" fmla="*/ 2758723 w 18982931"/>
              <a:gd name="connsiteY22-4504" fmla="*/ 4366102 h 4449429"/>
              <a:gd name="connsiteX23-4505" fmla="*/ 2758723 w 18982931"/>
              <a:gd name="connsiteY23-4506" fmla="*/ 4309269 h 4449429"/>
              <a:gd name="connsiteX24-4507" fmla="*/ 2701890 w 18982931"/>
              <a:gd name="connsiteY24-4508" fmla="*/ 4309269 h 4449429"/>
              <a:gd name="connsiteX25-4509" fmla="*/ 2589843 w 18982931"/>
              <a:gd name="connsiteY25-4510" fmla="*/ 4309269 h 4449429"/>
              <a:gd name="connsiteX26-4511" fmla="*/ 2589843 w 18982931"/>
              <a:gd name="connsiteY26-4512" fmla="*/ 4366102 h 4449429"/>
              <a:gd name="connsiteX27-4513" fmla="*/ 2646669 w 18982931"/>
              <a:gd name="connsiteY27-4514" fmla="*/ 4366102 h 4449429"/>
              <a:gd name="connsiteX28-4515" fmla="*/ 2646669 w 18982931"/>
              <a:gd name="connsiteY28-4516" fmla="*/ 4309269 h 4449429"/>
              <a:gd name="connsiteX29-4517" fmla="*/ 2589843 w 18982931"/>
              <a:gd name="connsiteY29-4518" fmla="*/ 4309269 h 4449429"/>
              <a:gd name="connsiteX30-4519" fmla="*/ 16404499 w 18982931"/>
              <a:gd name="connsiteY30-4520" fmla="*/ 4163982 h 4449429"/>
              <a:gd name="connsiteX31-4521" fmla="*/ 16404499 w 18982931"/>
              <a:gd name="connsiteY31-4522" fmla="*/ 4220816 h 4449429"/>
              <a:gd name="connsiteX32-4523" fmla="*/ 16461332 w 18982931"/>
              <a:gd name="connsiteY32-4524" fmla="*/ 4220816 h 4449429"/>
              <a:gd name="connsiteX33-4525" fmla="*/ 16461332 w 18982931"/>
              <a:gd name="connsiteY33-4526" fmla="*/ 4163982 h 4449429"/>
              <a:gd name="connsiteX34-4527" fmla="*/ 16404499 w 18982931"/>
              <a:gd name="connsiteY34-4528" fmla="*/ 4163982 h 4449429"/>
              <a:gd name="connsiteX35-4529" fmla="*/ 16292444 w 18982931"/>
              <a:gd name="connsiteY35-4530" fmla="*/ 4163982 h 4449429"/>
              <a:gd name="connsiteX36-4531" fmla="*/ 16292444 w 18982931"/>
              <a:gd name="connsiteY36-4532" fmla="*/ 4220816 h 4449429"/>
              <a:gd name="connsiteX37-4533" fmla="*/ 16349278 w 18982931"/>
              <a:gd name="connsiteY37-4534" fmla="*/ 4220816 h 4449429"/>
              <a:gd name="connsiteX38-4535" fmla="*/ 16349278 w 18982931"/>
              <a:gd name="connsiteY38-4536" fmla="*/ 4163982 h 4449429"/>
              <a:gd name="connsiteX39-4537" fmla="*/ 16292444 w 18982931"/>
              <a:gd name="connsiteY39-4538" fmla="*/ 4163982 h 4449429"/>
              <a:gd name="connsiteX40-4539" fmla="*/ 16180390 w 18982931"/>
              <a:gd name="connsiteY40-4540" fmla="*/ 4163982 h 4449429"/>
              <a:gd name="connsiteX41-4541" fmla="*/ 16180390 w 18982931"/>
              <a:gd name="connsiteY41-4542" fmla="*/ 4220816 h 4449429"/>
              <a:gd name="connsiteX42-4543" fmla="*/ 16237224 w 18982931"/>
              <a:gd name="connsiteY42-4544" fmla="*/ 4220816 h 4449429"/>
              <a:gd name="connsiteX43-4545" fmla="*/ 16237224 w 18982931"/>
              <a:gd name="connsiteY43-4546" fmla="*/ 4163982 h 4449429"/>
              <a:gd name="connsiteX44-4547" fmla="*/ 16180390 w 18982931"/>
              <a:gd name="connsiteY44-4548" fmla="*/ 4163982 h 4449429"/>
              <a:gd name="connsiteX45-4549" fmla="*/ 2813944 w 18982931"/>
              <a:gd name="connsiteY45-4550" fmla="*/ 4163981 h 4449429"/>
              <a:gd name="connsiteX46-4551" fmla="*/ 2813944 w 18982931"/>
              <a:gd name="connsiteY46-4552" fmla="*/ 4220814 h 4449429"/>
              <a:gd name="connsiteX47-4553" fmla="*/ 2870780 w 18982931"/>
              <a:gd name="connsiteY47-4554" fmla="*/ 4220814 h 4449429"/>
              <a:gd name="connsiteX48-4555" fmla="*/ 2870780 w 18982931"/>
              <a:gd name="connsiteY48-4556" fmla="*/ 4163981 h 4449429"/>
              <a:gd name="connsiteX49-4557" fmla="*/ 2813944 w 18982931"/>
              <a:gd name="connsiteY49-4558" fmla="*/ 4163981 h 4449429"/>
              <a:gd name="connsiteX50-4559" fmla="*/ 2701890 w 18982931"/>
              <a:gd name="connsiteY50-4560" fmla="*/ 4163981 h 4449429"/>
              <a:gd name="connsiteX51-4561" fmla="*/ 2701890 w 18982931"/>
              <a:gd name="connsiteY51-4562" fmla="*/ 4220814 h 4449429"/>
              <a:gd name="connsiteX52-4563" fmla="*/ 2758723 w 18982931"/>
              <a:gd name="connsiteY52-4564" fmla="*/ 4220814 h 4449429"/>
              <a:gd name="connsiteX53-4565" fmla="*/ 2758723 w 18982931"/>
              <a:gd name="connsiteY53-4566" fmla="*/ 4163981 h 4449429"/>
              <a:gd name="connsiteX54-4567" fmla="*/ 2701890 w 18982931"/>
              <a:gd name="connsiteY54-4568" fmla="*/ 4163981 h 4449429"/>
              <a:gd name="connsiteX55-4569" fmla="*/ 2589843 w 18982931"/>
              <a:gd name="connsiteY55-4570" fmla="*/ 4163981 h 4449429"/>
              <a:gd name="connsiteX56-4571" fmla="*/ 2589843 w 18982931"/>
              <a:gd name="connsiteY56-4572" fmla="*/ 4220814 h 4449429"/>
              <a:gd name="connsiteX57-4573" fmla="*/ 2646669 w 18982931"/>
              <a:gd name="connsiteY57-4574" fmla="*/ 4220814 h 4449429"/>
              <a:gd name="connsiteX58-4575" fmla="*/ 2646669 w 18982931"/>
              <a:gd name="connsiteY58-4576" fmla="*/ 4163981 h 4449429"/>
              <a:gd name="connsiteX59-4577" fmla="*/ 2589843 w 18982931"/>
              <a:gd name="connsiteY59-4578" fmla="*/ 4163981 h 4449429"/>
              <a:gd name="connsiteX60-4579" fmla="*/ 9851983 w 18982931"/>
              <a:gd name="connsiteY60-4580" fmla="*/ 4073253 h 4449429"/>
              <a:gd name="connsiteX61-4581" fmla="*/ 9851983 w 18982931"/>
              <a:gd name="connsiteY61-4582" fmla="*/ 4282100 h 4449429"/>
              <a:gd name="connsiteX62-4583" fmla="*/ 9897683 w 18982931"/>
              <a:gd name="connsiteY62-4584" fmla="*/ 4282100 h 4449429"/>
              <a:gd name="connsiteX63-4585" fmla="*/ 9897683 w 18982931"/>
              <a:gd name="connsiteY63-4586" fmla="*/ 4073253 h 4449429"/>
              <a:gd name="connsiteX64-4587" fmla="*/ 9851983 w 18982931"/>
              <a:gd name="connsiteY64-4588" fmla="*/ 4073253 h 4449429"/>
              <a:gd name="connsiteX65-4589" fmla="*/ 9760354 w 18982931"/>
              <a:gd name="connsiteY65-4590" fmla="*/ 4073253 h 4449429"/>
              <a:gd name="connsiteX66-4591" fmla="*/ 9760354 w 18982931"/>
              <a:gd name="connsiteY66-4592" fmla="*/ 4282100 h 4449429"/>
              <a:gd name="connsiteX67-4593" fmla="*/ 9806054 w 18982931"/>
              <a:gd name="connsiteY67-4594" fmla="*/ 4282100 h 4449429"/>
              <a:gd name="connsiteX68-4595" fmla="*/ 9806054 w 18982931"/>
              <a:gd name="connsiteY68-4596" fmla="*/ 4073253 h 4449429"/>
              <a:gd name="connsiteX69-4597" fmla="*/ 9760354 w 18982931"/>
              <a:gd name="connsiteY69-4598" fmla="*/ 4073253 h 4449429"/>
              <a:gd name="connsiteX70-4599" fmla="*/ 9668723 w 18982931"/>
              <a:gd name="connsiteY70-4600" fmla="*/ 4073253 h 4449429"/>
              <a:gd name="connsiteX71-4601" fmla="*/ 9668723 w 18982931"/>
              <a:gd name="connsiteY71-4602" fmla="*/ 4282100 h 4449429"/>
              <a:gd name="connsiteX72-4603" fmla="*/ 9714423 w 18982931"/>
              <a:gd name="connsiteY72-4604" fmla="*/ 4282100 h 4449429"/>
              <a:gd name="connsiteX73-4605" fmla="*/ 9714423 w 18982931"/>
              <a:gd name="connsiteY73-4606" fmla="*/ 4073253 h 4449429"/>
              <a:gd name="connsiteX74-4607" fmla="*/ 9668723 w 18982931"/>
              <a:gd name="connsiteY74-4608" fmla="*/ 4073253 h 4449429"/>
              <a:gd name="connsiteX75-4609" fmla="*/ 9577094 w 18982931"/>
              <a:gd name="connsiteY75-4610" fmla="*/ 4073253 h 4449429"/>
              <a:gd name="connsiteX76-4611" fmla="*/ 9577094 w 18982931"/>
              <a:gd name="connsiteY76-4612" fmla="*/ 4282100 h 4449429"/>
              <a:gd name="connsiteX77-4613" fmla="*/ 9622794 w 18982931"/>
              <a:gd name="connsiteY77-4614" fmla="*/ 4282100 h 4449429"/>
              <a:gd name="connsiteX78-4615" fmla="*/ 9622794 w 18982931"/>
              <a:gd name="connsiteY78-4616" fmla="*/ 4073253 h 4449429"/>
              <a:gd name="connsiteX79-4617" fmla="*/ 9577094 w 18982931"/>
              <a:gd name="connsiteY79-4618" fmla="*/ 4073253 h 4449429"/>
              <a:gd name="connsiteX80-4619" fmla="*/ 9485470 w 18982931"/>
              <a:gd name="connsiteY80-4620" fmla="*/ 4073253 h 4449429"/>
              <a:gd name="connsiteX81-4621" fmla="*/ 9485470 w 18982931"/>
              <a:gd name="connsiteY81-4622" fmla="*/ 4282100 h 4449429"/>
              <a:gd name="connsiteX82-4623" fmla="*/ 9531165 w 18982931"/>
              <a:gd name="connsiteY82-4624" fmla="*/ 4282100 h 4449429"/>
              <a:gd name="connsiteX83-4625" fmla="*/ 9531165 w 18982931"/>
              <a:gd name="connsiteY83-4626" fmla="*/ 4073253 h 4449429"/>
              <a:gd name="connsiteX84-4627" fmla="*/ 9485470 w 18982931"/>
              <a:gd name="connsiteY84-4628" fmla="*/ 4073253 h 4449429"/>
              <a:gd name="connsiteX85-4629" fmla="*/ 9393836 w 18982931"/>
              <a:gd name="connsiteY85-4630" fmla="*/ 4073253 h 4449429"/>
              <a:gd name="connsiteX86-4631" fmla="*/ 9393836 w 18982931"/>
              <a:gd name="connsiteY86-4632" fmla="*/ 4282100 h 4449429"/>
              <a:gd name="connsiteX87-4633" fmla="*/ 9439536 w 18982931"/>
              <a:gd name="connsiteY87-4634" fmla="*/ 4282100 h 4449429"/>
              <a:gd name="connsiteX88-4635" fmla="*/ 9439536 w 18982931"/>
              <a:gd name="connsiteY88-4636" fmla="*/ 4073253 h 4449429"/>
              <a:gd name="connsiteX89-4637" fmla="*/ 9393836 w 18982931"/>
              <a:gd name="connsiteY89-4638" fmla="*/ 4073253 h 4449429"/>
              <a:gd name="connsiteX90-4639" fmla="*/ 9302203 w 18982931"/>
              <a:gd name="connsiteY90-4640" fmla="*/ 4073253 h 4449429"/>
              <a:gd name="connsiteX91-4641" fmla="*/ 9302203 w 18982931"/>
              <a:gd name="connsiteY91-4642" fmla="*/ 4282100 h 4449429"/>
              <a:gd name="connsiteX92-4643" fmla="*/ 9347904 w 18982931"/>
              <a:gd name="connsiteY92-4644" fmla="*/ 4282100 h 4449429"/>
              <a:gd name="connsiteX93-4645" fmla="*/ 9347904 w 18982931"/>
              <a:gd name="connsiteY93-4646" fmla="*/ 4073253 h 4449429"/>
              <a:gd name="connsiteX94-4647" fmla="*/ 9302203 w 18982931"/>
              <a:gd name="connsiteY94-4648" fmla="*/ 4073253 h 4449429"/>
              <a:gd name="connsiteX95-4649" fmla="*/ 16404499 w 18982931"/>
              <a:gd name="connsiteY95-4650" fmla="*/ 4018694 h 4449429"/>
              <a:gd name="connsiteX96-4651" fmla="*/ 16404499 w 18982931"/>
              <a:gd name="connsiteY96-4652" fmla="*/ 4075528 h 4449429"/>
              <a:gd name="connsiteX97-4653" fmla="*/ 16461332 w 18982931"/>
              <a:gd name="connsiteY97-4654" fmla="*/ 4075528 h 4449429"/>
              <a:gd name="connsiteX98-4655" fmla="*/ 16461332 w 18982931"/>
              <a:gd name="connsiteY98-4656" fmla="*/ 4018694 h 4449429"/>
              <a:gd name="connsiteX99-4657" fmla="*/ 16404499 w 18982931"/>
              <a:gd name="connsiteY99-4658" fmla="*/ 4018694 h 4449429"/>
              <a:gd name="connsiteX100-4659" fmla="*/ 16292444 w 18982931"/>
              <a:gd name="connsiteY100-4660" fmla="*/ 4018694 h 4449429"/>
              <a:gd name="connsiteX101-4661" fmla="*/ 16292444 w 18982931"/>
              <a:gd name="connsiteY101-4662" fmla="*/ 4075528 h 4449429"/>
              <a:gd name="connsiteX102-4663" fmla="*/ 16349278 w 18982931"/>
              <a:gd name="connsiteY102-4664" fmla="*/ 4075528 h 4449429"/>
              <a:gd name="connsiteX103-4665" fmla="*/ 16349278 w 18982931"/>
              <a:gd name="connsiteY103-4666" fmla="*/ 4018694 h 4449429"/>
              <a:gd name="connsiteX104-4667" fmla="*/ 16292444 w 18982931"/>
              <a:gd name="connsiteY104-4668" fmla="*/ 4018694 h 4449429"/>
              <a:gd name="connsiteX105-4669" fmla="*/ 16180390 w 18982931"/>
              <a:gd name="connsiteY105-4670" fmla="*/ 4018694 h 4449429"/>
              <a:gd name="connsiteX106-4671" fmla="*/ 16180390 w 18982931"/>
              <a:gd name="connsiteY106-4672" fmla="*/ 4075528 h 4449429"/>
              <a:gd name="connsiteX107-4673" fmla="*/ 16237224 w 18982931"/>
              <a:gd name="connsiteY107-4674" fmla="*/ 4075528 h 4449429"/>
              <a:gd name="connsiteX108-4675" fmla="*/ 16237224 w 18982931"/>
              <a:gd name="connsiteY108-4676" fmla="*/ 4018694 h 4449429"/>
              <a:gd name="connsiteX109-4677" fmla="*/ 16180390 w 18982931"/>
              <a:gd name="connsiteY109-4678" fmla="*/ 4018694 h 4449429"/>
              <a:gd name="connsiteX110-4679" fmla="*/ 2813944 w 18982931"/>
              <a:gd name="connsiteY110-4680" fmla="*/ 4018692 h 4449429"/>
              <a:gd name="connsiteX111-4681" fmla="*/ 2813944 w 18982931"/>
              <a:gd name="connsiteY111-4682" fmla="*/ 4075526 h 4449429"/>
              <a:gd name="connsiteX112-4683" fmla="*/ 2870780 w 18982931"/>
              <a:gd name="connsiteY112-4684" fmla="*/ 4075526 h 4449429"/>
              <a:gd name="connsiteX113-4685" fmla="*/ 2870780 w 18982931"/>
              <a:gd name="connsiteY113-4686" fmla="*/ 4018692 h 4449429"/>
              <a:gd name="connsiteX114-4687" fmla="*/ 2813944 w 18982931"/>
              <a:gd name="connsiteY114-4688" fmla="*/ 4018692 h 4449429"/>
              <a:gd name="connsiteX115-4689" fmla="*/ 2701890 w 18982931"/>
              <a:gd name="connsiteY115-4690" fmla="*/ 4018692 h 4449429"/>
              <a:gd name="connsiteX116-4691" fmla="*/ 2701890 w 18982931"/>
              <a:gd name="connsiteY116-4692" fmla="*/ 4075526 h 4449429"/>
              <a:gd name="connsiteX117-4693" fmla="*/ 2758723 w 18982931"/>
              <a:gd name="connsiteY117-4694" fmla="*/ 4075526 h 4449429"/>
              <a:gd name="connsiteX118-4695" fmla="*/ 2758723 w 18982931"/>
              <a:gd name="connsiteY118-4696" fmla="*/ 4018692 h 4449429"/>
              <a:gd name="connsiteX119-4697" fmla="*/ 2701890 w 18982931"/>
              <a:gd name="connsiteY119-4698" fmla="*/ 4018692 h 4449429"/>
              <a:gd name="connsiteX120-4699" fmla="*/ 2589843 w 18982931"/>
              <a:gd name="connsiteY120-4700" fmla="*/ 4018692 h 4449429"/>
              <a:gd name="connsiteX121-4701" fmla="*/ 2589843 w 18982931"/>
              <a:gd name="connsiteY121-4702" fmla="*/ 4075526 h 4449429"/>
              <a:gd name="connsiteX122-4703" fmla="*/ 2646669 w 18982931"/>
              <a:gd name="connsiteY122-4704" fmla="*/ 4075526 h 4449429"/>
              <a:gd name="connsiteX123-4705" fmla="*/ 2646669 w 18982931"/>
              <a:gd name="connsiteY123-4706" fmla="*/ 4018692 h 4449429"/>
              <a:gd name="connsiteX124-4707" fmla="*/ 2589843 w 18982931"/>
              <a:gd name="connsiteY124-4708" fmla="*/ 4018692 h 4449429"/>
              <a:gd name="connsiteX125-4709" fmla="*/ 16404499 w 18982931"/>
              <a:gd name="connsiteY125-4710" fmla="*/ 3873406 h 4449429"/>
              <a:gd name="connsiteX126-4711" fmla="*/ 16404499 w 18982931"/>
              <a:gd name="connsiteY126-4712" fmla="*/ 3930240 h 4449429"/>
              <a:gd name="connsiteX127-4713" fmla="*/ 16461332 w 18982931"/>
              <a:gd name="connsiteY127-4714" fmla="*/ 3930240 h 4449429"/>
              <a:gd name="connsiteX128-4715" fmla="*/ 16461332 w 18982931"/>
              <a:gd name="connsiteY128-4716" fmla="*/ 3873406 h 4449429"/>
              <a:gd name="connsiteX129-4717" fmla="*/ 16404499 w 18982931"/>
              <a:gd name="connsiteY129-4718" fmla="*/ 3873406 h 4449429"/>
              <a:gd name="connsiteX130-4719" fmla="*/ 16292444 w 18982931"/>
              <a:gd name="connsiteY130-4720" fmla="*/ 3873406 h 4449429"/>
              <a:gd name="connsiteX131-4721" fmla="*/ 16292444 w 18982931"/>
              <a:gd name="connsiteY131-4722" fmla="*/ 3930240 h 4449429"/>
              <a:gd name="connsiteX132-4723" fmla="*/ 16349278 w 18982931"/>
              <a:gd name="connsiteY132-4724" fmla="*/ 3930240 h 4449429"/>
              <a:gd name="connsiteX133-4725" fmla="*/ 16349278 w 18982931"/>
              <a:gd name="connsiteY133-4726" fmla="*/ 3873406 h 4449429"/>
              <a:gd name="connsiteX134-4727" fmla="*/ 16292444 w 18982931"/>
              <a:gd name="connsiteY134-4728" fmla="*/ 3873406 h 4449429"/>
              <a:gd name="connsiteX135-4729" fmla="*/ 16180390 w 18982931"/>
              <a:gd name="connsiteY135-4730" fmla="*/ 3873406 h 4449429"/>
              <a:gd name="connsiteX136-4731" fmla="*/ 16180390 w 18982931"/>
              <a:gd name="connsiteY136-4732" fmla="*/ 3930240 h 4449429"/>
              <a:gd name="connsiteX137-4733" fmla="*/ 16237224 w 18982931"/>
              <a:gd name="connsiteY137-4734" fmla="*/ 3930240 h 4449429"/>
              <a:gd name="connsiteX138-4735" fmla="*/ 16237224 w 18982931"/>
              <a:gd name="connsiteY138-4736" fmla="*/ 3873406 h 4449429"/>
              <a:gd name="connsiteX139-4737" fmla="*/ 16180390 w 18982931"/>
              <a:gd name="connsiteY139-4738" fmla="*/ 3873406 h 4449429"/>
              <a:gd name="connsiteX140-4739" fmla="*/ 2813944 w 18982931"/>
              <a:gd name="connsiteY140-4740" fmla="*/ 3873404 h 4449429"/>
              <a:gd name="connsiteX141-4741" fmla="*/ 2813944 w 18982931"/>
              <a:gd name="connsiteY141-4742" fmla="*/ 3930238 h 4449429"/>
              <a:gd name="connsiteX142-4743" fmla="*/ 2870780 w 18982931"/>
              <a:gd name="connsiteY142-4744" fmla="*/ 3930238 h 4449429"/>
              <a:gd name="connsiteX143-4745" fmla="*/ 2870780 w 18982931"/>
              <a:gd name="connsiteY143-4746" fmla="*/ 3873404 h 4449429"/>
              <a:gd name="connsiteX144-4747" fmla="*/ 2813944 w 18982931"/>
              <a:gd name="connsiteY144-4748" fmla="*/ 3873404 h 4449429"/>
              <a:gd name="connsiteX145-4749" fmla="*/ 2701890 w 18982931"/>
              <a:gd name="connsiteY145-4750" fmla="*/ 3873404 h 4449429"/>
              <a:gd name="connsiteX146-4751" fmla="*/ 2701890 w 18982931"/>
              <a:gd name="connsiteY146-4752" fmla="*/ 3930238 h 4449429"/>
              <a:gd name="connsiteX147-4753" fmla="*/ 2758723 w 18982931"/>
              <a:gd name="connsiteY147-4754" fmla="*/ 3930238 h 4449429"/>
              <a:gd name="connsiteX148-4755" fmla="*/ 2758723 w 18982931"/>
              <a:gd name="connsiteY148-4756" fmla="*/ 3873404 h 4449429"/>
              <a:gd name="connsiteX149-4757" fmla="*/ 2701890 w 18982931"/>
              <a:gd name="connsiteY149-4758" fmla="*/ 3873404 h 4449429"/>
              <a:gd name="connsiteX150-4759" fmla="*/ 2589843 w 18982931"/>
              <a:gd name="connsiteY150-4760" fmla="*/ 3873404 h 4449429"/>
              <a:gd name="connsiteX151-4761" fmla="*/ 2589843 w 18982931"/>
              <a:gd name="connsiteY151-4762" fmla="*/ 3930238 h 4449429"/>
              <a:gd name="connsiteX152-4763" fmla="*/ 2646669 w 18982931"/>
              <a:gd name="connsiteY152-4764" fmla="*/ 3930238 h 4449429"/>
              <a:gd name="connsiteX153-4765" fmla="*/ 2646669 w 18982931"/>
              <a:gd name="connsiteY153-4766" fmla="*/ 3873404 h 4449429"/>
              <a:gd name="connsiteX154-4767" fmla="*/ 2589843 w 18982931"/>
              <a:gd name="connsiteY154-4768" fmla="*/ 3873404 h 4449429"/>
              <a:gd name="connsiteX155-4769" fmla="*/ 17351339 w 18982931"/>
              <a:gd name="connsiteY155-4770" fmla="*/ 3769299 h 4449429"/>
              <a:gd name="connsiteX156-4771" fmla="*/ 17351339 w 18982931"/>
              <a:gd name="connsiteY156-4772" fmla="*/ 3815000 h 4449429"/>
              <a:gd name="connsiteX157-4773" fmla="*/ 17560187 w 18982931"/>
              <a:gd name="connsiteY157-4774" fmla="*/ 3815000 h 4449429"/>
              <a:gd name="connsiteX158-4775" fmla="*/ 17560187 w 18982931"/>
              <a:gd name="connsiteY158-4776" fmla="*/ 3769299 h 4449429"/>
              <a:gd name="connsiteX159-4777" fmla="*/ 17351339 w 18982931"/>
              <a:gd name="connsiteY159-4778" fmla="*/ 3769299 h 4449429"/>
              <a:gd name="connsiteX160-4779" fmla="*/ 16404499 w 18982931"/>
              <a:gd name="connsiteY160-4780" fmla="*/ 3728118 h 4449429"/>
              <a:gd name="connsiteX161-4781" fmla="*/ 16404499 w 18982931"/>
              <a:gd name="connsiteY161-4782" fmla="*/ 3784951 h 4449429"/>
              <a:gd name="connsiteX162-4783" fmla="*/ 16461332 w 18982931"/>
              <a:gd name="connsiteY162-4784" fmla="*/ 3784951 h 4449429"/>
              <a:gd name="connsiteX163-4785" fmla="*/ 16461332 w 18982931"/>
              <a:gd name="connsiteY163-4786" fmla="*/ 3728118 h 4449429"/>
              <a:gd name="connsiteX164-4787" fmla="*/ 16404499 w 18982931"/>
              <a:gd name="connsiteY164-4788" fmla="*/ 3728118 h 4449429"/>
              <a:gd name="connsiteX165-4789" fmla="*/ 16292444 w 18982931"/>
              <a:gd name="connsiteY165-4790" fmla="*/ 3728118 h 4449429"/>
              <a:gd name="connsiteX166-4791" fmla="*/ 16292444 w 18982931"/>
              <a:gd name="connsiteY166-4792" fmla="*/ 3784951 h 4449429"/>
              <a:gd name="connsiteX167-4793" fmla="*/ 16349278 w 18982931"/>
              <a:gd name="connsiteY167-4794" fmla="*/ 3784951 h 4449429"/>
              <a:gd name="connsiteX168-4795" fmla="*/ 16349278 w 18982931"/>
              <a:gd name="connsiteY168-4796" fmla="*/ 3728118 h 4449429"/>
              <a:gd name="connsiteX169-4797" fmla="*/ 16292444 w 18982931"/>
              <a:gd name="connsiteY169-4798" fmla="*/ 3728118 h 4449429"/>
              <a:gd name="connsiteX170-4799" fmla="*/ 16180390 w 18982931"/>
              <a:gd name="connsiteY170-4800" fmla="*/ 3728118 h 4449429"/>
              <a:gd name="connsiteX171-4801" fmla="*/ 16180390 w 18982931"/>
              <a:gd name="connsiteY171-4802" fmla="*/ 3784951 h 4449429"/>
              <a:gd name="connsiteX172-4803" fmla="*/ 16237224 w 18982931"/>
              <a:gd name="connsiteY172-4804" fmla="*/ 3784951 h 4449429"/>
              <a:gd name="connsiteX173-4805" fmla="*/ 16237224 w 18982931"/>
              <a:gd name="connsiteY173-4806" fmla="*/ 3728118 h 4449429"/>
              <a:gd name="connsiteX174-4807" fmla="*/ 16180390 w 18982931"/>
              <a:gd name="connsiteY174-4808" fmla="*/ 3728118 h 4449429"/>
              <a:gd name="connsiteX175-4809" fmla="*/ 2813944 w 18982931"/>
              <a:gd name="connsiteY175-4810" fmla="*/ 3728116 h 4449429"/>
              <a:gd name="connsiteX176-4811" fmla="*/ 2813944 w 18982931"/>
              <a:gd name="connsiteY176-4812" fmla="*/ 3784950 h 4449429"/>
              <a:gd name="connsiteX177-4813" fmla="*/ 2870780 w 18982931"/>
              <a:gd name="connsiteY177-4814" fmla="*/ 3784950 h 4449429"/>
              <a:gd name="connsiteX178-4815" fmla="*/ 2870780 w 18982931"/>
              <a:gd name="connsiteY178-4816" fmla="*/ 3728116 h 4449429"/>
              <a:gd name="connsiteX179-4817" fmla="*/ 2813944 w 18982931"/>
              <a:gd name="connsiteY179-4818" fmla="*/ 3728116 h 4449429"/>
              <a:gd name="connsiteX180-4819" fmla="*/ 2701891 w 18982931"/>
              <a:gd name="connsiteY180-4820" fmla="*/ 3728116 h 4449429"/>
              <a:gd name="connsiteX181-4821" fmla="*/ 2701891 w 18982931"/>
              <a:gd name="connsiteY181-4822" fmla="*/ 3784950 h 4449429"/>
              <a:gd name="connsiteX182-4823" fmla="*/ 2758730 w 18982931"/>
              <a:gd name="connsiteY182-4824" fmla="*/ 3784950 h 4449429"/>
              <a:gd name="connsiteX183-4825" fmla="*/ 2758730 w 18982931"/>
              <a:gd name="connsiteY183-4826" fmla="*/ 3728116 h 4449429"/>
              <a:gd name="connsiteX184-4827" fmla="*/ 2701891 w 18982931"/>
              <a:gd name="connsiteY184-4828" fmla="*/ 3728116 h 4449429"/>
              <a:gd name="connsiteX185-4829" fmla="*/ 2589845 w 18982931"/>
              <a:gd name="connsiteY185-4830" fmla="*/ 3728116 h 4449429"/>
              <a:gd name="connsiteX186-4831" fmla="*/ 2589845 w 18982931"/>
              <a:gd name="connsiteY186-4832" fmla="*/ 3784950 h 4449429"/>
              <a:gd name="connsiteX187-4833" fmla="*/ 2646671 w 18982931"/>
              <a:gd name="connsiteY187-4834" fmla="*/ 3784950 h 4449429"/>
              <a:gd name="connsiteX188-4835" fmla="*/ 2646671 w 18982931"/>
              <a:gd name="connsiteY188-4836" fmla="*/ 3728116 h 4449429"/>
              <a:gd name="connsiteX189-4837" fmla="*/ 2589845 w 18982931"/>
              <a:gd name="connsiteY189-4838" fmla="*/ 3728116 h 4449429"/>
              <a:gd name="connsiteX190-4839" fmla="*/ 17351339 w 18982931"/>
              <a:gd name="connsiteY190-4840" fmla="*/ 3677667 h 4449429"/>
              <a:gd name="connsiteX191-4841" fmla="*/ 17351339 w 18982931"/>
              <a:gd name="connsiteY191-4842" fmla="*/ 3723368 h 4449429"/>
              <a:gd name="connsiteX192-4843" fmla="*/ 17560187 w 18982931"/>
              <a:gd name="connsiteY192-4844" fmla="*/ 3723368 h 4449429"/>
              <a:gd name="connsiteX193-4845" fmla="*/ 17560187 w 18982931"/>
              <a:gd name="connsiteY193-4846" fmla="*/ 3677667 h 4449429"/>
              <a:gd name="connsiteX194-4847" fmla="*/ 17351339 w 18982931"/>
              <a:gd name="connsiteY194-4848" fmla="*/ 3677667 h 4449429"/>
              <a:gd name="connsiteX195-4849" fmla="*/ 12612246 w 18982931"/>
              <a:gd name="connsiteY195-4850" fmla="*/ 3645952 h 4449429"/>
              <a:gd name="connsiteX196-4851" fmla="*/ 12612246 w 18982931"/>
              <a:gd name="connsiteY196-4852" fmla="*/ 3702785 h 4449429"/>
              <a:gd name="connsiteX197-4853" fmla="*/ 12669079 w 18982931"/>
              <a:gd name="connsiteY197-4854" fmla="*/ 3702785 h 4449429"/>
              <a:gd name="connsiteX198-4855" fmla="*/ 12669079 w 18982931"/>
              <a:gd name="connsiteY198-4856" fmla="*/ 3645952 h 4449429"/>
              <a:gd name="connsiteX199-4857" fmla="*/ 12612246 w 18982931"/>
              <a:gd name="connsiteY199-4858" fmla="*/ 3645952 h 4449429"/>
              <a:gd name="connsiteX200-4859" fmla="*/ 12500191 w 18982931"/>
              <a:gd name="connsiteY200-4860" fmla="*/ 3645952 h 4449429"/>
              <a:gd name="connsiteX201-4861" fmla="*/ 12500191 w 18982931"/>
              <a:gd name="connsiteY201-4862" fmla="*/ 3702785 h 4449429"/>
              <a:gd name="connsiteX202-4863" fmla="*/ 12557025 w 18982931"/>
              <a:gd name="connsiteY202-4864" fmla="*/ 3702785 h 4449429"/>
              <a:gd name="connsiteX203-4865" fmla="*/ 12557025 w 18982931"/>
              <a:gd name="connsiteY203-4866" fmla="*/ 3645952 h 4449429"/>
              <a:gd name="connsiteX204-4867" fmla="*/ 12500191 w 18982931"/>
              <a:gd name="connsiteY204-4868" fmla="*/ 3645952 h 4449429"/>
              <a:gd name="connsiteX205-4869" fmla="*/ 12388137 w 18982931"/>
              <a:gd name="connsiteY205-4870" fmla="*/ 3645952 h 4449429"/>
              <a:gd name="connsiteX206-4871" fmla="*/ 12388137 w 18982931"/>
              <a:gd name="connsiteY206-4872" fmla="*/ 3702785 h 4449429"/>
              <a:gd name="connsiteX207-4873" fmla="*/ 12444971 w 18982931"/>
              <a:gd name="connsiteY207-4874" fmla="*/ 3702785 h 4449429"/>
              <a:gd name="connsiteX208-4875" fmla="*/ 12444971 w 18982931"/>
              <a:gd name="connsiteY208-4876" fmla="*/ 3645952 h 4449429"/>
              <a:gd name="connsiteX209-4877" fmla="*/ 12388137 w 18982931"/>
              <a:gd name="connsiteY209-4878" fmla="*/ 3645952 h 4449429"/>
              <a:gd name="connsiteX210-4879" fmla="*/ 17351339 w 18982931"/>
              <a:gd name="connsiteY210-4880" fmla="*/ 3586038 h 4449429"/>
              <a:gd name="connsiteX211-4881" fmla="*/ 17351339 w 18982931"/>
              <a:gd name="connsiteY211-4882" fmla="*/ 3631739 h 4449429"/>
              <a:gd name="connsiteX212-4883" fmla="*/ 17560187 w 18982931"/>
              <a:gd name="connsiteY212-4884" fmla="*/ 3631739 h 4449429"/>
              <a:gd name="connsiteX213-4885" fmla="*/ 17560187 w 18982931"/>
              <a:gd name="connsiteY213-4886" fmla="*/ 3586038 h 4449429"/>
              <a:gd name="connsiteX214-4887" fmla="*/ 17351339 w 18982931"/>
              <a:gd name="connsiteY214-4888" fmla="*/ 3586038 h 4449429"/>
              <a:gd name="connsiteX215-4889" fmla="*/ 16404499 w 18982931"/>
              <a:gd name="connsiteY215-4890" fmla="*/ 3582830 h 4449429"/>
              <a:gd name="connsiteX216-4891" fmla="*/ 16404499 w 18982931"/>
              <a:gd name="connsiteY216-4892" fmla="*/ 3639663 h 4449429"/>
              <a:gd name="connsiteX217-4893" fmla="*/ 16461332 w 18982931"/>
              <a:gd name="connsiteY217-4894" fmla="*/ 3639663 h 4449429"/>
              <a:gd name="connsiteX218-4895" fmla="*/ 16461332 w 18982931"/>
              <a:gd name="connsiteY218-4896" fmla="*/ 3582830 h 4449429"/>
              <a:gd name="connsiteX219-4897" fmla="*/ 16404499 w 18982931"/>
              <a:gd name="connsiteY219-4898" fmla="*/ 3582830 h 4449429"/>
              <a:gd name="connsiteX220-4899" fmla="*/ 16292444 w 18982931"/>
              <a:gd name="connsiteY220-4900" fmla="*/ 3582830 h 4449429"/>
              <a:gd name="connsiteX221-4901" fmla="*/ 16292444 w 18982931"/>
              <a:gd name="connsiteY221-4902" fmla="*/ 3639663 h 4449429"/>
              <a:gd name="connsiteX222-4903" fmla="*/ 16349278 w 18982931"/>
              <a:gd name="connsiteY222-4904" fmla="*/ 3639663 h 4449429"/>
              <a:gd name="connsiteX223-4905" fmla="*/ 16349278 w 18982931"/>
              <a:gd name="connsiteY223-4906" fmla="*/ 3582830 h 4449429"/>
              <a:gd name="connsiteX224-4907" fmla="*/ 16292444 w 18982931"/>
              <a:gd name="connsiteY224-4908" fmla="*/ 3582830 h 4449429"/>
              <a:gd name="connsiteX225-4909" fmla="*/ 16180390 w 18982931"/>
              <a:gd name="connsiteY225-4910" fmla="*/ 3582830 h 4449429"/>
              <a:gd name="connsiteX226-4911" fmla="*/ 16180390 w 18982931"/>
              <a:gd name="connsiteY226-4912" fmla="*/ 3639663 h 4449429"/>
              <a:gd name="connsiteX227-4913" fmla="*/ 16237224 w 18982931"/>
              <a:gd name="connsiteY227-4914" fmla="*/ 3639663 h 4449429"/>
              <a:gd name="connsiteX228-4915" fmla="*/ 16237224 w 18982931"/>
              <a:gd name="connsiteY228-4916" fmla="*/ 3582830 h 4449429"/>
              <a:gd name="connsiteX229-4917" fmla="*/ 16180390 w 18982931"/>
              <a:gd name="connsiteY229-4918" fmla="*/ 3582830 h 4449429"/>
              <a:gd name="connsiteX230-4919" fmla="*/ 2813944 w 18982931"/>
              <a:gd name="connsiteY230-4920" fmla="*/ 3582828 h 4449429"/>
              <a:gd name="connsiteX231-4921" fmla="*/ 2813944 w 18982931"/>
              <a:gd name="connsiteY231-4922" fmla="*/ 3639662 h 4449429"/>
              <a:gd name="connsiteX232-4923" fmla="*/ 2870780 w 18982931"/>
              <a:gd name="connsiteY232-4924" fmla="*/ 3639662 h 4449429"/>
              <a:gd name="connsiteX233-4925" fmla="*/ 2870780 w 18982931"/>
              <a:gd name="connsiteY233-4926" fmla="*/ 3582828 h 4449429"/>
              <a:gd name="connsiteX234-4927" fmla="*/ 2813944 w 18982931"/>
              <a:gd name="connsiteY234-4928" fmla="*/ 3582828 h 4449429"/>
              <a:gd name="connsiteX235-4929" fmla="*/ 2701891 w 18982931"/>
              <a:gd name="connsiteY235-4930" fmla="*/ 3582828 h 4449429"/>
              <a:gd name="connsiteX236-4931" fmla="*/ 2701891 w 18982931"/>
              <a:gd name="connsiteY236-4932" fmla="*/ 3639662 h 4449429"/>
              <a:gd name="connsiteX237-4933" fmla="*/ 2758730 w 18982931"/>
              <a:gd name="connsiteY237-4934" fmla="*/ 3639662 h 4449429"/>
              <a:gd name="connsiteX238-4935" fmla="*/ 2758730 w 18982931"/>
              <a:gd name="connsiteY238-4936" fmla="*/ 3582828 h 4449429"/>
              <a:gd name="connsiteX239-4937" fmla="*/ 2701891 w 18982931"/>
              <a:gd name="connsiteY239-4938" fmla="*/ 3582828 h 4449429"/>
              <a:gd name="connsiteX240-4939" fmla="*/ 2589845 w 18982931"/>
              <a:gd name="connsiteY240-4940" fmla="*/ 3582828 h 4449429"/>
              <a:gd name="connsiteX241-4941" fmla="*/ 2589845 w 18982931"/>
              <a:gd name="connsiteY241-4942" fmla="*/ 3639662 h 4449429"/>
              <a:gd name="connsiteX242-4943" fmla="*/ 2646671 w 18982931"/>
              <a:gd name="connsiteY242-4944" fmla="*/ 3639662 h 4449429"/>
              <a:gd name="connsiteX243-4945" fmla="*/ 2646671 w 18982931"/>
              <a:gd name="connsiteY243-4946" fmla="*/ 3582828 h 4449429"/>
              <a:gd name="connsiteX244-4947" fmla="*/ 2589845 w 18982931"/>
              <a:gd name="connsiteY244-4948" fmla="*/ 3582828 h 4449429"/>
              <a:gd name="connsiteX245-4949" fmla="*/ 12612246 w 18982931"/>
              <a:gd name="connsiteY245-4950" fmla="*/ 3500664 h 4449429"/>
              <a:gd name="connsiteX246-4951" fmla="*/ 12612246 w 18982931"/>
              <a:gd name="connsiteY246-4952" fmla="*/ 3557497 h 4449429"/>
              <a:gd name="connsiteX247-4953" fmla="*/ 12669079 w 18982931"/>
              <a:gd name="connsiteY247-4954" fmla="*/ 3557497 h 4449429"/>
              <a:gd name="connsiteX248-4955" fmla="*/ 12669079 w 18982931"/>
              <a:gd name="connsiteY248-4956" fmla="*/ 3500664 h 4449429"/>
              <a:gd name="connsiteX249-4957" fmla="*/ 12612246 w 18982931"/>
              <a:gd name="connsiteY249-4958" fmla="*/ 3500664 h 4449429"/>
              <a:gd name="connsiteX250-4959" fmla="*/ 12500191 w 18982931"/>
              <a:gd name="connsiteY250-4960" fmla="*/ 3500664 h 4449429"/>
              <a:gd name="connsiteX251-4961" fmla="*/ 12500191 w 18982931"/>
              <a:gd name="connsiteY251-4962" fmla="*/ 3557497 h 4449429"/>
              <a:gd name="connsiteX252-4963" fmla="*/ 12557025 w 18982931"/>
              <a:gd name="connsiteY252-4964" fmla="*/ 3557497 h 4449429"/>
              <a:gd name="connsiteX253-4965" fmla="*/ 12557025 w 18982931"/>
              <a:gd name="connsiteY253-4966" fmla="*/ 3500664 h 4449429"/>
              <a:gd name="connsiteX254-4967" fmla="*/ 12500191 w 18982931"/>
              <a:gd name="connsiteY254-4968" fmla="*/ 3500664 h 4449429"/>
              <a:gd name="connsiteX255-4969" fmla="*/ 12388137 w 18982931"/>
              <a:gd name="connsiteY255-4970" fmla="*/ 3500664 h 4449429"/>
              <a:gd name="connsiteX256-4971" fmla="*/ 12388137 w 18982931"/>
              <a:gd name="connsiteY256-4972" fmla="*/ 3557497 h 4449429"/>
              <a:gd name="connsiteX257-4973" fmla="*/ 12444971 w 18982931"/>
              <a:gd name="connsiteY257-4974" fmla="*/ 3557497 h 4449429"/>
              <a:gd name="connsiteX258-4975" fmla="*/ 12444971 w 18982931"/>
              <a:gd name="connsiteY258-4976" fmla="*/ 3500664 h 4449429"/>
              <a:gd name="connsiteX259-4977" fmla="*/ 12388137 w 18982931"/>
              <a:gd name="connsiteY259-4978" fmla="*/ 3500664 h 4449429"/>
              <a:gd name="connsiteX260-4979" fmla="*/ 17351339 w 18982931"/>
              <a:gd name="connsiteY260-4980" fmla="*/ 3492933 h 4449429"/>
              <a:gd name="connsiteX261-4981" fmla="*/ 17351339 w 18982931"/>
              <a:gd name="connsiteY261-4982" fmla="*/ 3538633 h 4449429"/>
              <a:gd name="connsiteX262-4983" fmla="*/ 17560187 w 18982931"/>
              <a:gd name="connsiteY262-4984" fmla="*/ 3538633 h 4449429"/>
              <a:gd name="connsiteX263-4985" fmla="*/ 17560187 w 18982931"/>
              <a:gd name="connsiteY263-4986" fmla="*/ 3492933 h 4449429"/>
              <a:gd name="connsiteX264-4987" fmla="*/ 17351339 w 18982931"/>
              <a:gd name="connsiteY264-4988" fmla="*/ 3492933 h 4449429"/>
              <a:gd name="connsiteX265-4989" fmla="*/ 17351339 w 18982931"/>
              <a:gd name="connsiteY265-4990" fmla="*/ 3401301 h 4449429"/>
              <a:gd name="connsiteX266-4991" fmla="*/ 17351339 w 18982931"/>
              <a:gd name="connsiteY266-4992" fmla="*/ 3447001 h 4449429"/>
              <a:gd name="connsiteX267-4993" fmla="*/ 17560187 w 18982931"/>
              <a:gd name="connsiteY267-4994" fmla="*/ 3447001 h 4449429"/>
              <a:gd name="connsiteX268-4995" fmla="*/ 17560187 w 18982931"/>
              <a:gd name="connsiteY268-4996" fmla="*/ 3401301 h 4449429"/>
              <a:gd name="connsiteX269-4997" fmla="*/ 17351339 w 18982931"/>
              <a:gd name="connsiteY269-4998" fmla="*/ 3401301 h 4449429"/>
              <a:gd name="connsiteX270-4999" fmla="*/ 1596781 w 18982931"/>
              <a:gd name="connsiteY270-5000" fmla="*/ 3357078 h 4449429"/>
              <a:gd name="connsiteX271-5001" fmla="*/ 1596781 w 18982931"/>
              <a:gd name="connsiteY271-5002" fmla="*/ 3402779 h 4449429"/>
              <a:gd name="connsiteX272-5003" fmla="*/ 1805629 w 18982931"/>
              <a:gd name="connsiteY272-5004" fmla="*/ 3402779 h 4449429"/>
              <a:gd name="connsiteX273-5005" fmla="*/ 1805629 w 18982931"/>
              <a:gd name="connsiteY273-5006" fmla="*/ 3357078 h 4449429"/>
              <a:gd name="connsiteX274-5007" fmla="*/ 1596781 w 18982931"/>
              <a:gd name="connsiteY274-5008" fmla="*/ 3357078 h 4449429"/>
              <a:gd name="connsiteX275-5009" fmla="*/ 12612246 w 18982931"/>
              <a:gd name="connsiteY275-5010" fmla="*/ 3355375 h 4449429"/>
              <a:gd name="connsiteX276-5011" fmla="*/ 12612246 w 18982931"/>
              <a:gd name="connsiteY276-5012" fmla="*/ 3412209 h 4449429"/>
              <a:gd name="connsiteX277-5013" fmla="*/ 12669079 w 18982931"/>
              <a:gd name="connsiteY277-5014" fmla="*/ 3412209 h 4449429"/>
              <a:gd name="connsiteX278-5015" fmla="*/ 12669079 w 18982931"/>
              <a:gd name="connsiteY278-5016" fmla="*/ 3355375 h 4449429"/>
              <a:gd name="connsiteX279-5017" fmla="*/ 12612246 w 18982931"/>
              <a:gd name="connsiteY279-5018" fmla="*/ 3355375 h 4449429"/>
              <a:gd name="connsiteX280-5019" fmla="*/ 12500191 w 18982931"/>
              <a:gd name="connsiteY280-5020" fmla="*/ 3355375 h 4449429"/>
              <a:gd name="connsiteX281-5021" fmla="*/ 12500191 w 18982931"/>
              <a:gd name="connsiteY281-5022" fmla="*/ 3412209 h 4449429"/>
              <a:gd name="connsiteX282-5023" fmla="*/ 12557025 w 18982931"/>
              <a:gd name="connsiteY282-5024" fmla="*/ 3412209 h 4449429"/>
              <a:gd name="connsiteX283-5025" fmla="*/ 12557025 w 18982931"/>
              <a:gd name="connsiteY283-5026" fmla="*/ 3355375 h 4449429"/>
              <a:gd name="connsiteX284-5027" fmla="*/ 12500191 w 18982931"/>
              <a:gd name="connsiteY284-5028" fmla="*/ 3355375 h 4449429"/>
              <a:gd name="connsiteX285-5029" fmla="*/ 12388137 w 18982931"/>
              <a:gd name="connsiteY285-5030" fmla="*/ 3355375 h 4449429"/>
              <a:gd name="connsiteX286-5031" fmla="*/ 12388137 w 18982931"/>
              <a:gd name="connsiteY286-5032" fmla="*/ 3412209 h 4449429"/>
              <a:gd name="connsiteX287-5033" fmla="*/ 12444971 w 18982931"/>
              <a:gd name="connsiteY287-5034" fmla="*/ 3412209 h 4449429"/>
              <a:gd name="connsiteX288-5035" fmla="*/ 12444971 w 18982931"/>
              <a:gd name="connsiteY288-5036" fmla="*/ 3355375 h 4449429"/>
              <a:gd name="connsiteX289-5037" fmla="*/ 12388137 w 18982931"/>
              <a:gd name="connsiteY289-5038" fmla="*/ 3355375 h 4449429"/>
              <a:gd name="connsiteX290-5039" fmla="*/ 17351339 w 18982931"/>
              <a:gd name="connsiteY290-5040" fmla="*/ 3309670 h 4449429"/>
              <a:gd name="connsiteX291-5041" fmla="*/ 17351339 w 18982931"/>
              <a:gd name="connsiteY291-5042" fmla="*/ 3355371 h 4449429"/>
              <a:gd name="connsiteX292-5043" fmla="*/ 17560187 w 18982931"/>
              <a:gd name="connsiteY292-5044" fmla="*/ 3355371 h 4449429"/>
              <a:gd name="connsiteX293-5045" fmla="*/ 17560187 w 18982931"/>
              <a:gd name="connsiteY293-5046" fmla="*/ 3309670 h 4449429"/>
              <a:gd name="connsiteX294-5047" fmla="*/ 17351339 w 18982931"/>
              <a:gd name="connsiteY294-5048" fmla="*/ 3309670 h 4449429"/>
              <a:gd name="connsiteX295-5049" fmla="*/ 1596781 w 18982931"/>
              <a:gd name="connsiteY295-5050" fmla="*/ 3265446 h 4449429"/>
              <a:gd name="connsiteX296-5051" fmla="*/ 1596781 w 18982931"/>
              <a:gd name="connsiteY296-5052" fmla="*/ 3311147 h 4449429"/>
              <a:gd name="connsiteX297-5053" fmla="*/ 1805629 w 18982931"/>
              <a:gd name="connsiteY297-5054" fmla="*/ 3311147 h 4449429"/>
              <a:gd name="connsiteX298-5055" fmla="*/ 1805629 w 18982931"/>
              <a:gd name="connsiteY298-5056" fmla="*/ 3265446 h 4449429"/>
              <a:gd name="connsiteX299-5057" fmla="*/ 1596781 w 18982931"/>
              <a:gd name="connsiteY299-5058" fmla="*/ 3265446 h 4449429"/>
              <a:gd name="connsiteX300-5059" fmla="*/ 17351339 w 18982931"/>
              <a:gd name="connsiteY300-5060" fmla="*/ 3218041 h 4449429"/>
              <a:gd name="connsiteX301-5061" fmla="*/ 17351339 w 18982931"/>
              <a:gd name="connsiteY301-5062" fmla="*/ 3263742 h 4449429"/>
              <a:gd name="connsiteX302-5063" fmla="*/ 17560187 w 18982931"/>
              <a:gd name="connsiteY302-5064" fmla="*/ 3263742 h 4449429"/>
              <a:gd name="connsiteX303-5065" fmla="*/ 17560187 w 18982931"/>
              <a:gd name="connsiteY303-5066" fmla="*/ 3218041 h 4449429"/>
              <a:gd name="connsiteX304-5067" fmla="*/ 17351339 w 18982931"/>
              <a:gd name="connsiteY304-5068" fmla="*/ 3218041 h 4449429"/>
              <a:gd name="connsiteX305-5069" fmla="*/ 12612246 w 18982931"/>
              <a:gd name="connsiteY305-5070" fmla="*/ 3210087 h 4449429"/>
              <a:gd name="connsiteX306-5071" fmla="*/ 12612246 w 18982931"/>
              <a:gd name="connsiteY306-5072" fmla="*/ 3266921 h 4449429"/>
              <a:gd name="connsiteX307-5073" fmla="*/ 12669079 w 18982931"/>
              <a:gd name="connsiteY307-5074" fmla="*/ 3266921 h 4449429"/>
              <a:gd name="connsiteX308-5075" fmla="*/ 12669079 w 18982931"/>
              <a:gd name="connsiteY308-5076" fmla="*/ 3210087 h 4449429"/>
              <a:gd name="connsiteX309-5077" fmla="*/ 12612246 w 18982931"/>
              <a:gd name="connsiteY309-5078" fmla="*/ 3210087 h 4449429"/>
              <a:gd name="connsiteX310-5079" fmla="*/ 12500191 w 18982931"/>
              <a:gd name="connsiteY310-5080" fmla="*/ 3210087 h 4449429"/>
              <a:gd name="connsiteX311-5081" fmla="*/ 12500191 w 18982931"/>
              <a:gd name="connsiteY311-5082" fmla="*/ 3266921 h 4449429"/>
              <a:gd name="connsiteX312-5083" fmla="*/ 12557025 w 18982931"/>
              <a:gd name="connsiteY312-5084" fmla="*/ 3266921 h 4449429"/>
              <a:gd name="connsiteX313-5085" fmla="*/ 12557025 w 18982931"/>
              <a:gd name="connsiteY313-5086" fmla="*/ 3210087 h 4449429"/>
              <a:gd name="connsiteX314-5087" fmla="*/ 12500191 w 18982931"/>
              <a:gd name="connsiteY314-5088" fmla="*/ 3210087 h 4449429"/>
              <a:gd name="connsiteX315-5089" fmla="*/ 12388137 w 18982931"/>
              <a:gd name="connsiteY315-5090" fmla="*/ 3210087 h 4449429"/>
              <a:gd name="connsiteX316-5091" fmla="*/ 12388137 w 18982931"/>
              <a:gd name="connsiteY316-5092" fmla="*/ 3266921 h 4449429"/>
              <a:gd name="connsiteX317-5093" fmla="*/ 12444971 w 18982931"/>
              <a:gd name="connsiteY317-5094" fmla="*/ 3266921 h 4449429"/>
              <a:gd name="connsiteX318-5095" fmla="*/ 12444971 w 18982931"/>
              <a:gd name="connsiteY318-5096" fmla="*/ 3210087 h 4449429"/>
              <a:gd name="connsiteX319-5097" fmla="*/ 12388137 w 18982931"/>
              <a:gd name="connsiteY319-5098" fmla="*/ 3210087 h 4449429"/>
              <a:gd name="connsiteX320-5099" fmla="*/ 1596781 w 18982931"/>
              <a:gd name="connsiteY320-5100" fmla="*/ 3173817 h 4449429"/>
              <a:gd name="connsiteX321-5101" fmla="*/ 1596781 w 18982931"/>
              <a:gd name="connsiteY321-5102" fmla="*/ 3219518 h 4449429"/>
              <a:gd name="connsiteX322-5103" fmla="*/ 1805629 w 18982931"/>
              <a:gd name="connsiteY322-5104" fmla="*/ 3219518 h 4449429"/>
              <a:gd name="connsiteX323-5105" fmla="*/ 1805629 w 18982931"/>
              <a:gd name="connsiteY323-5106" fmla="*/ 3173817 h 4449429"/>
              <a:gd name="connsiteX324-5107" fmla="*/ 1596781 w 18982931"/>
              <a:gd name="connsiteY324-5108" fmla="*/ 3173817 h 4449429"/>
              <a:gd name="connsiteX325-5109" fmla="*/ 17351339 w 18982931"/>
              <a:gd name="connsiteY325-5110" fmla="*/ 3126412 h 4449429"/>
              <a:gd name="connsiteX326-5111" fmla="*/ 17351339 w 18982931"/>
              <a:gd name="connsiteY326-5112" fmla="*/ 3172113 h 4449429"/>
              <a:gd name="connsiteX327-5113" fmla="*/ 17560187 w 18982931"/>
              <a:gd name="connsiteY327-5114" fmla="*/ 3172113 h 4449429"/>
              <a:gd name="connsiteX328-5115" fmla="*/ 17560187 w 18982931"/>
              <a:gd name="connsiteY328-5116" fmla="*/ 3126412 h 4449429"/>
              <a:gd name="connsiteX329-5117" fmla="*/ 17351339 w 18982931"/>
              <a:gd name="connsiteY329-5118" fmla="*/ 3126412 h 4449429"/>
              <a:gd name="connsiteX330-5119" fmla="*/ 1596781 w 18982931"/>
              <a:gd name="connsiteY330-5120" fmla="*/ 3080712 h 4449429"/>
              <a:gd name="connsiteX331-5121" fmla="*/ 1596781 w 18982931"/>
              <a:gd name="connsiteY331-5122" fmla="*/ 3126412 h 4449429"/>
              <a:gd name="connsiteX332-5123" fmla="*/ 1805629 w 18982931"/>
              <a:gd name="connsiteY332-5124" fmla="*/ 3126412 h 4449429"/>
              <a:gd name="connsiteX333-5125" fmla="*/ 1805629 w 18982931"/>
              <a:gd name="connsiteY333-5126" fmla="*/ 3080712 h 4449429"/>
              <a:gd name="connsiteX334-5127" fmla="*/ 1596781 w 18982931"/>
              <a:gd name="connsiteY334-5128" fmla="*/ 3080712 h 4449429"/>
              <a:gd name="connsiteX335-5129" fmla="*/ 12612246 w 18982931"/>
              <a:gd name="connsiteY335-5130" fmla="*/ 3064799 h 4449429"/>
              <a:gd name="connsiteX336-5131" fmla="*/ 12612246 w 18982931"/>
              <a:gd name="connsiteY336-5132" fmla="*/ 3121633 h 4449429"/>
              <a:gd name="connsiteX337-5133" fmla="*/ 12669079 w 18982931"/>
              <a:gd name="connsiteY337-5134" fmla="*/ 3121633 h 4449429"/>
              <a:gd name="connsiteX338-5135" fmla="*/ 12669079 w 18982931"/>
              <a:gd name="connsiteY338-5136" fmla="*/ 3064799 h 4449429"/>
              <a:gd name="connsiteX339-5137" fmla="*/ 12612246 w 18982931"/>
              <a:gd name="connsiteY339-5138" fmla="*/ 3064799 h 4449429"/>
              <a:gd name="connsiteX340-5139" fmla="*/ 12500191 w 18982931"/>
              <a:gd name="connsiteY340-5140" fmla="*/ 3064799 h 4449429"/>
              <a:gd name="connsiteX341-5141" fmla="*/ 12500191 w 18982931"/>
              <a:gd name="connsiteY341-5142" fmla="*/ 3121633 h 4449429"/>
              <a:gd name="connsiteX342-5143" fmla="*/ 12557025 w 18982931"/>
              <a:gd name="connsiteY342-5144" fmla="*/ 3121633 h 4449429"/>
              <a:gd name="connsiteX343-5145" fmla="*/ 12557025 w 18982931"/>
              <a:gd name="connsiteY343-5146" fmla="*/ 3064799 h 4449429"/>
              <a:gd name="connsiteX344-5147" fmla="*/ 12500191 w 18982931"/>
              <a:gd name="connsiteY344-5148" fmla="*/ 3064799 h 4449429"/>
              <a:gd name="connsiteX345-5149" fmla="*/ 12388137 w 18982931"/>
              <a:gd name="connsiteY345-5150" fmla="*/ 3064799 h 4449429"/>
              <a:gd name="connsiteX346-5151" fmla="*/ 12388137 w 18982931"/>
              <a:gd name="connsiteY346-5152" fmla="*/ 3121633 h 4449429"/>
              <a:gd name="connsiteX347-5153" fmla="*/ 12444971 w 18982931"/>
              <a:gd name="connsiteY347-5154" fmla="*/ 3121633 h 4449429"/>
              <a:gd name="connsiteX348-5155" fmla="*/ 12444971 w 18982931"/>
              <a:gd name="connsiteY348-5156" fmla="*/ 3064799 h 4449429"/>
              <a:gd name="connsiteX349-5157" fmla="*/ 12388137 w 18982931"/>
              <a:gd name="connsiteY349-5158" fmla="*/ 3064799 h 4449429"/>
              <a:gd name="connsiteX350-5159" fmla="*/ 17351339 w 18982931"/>
              <a:gd name="connsiteY350-5160" fmla="*/ 3034782 h 4449429"/>
              <a:gd name="connsiteX351-5161" fmla="*/ 17351339 w 18982931"/>
              <a:gd name="connsiteY351-5162" fmla="*/ 3080482 h 4449429"/>
              <a:gd name="connsiteX352-5163" fmla="*/ 17560187 w 18982931"/>
              <a:gd name="connsiteY352-5164" fmla="*/ 3080482 h 4449429"/>
              <a:gd name="connsiteX353-5165" fmla="*/ 17560187 w 18982931"/>
              <a:gd name="connsiteY353-5166" fmla="*/ 3034782 h 4449429"/>
              <a:gd name="connsiteX354-5167" fmla="*/ 17351339 w 18982931"/>
              <a:gd name="connsiteY354-5168" fmla="*/ 3034782 h 4449429"/>
              <a:gd name="connsiteX355-5169" fmla="*/ 1596781 w 18982931"/>
              <a:gd name="connsiteY355-5170" fmla="*/ 2989080 h 4449429"/>
              <a:gd name="connsiteX356-5171" fmla="*/ 1596781 w 18982931"/>
              <a:gd name="connsiteY356-5172" fmla="*/ 3034780 h 4449429"/>
              <a:gd name="connsiteX357-5173" fmla="*/ 1805629 w 18982931"/>
              <a:gd name="connsiteY357-5174" fmla="*/ 3034780 h 4449429"/>
              <a:gd name="connsiteX358-5175" fmla="*/ 1805629 w 18982931"/>
              <a:gd name="connsiteY358-5176" fmla="*/ 2989080 h 4449429"/>
              <a:gd name="connsiteX359-5177" fmla="*/ 1596781 w 18982931"/>
              <a:gd name="connsiteY359-5178" fmla="*/ 2989080 h 4449429"/>
              <a:gd name="connsiteX360-5179" fmla="*/ 17351339 w 18982931"/>
              <a:gd name="connsiteY360-5180" fmla="*/ 2943153 h 4449429"/>
              <a:gd name="connsiteX361-5181" fmla="*/ 17351339 w 18982931"/>
              <a:gd name="connsiteY361-5182" fmla="*/ 2988853 h 4449429"/>
              <a:gd name="connsiteX362-5183" fmla="*/ 17560187 w 18982931"/>
              <a:gd name="connsiteY362-5184" fmla="*/ 2988853 h 4449429"/>
              <a:gd name="connsiteX363-5185" fmla="*/ 17560187 w 18982931"/>
              <a:gd name="connsiteY363-5186" fmla="*/ 2943153 h 4449429"/>
              <a:gd name="connsiteX364-5187" fmla="*/ 17351339 w 18982931"/>
              <a:gd name="connsiteY364-5188" fmla="*/ 2943153 h 4449429"/>
              <a:gd name="connsiteX365-5189" fmla="*/ 12612246 w 18982931"/>
              <a:gd name="connsiteY365-5190" fmla="*/ 2919511 h 4449429"/>
              <a:gd name="connsiteX366-5191" fmla="*/ 12612246 w 18982931"/>
              <a:gd name="connsiteY366-5192" fmla="*/ 2976345 h 4449429"/>
              <a:gd name="connsiteX367-5193" fmla="*/ 12669079 w 18982931"/>
              <a:gd name="connsiteY367-5194" fmla="*/ 2976345 h 4449429"/>
              <a:gd name="connsiteX368-5195" fmla="*/ 12669079 w 18982931"/>
              <a:gd name="connsiteY368-5196" fmla="*/ 2919511 h 4449429"/>
              <a:gd name="connsiteX369-5197" fmla="*/ 12612246 w 18982931"/>
              <a:gd name="connsiteY369-5198" fmla="*/ 2919511 h 4449429"/>
              <a:gd name="connsiteX370-5199" fmla="*/ 12500191 w 18982931"/>
              <a:gd name="connsiteY370-5200" fmla="*/ 2919511 h 4449429"/>
              <a:gd name="connsiteX371-5201" fmla="*/ 12500191 w 18982931"/>
              <a:gd name="connsiteY371-5202" fmla="*/ 2976345 h 4449429"/>
              <a:gd name="connsiteX372-5203" fmla="*/ 12557025 w 18982931"/>
              <a:gd name="connsiteY372-5204" fmla="*/ 2976345 h 4449429"/>
              <a:gd name="connsiteX373-5205" fmla="*/ 12557025 w 18982931"/>
              <a:gd name="connsiteY373-5206" fmla="*/ 2919511 h 4449429"/>
              <a:gd name="connsiteX374-5207" fmla="*/ 12500191 w 18982931"/>
              <a:gd name="connsiteY374-5208" fmla="*/ 2919511 h 4449429"/>
              <a:gd name="connsiteX375-5209" fmla="*/ 12388137 w 18982931"/>
              <a:gd name="connsiteY375-5210" fmla="*/ 2919511 h 4449429"/>
              <a:gd name="connsiteX376-5211" fmla="*/ 12388137 w 18982931"/>
              <a:gd name="connsiteY376-5212" fmla="*/ 2976345 h 4449429"/>
              <a:gd name="connsiteX377-5213" fmla="*/ 12444971 w 18982931"/>
              <a:gd name="connsiteY377-5214" fmla="*/ 2976345 h 4449429"/>
              <a:gd name="connsiteX378-5215" fmla="*/ 12444971 w 18982931"/>
              <a:gd name="connsiteY378-5216" fmla="*/ 2919511 h 4449429"/>
              <a:gd name="connsiteX379-5217" fmla="*/ 12388137 w 18982931"/>
              <a:gd name="connsiteY379-5218" fmla="*/ 2919511 h 4449429"/>
              <a:gd name="connsiteX380-5219" fmla="*/ 1596781 w 18982931"/>
              <a:gd name="connsiteY380-5220" fmla="*/ 2897450 h 4449429"/>
              <a:gd name="connsiteX381-5221" fmla="*/ 1596781 w 18982931"/>
              <a:gd name="connsiteY381-5222" fmla="*/ 2943150 h 4449429"/>
              <a:gd name="connsiteX382-5223" fmla="*/ 1805629 w 18982931"/>
              <a:gd name="connsiteY382-5224" fmla="*/ 2943150 h 4449429"/>
              <a:gd name="connsiteX383-5225" fmla="*/ 1805629 w 18982931"/>
              <a:gd name="connsiteY383-5226" fmla="*/ 2897450 h 4449429"/>
              <a:gd name="connsiteX384-5227" fmla="*/ 1596781 w 18982931"/>
              <a:gd name="connsiteY384-5228" fmla="*/ 2897450 h 4449429"/>
              <a:gd name="connsiteX385-5229" fmla="*/ 17351339 w 18982931"/>
              <a:gd name="connsiteY385-5230" fmla="*/ 2851522 h 4449429"/>
              <a:gd name="connsiteX386-5231" fmla="*/ 17351339 w 18982931"/>
              <a:gd name="connsiteY386-5232" fmla="*/ 2897223 h 4449429"/>
              <a:gd name="connsiteX387-5233" fmla="*/ 17560187 w 18982931"/>
              <a:gd name="connsiteY387-5234" fmla="*/ 2897223 h 4449429"/>
              <a:gd name="connsiteX388-5235" fmla="*/ 17560187 w 18982931"/>
              <a:gd name="connsiteY388-5236" fmla="*/ 2851522 h 4449429"/>
              <a:gd name="connsiteX389-5237" fmla="*/ 17351339 w 18982931"/>
              <a:gd name="connsiteY389-5238" fmla="*/ 2851522 h 4449429"/>
              <a:gd name="connsiteX390-5239" fmla="*/ 1596781 w 18982931"/>
              <a:gd name="connsiteY390-5240" fmla="*/ 2805821 h 4449429"/>
              <a:gd name="connsiteX391-5241" fmla="*/ 1596781 w 18982931"/>
              <a:gd name="connsiteY391-5242" fmla="*/ 2851521 h 4449429"/>
              <a:gd name="connsiteX392-5243" fmla="*/ 1805629 w 18982931"/>
              <a:gd name="connsiteY392-5244" fmla="*/ 2851521 h 4449429"/>
              <a:gd name="connsiteX393-5245" fmla="*/ 1805629 w 18982931"/>
              <a:gd name="connsiteY393-5246" fmla="*/ 2805821 h 4449429"/>
              <a:gd name="connsiteX394-5247" fmla="*/ 1596781 w 18982931"/>
              <a:gd name="connsiteY394-5248" fmla="*/ 2805821 h 4449429"/>
              <a:gd name="connsiteX395-5249" fmla="*/ 1596781 w 18982931"/>
              <a:gd name="connsiteY395-5250" fmla="*/ 2714192 h 4449429"/>
              <a:gd name="connsiteX396-5251" fmla="*/ 1596781 w 18982931"/>
              <a:gd name="connsiteY396-5252" fmla="*/ 2759892 h 4449429"/>
              <a:gd name="connsiteX397-5253" fmla="*/ 1805629 w 18982931"/>
              <a:gd name="connsiteY397-5254" fmla="*/ 2759892 h 4449429"/>
              <a:gd name="connsiteX398-5255" fmla="*/ 1805629 w 18982931"/>
              <a:gd name="connsiteY398-5256" fmla="*/ 2714192 h 4449429"/>
              <a:gd name="connsiteX399-5257" fmla="*/ 1596781 w 18982931"/>
              <a:gd name="connsiteY399-5258" fmla="*/ 2714192 h 4449429"/>
              <a:gd name="connsiteX400-5259" fmla="*/ 4422120 w 18982931"/>
              <a:gd name="connsiteY400-5260" fmla="*/ 2688604 h 4449429"/>
              <a:gd name="connsiteX401-5261" fmla="*/ 4422120 w 18982931"/>
              <a:gd name="connsiteY401-5262" fmla="*/ 2851522 h 4449429"/>
              <a:gd name="connsiteX402-5263" fmla="*/ 4459897 w 18982931"/>
              <a:gd name="connsiteY402-5264" fmla="*/ 2851522 h 4449429"/>
              <a:gd name="connsiteX403-5265" fmla="*/ 4459897 w 18982931"/>
              <a:gd name="connsiteY403-5266" fmla="*/ 2688604 h 4449429"/>
              <a:gd name="connsiteX404-5267" fmla="*/ 4422120 w 18982931"/>
              <a:gd name="connsiteY404-5268" fmla="*/ 2688604 h 4449429"/>
              <a:gd name="connsiteX405-5269" fmla="*/ 4346370 w 18982931"/>
              <a:gd name="connsiteY405-5270" fmla="*/ 2688604 h 4449429"/>
              <a:gd name="connsiteX406-5271" fmla="*/ 4346370 w 18982931"/>
              <a:gd name="connsiteY406-5272" fmla="*/ 2851522 h 4449429"/>
              <a:gd name="connsiteX407-5273" fmla="*/ 4384149 w 18982931"/>
              <a:gd name="connsiteY407-5274" fmla="*/ 2851522 h 4449429"/>
              <a:gd name="connsiteX408-5275" fmla="*/ 4384149 w 18982931"/>
              <a:gd name="connsiteY408-5276" fmla="*/ 2688604 h 4449429"/>
              <a:gd name="connsiteX409-5277" fmla="*/ 4346370 w 18982931"/>
              <a:gd name="connsiteY409-5278" fmla="*/ 2688604 h 4449429"/>
              <a:gd name="connsiteX410-5279" fmla="*/ 4270624 w 18982931"/>
              <a:gd name="connsiteY410-5280" fmla="*/ 2688604 h 4449429"/>
              <a:gd name="connsiteX411-5281" fmla="*/ 4270624 w 18982931"/>
              <a:gd name="connsiteY411-5282" fmla="*/ 2851522 h 4449429"/>
              <a:gd name="connsiteX412-5283" fmla="*/ 4308407 w 18982931"/>
              <a:gd name="connsiteY412-5284" fmla="*/ 2851522 h 4449429"/>
              <a:gd name="connsiteX413-5285" fmla="*/ 4308407 w 18982931"/>
              <a:gd name="connsiteY413-5286" fmla="*/ 2688604 h 4449429"/>
              <a:gd name="connsiteX414-5287" fmla="*/ 4270624 w 18982931"/>
              <a:gd name="connsiteY414-5288" fmla="*/ 2688604 h 4449429"/>
              <a:gd name="connsiteX415-5289" fmla="*/ 4194881 w 18982931"/>
              <a:gd name="connsiteY415-5290" fmla="*/ 2688604 h 4449429"/>
              <a:gd name="connsiteX416-5291" fmla="*/ 4194881 w 18982931"/>
              <a:gd name="connsiteY416-5292" fmla="*/ 2851522 h 4449429"/>
              <a:gd name="connsiteX417-5293" fmla="*/ 4232658 w 18982931"/>
              <a:gd name="connsiteY417-5294" fmla="*/ 2851522 h 4449429"/>
              <a:gd name="connsiteX418-5295" fmla="*/ 4232658 w 18982931"/>
              <a:gd name="connsiteY418-5296" fmla="*/ 2688604 h 4449429"/>
              <a:gd name="connsiteX419-5297" fmla="*/ 4194881 w 18982931"/>
              <a:gd name="connsiteY419-5298" fmla="*/ 2688604 h 4449429"/>
              <a:gd name="connsiteX420-5299" fmla="*/ 4119132 w 18982931"/>
              <a:gd name="connsiteY420-5300" fmla="*/ 2688604 h 4449429"/>
              <a:gd name="connsiteX421-5301" fmla="*/ 4119132 w 18982931"/>
              <a:gd name="connsiteY421-5302" fmla="*/ 2851522 h 4449429"/>
              <a:gd name="connsiteX422-5303" fmla="*/ 4156909 w 18982931"/>
              <a:gd name="connsiteY422-5304" fmla="*/ 2851522 h 4449429"/>
              <a:gd name="connsiteX423-5305" fmla="*/ 4156909 w 18982931"/>
              <a:gd name="connsiteY423-5306" fmla="*/ 2688604 h 4449429"/>
              <a:gd name="connsiteX424-5307" fmla="*/ 4119132 w 18982931"/>
              <a:gd name="connsiteY424-5308" fmla="*/ 2688604 h 4449429"/>
              <a:gd name="connsiteX425-5309" fmla="*/ 4043383 w 18982931"/>
              <a:gd name="connsiteY425-5310" fmla="*/ 2688604 h 4449429"/>
              <a:gd name="connsiteX426-5311" fmla="*/ 4043383 w 18982931"/>
              <a:gd name="connsiteY426-5312" fmla="*/ 2851522 h 4449429"/>
              <a:gd name="connsiteX427-5313" fmla="*/ 4081160 w 18982931"/>
              <a:gd name="connsiteY427-5314" fmla="*/ 2851522 h 4449429"/>
              <a:gd name="connsiteX428-5315" fmla="*/ 4081160 w 18982931"/>
              <a:gd name="connsiteY428-5316" fmla="*/ 2688604 h 4449429"/>
              <a:gd name="connsiteX429-5317" fmla="*/ 4043383 w 18982931"/>
              <a:gd name="connsiteY429-5318" fmla="*/ 2688604 h 4449429"/>
              <a:gd name="connsiteX430-5319" fmla="*/ 3967636 w 18982931"/>
              <a:gd name="connsiteY430-5320" fmla="*/ 2688604 h 4449429"/>
              <a:gd name="connsiteX431-5321" fmla="*/ 3967636 w 18982931"/>
              <a:gd name="connsiteY431-5322" fmla="*/ 2851522 h 4449429"/>
              <a:gd name="connsiteX432-5323" fmla="*/ 4005415 w 18982931"/>
              <a:gd name="connsiteY432-5324" fmla="*/ 2851522 h 4449429"/>
              <a:gd name="connsiteX433-5325" fmla="*/ 4005415 w 18982931"/>
              <a:gd name="connsiteY433-5326" fmla="*/ 2688604 h 4449429"/>
              <a:gd name="connsiteX434-5327" fmla="*/ 3967636 w 18982931"/>
              <a:gd name="connsiteY434-5328" fmla="*/ 2688604 h 4449429"/>
              <a:gd name="connsiteX435-5329" fmla="*/ 3891895 w 18982931"/>
              <a:gd name="connsiteY435-5330" fmla="*/ 2688604 h 4449429"/>
              <a:gd name="connsiteX436-5331" fmla="*/ 3891895 w 18982931"/>
              <a:gd name="connsiteY436-5332" fmla="*/ 2851522 h 4449429"/>
              <a:gd name="connsiteX437-5333" fmla="*/ 3929672 w 18982931"/>
              <a:gd name="connsiteY437-5334" fmla="*/ 2851522 h 4449429"/>
              <a:gd name="connsiteX438-5335" fmla="*/ 3929672 w 18982931"/>
              <a:gd name="connsiteY438-5336" fmla="*/ 2688604 h 4449429"/>
              <a:gd name="connsiteX439-5337" fmla="*/ 3891895 w 18982931"/>
              <a:gd name="connsiteY439-5338" fmla="*/ 2688604 h 4449429"/>
              <a:gd name="connsiteX440-5339" fmla="*/ 15043403 w 18982931"/>
              <a:gd name="connsiteY440-5340" fmla="*/ 2685661 h 4449429"/>
              <a:gd name="connsiteX441-5341" fmla="*/ 15043403 w 18982931"/>
              <a:gd name="connsiteY441-5342" fmla="*/ 2894508 h 4449429"/>
              <a:gd name="connsiteX442-5343" fmla="*/ 15089105 w 18982931"/>
              <a:gd name="connsiteY442-5344" fmla="*/ 2894508 h 4449429"/>
              <a:gd name="connsiteX443-5345" fmla="*/ 15089105 w 18982931"/>
              <a:gd name="connsiteY443-5346" fmla="*/ 2685661 h 4449429"/>
              <a:gd name="connsiteX444-5347" fmla="*/ 15043403 w 18982931"/>
              <a:gd name="connsiteY444-5348" fmla="*/ 2685661 h 4449429"/>
              <a:gd name="connsiteX445-5349" fmla="*/ 14951773 w 18982931"/>
              <a:gd name="connsiteY445-5350" fmla="*/ 2685661 h 4449429"/>
              <a:gd name="connsiteX446-5351" fmla="*/ 14951773 w 18982931"/>
              <a:gd name="connsiteY446-5352" fmla="*/ 2894508 h 4449429"/>
              <a:gd name="connsiteX447-5353" fmla="*/ 14997475 w 18982931"/>
              <a:gd name="connsiteY447-5354" fmla="*/ 2894508 h 4449429"/>
              <a:gd name="connsiteX448-5355" fmla="*/ 14997475 w 18982931"/>
              <a:gd name="connsiteY448-5356" fmla="*/ 2685661 h 4449429"/>
              <a:gd name="connsiteX449-5357" fmla="*/ 14951773 w 18982931"/>
              <a:gd name="connsiteY449-5358" fmla="*/ 2685661 h 4449429"/>
              <a:gd name="connsiteX450-5359" fmla="*/ 14860145 w 18982931"/>
              <a:gd name="connsiteY450-5360" fmla="*/ 2685661 h 4449429"/>
              <a:gd name="connsiteX451-5361" fmla="*/ 14860145 w 18982931"/>
              <a:gd name="connsiteY451-5362" fmla="*/ 2894508 h 4449429"/>
              <a:gd name="connsiteX452-5363" fmla="*/ 14905844 w 18982931"/>
              <a:gd name="connsiteY452-5364" fmla="*/ 2894508 h 4449429"/>
              <a:gd name="connsiteX453-5365" fmla="*/ 14905844 w 18982931"/>
              <a:gd name="connsiteY453-5366" fmla="*/ 2685661 h 4449429"/>
              <a:gd name="connsiteX454-5367" fmla="*/ 14860145 w 18982931"/>
              <a:gd name="connsiteY454-5368" fmla="*/ 2685661 h 4449429"/>
              <a:gd name="connsiteX455-5369" fmla="*/ 14768515 w 18982931"/>
              <a:gd name="connsiteY455-5370" fmla="*/ 2685661 h 4449429"/>
              <a:gd name="connsiteX456-5371" fmla="*/ 14768515 w 18982931"/>
              <a:gd name="connsiteY456-5372" fmla="*/ 2894508 h 4449429"/>
              <a:gd name="connsiteX457-5373" fmla="*/ 14814217 w 18982931"/>
              <a:gd name="connsiteY457-5374" fmla="*/ 2894508 h 4449429"/>
              <a:gd name="connsiteX458-5375" fmla="*/ 14814217 w 18982931"/>
              <a:gd name="connsiteY458-5376" fmla="*/ 2685661 h 4449429"/>
              <a:gd name="connsiteX459-5377" fmla="*/ 14768515 w 18982931"/>
              <a:gd name="connsiteY459-5378" fmla="*/ 2685661 h 4449429"/>
              <a:gd name="connsiteX460-5379" fmla="*/ 14676884 w 18982931"/>
              <a:gd name="connsiteY460-5380" fmla="*/ 2685661 h 4449429"/>
              <a:gd name="connsiteX461-5381" fmla="*/ 14676884 w 18982931"/>
              <a:gd name="connsiteY461-5382" fmla="*/ 2894508 h 4449429"/>
              <a:gd name="connsiteX462-5383" fmla="*/ 14722586 w 18982931"/>
              <a:gd name="connsiteY462-5384" fmla="*/ 2894508 h 4449429"/>
              <a:gd name="connsiteX463-5385" fmla="*/ 14722586 w 18982931"/>
              <a:gd name="connsiteY463-5386" fmla="*/ 2685661 h 4449429"/>
              <a:gd name="connsiteX464-5387" fmla="*/ 14676884 w 18982931"/>
              <a:gd name="connsiteY464-5388" fmla="*/ 2685661 h 4449429"/>
              <a:gd name="connsiteX465-5389" fmla="*/ 14585255 w 18982931"/>
              <a:gd name="connsiteY465-5390" fmla="*/ 2685661 h 4449429"/>
              <a:gd name="connsiteX466-5391" fmla="*/ 14585255 w 18982931"/>
              <a:gd name="connsiteY466-5392" fmla="*/ 2894508 h 4449429"/>
              <a:gd name="connsiteX467-5393" fmla="*/ 14630955 w 18982931"/>
              <a:gd name="connsiteY467-5394" fmla="*/ 2894508 h 4449429"/>
              <a:gd name="connsiteX468-5395" fmla="*/ 14630955 w 18982931"/>
              <a:gd name="connsiteY468-5396" fmla="*/ 2685661 h 4449429"/>
              <a:gd name="connsiteX469-5397" fmla="*/ 14585255 w 18982931"/>
              <a:gd name="connsiteY469-5398" fmla="*/ 2685661 h 4449429"/>
              <a:gd name="connsiteX470-5399" fmla="*/ 14493625 w 18982931"/>
              <a:gd name="connsiteY470-5400" fmla="*/ 2685661 h 4449429"/>
              <a:gd name="connsiteX471-5401" fmla="*/ 14493625 w 18982931"/>
              <a:gd name="connsiteY471-5402" fmla="*/ 2894508 h 4449429"/>
              <a:gd name="connsiteX472-5403" fmla="*/ 14539325 w 18982931"/>
              <a:gd name="connsiteY472-5404" fmla="*/ 2894508 h 4449429"/>
              <a:gd name="connsiteX473-5405" fmla="*/ 14539325 w 18982931"/>
              <a:gd name="connsiteY473-5406" fmla="*/ 2685661 h 4449429"/>
              <a:gd name="connsiteX474-5407" fmla="*/ 14493625 w 18982931"/>
              <a:gd name="connsiteY474-5408" fmla="*/ 2685661 h 4449429"/>
              <a:gd name="connsiteX475-5409" fmla="*/ 2875284 w 18982931"/>
              <a:gd name="connsiteY475-5410" fmla="*/ 2661196 h 4449429"/>
              <a:gd name="connsiteX476-5411" fmla="*/ 2875284 w 18982931"/>
              <a:gd name="connsiteY476-5412" fmla="*/ 3265443 h 4449429"/>
              <a:gd name="connsiteX477-5413" fmla="*/ 2913063 w 18982931"/>
              <a:gd name="connsiteY477-5414" fmla="*/ 3265443 h 4449429"/>
              <a:gd name="connsiteX478-5415" fmla="*/ 2913063 w 18982931"/>
              <a:gd name="connsiteY478-5416" fmla="*/ 2661196 h 4449429"/>
              <a:gd name="connsiteX479-5417" fmla="*/ 2875284 w 18982931"/>
              <a:gd name="connsiteY479-5418" fmla="*/ 2661196 h 4449429"/>
              <a:gd name="connsiteX480-5419" fmla="*/ 2769698 w 18982931"/>
              <a:gd name="connsiteY480-5420" fmla="*/ 2661196 h 4449429"/>
              <a:gd name="connsiteX481-5421" fmla="*/ 2769698 w 18982931"/>
              <a:gd name="connsiteY481-5422" fmla="*/ 3265443 h 4449429"/>
              <a:gd name="connsiteX482-5423" fmla="*/ 2807479 w 18982931"/>
              <a:gd name="connsiteY482-5424" fmla="*/ 3265443 h 4449429"/>
              <a:gd name="connsiteX483-5425" fmla="*/ 2807479 w 18982931"/>
              <a:gd name="connsiteY483-5426" fmla="*/ 2661196 h 4449429"/>
              <a:gd name="connsiteX484-5427" fmla="*/ 2769698 w 18982931"/>
              <a:gd name="connsiteY484-5428" fmla="*/ 2661196 h 4449429"/>
              <a:gd name="connsiteX485-5429" fmla="*/ 2664114 w 18982931"/>
              <a:gd name="connsiteY485-5430" fmla="*/ 2661196 h 4449429"/>
              <a:gd name="connsiteX486-5431" fmla="*/ 2664114 w 18982931"/>
              <a:gd name="connsiteY486-5432" fmla="*/ 3265443 h 4449429"/>
              <a:gd name="connsiteX487-5433" fmla="*/ 2701891 w 18982931"/>
              <a:gd name="connsiteY487-5434" fmla="*/ 3265443 h 4449429"/>
              <a:gd name="connsiteX488-5435" fmla="*/ 2701891 w 18982931"/>
              <a:gd name="connsiteY488-5436" fmla="*/ 2661196 h 4449429"/>
              <a:gd name="connsiteX489-5437" fmla="*/ 2664114 w 18982931"/>
              <a:gd name="connsiteY489-5438" fmla="*/ 2661196 h 4449429"/>
              <a:gd name="connsiteX490-5439" fmla="*/ 2558534 w 18982931"/>
              <a:gd name="connsiteY490-5440" fmla="*/ 2661196 h 4449429"/>
              <a:gd name="connsiteX491-5441" fmla="*/ 2558534 w 18982931"/>
              <a:gd name="connsiteY491-5442" fmla="*/ 3265443 h 4449429"/>
              <a:gd name="connsiteX492-5443" fmla="*/ 2596306 w 18982931"/>
              <a:gd name="connsiteY492-5444" fmla="*/ 3265443 h 4449429"/>
              <a:gd name="connsiteX493-5445" fmla="*/ 2596306 w 18982931"/>
              <a:gd name="connsiteY493-5446" fmla="*/ 2661196 h 4449429"/>
              <a:gd name="connsiteX494-5447" fmla="*/ 2558534 w 18982931"/>
              <a:gd name="connsiteY494-5448" fmla="*/ 2661196 h 4449429"/>
              <a:gd name="connsiteX495-5449" fmla="*/ 2980870 w 18982931"/>
              <a:gd name="connsiteY495-5450" fmla="*/ 2661194 h 4449429"/>
              <a:gd name="connsiteX496-5451" fmla="*/ 2980870 w 18982931"/>
              <a:gd name="connsiteY496-5452" fmla="*/ 3265442 h 4449429"/>
              <a:gd name="connsiteX497-5453" fmla="*/ 3018648 w 18982931"/>
              <a:gd name="connsiteY497-5454" fmla="*/ 3265442 h 4449429"/>
              <a:gd name="connsiteX498-5455" fmla="*/ 3018648 w 18982931"/>
              <a:gd name="connsiteY498-5456" fmla="*/ 2661194 h 4449429"/>
              <a:gd name="connsiteX499-5457" fmla="*/ 2980870 w 18982931"/>
              <a:gd name="connsiteY499-5458" fmla="*/ 2661194 h 4449429"/>
              <a:gd name="connsiteX500-5459" fmla="*/ 16374516 w 18982931"/>
              <a:gd name="connsiteY500-5460" fmla="*/ 2632791 h 4449429"/>
              <a:gd name="connsiteX501-5461" fmla="*/ 16374516 w 18982931"/>
              <a:gd name="connsiteY501-5462" fmla="*/ 3237039 h 4449429"/>
              <a:gd name="connsiteX502-5463" fmla="*/ 16412296 w 18982931"/>
              <a:gd name="connsiteY502-5464" fmla="*/ 3237039 h 4449429"/>
              <a:gd name="connsiteX503-5465" fmla="*/ 16412296 w 18982931"/>
              <a:gd name="connsiteY503-5466" fmla="*/ 2632791 h 4449429"/>
              <a:gd name="connsiteX504-5467" fmla="*/ 16374516 w 18982931"/>
              <a:gd name="connsiteY504-5468" fmla="*/ 2632791 h 4449429"/>
              <a:gd name="connsiteX505-5469" fmla="*/ 16268931 w 18982931"/>
              <a:gd name="connsiteY505-5470" fmla="*/ 2632791 h 4449429"/>
              <a:gd name="connsiteX506-5471" fmla="*/ 16268931 w 18982931"/>
              <a:gd name="connsiteY506-5472" fmla="*/ 3237039 h 4449429"/>
              <a:gd name="connsiteX507-5473" fmla="*/ 16306709 w 18982931"/>
              <a:gd name="connsiteY507-5474" fmla="*/ 3237039 h 4449429"/>
              <a:gd name="connsiteX508-5475" fmla="*/ 16306709 w 18982931"/>
              <a:gd name="connsiteY508-5476" fmla="*/ 2632791 h 4449429"/>
              <a:gd name="connsiteX509-5477" fmla="*/ 16268931 w 18982931"/>
              <a:gd name="connsiteY509-5478" fmla="*/ 2632791 h 4449429"/>
              <a:gd name="connsiteX510-5479" fmla="*/ 16163344 w 18982931"/>
              <a:gd name="connsiteY510-5480" fmla="*/ 2632791 h 4449429"/>
              <a:gd name="connsiteX511-5481" fmla="*/ 16163344 w 18982931"/>
              <a:gd name="connsiteY511-5482" fmla="*/ 3237039 h 4449429"/>
              <a:gd name="connsiteX512-5483" fmla="*/ 16201125 w 18982931"/>
              <a:gd name="connsiteY512-5484" fmla="*/ 3237039 h 4449429"/>
              <a:gd name="connsiteX513-5485" fmla="*/ 16201125 w 18982931"/>
              <a:gd name="connsiteY513-5486" fmla="*/ 2632791 h 4449429"/>
              <a:gd name="connsiteX514-5487" fmla="*/ 16163344 w 18982931"/>
              <a:gd name="connsiteY514-5488" fmla="*/ 2632791 h 4449429"/>
              <a:gd name="connsiteX515-5489" fmla="*/ 16057760 w 18982931"/>
              <a:gd name="connsiteY515-5490" fmla="*/ 2632791 h 4449429"/>
              <a:gd name="connsiteX516-5491" fmla="*/ 16057760 w 18982931"/>
              <a:gd name="connsiteY516-5492" fmla="*/ 3237039 h 4449429"/>
              <a:gd name="connsiteX517-5493" fmla="*/ 16095537 w 18982931"/>
              <a:gd name="connsiteY517-5494" fmla="*/ 3237039 h 4449429"/>
              <a:gd name="connsiteX518-5495" fmla="*/ 16095537 w 18982931"/>
              <a:gd name="connsiteY518-5496" fmla="*/ 2632791 h 4449429"/>
              <a:gd name="connsiteX519-5497" fmla="*/ 16057760 w 18982931"/>
              <a:gd name="connsiteY519-5498" fmla="*/ 2632791 h 4449429"/>
              <a:gd name="connsiteX520-5499" fmla="*/ 16480103 w 18982931"/>
              <a:gd name="connsiteY520-5500" fmla="*/ 2632790 h 4449429"/>
              <a:gd name="connsiteX521-5501" fmla="*/ 16480103 w 18982931"/>
              <a:gd name="connsiteY521-5502" fmla="*/ 3237037 h 4449429"/>
              <a:gd name="connsiteX522-5503" fmla="*/ 16517880 w 18982931"/>
              <a:gd name="connsiteY522-5504" fmla="*/ 3237037 h 4449429"/>
              <a:gd name="connsiteX523-5505" fmla="*/ 16517880 w 18982931"/>
              <a:gd name="connsiteY523-5506" fmla="*/ 2632790 h 4449429"/>
              <a:gd name="connsiteX524-5507" fmla="*/ 16480103 w 18982931"/>
              <a:gd name="connsiteY524-5508" fmla="*/ 2632790 h 4449429"/>
              <a:gd name="connsiteX525-5509" fmla="*/ 1596781 w 18982931"/>
              <a:gd name="connsiteY525-5510" fmla="*/ 2622561 h 4449429"/>
              <a:gd name="connsiteX526-5511" fmla="*/ 1596781 w 18982931"/>
              <a:gd name="connsiteY526-5512" fmla="*/ 2668261 h 4449429"/>
              <a:gd name="connsiteX527-5513" fmla="*/ 1805629 w 18982931"/>
              <a:gd name="connsiteY527-5514" fmla="*/ 2668261 h 4449429"/>
              <a:gd name="connsiteX528-5515" fmla="*/ 1805629 w 18982931"/>
              <a:gd name="connsiteY528-5516" fmla="*/ 2622561 h 4449429"/>
              <a:gd name="connsiteX529-5517" fmla="*/ 1596781 w 18982931"/>
              <a:gd name="connsiteY529-5518" fmla="*/ 2622561 h 4449429"/>
              <a:gd name="connsiteX530-5519" fmla="*/ 1596781 w 18982931"/>
              <a:gd name="connsiteY530-5520" fmla="*/ 2530932 h 4449429"/>
              <a:gd name="connsiteX531-5521" fmla="*/ 1596781 w 18982931"/>
              <a:gd name="connsiteY531-5522" fmla="*/ 2576632 h 4449429"/>
              <a:gd name="connsiteX532-5523" fmla="*/ 1805629 w 18982931"/>
              <a:gd name="connsiteY532-5524" fmla="*/ 2576632 h 4449429"/>
              <a:gd name="connsiteX533-5525" fmla="*/ 1805629 w 18982931"/>
              <a:gd name="connsiteY533-5526" fmla="*/ 2530932 h 4449429"/>
              <a:gd name="connsiteX534-5527" fmla="*/ 1596781 w 18982931"/>
              <a:gd name="connsiteY534-5528" fmla="*/ 2530932 h 4449429"/>
              <a:gd name="connsiteX535-5529" fmla="*/ 1596781 w 18982931"/>
              <a:gd name="connsiteY535-5530" fmla="*/ 2439301 h 4449429"/>
              <a:gd name="connsiteX536-5531" fmla="*/ 1596781 w 18982931"/>
              <a:gd name="connsiteY536-5532" fmla="*/ 2485002 h 4449429"/>
              <a:gd name="connsiteX537-5533" fmla="*/ 1805629 w 18982931"/>
              <a:gd name="connsiteY537-5534" fmla="*/ 2485002 h 4449429"/>
              <a:gd name="connsiteX538-5535" fmla="*/ 1805629 w 18982931"/>
              <a:gd name="connsiteY538-5536" fmla="*/ 2439301 h 4449429"/>
              <a:gd name="connsiteX539-5537" fmla="*/ 1596781 w 18982931"/>
              <a:gd name="connsiteY539-5538" fmla="*/ 2439301 h 4449429"/>
              <a:gd name="connsiteX540-5539" fmla="*/ 17217171 w 18982931"/>
              <a:gd name="connsiteY540-5540" fmla="*/ 2397981 h 4449429"/>
              <a:gd name="connsiteX541-5541" fmla="*/ 17217171 w 18982931"/>
              <a:gd name="connsiteY541-5542" fmla="*/ 2434557 h 4449429"/>
              <a:gd name="connsiteX542-5543" fmla="*/ 17582931 w 18982931"/>
              <a:gd name="connsiteY542-5544" fmla="*/ 2434557 h 4449429"/>
              <a:gd name="connsiteX543-5545" fmla="*/ 17582931 w 18982931"/>
              <a:gd name="connsiteY543-5546" fmla="*/ 2397981 h 4449429"/>
              <a:gd name="connsiteX544-5547" fmla="*/ 17217171 w 18982931"/>
              <a:gd name="connsiteY544-5548" fmla="*/ 2397981 h 4449429"/>
              <a:gd name="connsiteX545-5549" fmla="*/ 9762349 w 18982931"/>
              <a:gd name="connsiteY545-5550" fmla="*/ 2057780 h 4449429"/>
              <a:gd name="connsiteX546-5551" fmla="*/ 9762349 w 18982931"/>
              <a:gd name="connsiteY546-5552" fmla="*/ 2266627 h 4449429"/>
              <a:gd name="connsiteX547-5553" fmla="*/ 9808049 w 18982931"/>
              <a:gd name="connsiteY547-5554" fmla="*/ 2266627 h 4449429"/>
              <a:gd name="connsiteX548-5555" fmla="*/ 9808049 w 18982931"/>
              <a:gd name="connsiteY548-5556" fmla="*/ 2057780 h 4449429"/>
              <a:gd name="connsiteX549-5557" fmla="*/ 9762349 w 18982931"/>
              <a:gd name="connsiteY549-5558" fmla="*/ 2057780 h 4449429"/>
              <a:gd name="connsiteX550-5559" fmla="*/ 9670720 w 18982931"/>
              <a:gd name="connsiteY550-5560" fmla="*/ 2057780 h 4449429"/>
              <a:gd name="connsiteX551-5561" fmla="*/ 9670720 w 18982931"/>
              <a:gd name="connsiteY551-5562" fmla="*/ 2266627 h 4449429"/>
              <a:gd name="connsiteX552-5563" fmla="*/ 9716420 w 18982931"/>
              <a:gd name="connsiteY552-5564" fmla="*/ 2266627 h 4449429"/>
              <a:gd name="connsiteX553-5565" fmla="*/ 9716420 w 18982931"/>
              <a:gd name="connsiteY553-5566" fmla="*/ 2057780 h 4449429"/>
              <a:gd name="connsiteX554-5567" fmla="*/ 9670720 w 18982931"/>
              <a:gd name="connsiteY554-5568" fmla="*/ 2057780 h 4449429"/>
              <a:gd name="connsiteX555-5569" fmla="*/ 9579089 w 18982931"/>
              <a:gd name="connsiteY555-5570" fmla="*/ 2057780 h 4449429"/>
              <a:gd name="connsiteX556-5571" fmla="*/ 9579089 w 18982931"/>
              <a:gd name="connsiteY556-5572" fmla="*/ 2266627 h 4449429"/>
              <a:gd name="connsiteX557-5573" fmla="*/ 9624790 w 18982931"/>
              <a:gd name="connsiteY557-5574" fmla="*/ 2266627 h 4449429"/>
              <a:gd name="connsiteX558-5575" fmla="*/ 9624790 w 18982931"/>
              <a:gd name="connsiteY558-5576" fmla="*/ 2057780 h 4449429"/>
              <a:gd name="connsiteX559-5577" fmla="*/ 9579089 w 18982931"/>
              <a:gd name="connsiteY559-5578" fmla="*/ 2057780 h 4449429"/>
              <a:gd name="connsiteX560-5579" fmla="*/ 9487461 w 18982931"/>
              <a:gd name="connsiteY560-5580" fmla="*/ 2057780 h 4449429"/>
              <a:gd name="connsiteX561-5581" fmla="*/ 9487461 w 18982931"/>
              <a:gd name="connsiteY561-5582" fmla="*/ 2266627 h 4449429"/>
              <a:gd name="connsiteX562-5583" fmla="*/ 9533161 w 18982931"/>
              <a:gd name="connsiteY562-5584" fmla="*/ 2266627 h 4449429"/>
              <a:gd name="connsiteX563-5585" fmla="*/ 9533161 w 18982931"/>
              <a:gd name="connsiteY563-5586" fmla="*/ 2057780 h 4449429"/>
              <a:gd name="connsiteX564-5587" fmla="*/ 9487461 w 18982931"/>
              <a:gd name="connsiteY564-5588" fmla="*/ 2057780 h 4449429"/>
              <a:gd name="connsiteX565-5589" fmla="*/ 9395836 w 18982931"/>
              <a:gd name="connsiteY565-5590" fmla="*/ 2057780 h 4449429"/>
              <a:gd name="connsiteX566-5591" fmla="*/ 9395836 w 18982931"/>
              <a:gd name="connsiteY566-5592" fmla="*/ 2266627 h 4449429"/>
              <a:gd name="connsiteX567-5593" fmla="*/ 9441534 w 18982931"/>
              <a:gd name="connsiteY567-5594" fmla="*/ 2266627 h 4449429"/>
              <a:gd name="connsiteX568-5595" fmla="*/ 9441534 w 18982931"/>
              <a:gd name="connsiteY568-5596" fmla="*/ 2057780 h 4449429"/>
              <a:gd name="connsiteX569-5597" fmla="*/ 9395836 w 18982931"/>
              <a:gd name="connsiteY569-5598" fmla="*/ 2057780 h 4449429"/>
              <a:gd name="connsiteX570-5599" fmla="*/ 9304202 w 18982931"/>
              <a:gd name="connsiteY570-5600" fmla="*/ 2057780 h 4449429"/>
              <a:gd name="connsiteX571-5601" fmla="*/ 9304202 w 18982931"/>
              <a:gd name="connsiteY571-5602" fmla="*/ 2266627 h 4449429"/>
              <a:gd name="connsiteX572-5603" fmla="*/ 9349902 w 18982931"/>
              <a:gd name="connsiteY572-5604" fmla="*/ 2266627 h 4449429"/>
              <a:gd name="connsiteX573-5605" fmla="*/ 9349902 w 18982931"/>
              <a:gd name="connsiteY573-5606" fmla="*/ 2057780 h 4449429"/>
              <a:gd name="connsiteX574-5607" fmla="*/ 9304202 w 18982931"/>
              <a:gd name="connsiteY574-5608" fmla="*/ 2057780 h 4449429"/>
              <a:gd name="connsiteX575-5609" fmla="*/ 9212570 w 18982931"/>
              <a:gd name="connsiteY575-5610" fmla="*/ 2057780 h 4449429"/>
              <a:gd name="connsiteX576-5611" fmla="*/ 9212570 w 18982931"/>
              <a:gd name="connsiteY576-5612" fmla="*/ 2266627 h 4449429"/>
              <a:gd name="connsiteX577-5613" fmla="*/ 9258270 w 18982931"/>
              <a:gd name="connsiteY577-5614" fmla="*/ 2266627 h 4449429"/>
              <a:gd name="connsiteX578-5615" fmla="*/ 9258270 w 18982931"/>
              <a:gd name="connsiteY578-5616" fmla="*/ 2057780 h 4449429"/>
              <a:gd name="connsiteX579-5617" fmla="*/ 9212570 w 18982931"/>
              <a:gd name="connsiteY579-5618" fmla="*/ 2057780 h 4449429"/>
              <a:gd name="connsiteX580-5619" fmla="*/ 14092702 w 18982931"/>
              <a:gd name="connsiteY580-5620" fmla="*/ 1859157 h 4449429"/>
              <a:gd name="connsiteX581-5621" fmla="*/ 14092702 w 18982931"/>
              <a:gd name="connsiteY581-5622" fmla="*/ 1895733 h 4449429"/>
              <a:gd name="connsiteX582-5623" fmla="*/ 14458462 w 18982931"/>
              <a:gd name="connsiteY582-5624" fmla="*/ 1895733 h 4449429"/>
              <a:gd name="connsiteX583-5625" fmla="*/ 14458462 w 18982931"/>
              <a:gd name="connsiteY583-5626" fmla="*/ 1859157 h 4449429"/>
              <a:gd name="connsiteX584-5627" fmla="*/ 14092702 w 18982931"/>
              <a:gd name="connsiteY584-5628" fmla="*/ 1859157 h 4449429"/>
              <a:gd name="connsiteX585-5629" fmla="*/ 17871603 w 18982931"/>
              <a:gd name="connsiteY585-5630" fmla="*/ 1806939 h 4449429"/>
              <a:gd name="connsiteX586-5631" fmla="*/ 17871603 w 18982931"/>
              <a:gd name="connsiteY586-5632" fmla="*/ 1809649 h 4449429"/>
              <a:gd name="connsiteX587-5633" fmla="*/ 17871627 w 18982931"/>
              <a:gd name="connsiteY587-5634" fmla="*/ 1809649 h 4449429"/>
              <a:gd name="connsiteX588-5635" fmla="*/ 17871603 w 18982931"/>
              <a:gd name="connsiteY588-5636" fmla="*/ 1806939 h 4449429"/>
              <a:gd name="connsiteX589-5637" fmla="*/ 18172695 w 18982931"/>
              <a:gd name="connsiteY589-5638" fmla="*/ 1733739 h 4449429"/>
              <a:gd name="connsiteX590-5639" fmla="*/ 18172695 w 18982931"/>
              <a:gd name="connsiteY590-5640" fmla="*/ 1870899 h 4449429"/>
              <a:gd name="connsiteX591-5641" fmla="*/ 18209271 w 18982931"/>
              <a:gd name="connsiteY591-5642" fmla="*/ 1870899 h 4449429"/>
              <a:gd name="connsiteX592-5643" fmla="*/ 18209271 w 18982931"/>
              <a:gd name="connsiteY592-5644" fmla="*/ 1733739 h 4449429"/>
              <a:gd name="connsiteX593-5645" fmla="*/ 18172695 w 18982931"/>
              <a:gd name="connsiteY593-5646" fmla="*/ 1733739 h 4449429"/>
              <a:gd name="connsiteX594-5647" fmla="*/ 18104295 w 18982931"/>
              <a:gd name="connsiteY594-5648" fmla="*/ 1733739 h 4449429"/>
              <a:gd name="connsiteX595-5649" fmla="*/ 18104295 w 18982931"/>
              <a:gd name="connsiteY595-5650" fmla="*/ 1870899 h 4449429"/>
              <a:gd name="connsiteX596-5651" fmla="*/ 18140871 w 18982931"/>
              <a:gd name="connsiteY596-5652" fmla="*/ 1870899 h 4449429"/>
              <a:gd name="connsiteX597-5653" fmla="*/ 18140871 w 18982931"/>
              <a:gd name="connsiteY597-5654" fmla="*/ 1733739 h 4449429"/>
              <a:gd name="connsiteX598-5655" fmla="*/ 18104295 w 18982931"/>
              <a:gd name="connsiteY598-5656" fmla="*/ 1733739 h 4449429"/>
              <a:gd name="connsiteX599-5657" fmla="*/ 18035895 w 18982931"/>
              <a:gd name="connsiteY599-5658" fmla="*/ 1733739 h 4449429"/>
              <a:gd name="connsiteX600-5659" fmla="*/ 18035895 w 18982931"/>
              <a:gd name="connsiteY600-5660" fmla="*/ 1870899 h 4449429"/>
              <a:gd name="connsiteX601-5661" fmla="*/ 18072471 w 18982931"/>
              <a:gd name="connsiteY601-5662" fmla="*/ 1870899 h 4449429"/>
              <a:gd name="connsiteX602-5663" fmla="*/ 18072471 w 18982931"/>
              <a:gd name="connsiteY602-5664" fmla="*/ 1733739 h 4449429"/>
              <a:gd name="connsiteX603-5665" fmla="*/ 18035895 w 18982931"/>
              <a:gd name="connsiteY603-5666" fmla="*/ 1733739 h 4449429"/>
              <a:gd name="connsiteX604-5667" fmla="*/ 17967493 w 18982931"/>
              <a:gd name="connsiteY604-5668" fmla="*/ 1733739 h 4449429"/>
              <a:gd name="connsiteX605-5669" fmla="*/ 17967493 w 18982931"/>
              <a:gd name="connsiteY605-5670" fmla="*/ 1870899 h 4449429"/>
              <a:gd name="connsiteX606-5671" fmla="*/ 18004069 w 18982931"/>
              <a:gd name="connsiteY606-5672" fmla="*/ 1870899 h 4449429"/>
              <a:gd name="connsiteX607-5673" fmla="*/ 18004069 w 18982931"/>
              <a:gd name="connsiteY607-5674" fmla="*/ 1733739 h 4449429"/>
              <a:gd name="connsiteX608-5675" fmla="*/ 17967493 w 18982931"/>
              <a:gd name="connsiteY608-5676" fmla="*/ 1733739 h 4449429"/>
              <a:gd name="connsiteX609-5677" fmla="*/ 14251161 w 18982931"/>
              <a:gd name="connsiteY609-5678" fmla="*/ 868400 h 4449429"/>
              <a:gd name="connsiteX610-5679" fmla="*/ 14251161 w 18982931"/>
              <a:gd name="connsiteY610-5680" fmla="*/ 1005560 h 4449429"/>
              <a:gd name="connsiteX611-5681" fmla="*/ 14287737 w 18982931"/>
              <a:gd name="connsiteY611-5682" fmla="*/ 1005560 h 4449429"/>
              <a:gd name="connsiteX612-5683" fmla="*/ 14287737 w 18982931"/>
              <a:gd name="connsiteY612-5684" fmla="*/ 868400 h 4449429"/>
              <a:gd name="connsiteX613-5685" fmla="*/ 14251161 w 18982931"/>
              <a:gd name="connsiteY613-5686" fmla="*/ 868400 h 4449429"/>
              <a:gd name="connsiteX614-5687" fmla="*/ 14182760 w 18982931"/>
              <a:gd name="connsiteY614-5688" fmla="*/ 868400 h 4449429"/>
              <a:gd name="connsiteX615-5689" fmla="*/ 14182760 w 18982931"/>
              <a:gd name="connsiteY615-5690" fmla="*/ 1005560 h 4449429"/>
              <a:gd name="connsiteX616-5691" fmla="*/ 14219336 w 18982931"/>
              <a:gd name="connsiteY616-5692" fmla="*/ 1005560 h 4449429"/>
              <a:gd name="connsiteX617-5693" fmla="*/ 14219336 w 18982931"/>
              <a:gd name="connsiteY617-5694" fmla="*/ 868400 h 4449429"/>
              <a:gd name="connsiteX618-5695" fmla="*/ 14182760 w 18982931"/>
              <a:gd name="connsiteY618-5696" fmla="*/ 868400 h 4449429"/>
              <a:gd name="connsiteX619-5697" fmla="*/ 14114359 w 18982931"/>
              <a:gd name="connsiteY619-5698" fmla="*/ 868400 h 4449429"/>
              <a:gd name="connsiteX620-5699" fmla="*/ 14114359 w 18982931"/>
              <a:gd name="connsiteY620-5700" fmla="*/ 1005560 h 4449429"/>
              <a:gd name="connsiteX621-5701" fmla="*/ 14150935 w 18982931"/>
              <a:gd name="connsiteY621-5702" fmla="*/ 1005560 h 4449429"/>
              <a:gd name="connsiteX622-5703" fmla="*/ 14150935 w 18982931"/>
              <a:gd name="connsiteY622-5704" fmla="*/ 868400 h 4449429"/>
              <a:gd name="connsiteX623-5705" fmla="*/ 14114359 w 18982931"/>
              <a:gd name="connsiteY623-5706" fmla="*/ 868400 h 4449429"/>
              <a:gd name="connsiteX624-5707" fmla="*/ 4788216 w 18982931"/>
              <a:gd name="connsiteY624-5708" fmla="*/ 807315 h 4449429"/>
              <a:gd name="connsiteX625-5709" fmla="*/ 4788216 w 18982931"/>
              <a:gd name="connsiteY625-5710" fmla="*/ 944475 h 4449429"/>
              <a:gd name="connsiteX626-5711" fmla="*/ 4824792 w 18982931"/>
              <a:gd name="connsiteY626-5712" fmla="*/ 944475 h 4449429"/>
              <a:gd name="connsiteX627-5713" fmla="*/ 4824792 w 18982931"/>
              <a:gd name="connsiteY627-5714" fmla="*/ 807315 h 4449429"/>
              <a:gd name="connsiteX628-5715" fmla="*/ 4788216 w 18982931"/>
              <a:gd name="connsiteY628-5716" fmla="*/ 807315 h 4449429"/>
              <a:gd name="connsiteX629-5717" fmla="*/ 4719815 w 18982931"/>
              <a:gd name="connsiteY629-5718" fmla="*/ 807315 h 4449429"/>
              <a:gd name="connsiteX630-5719" fmla="*/ 4719815 w 18982931"/>
              <a:gd name="connsiteY630-5720" fmla="*/ 944475 h 4449429"/>
              <a:gd name="connsiteX631-5721" fmla="*/ 4756391 w 18982931"/>
              <a:gd name="connsiteY631-5722" fmla="*/ 944475 h 4449429"/>
              <a:gd name="connsiteX632-5723" fmla="*/ 4756391 w 18982931"/>
              <a:gd name="connsiteY632-5724" fmla="*/ 807315 h 4449429"/>
              <a:gd name="connsiteX633-5725" fmla="*/ 4719815 w 18982931"/>
              <a:gd name="connsiteY633-5726" fmla="*/ 807315 h 4449429"/>
              <a:gd name="connsiteX634-5727" fmla="*/ 4651414 w 18982931"/>
              <a:gd name="connsiteY634-5728" fmla="*/ 807315 h 4449429"/>
              <a:gd name="connsiteX635-5729" fmla="*/ 4651414 w 18982931"/>
              <a:gd name="connsiteY635-5730" fmla="*/ 944475 h 4449429"/>
              <a:gd name="connsiteX636-5731" fmla="*/ 4687992 w 18982931"/>
              <a:gd name="connsiteY636-5732" fmla="*/ 944475 h 4449429"/>
              <a:gd name="connsiteX637-5733" fmla="*/ 4687992 w 18982931"/>
              <a:gd name="connsiteY637-5734" fmla="*/ 807315 h 4449429"/>
              <a:gd name="connsiteX638-5735" fmla="*/ 4651414 w 18982931"/>
              <a:gd name="connsiteY638-5736" fmla="*/ 807315 h 4449429"/>
              <a:gd name="connsiteX639-5737" fmla="*/ 2212838 w 18982931"/>
              <a:gd name="connsiteY639-5738" fmla="*/ 748887 h 4449429"/>
              <a:gd name="connsiteX640-5739" fmla="*/ 2212838 w 18982931"/>
              <a:gd name="connsiteY640-5740" fmla="*/ 886047 h 4449429"/>
              <a:gd name="connsiteX641-5741" fmla="*/ 2249414 w 18982931"/>
              <a:gd name="connsiteY641-5742" fmla="*/ 886047 h 4449429"/>
              <a:gd name="connsiteX642-5743" fmla="*/ 2249414 w 18982931"/>
              <a:gd name="connsiteY642-5744" fmla="*/ 748887 h 4449429"/>
              <a:gd name="connsiteX643-5745" fmla="*/ 2212838 w 18982931"/>
              <a:gd name="connsiteY643-5746" fmla="*/ 748887 h 4449429"/>
              <a:gd name="connsiteX644-5747" fmla="*/ 2144438 w 18982931"/>
              <a:gd name="connsiteY644-5748" fmla="*/ 748887 h 4449429"/>
              <a:gd name="connsiteX645-5749" fmla="*/ 2144438 w 18982931"/>
              <a:gd name="connsiteY645-5750" fmla="*/ 886047 h 4449429"/>
              <a:gd name="connsiteX646-5751" fmla="*/ 2181014 w 18982931"/>
              <a:gd name="connsiteY646-5752" fmla="*/ 886047 h 4449429"/>
              <a:gd name="connsiteX647-5753" fmla="*/ 2181014 w 18982931"/>
              <a:gd name="connsiteY647-5754" fmla="*/ 748887 h 4449429"/>
              <a:gd name="connsiteX648-5755" fmla="*/ 2144438 w 18982931"/>
              <a:gd name="connsiteY648-5756" fmla="*/ 748887 h 4449429"/>
              <a:gd name="connsiteX649-5757" fmla="*/ 2076037 w 18982931"/>
              <a:gd name="connsiteY649-5758" fmla="*/ 748887 h 4449429"/>
              <a:gd name="connsiteX650-5759" fmla="*/ 2076037 w 18982931"/>
              <a:gd name="connsiteY650-5760" fmla="*/ 886047 h 4449429"/>
              <a:gd name="connsiteX651-5761" fmla="*/ 2112612 w 18982931"/>
              <a:gd name="connsiteY651-5762" fmla="*/ 886047 h 4449429"/>
              <a:gd name="connsiteX652-5763" fmla="*/ 2112612 w 18982931"/>
              <a:gd name="connsiteY652-5764" fmla="*/ 748887 h 4449429"/>
              <a:gd name="connsiteX653-5765" fmla="*/ 2076037 w 18982931"/>
              <a:gd name="connsiteY653-5766" fmla="*/ 748887 h 4449429"/>
              <a:gd name="connsiteX654-5767" fmla="*/ 2007635 w 18982931"/>
              <a:gd name="connsiteY654-5768" fmla="*/ 748887 h 4449429"/>
              <a:gd name="connsiteX655-5769" fmla="*/ 2007635 w 18982931"/>
              <a:gd name="connsiteY655-5770" fmla="*/ 886047 h 4449429"/>
              <a:gd name="connsiteX656-5771" fmla="*/ 2044211 w 18982931"/>
              <a:gd name="connsiteY656-5772" fmla="*/ 886047 h 4449429"/>
              <a:gd name="connsiteX657-5773" fmla="*/ 2044211 w 18982931"/>
              <a:gd name="connsiteY657-5774" fmla="*/ 748887 h 4449429"/>
              <a:gd name="connsiteX658-5775" fmla="*/ 2007635 w 18982931"/>
              <a:gd name="connsiteY658-5776" fmla="*/ 748887 h 4449429"/>
              <a:gd name="connsiteX659-5777" fmla="*/ 17088019 w 18982931"/>
              <a:gd name="connsiteY659-5778" fmla="*/ 737716 h 4449429"/>
              <a:gd name="connsiteX660-5779" fmla="*/ 17088019 w 18982931"/>
              <a:gd name="connsiteY660-5780" fmla="*/ 825107 h 4449429"/>
              <a:gd name="connsiteX661-5781" fmla="*/ 17124595 w 18982931"/>
              <a:gd name="connsiteY661-5782" fmla="*/ 825107 h 4449429"/>
              <a:gd name="connsiteX662-5783" fmla="*/ 17124595 w 18982931"/>
              <a:gd name="connsiteY662-5784" fmla="*/ 737716 h 4449429"/>
              <a:gd name="connsiteX663-5785" fmla="*/ 17088019 w 18982931"/>
              <a:gd name="connsiteY663-5786" fmla="*/ 737716 h 4449429"/>
              <a:gd name="connsiteX664-5787" fmla="*/ 17021803 w 18982931"/>
              <a:gd name="connsiteY664-5788" fmla="*/ 737716 h 4449429"/>
              <a:gd name="connsiteX665-5789" fmla="*/ 17021803 w 18982931"/>
              <a:gd name="connsiteY665-5790" fmla="*/ 825107 h 4449429"/>
              <a:gd name="connsiteX666-5791" fmla="*/ 17058379 w 18982931"/>
              <a:gd name="connsiteY666-5792" fmla="*/ 825107 h 4449429"/>
              <a:gd name="connsiteX667-5793" fmla="*/ 17058379 w 18982931"/>
              <a:gd name="connsiteY667-5794" fmla="*/ 737716 h 4449429"/>
              <a:gd name="connsiteX668-5795" fmla="*/ 17021803 w 18982931"/>
              <a:gd name="connsiteY668-5796" fmla="*/ 737716 h 4449429"/>
              <a:gd name="connsiteX669-5797" fmla="*/ 16955591 w 18982931"/>
              <a:gd name="connsiteY669-5798" fmla="*/ 737716 h 4449429"/>
              <a:gd name="connsiteX670-5799" fmla="*/ 16955591 w 18982931"/>
              <a:gd name="connsiteY670-5800" fmla="*/ 825107 h 4449429"/>
              <a:gd name="connsiteX671-5801" fmla="*/ 16992167 w 18982931"/>
              <a:gd name="connsiteY671-5802" fmla="*/ 825107 h 4449429"/>
              <a:gd name="connsiteX672-5803" fmla="*/ 16992167 w 18982931"/>
              <a:gd name="connsiteY672-5804" fmla="*/ 737716 h 4449429"/>
              <a:gd name="connsiteX673-5805" fmla="*/ 16955591 w 18982931"/>
              <a:gd name="connsiteY673-5806" fmla="*/ 737716 h 4449429"/>
              <a:gd name="connsiteX674-5807" fmla="*/ 16889375 w 18982931"/>
              <a:gd name="connsiteY674-5808" fmla="*/ 737716 h 4449429"/>
              <a:gd name="connsiteX675-5809" fmla="*/ 16889375 w 18982931"/>
              <a:gd name="connsiteY675-5810" fmla="*/ 825107 h 4449429"/>
              <a:gd name="connsiteX676-5811" fmla="*/ 16925951 w 18982931"/>
              <a:gd name="connsiteY676-5812" fmla="*/ 825107 h 4449429"/>
              <a:gd name="connsiteX677-5813" fmla="*/ 16925951 w 18982931"/>
              <a:gd name="connsiteY677-5814" fmla="*/ 737716 h 4449429"/>
              <a:gd name="connsiteX678-5815" fmla="*/ 16889375 w 18982931"/>
              <a:gd name="connsiteY678-5816" fmla="*/ 737716 h 4449429"/>
              <a:gd name="connsiteX679-5817" fmla="*/ 16823163 w 18982931"/>
              <a:gd name="connsiteY679-5818" fmla="*/ 737716 h 4449429"/>
              <a:gd name="connsiteX680-5819" fmla="*/ 16823163 w 18982931"/>
              <a:gd name="connsiteY680-5820" fmla="*/ 825107 h 4449429"/>
              <a:gd name="connsiteX681-5821" fmla="*/ 16859739 w 18982931"/>
              <a:gd name="connsiteY681-5822" fmla="*/ 825107 h 4449429"/>
              <a:gd name="connsiteX682-5823" fmla="*/ 16859739 w 18982931"/>
              <a:gd name="connsiteY682-5824" fmla="*/ 737716 h 4449429"/>
              <a:gd name="connsiteX683-5825" fmla="*/ 16823163 w 18982931"/>
              <a:gd name="connsiteY683-5826" fmla="*/ 737716 h 4449429"/>
              <a:gd name="connsiteX684-5827" fmla="*/ 16756948 w 18982931"/>
              <a:gd name="connsiteY684-5828" fmla="*/ 737716 h 4449429"/>
              <a:gd name="connsiteX685-5829" fmla="*/ 16756948 w 18982931"/>
              <a:gd name="connsiteY685-5830" fmla="*/ 825107 h 4449429"/>
              <a:gd name="connsiteX686-5831" fmla="*/ 16793523 w 18982931"/>
              <a:gd name="connsiteY686-5832" fmla="*/ 825107 h 4449429"/>
              <a:gd name="connsiteX687-5833" fmla="*/ 16793523 w 18982931"/>
              <a:gd name="connsiteY687-5834" fmla="*/ 737716 h 4449429"/>
              <a:gd name="connsiteX688-5835" fmla="*/ 16756948 w 18982931"/>
              <a:gd name="connsiteY688-5836" fmla="*/ 737716 h 4449429"/>
              <a:gd name="connsiteX689-5837" fmla="*/ 13739104 w 18982931"/>
              <a:gd name="connsiteY689-5838" fmla="*/ 0 h 4449429"/>
              <a:gd name="connsiteX690-5839" fmla="*/ 13842002 w 18982931"/>
              <a:gd name="connsiteY690-5840" fmla="*/ 0 h 4449429"/>
              <a:gd name="connsiteX691-5841" fmla="*/ 13883163 w 18982931"/>
              <a:gd name="connsiteY691-5842" fmla="*/ 428067 h 4449429"/>
              <a:gd name="connsiteX692-5843" fmla="*/ 13883163 w 18982931"/>
              <a:gd name="connsiteY692-5844" fmla="*/ 456882 h 4449429"/>
              <a:gd name="connsiteX693-5845" fmla="*/ 13907863 w 18982931"/>
              <a:gd name="connsiteY693-5846" fmla="*/ 954919 h 4449429"/>
              <a:gd name="connsiteX694-5847" fmla="*/ 13911978 w 18982931"/>
              <a:gd name="connsiteY694-5848" fmla="*/ 1679340 h 4449429"/>
              <a:gd name="connsiteX695-5849" fmla="*/ 13916091 w 18982931"/>
              <a:gd name="connsiteY695-5850" fmla="*/ 2058015 h 4449429"/>
              <a:gd name="connsiteX696-5851" fmla="*/ 13936673 w 18982931"/>
              <a:gd name="connsiteY696-5852" fmla="*/ 2086829 h 4449429"/>
              <a:gd name="connsiteX697-5853" fmla="*/ 13953138 w 18982931"/>
              <a:gd name="connsiteY697-5854" fmla="*/ 2058015 h 4449429"/>
              <a:gd name="connsiteX698-5855" fmla="*/ 13953138 w 18982931"/>
              <a:gd name="connsiteY698-5856" fmla="*/ 1955115 h 4449429"/>
              <a:gd name="connsiteX699-5857" fmla="*/ 13965483 w 18982931"/>
              <a:gd name="connsiteY699-5858" fmla="*/ 1922188 h 4449429"/>
              <a:gd name="connsiteX700-5859" fmla="*/ 13986066 w 18982931"/>
              <a:gd name="connsiteY700-5860" fmla="*/ 1876909 h 4449429"/>
              <a:gd name="connsiteX701-5861" fmla="*/ 13986066 w 18982931"/>
              <a:gd name="connsiteY701-5862" fmla="*/ 1625834 h 4449429"/>
              <a:gd name="connsiteX702-5863" fmla="*/ 14051922 w 18982931"/>
              <a:gd name="connsiteY702-5864" fmla="*/ 1617602 h 4449429"/>
              <a:gd name="connsiteX703-5865" fmla="*/ 14047992 w 18982931"/>
              <a:gd name="connsiteY703-5866" fmla="*/ 1005560 h 4449429"/>
              <a:gd name="connsiteX704-5867" fmla="*/ 14082534 w 18982931"/>
              <a:gd name="connsiteY704-5868" fmla="*/ 1005560 h 4449429"/>
              <a:gd name="connsiteX705-5869" fmla="*/ 14082534 w 18982931"/>
              <a:gd name="connsiteY705-5870" fmla="*/ 868400 h 4449429"/>
              <a:gd name="connsiteX706-5871" fmla="*/ 14047111 w 18982931"/>
              <a:gd name="connsiteY706-5872" fmla="*/ 868400 h 4449429"/>
              <a:gd name="connsiteX707-5873" fmla="*/ 14046442 w 18982931"/>
              <a:gd name="connsiteY707-5874" fmla="*/ 764191 h 4449429"/>
              <a:gd name="connsiteX708-5875" fmla="*/ 14187749 w 18982931"/>
              <a:gd name="connsiteY708-5876" fmla="*/ 436300 h 4449429"/>
              <a:gd name="connsiteX709-5877" fmla="*/ 14212445 w 18982931"/>
              <a:gd name="connsiteY709-5878" fmla="*/ 411603 h 4449429"/>
              <a:gd name="connsiteX710-5879" fmla="*/ 14410015 w 18982931"/>
              <a:gd name="connsiteY710-5880" fmla="*/ 444532 h 4449429"/>
              <a:gd name="connsiteX711-5881" fmla="*/ 14442947 w 18982931"/>
              <a:gd name="connsiteY711-5882" fmla="*/ 275776 h 4449429"/>
              <a:gd name="connsiteX712-5883" fmla="*/ 14479990 w 18982931"/>
              <a:gd name="connsiteY712-5884" fmla="*/ 246961 h 4449429"/>
              <a:gd name="connsiteX713-5885" fmla="*/ 14517032 w 18982931"/>
              <a:gd name="connsiteY713-5886" fmla="*/ 271658 h 4449429"/>
              <a:gd name="connsiteX714-5887" fmla="*/ 14574655 w 18982931"/>
              <a:gd name="connsiteY714-5888" fmla="*/ 522739 h 4449429"/>
              <a:gd name="connsiteX715-5889" fmla="*/ 14603469 w 18982931"/>
              <a:gd name="connsiteY715-5890" fmla="*/ 1123678 h 4449429"/>
              <a:gd name="connsiteX716-5891" fmla="*/ 14603469 w 18982931"/>
              <a:gd name="connsiteY716-5892" fmla="*/ 1617602 h 4449429"/>
              <a:gd name="connsiteX717-5893" fmla="*/ 14595237 w 18982931"/>
              <a:gd name="connsiteY717-5894" fmla="*/ 1683457 h 4449429"/>
              <a:gd name="connsiteX718-5895" fmla="*/ 14607589 w 18982931"/>
              <a:gd name="connsiteY718-5896" fmla="*/ 1753429 h 4449429"/>
              <a:gd name="connsiteX719-5897" fmla="*/ 14656976 w 18982931"/>
              <a:gd name="connsiteY719-5898" fmla="*/ 1753429 h 4449429"/>
              <a:gd name="connsiteX720-5899" fmla="*/ 14706369 w 18982931"/>
              <a:gd name="connsiteY720-5900" fmla="*/ 1568210 h 4449429"/>
              <a:gd name="connsiteX721-5901" fmla="*/ 14722833 w 18982931"/>
              <a:gd name="connsiteY721-5902" fmla="*/ 1568210 h 4449429"/>
              <a:gd name="connsiteX722-5903" fmla="*/ 14768111 w 18982931"/>
              <a:gd name="connsiteY722-5904" fmla="*/ 1753429 h 4449429"/>
              <a:gd name="connsiteX723-5905" fmla="*/ 14875128 w 18982931"/>
              <a:gd name="connsiteY723-5906" fmla="*/ 1753429 h 4449429"/>
              <a:gd name="connsiteX724-5907" fmla="*/ 14883360 w 18982931"/>
              <a:gd name="connsiteY724-5908" fmla="*/ 1827516 h 4449429"/>
              <a:gd name="connsiteX725-5909" fmla="*/ 14940984 w 18982931"/>
              <a:gd name="connsiteY725-5910" fmla="*/ 1827516 h 4449429"/>
              <a:gd name="connsiteX726-5911" fmla="*/ 15019191 w 18982931"/>
              <a:gd name="connsiteY726-5912" fmla="*/ 1625834 h 4449429"/>
              <a:gd name="connsiteX727-5913" fmla="*/ 15043883 w 18982931"/>
              <a:gd name="connsiteY727-5914" fmla="*/ 1090750 h 4449429"/>
              <a:gd name="connsiteX728-5915" fmla="*/ 15134436 w 18982931"/>
              <a:gd name="connsiteY728-5916" fmla="*/ 1000197 h 4449429"/>
              <a:gd name="connsiteX729-5917" fmla="*/ 15212643 w 18982931"/>
              <a:gd name="connsiteY729-5918" fmla="*/ 1078400 h 4449429"/>
              <a:gd name="connsiteX730-5919" fmla="*/ 15212643 w 18982931"/>
              <a:gd name="connsiteY730-5920" fmla="*/ 1152488 h 4449429"/>
              <a:gd name="connsiteX731-5921" fmla="*/ 15224993 w 18982931"/>
              <a:gd name="connsiteY731-5922" fmla="*/ 1119560 h 4449429"/>
              <a:gd name="connsiteX732-5923" fmla="*/ 15237338 w 18982931"/>
              <a:gd name="connsiteY732-5924" fmla="*/ 563899 h 4449429"/>
              <a:gd name="connsiteX733-5925" fmla="*/ 15290845 w 18982931"/>
              <a:gd name="connsiteY733-5926" fmla="*/ 382793 h 4449429"/>
              <a:gd name="connsiteX734-5927" fmla="*/ 15323772 w 18982931"/>
              <a:gd name="connsiteY734-5928" fmla="*/ 300473 h 4449429"/>
              <a:gd name="connsiteX735-5929" fmla="*/ 15364932 w 18982931"/>
              <a:gd name="connsiteY735-5930" fmla="*/ 259313 h 4449429"/>
              <a:gd name="connsiteX736-5931" fmla="*/ 15389634 w 18982931"/>
              <a:gd name="connsiteY736-5932" fmla="*/ 296354 h 4449429"/>
              <a:gd name="connsiteX737-5933" fmla="*/ 15401979 w 18982931"/>
              <a:gd name="connsiteY737-5934" fmla="*/ 411603 h 4449429"/>
              <a:gd name="connsiteX738-5935" fmla="*/ 15451371 w 18982931"/>
              <a:gd name="connsiteY738-5936" fmla="*/ 703843 h 4449429"/>
              <a:gd name="connsiteX739-5937" fmla="*/ 15455486 w 18982931"/>
              <a:gd name="connsiteY739-5938" fmla="*/ 1173070 h 4449429"/>
              <a:gd name="connsiteX740-5939" fmla="*/ 15455486 w 18982931"/>
              <a:gd name="connsiteY740-5940" fmla="*/ 1238927 h 4449429"/>
              <a:gd name="connsiteX741-5941" fmla="*/ 15727143 w 18982931"/>
              <a:gd name="connsiteY741-5942" fmla="*/ 1238927 h 4449429"/>
              <a:gd name="connsiteX742-5943" fmla="*/ 15727143 w 18982931"/>
              <a:gd name="connsiteY742-5944" fmla="*/ 1465306 h 4449429"/>
              <a:gd name="connsiteX743-5945" fmla="*/ 15772422 w 18982931"/>
              <a:gd name="connsiteY743-5946" fmla="*/ 1469425 h 4449429"/>
              <a:gd name="connsiteX744-5947" fmla="*/ 15850624 w 18982931"/>
              <a:gd name="connsiteY744-5948" fmla="*/ 1551745 h 4449429"/>
              <a:gd name="connsiteX745-5949" fmla="*/ 15850624 w 18982931"/>
              <a:gd name="connsiteY745-5950" fmla="*/ 2224712 h 4449429"/>
              <a:gd name="connsiteX746-5951" fmla="*/ 15923336 w 18982931"/>
              <a:gd name="connsiteY746-5952" fmla="*/ 2224712 h 4449429"/>
              <a:gd name="connsiteX747-5953" fmla="*/ 15924718 w 18982931"/>
              <a:gd name="connsiteY747-5954" fmla="*/ 2177381 h 4449429"/>
              <a:gd name="connsiteX748-5955" fmla="*/ 15982338 w 18982931"/>
              <a:gd name="connsiteY748-5956" fmla="*/ 2103294 h 4449429"/>
              <a:gd name="connsiteX749-5957" fmla="*/ 15986455 w 18982931"/>
              <a:gd name="connsiteY749-5958" fmla="*/ 2045669 h 4449429"/>
              <a:gd name="connsiteX750-5959" fmla="*/ 16002920 w 18982931"/>
              <a:gd name="connsiteY750-5960" fmla="*/ 2033319 h 4449429"/>
              <a:gd name="connsiteX751-5961" fmla="*/ 16015265 w 18982931"/>
              <a:gd name="connsiteY751-5962" fmla="*/ 2041550 h 4449429"/>
              <a:gd name="connsiteX752-5963" fmla="*/ 16056425 w 18982931"/>
              <a:gd name="connsiteY752-5964" fmla="*/ 2210310 h 4449429"/>
              <a:gd name="connsiteX753-5965" fmla="*/ 16056425 w 18982931"/>
              <a:gd name="connsiteY753-5966" fmla="*/ 2276166 h 4449429"/>
              <a:gd name="connsiteX754-5967" fmla="*/ 16077008 w 18982931"/>
              <a:gd name="connsiteY754-5968" fmla="*/ 2276166 h 4449429"/>
              <a:gd name="connsiteX755-5969" fmla="*/ 16097587 w 18982931"/>
              <a:gd name="connsiteY755-5970" fmla="*/ 1938652 h 4449429"/>
              <a:gd name="connsiteX756-5971" fmla="*/ 16122282 w 18982931"/>
              <a:gd name="connsiteY756-5972" fmla="*/ 1934533 h 4449429"/>
              <a:gd name="connsiteX757-5973" fmla="*/ 16155210 w 18982931"/>
              <a:gd name="connsiteY757-5974" fmla="*/ 1938652 h 4449429"/>
              <a:gd name="connsiteX758-5975" fmla="*/ 16155210 w 18982931"/>
              <a:gd name="connsiteY758-5976" fmla="*/ 2272048 h 4449429"/>
              <a:gd name="connsiteX759-5977" fmla="*/ 16175792 w 18982931"/>
              <a:gd name="connsiteY759-5978" fmla="*/ 2276166 h 4449429"/>
              <a:gd name="connsiteX760-5979" fmla="*/ 16192257 w 18982931"/>
              <a:gd name="connsiteY760-5980" fmla="*/ 2243238 h 4449429"/>
              <a:gd name="connsiteX761-5981" fmla="*/ 16192257 w 18982931"/>
              <a:gd name="connsiteY761-5982" fmla="*/ 1992158 h 4449429"/>
              <a:gd name="connsiteX762-5983" fmla="*/ 16192257 w 18982931"/>
              <a:gd name="connsiteY762-5984" fmla="*/ 1774011 h 4449429"/>
              <a:gd name="connsiteX763-5985" fmla="*/ 16488610 w 18982931"/>
              <a:gd name="connsiteY763-5986" fmla="*/ 1774011 h 4449429"/>
              <a:gd name="connsiteX764-5987" fmla="*/ 16538004 w 18982931"/>
              <a:gd name="connsiteY764-5988" fmla="*/ 1823403 h 4449429"/>
              <a:gd name="connsiteX765-5989" fmla="*/ 16538004 w 18982931"/>
              <a:gd name="connsiteY765-5990" fmla="*/ 2029205 h 4449429"/>
              <a:gd name="connsiteX766-5991" fmla="*/ 16550349 w 18982931"/>
              <a:gd name="connsiteY766-5992" fmla="*/ 2033319 h 4449429"/>
              <a:gd name="connsiteX767-5993" fmla="*/ 16566812 w 18982931"/>
              <a:gd name="connsiteY767-5994" fmla="*/ 1992158 h 4449429"/>
              <a:gd name="connsiteX768-5995" fmla="*/ 16570932 w 18982931"/>
              <a:gd name="connsiteY768-5996" fmla="*/ 1695804 h 4449429"/>
              <a:gd name="connsiteX769-5997" fmla="*/ 16566812 w 18982931"/>
              <a:gd name="connsiteY769-5998" fmla="*/ 773813 h 4449429"/>
              <a:gd name="connsiteX770-5999" fmla="*/ 16636788 w 18982931"/>
              <a:gd name="connsiteY770-6000" fmla="*/ 646219 h 4449429"/>
              <a:gd name="connsiteX771-6001" fmla="*/ 16723226 w 18982931"/>
              <a:gd name="connsiteY771-6002" fmla="*/ 514506 h 4449429"/>
              <a:gd name="connsiteX772-6003" fmla="*/ 16743805 w 18982931"/>
              <a:gd name="connsiteY772-6004" fmla="*/ 481577 h 4449429"/>
              <a:gd name="connsiteX773-6005" fmla="*/ 16817899 w 18982931"/>
              <a:gd name="connsiteY773-6006" fmla="*/ 329283 h 4449429"/>
              <a:gd name="connsiteX774-6007" fmla="*/ 16842595 w 18982931"/>
              <a:gd name="connsiteY774-6008" fmla="*/ 275776 h 4449429"/>
              <a:gd name="connsiteX775-6009" fmla="*/ 16859059 w 18982931"/>
              <a:gd name="connsiteY775-6010" fmla="*/ 279891 h 4449429"/>
              <a:gd name="connsiteX776-6011" fmla="*/ 16859059 w 18982931"/>
              <a:gd name="connsiteY776-6012" fmla="*/ 337515 h 4449429"/>
              <a:gd name="connsiteX777-6013" fmla="*/ 16867291 w 18982931"/>
              <a:gd name="connsiteY777-6014" fmla="*/ 382793 h 4449429"/>
              <a:gd name="connsiteX778-6015" fmla="*/ 16966075 w 18982931"/>
              <a:gd name="connsiteY778-6016" fmla="*/ 436300 h 4449429"/>
              <a:gd name="connsiteX779-6017" fmla="*/ 17031935 w 18982931"/>
              <a:gd name="connsiteY779-6018" fmla="*/ 526852 h 4449429"/>
              <a:gd name="connsiteX780-6019" fmla="*/ 17031935 w 18982931"/>
              <a:gd name="connsiteY780-6020" fmla="*/ 596826 h 4449429"/>
              <a:gd name="connsiteX781-6021" fmla="*/ 17060743 w 18982931"/>
              <a:gd name="connsiteY781-6022" fmla="*/ 600941 h 4449429"/>
              <a:gd name="connsiteX782-6023" fmla="*/ 17147183 w 18982931"/>
              <a:gd name="connsiteY782-6024" fmla="*/ 691493 h 4449429"/>
              <a:gd name="connsiteX783-6025" fmla="*/ 17147219 w 18982931"/>
              <a:gd name="connsiteY783-6026" fmla="*/ 704240 h 4449429"/>
              <a:gd name="connsiteX784-6027" fmla="*/ 17148515 w 18982931"/>
              <a:gd name="connsiteY784-6028" fmla="*/ 704240 h 4449429"/>
              <a:gd name="connsiteX785-6029" fmla="*/ 17148515 w 18982931"/>
              <a:gd name="connsiteY785-6030" fmla="*/ 880086 h 4449429"/>
              <a:gd name="connsiteX786-6031" fmla="*/ 17147731 w 18982931"/>
              <a:gd name="connsiteY786-6032" fmla="*/ 880086 h 4449429"/>
              <a:gd name="connsiteX787-6033" fmla="*/ 17151295 w 18982931"/>
              <a:gd name="connsiteY787-6034" fmla="*/ 2103294 h 4449429"/>
              <a:gd name="connsiteX788-6035" fmla="*/ 17151295 w 18982931"/>
              <a:gd name="connsiteY788-6036" fmla="*/ 2152686 h 4449429"/>
              <a:gd name="connsiteX789-6037" fmla="*/ 17225383 w 18982931"/>
              <a:gd name="connsiteY789-6038" fmla="*/ 2152686 h 4449429"/>
              <a:gd name="connsiteX790-6039" fmla="*/ 17225383 w 18982931"/>
              <a:gd name="connsiteY790-6040" fmla="*/ 1811053 h 4449429"/>
              <a:gd name="connsiteX791-6041" fmla="*/ 17307703 w 18982931"/>
              <a:gd name="connsiteY791-6042" fmla="*/ 1757546 h 4449429"/>
              <a:gd name="connsiteX792-6043" fmla="*/ 17307703 w 18982931"/>
              <a:gd name="connsiteY792-6044" fmla="*/ 1889260 h 4449429"/>
              <a:gd name="connsiteX793-6045" fmla="*/ 17336519 w 18982931"/>
              <a:gd name="connsiteY793-6046" fmla="*/ 1926302 h 4449429"/>
              <a:gd name="connsiteX794-6047" fmla="*/ 17381799 w 18982931"/>
              <a:gd name="connsiteY794-6048" fmla="*/ 1975695 h 4449429"/>
              <a:gd name="connsiteX795-6049" fmla="*/ 17381799 w 18982931"/>
              <a:gd name="connsiteY795-6050" fmla="*/ 2165031 h 4449429"/>
              <a:gd name="connsiteX796-6051" fmla="*/ 17562899 w 18982931"/>
              <a:gd name="connsiteY796-6052" fmla="*/ 2165031 h 4449429"/>
              <a:gd name="connsiteX797-6053" fmla="*/ 17562899 w 18982931"/>
              <a:gd name="connsiteY797-6054" fmla="*/ 2329673 h 4449429"/>
              <a:gd name="connsiteX798-6055" fmla="*/ 17575251 w 18982931"/>
              <a:gd name="connsiteY798-6056" fmla="*/ 2329673 h 4449429"/>
              <a:gd name="connsiteX799-6057" fmla="*/ 17575251 w 18982931"/>
              <a:gd name="connsiteY799-6058" fmla="*/ 2127989 h 4449429"/>
              <a:gd name="connsiteX800-6059" fmla="*/ 17591711 w 18982931"/>
              <a:gd name="connsiteY800-6060" fmla="*/ 1609370 h 4449429"/>
              <a:gd name="connsiteX801-6061" fmla="*/ 17604059 w 18982931"/>
              <a:gd name="connsiteY801-6062" fmla="*/ 1584673 h 4449429"/>
              <a:gd name="connsiteX802-6063" fmla="*/ 17711083 w 18982931"/>
              <a:gd name="connsiteY802-6064" fmla="*/ 1580555 h 4449429"/>
              <a:gd name="connsiteX803-6065" fmla="*/ 17735775 w 18982931"/>
              <a:gd name="connsiteY803-6066" fmla="*/ 1609370 h 4449429"/>
              <a:gd name="connsiteX804-6067" fmla="*/ 17772819 w 18982931"/>
              <a:gd name="connsiteY804-6068" fmla="*/ 1613483 h 4449429"/>
              <a:gd name="connsiteX805-6069" fmla="*/ 17768699 w 18982931"/>
              <a:gd name="connsiteY805-6070" fmla="*/ 1559977 h 4449429"/>
              <a:gd name="connsiteX806-6071" fmla="*/ 17772819 w 18982931"/>
              <a:gd name="connsiteY806-6072" fmla="*/ 1531163 h 4449429"/>
              <a:gd name="connsiteX807-6073" fmla="*/ 17797515 w 18982931"/>
              <a:gd name="connsiteY807-6074" fmla="*/ 1469425 h 4449429"/>
              <a:gd name="connsiteX808-6075" fmla="*/ 17797515 w 18982931"/>
              <a:gd name="connsiteY808-6076" fmla="*/ 1374754 h 4449429"/>
              <a:gd name="connsiteX809-6077" fmla="*/ 17813979 w 18982931"/>
              <a:gd name="connsiteY809-6078" fmla="*/ 1374754 h 4449429"/>
              <a:gd name="connsiteX810-6079" fmla="*/ 17834559 w 18982931"/>
              <a:gd name="connsiteY810-6080" fmla="*/ 1424146 h 4449429"/>
              <a:gd name="connsiteX811-6081" fmla="*/ 17912763 w 18982931"/>
              <a:gd name="connsiteY811-6082" fmla="*/ 1378872 h 4449429"/>
              <a:gd name="connsiteX812-6083" fmla="*/ 18069171 w 18982931"/>
              <a:gd name="connsiteY812-6084" fmla="*/ 1415914 h 4449429"/>
              <a:gd name="connsiteX813-6085" fmla="*/ 18069171 w 18982931"/>
              <a:gd name="connsiteY813-6086" fmla="*/ 1576442 h 4449429"/>
              <a:gd name="connsiteX814-6087" fmla="*/ 18237927 w 18982931"/>
              <a:gd name="connsiteY814-6088" fmla="*/ 1576442 h 4449429"/>
              <a:gd name="connsiteX815-6089" fmla="*/ 18237927 w 18982931"/>
              <a:gd name="connsiteY815-6090" fmla="*/ 1642297 h 4449429"/>
              <a:gd name="connsiteX816-6091" fmla="*/ 18270859 w 18982931"/>
              <a:gd name="connsiteY816-6092" fmla="*/ 1691690 h 4449429"/>
              <a:gd name="connsiteX817-6093" fmla="*/ 18270859 w 18982931"/>
              <a:gd name="connsiteY817-6094" fmla="*/ 1704036 h 4449429"/>
              <a:gd name="connsiteX818-6095" fmla="*/ 18274975 w 18982931"/>
              <a:gd name="connsiteY818-6096" fmla="*/ 1926302 h 4449429"/>
              <a:gd name="connsiteX819-6097" fmla="*/ 18279087 w 18982931"/>
              <a:gd name="connsiteY819-6098" fmla="*/ 1938652 h 4449429"/>
              <a:gd name="connsiteX820-6099" fmla="*/ 18320247 w 18982931"/>
              <a:gd name="connsiteY820-6100" fmla="*/ 1934533 h 4449429"/>
              <a:gd name="connsiteX821-6101" fmla="*/ 18320247 w 18982931"/>
              <a:gd name="connsiteY821-6102" fmla="*/ 1144256 h 4449429"/>
              <a:gd name="connsiteX822-6103" fmla="*/ 18303783 w 18982931"/>
              <a:gd name="connsiteY822-6104" fmla="*/ 1111328 h 4449429"/>
              <a:gd name="connsiteX823-6105" fmla="*/ 18287323 w 18982931"/>
              <a:gd name="connsiteY823-6106" fmla="*/ 1024893 h 4449429"/>
              <a:gd name="connsiteX824-6107" fmla="*/ 18336711 w 18982931"/>
              <a:gd name="connsiteY824-6108" fmla="*/ 1000197 h 4449429"/>
              <a:gd name="connsiteX825-6109" fmla="*/ 18361407 w 18982931"/>
              <a:gd name="connsiteY825-6110" fmla="*/ 996079 h 4449429"/>
              <a:gd name="connsiteX826-6111" fmla="*/ 18373759 w 18982931"/>
              <a:gd name="connsiteY826-6112" fmla="*/ 946687 h 4449429"/>
              <a:gd name="connsiteX827-6113" fmla="*/ 18534287 w 18982931"/>
              <a:gd name="connsiteY827-6114" fmla="*/ 946687 h 4449429"/>
              <a:gd name="connsiteX828-6115" fmla="*/ 18563095 w 18982931"/>
              <a:gd name="connsiteY828-6116" fmla="*/ 798510 h 4449429"/>
              <a:gd name="connsiteX829-6117" fmla="*/ 18731851 w 18982931"/>
              <a:gd name="connsiteY829-6118" fmla="*/ 806742 h 4449429"/>
              <a:gd name="connsiteX830-6119" fmla="*/ 18773011 w 18982931"/>
              <a:gd name="connsiteY830-6120" fmla="*/ 798510 h 4449429"/>
              <a:gd name="connsiteX831-6121" fmla="*/ 18822407 w 18982931"/>
              <a:gd name="connsiteY831-6122" fmla="*/ 893180 h 4449429"/>
              <a:gd name="connsiteX832-6123" fmla="*/ 18822407 w 18982931"/>
              <a:gd name="connsiteY832-6124" fmla="*/ 963151 h 4449429"/>
              <a:gd name="connsiteX833-6125" fmla="*/ 18982931 w 18982931"/>
              <a:gd name="connsiteY833-6126" fmla="*/ 983734 h 4449429"/>
              <a:gd name="connsiteX834-6127" fmla="*/ 18982931 w 18982931"/>
              <a:gd name="connsiteY834-6128" fmla="*/ 4449429 h 4449429"/>
              <a:gd name="connsiteX835-6129" fmla="*/ 11998023 w 18982931"/>
              <a:gd name="connsiteY835-6130" fmla="*/ 4449429 h 4449429"/>
              <a:gd name="connsiteX836-6131" fmla="*/ 11995198 w 18982931"/>
              <a:gd name="connsiteY836-6132" fmla="*/ 4429646 h 4449429"/>
              <a:gd name="connsiteX837-6133" fmla="*/ 11992726 w 18982931"/>
              <a:gd name="connsiteY837-6134" fmla="*/ 4449425 h 4449429"/>
              <a:gd name="connsiteX838-6135" fmla="*/ 8153658 w 18982931"/>
              <a:gd name="connsiteY838-6136" fmla="*/ 4449425 h 4449429"/>
              <a:gd name="connsiteX839-6137" fmla="*/ 8153658 w 18982931"/>
              <a:gd name="connsiteY839-6138" fmla="*/ 4449429 h 4449429"/>
              <a:gd name="connsiteX840-6139" fmla="*/ 6861227 w 18982931"/>
              <a:gd name="connsiteY840-6140" fmla="*/ 4449429 h 4449429"/>
              <a:gd name="connsiteX841-6141" fmla="*/ 6859697 w 18982931"/>
              <a:gd name="connsiteY841-6142" fmla="*/ 4432598 h 4449429"/>
              <a:gd name="connsiteX842-6143" fmla="*/ 6858292 w 18982931"/>
              <a:gd name="connsiteY842-6144" fmla="*/ 4449425 h 4449429"/>
              <a:gd name="connsiteX843-6145" fmla="*/ 7922 w 18982931"/>
              <a:gd name="connsiteY843-6146" fmla="*/ 4440866 h 4449429"/>
              <a:gd name="connsiteX844-6147" fmla="*/ 0 w 18982931"/>
              <a:gd name="connsiteY844-6148" fmla="*/ 1181446 h 4449429"/>
              <a:gd name="connsiteX845-6149" fmla="*/ 169756 w 18982931"/>
              <a:gd name="connsiteY845-6150" fmla="*/ 979616 h 4449429"/>
              <a:gd name="connsiteX846-6151" fmla="*/ 301466 w 18982931"/>
              <a:gd name="connsiteY846-6152" fmla="*/ 971384 h 4449429"/>
              <a:gd name="connsiteX847-6153" fmla="*/ 301466 w 18982931"/>
              <a:gd name="connsiteY847-6154" fmla="*/ 909640 h 4449429"/>
              <a:gd name="connsiteX848-6155" fmla="*/ 346746 w 18982931"/>
              <a:gd name="connsiteY848-6156" fmla="*/ 810855 h 4449429"/>
              <a:gd name="connsiteX849-6157" fmla="*/ 576967 w 18982931"/>
              <a:gd name="connsiteY849-6158" fmla="*/ 813476 h 4449429"/>
              <a:gd name="connsiteX850-6159" fmla="*/ 581356 w 18982931"/>
              <a:gd name="connsiteY850-6160" fmla="*/ 963151 h 4449429"/>
              <a:gd name="connsiteX851-6161" fmla="*/ 737766 w 18982931"/>
              <a:gd name="connsiteY851-6162" fmla="*/ 963151 h 4449429"/>
              <a:gd name="connsiteX852-6163" fmla="*/ 750116 w 18982931"/>
              <a:gd name="connsiteY852-6164" fmla="*/ 1012543 h 4449429"/>
              <a:gd name="connsiteX853-6165" fmla="*/ 778926 w 18982931"/>
              <a:gd name="connsiteY853-6166" fmla="*/ 1016657 h 4449429"/>
              <a:gd name="connsiteX854-6167" fmla="*/ 820087 w 18982931"/>
              <a:gd name="connsiteY854-6168" fmla="*/ 1041353 h 4449429"/>
              <a:gd name="connsiteX855-6169" fmla="*/ 820087 w 18982931"/>
              <a:gd name="connsiteY855-6170" fmla="*/ 1119560 h 4449429"/>
              <a:gd name="connsiteX856-6171" fmla="*/ 791276 w 18982931"/>
              <a:gd name="connsiteY856-6172" fmla="*/ 1193648 h 4449429"/>
              <a:gd name="connsiteX857-6173" fmla="*/ 791276 w 18982931"/>
              <a:gd name="connsiteY857-6174" fmla="*/ 1580555 h 4449429"/>
              <a:gd name="connsiteX858-6175" fmla="*/ 791276 w 18982931"/>
              <a:gd name="connsiteY858-6176" fmla="*/ 1955112 h 4449429"/>
              <a:gd name="connsiteX859-6177" fmla="*/ 840669 w 18982931"/>
              <a:gd name="connsiteY859-6178" fmla="*/ 1950998 h 4449429"/>
              <a:gd name="connsiteX860-6179" fmla="*/ 844783 w 18982931"/>
              <a:gd name="connsiteY860-6180" fmla="*/ 1720500 h 4449429"/>
              <a:gd name="connsiteX861-6181" fmla="*/ 873596 w 18982931"/>
              <a:gd name="connsiteY861-6182" fmla="*/ 1597020 h 4449429"/>
              <a:gd name="connsiteX862-6183" fmla="*/ 906526 w 18982931"/>
              <a:gd name="connsiteY862-6184" fmla="*/ 1584670 h 4449429"/>
              <a:gd name="connsiteX863-6185" fmla="*/ 1034120 w 18982931"/>
              <a:gd name="connsiteY863-6186" fmla="*/ 1584670 h 4449429"/>
              <a:gd name="connsiteX864-6187" fmla="*/ 1034120 w 18982931"/>
              <a:gd name="connsiteY864-6188" fmla="*/ 1420028 h 4449429"/>
              <a:gd name="connsiteX865-6189" fmla="*/ 1190528 w 18982931"/>
              <a:gd name="connsiteY865-6190" fmla="*/ 1378868 h 4449429"/>
              <a:gd name="connsiteX866-6191" fmla="*/ 1211112 w 18982931"/>
              <a:gd name="connsiteY866-6192" fmla="*/ 1424146 h 4449429"/>
              <a:gd name="connsiteX867-6193" fmla="*/ 1260505 w 18982931"/>
              <a:gd name="connsiteY867-6194" fmla="*/ 1424146 h 4449429"/>
              <a:gd name="connsiteX868-6195" fmla="*/ 1276969 w 18982931"/>
              <a:gd name="connsiteY868-6196" fmla="*/ 1387099 h 4449429"/>
              <a:gd name="connsiteX869-6197" fmla="*/ 1289312 w 18982931"/>
              <a:gd name="connsiteY869-6198" fmla="*/ 1395331 h 4449429"/>
              <a:gd name="connsiteX870-6199" fmla="*/ 1322242 w 18982931"/>
              <a:gd name="connsiteY870-6200" fmla="*/ 1559973 h 4449429"/>
              <a:gd name="connsiteX871-6201" fmla="*/ 1318126 w 18982931"/>
              <a:gd name="connsiteY871-6202" fmla="*/ 1576437 h 4449429"/>
              <a:gd name="connsiteX872-6203" fmla="*/ 1326360 w 18982931"/>
              <a:gd name="connsiteY872-6204" fmla="*/ 1621715 h 4449429"/>
              <a:gd name="connsiteX873-6205" fmla="*/ 1359290 w 18982931"/>
              <a:gd name="connsiteY873-6206" fmla="*/ 1597020 h 4449429"/>
              <a:gd name="connsiteX874-6207" fmla="*/ 1375751 w 18982931"/>
              <a:gd name="connsiteY874-6208" fmla="*/ 1588787 h 4449429"/>
              <a:gd name="connsiteX875-6209" fmla="*/ 1486884 w 18982931"/>
              <a:gd name="connsiteY875-6210" fmla="*/ 1588787 h 4449429"/>
              <a:gd name="connsiteX876-6211" fmla="*/ 1507466 w 18982931"/>
              <a:gd name="connsiteY876-6212" fmla="*/ 2337905 h 4449429"/>
              <a:gd name="connsiteX877-6213" fmla="*/ 1523929 w 18982931"/>
              <a:gd name="connsiteY877-6214" fmla="*/ 2337905 h 4449429"/>
              <a:gd name="connsiteX878-6215" fmla="*/ 1523929 w 18982931"/>
              <a:gd name="connsiteY878-6216" fmla="*/ 2169146 h 4449429"/>
              <a:gd name="connsiteX879-6217" fmla="*/ 1692685 w 18982931"/>
              <a:gd name="connsiteY879-6218" fmla="*/ 2169146 h 4449429"/>
              <a:gd name="connsiteX880-6219" fmla="*/ 1692685 w 18982931"/>
              <a:gd name="connsiteY880-6220" fmla="*/ 2020968 h 4449429"/>
              <a:gd name="connsiteX881-6221" fmla="*/ 1766772 w 18982931"/>
              <a:gd name="connsiteY881-6222" fmla="*/ 1922183 h 4449429"/>
              <a:gd name="connsiteX882-6223" fmla="*/ 1766772 w 18982931"/>
              <a:gd name="connsiteY882-6224" fmla="*/ 1757542 h 4449429"/>
              <a:gd name="connsiteX883-6225" fmla="*/ 1849095 w 18982931"/>
              <a:gd name="connsiteY883-6226" fmla="*/ 1757542 h 4449429"/>
              <a:gd name="connsiteX884-6227" fmla="*/ 1849095 w 18982931"/>
              <a:gd name="connsiteY884-6228" fmla="*/ 2156799 h 4449429"/>
              <a:gd name="connsiteX885-6229" fmla="*/ 1919070 w 18982931"/>
              <a:gd name="connsiteY885-6230" fmla="*/ 2156799 h 4449429"/>
              <a:gd name="connsiteX886-6231" fmla="*/ 1919070 w 18982931"/>
              <a:gd name="connsiteY886-6232" fmla="*/ 1864559 h 4449429"/>
              <a:gd name="connsiteX887-6233" fmla="*/ 1919070 w 18982931"/>
              <a:gd name="connsiteY887-6234" fmla="*/ 695608 h 4449429"/>
              <a:gd name="connsiteX888-6235" fmla="*/ 2005504 w 18982931"/>
              <a:gd name="connsiteY888-6236" fmla="*/ 609173 h 4449429"/>
              <a:gd name="connsiteX889-6237" fmla="*/ 2026085 w 18982931"/>
              <a:gd name="connsiteY889-6238" fmla="*/ 605054 h 4449429"/>
              <a:gd name="connsiteX890-6239" fmla="*/ 2100174 w 18982931"/>
              <a:gd name="connsiteY890-6240" fmla="*/ 448645 h 4449429"/>
              <a:gd name="connsiteX891-6241" fmla="*/ 2137215 w 18982931"/>
              <a:gd name="connsiteY891-6242" fmla="*/ 407485 h 4449429"/>
              <a:gd name="connsiteX892-6243" fmla="*/ 2194840 w 18982931"/>
              <a:gd name="connsiteY892-6244" fmla="*/ 337515 h 4449429"/>
              <a:gd name="connsiteX893-6245" fmla="*/ 2198958 w 18982931"/>
              <a:gd name="connsiteY893-6246" fmla="*/ 292236 h 4449429"/>
              <a:gd name="connsiteX894-6247" fmla="*/ 2240121 w 18982931"/>
              <a:gd name="connsiteY894-6248" fmla="*/ 358093 h 4449429"/>
              <a:gd name="connsiteX895-6249" fmla="*/ 2273047 w 18982931"/>
              <a:gd name="connsiteY895-6250" fmla="*/ 444532 h 4449429"/>
              <a:gd name="connsiteX896-6251" fmla="*/ 2330670 w 18982931"/>
              <a:gd name="connsiteY896-6252" fmla="*/ 563894 h 4449429"/>
              <a:gd name="connsiteX897-6253" fmla="*/ 2351248 w 18982931"/>
              <a:gd name="connsiteY897-6254" fmla="*/ 613286 h 4449429"/>
              <a:gd name="connsiteX898-6255" fmla="*/ 2429455 w 18982931"/>
              <a:gd name="connsiteY898-6256" fmla="*/ 675029 h 4449429"/>
              <a:gd name="connsiteX899-6257" fmla="*/ 2470614 w 18982931"/>
              <a:gd name="connsiteY899-6258" fmla="*/ 757350 h 4449429"/>
              <a:gd name="connsiteX900-6259" fmla="*/ 2470614 w 18982931"/>
              <a:gd name="connsiteY900-6260" fmla="*/ 1086631 h 4449429"/>
              <a:gd name="connsiteX901-6261" fmla="*/ 2470614 w 18982931"/>
              <a:gd name="connsiteY901-6262" fmla="*/ 2008622 h 4449429"/>
              <a:gd name="connsiteX902-6263" fmla="*/ 2487080 w 18982931"/>
              <a:gd name="connsiteY902-6264" fmla="*/ 2053897 h 4449429"/>
              <a:gd name="connsiteX903-6265" fmla="*/ 2499426 w 18982931"/>
              <a:gd name="connsiteY903-6266" fmla="*/ 1897488 h 4449429"/>
              <a:gd name="connsiteX904-6267" fmla="*/ 2602322 w 18982931"/>
              <a:gd name="connsiteY904-6268" fmla="*/ 1798703 h 4449429"/>
              <a:gd name="connsiteX905-6269" fmla="*/ 2836935 w 18982931"/>
              <a:gd name="connsiteY905-6270" fmla="*/ 1798703 h 4449429"/>
              <a:gd name="connsiteX906-6271" fmla="*/ 2836935 w 18982931"/>
              <a:gd name="connsiteY906-6272" fmla="*/ 1860446 h 4449429"/>
              <a:gd name="connsiteX907-6273" fmla="*/ 2836935 w 18982931"/>
              <a:gd name="connsiteY907-6274" fmla="*/ 2263816 h 4449429"/>
              <a:gd name="connsiteX908-6275" fmla="*/ 2845169 w 18982931"/>
              <a:gd name="connsiteY908-6276" fmla="*/ 2304976 h 4449429"/>
              <a:gd name="connsiteX909-6277" fmla="*/ 2861629 w 18982931"/>
              <a:gd name="connsiteY909-6278" fmla="*/ 2300858 h 4449429"/>
              <a:gd name="connsiteX910-6279" fmla="*/ 2861629 w 18982931"/>
              <a:gd name="connsiteY910-6280" fmla="*/ 2247351 h 4449429"/>
              <a:gd name="connsiteX911-6281" fmla="*/ 2869861 w 18982931"/>
              <a:gd name="connsiteY911-6282" fmla="*/ 1996272 h 4449429"/>
              <a:gd name="connsiteX912-6283" fmla="*/ 2923374 w 18982931"/>
              <a:gd name="connsiteY912-6284" fmla="*/ 1967462 h 4449429"/>
              <a:gd name="connsiteX913-6285" fmla="*/ 2939836 w 18982931"/>
              <a:gd name="connsiteY913-6286" fmla="*/ 2300858 h 4449429"/>
              <a:gd name="connsiteX914-6287" fmla="*/ 2956300 w 18982931"/>
              <a:gd name="connsiteY914-6288" fmla="*/ 2300858 h 4449429"/>
              <a:gd name="connsiteX915-6289" fmla="*/ 2989230 w 18982931"/>
              <a:gd name="connsiteY915-6290" fmla="*/ 2111521 h 4449429"/>
              <a:gd name="connsiteX916-6291" fmla="*/ 3018038 w 18982931"/>
              <a:gd name="connsiteY916-6292" fmla="*/ 2058015 h 4449429"/>
              <a:gd name="connsiteX917-6293" fmla="*/ 3034502 w 18982931"/>
              <a:gd name="connsiteY917-6294" fmla="*/ 2123871 h 4449429"/>
              <a:gd name="connsiteX918-6295" fmla="*/ 3038620 w 18982931"/>
              <a:gd name="connsiteY918-6296" fmla="*/ 2132104 h 4449429"/>
              <a:gd name="connsiteX919-6297" fmla="*/ 3088018 w 18982931"/>
              <a:gd name="connsiteY919-6298" fmla="*/ 2140336 h 4449429"/>
              <a:gd name="connsiteX920-6299" fmla="*/ 3095320 w 18982931"/>
              <a:gd name="connsiteY920-6300" fmla="*/ 2275334 h 4449429"/>
              <a:gd name="connsiteX921-6301" fmla="*/ 3162101 w 18982931"/>
              <a:gd name="connsiteY921-6302" fmla="*/ 2275334 h 4449429"/>
              <a:gd name="connsiteX922-6303" fmla="*/ 3162101 w 18982931"/>
              <a:gd name="connsiteY922-6304" fmla="*/ 1580555 h 4449429"/>
              <a:gd name="connsiteX923-6305" fmla="*/ 3162101 w 18982931"/>
              <a:gd name="connsiteY923-6306" fmla="*/ 1531163 h 4449429"/>
              <a:gd name="connsiteX924-6307" fmla="*/ 3199146 w 18982931"/>
              <a:gd name="connsiteY924-6308" fmla="*/ 1498235 h 4449429"/>
              <a:gd name="connsiteX925-6309" fmla="*/ 3281469 w 18982931"/>
              <a:gd name="connsiteY925-6310" fmla="*/ 1498235 h 4449429"/>
              <a:gd name="connsiteX926-6311" fmla="*/ 3281469 w 18982931"/>
              <a:gd name="connsiteY926-6312" fmla="*/ 1325362 h 4449429"/>
              <a:gd name="connsiteX927-6313" fmla="*/ 3343207 w 18982931"/>
              <a:gd name="connsiteY927-6314" fmla="*/ 1263619 h 4449429"/>
              <a:gd name="connsiteX928-6315" fmla="*/ 3544891 w 18982931"/>
              <a:gd name="connsiteY928-6316" fmla="*/ 1263619 h 4449429"/>
              <a:gd name="connsiteX929-6317" fmla="*/ 3544891 w 18982931"/>
              <a:gd name="connsiteY929-6318" fmla="*/ 712071 h 4449429"/>
              <a:gd name="connsiteX930-6319" fmla="*/ 3561357 w 18982931"/>
              <a:gd name="connsiteY930-6320" fmla="*/ 555662 h 4449429"/>
              <a:gd name="connsiteX931-6321" fmla="*/ 3606633 w 18982931"/>
              <a:gd name="connsiteY931-6322" fmla="*/ 316933 h 4449429"/>
              <a:gd name="connsiteX932-6323" fmla="*/ 3614865 w 18982931"/>
              <a:gd name="connsiteY932-6324" fmla="*/ 279891 h 4449429"/>
              <a:gd name="connsiteX933-6325" fmla="*/ 3676603 w 18982931"/>
              <a:gd name="connsiteY933-6326" fmla="*/ 341628 h 4449429"/>
              <a:gd name="connsiteX934-6327" fmla="*/ 3684835 w 18982931"/>
              <a:gd name="connsiteY934-6328" fmla="*/ 386907 h 4449429"/>
              <a:gd name="connsiteX935-6329" fmla="*/ 3742460 w 18982931"/>
              <a:gd name="connsiteY935-6330" fmla="*/ 481574 h 4449429"/>
              <a:gd name="connsiteX936-6331" fmla="*/ 3763042 w 18982931"/>
              <a:gd name="connsiteY936-6332" fmla="*/ 703838 h 4449429"/>
              <a:gd name="connsiteX937-6333" fmla="*/ 3763042 w 18982931"/>
              <a:gd name="connsiteY937-6334" fmla="*/ 1144256 h 4449429"/>
              <a:gd name="connsiteX938-6335" fmla="*/ 3771275 w 18982931"/>
              <a:gd name="connsiteY938-6336" fmla="*/ 1181298 h 4449429"/>
              <a:gd name="connsiteX939-6337" fmla="*/ 3775390 w 18982931"/>
              <a:gd name="connsiteY939-6338" fmla="*/ 1115443 h 4449429"/>
              <a:gd name="connsiteX940-6339" fmla="*/ 3923568 w 18982931"/>
              <a:gd name="connsiteY940-6340" fmla="*/ 996079 h 4449429"/>
              <a:gd name="connsiteX941-6341" fmla="*/ 3940029 w 18982931"/>
              <a:gd name="connsiteY941-6342" fmla="*/ 1020776 h 4449429"/>
              <a:gd name="connsiteX942-6343" fmla="*/ 3960611 w 18982931"/>
              <a:gd name="connsiteY942-6344" fmla="*/ 1321244 h 4449429"/>
              <a:gd name="connsiteX943-6345" fmla="*/ 3960611 w 18982931"/>
              <a:gd name="connsiteY943-6346" fmla="*/ 1584670 h 4449429"/>
              <a:gd name="connsiteX944-6347" fmla="*/ 3977076 w 18982931"/>
              <a:gd name="connsiteY944-6348" fmla="*/ 1625830 h 4449429"/>
              <a:gd name="connsiteX945-6349" fmla="*/ 4010007 w 18982931"/>
              <a:gd name="connsiteY945-6350" fmla="*/ 1666990 h 4449429"/>
              <a:gd name="connsiteX946-6351" fmla="*/ 4055279 w 18982931"/>
              <a:gd name="connsiteY946-6352" fmla="*/ 1819286 h 4449429"/>
              <a:gd name="connsiteX947-6353" fmla="*/ 4104670 w 18982931"/>
              <a:gd name="connsiteY947-6354" fmla="*/ 1819286 h 4449429"/>
              <a:gd name="connsiteX948-6355" fmla="*/ 4108788 w 18982931"/>
              <a:gd name="connsiteY948-6356" fmla="*/ 1741079 h 4449429"/>
              <a:gd name="connsiteX949-6357" fmla="*/ 4211689 w 18982931"/>
              <a:gd name="connsiteY949-6358" fmla="*/ 1741079 h 4449429"/>
              <a:gd name="connsiteX950-6359" fmla="*/ 4252847 w 18982931"/>
              <a:gd name="connsiteY950-6360" fmla="*/ 1559973 h 4449429"/>
              <a:gd name="connsiteX951-6361" fmla="*/ 4265197 w 18982931"/>
              <a:gd name="connsiteY951-6362" fmla="*/ 1559973 h 4449429"/>
              <a:gd name="connsiteX952-6363" fmla="*/ 4277546 w 18982931"/>
              <a:gd name="connsiteY952-6364" fmla="*/ 1592900 h 4449429"/>
              <a:gd name="connsiteX953-6365" fmla="*/ 4302239 w 18982931"/>
              <a:gd name="connsiteY953-6366" fmla="*/ 1708150 h 4449429"/>
              <a:gd name="connsiteX954-6367" fmla="*/ 4368100 w 18982931"/>
              <a:gd name="connsiteY954-6368" fmla="*/ 1741079 h 4449429"/>
              <a:gd name="connsiteX955-6369" fmla="*/ 4363984 w 18982931"/>
              <a:gd name="connsiteY955-6370" fmla="*/ 1634062 h 4449429"/>
              <a:gd name="connsiteX956-6371" fmla="*/ 4372218 w 18982931"/>
              <a:gd name="connsiteY956-6372" fmla="*/ 839670 h 4449429"/>
              <a:gd name="connsiteX957-6373" fmla="*/ 4442184 w 18982931"/>
              <a:gd name="connsiteY957-6374" fmla="*/ 279891 h 4449429"/>
              <a:gd name="connsiteX958-6375" fmla="*/ 4479230 w 18982931"/>
              <a:gd name="connsiteY958-6376" fmla="*/ 234611 h 4449429"/>
              <a:gd name="connsiteX959-6377" fmla="*/ 4520394 w 18982931"/>
              <a:gd name="connsiteY959-6378" fmla="*/ 284004 h 4449429"/>
              <a:gd name="connsiteX960-6379" fmla="*/ 4549200 w 18982931"/>
              <a:gd name="connsiteY960-6380" fmla="*/ 440413 h 4449429"/>
              <a:gd name="connsiteX961-6381" fmla="*/ 4680914 w 18982931"/>
              <a:gd name="connsiteY961-6382" fmla="*/ 395140 h 4449429"/>
              <a:gd name="connsiteX962-6383" fmla="*/ 4759121 w 18982931"/>
              <a:gd name="connsiteY962-6384" fmla="*/ 460995 h 4449429"/>
              <a:gd name="connsiteX963-6385" fmla="*/ 4771466 w 18982931"/>
              <a:gd name="connsiteY963-6386" fmla="*/ 493924 h 4449429"/>
              <a:gd name="connsiteX964-6387" fmla="*/ 4888657 w 18982931"/>
              <a:gd name="connsiteY964-6388" fmla="*/ 747622 h 4449429"/>
              <a:gd name="connsiteX965-6389" fmla="*/ 4888893 w 18982931"/>
              <a:gd name="connsiteY965-6390" fmla="*/ 807315 h 4449429"/>
              <a:gd name="connsiteX966-6391" fmla="*/ 4856617 w 18982931"/>
              <a:gd name="connsiteY966-6392" fmla="*/ 807315 h 4449429"/>
              <a:gd name="connsiteX967-6393" fmla="*/ 4856617 w 18982931"/>
              <a:gd name="connsiteY967-6394" fmla="*/ 944475 h 4449429"/>
              <a:gd name="connsiteX968-6395" fmla="*/ 4888332 w 18982931"/>
              <a:gd name="connsiteY968-6396" fmla="*/ 944475 h 4449429"/>
              <a:gd name="connsiteX969-6397" fmla="*/ 4888325 w 18982931"/>
              <a:gd name="connsiteY969-6398" fmla="*/ 945600 h 4449429"/>
              <a:gd name="connsiteX970-6399" fmla="*/ 4890835 w 18982931"/>
              <a:gd name="connsiteY970-6400" fmla="*/ 1609365 h 4449429"/>
              <a:gd name="connsiteX971-6401" fmla="*/ 4952574 w 18982931"/>
              <a:gd name="connsiteY971-6402" fmla="*/ 1617597 h 4449429"/>
              <a:gd name="connsiteX972-6403" fmla="*/ 4952574 w 18982931"/>
              <a:gd name="connsiteY972-6404" fmla="*/ 1868678 h 4449429"/>
              <a:gd name="connsiteX973-6405" fmla="*/ 4956691 w 18982931"/>
              <a:gd name="connsiteY973-6406" fmla="*/ 1905720 h 4449429"/>
              <a:gd name="connsiteX974-6407" fmla="*/ 4981387 w 18982931"/>
              <a:gd name="connsiteY974-6408" fmla="*/ 1967462 h 4449429"/>
              <a:gd name="connsiteX975-6409" fmla="*/ 4981387 w 18982931"/>
              <a:gd name="connsiteY975-6410" fmla="*/ 2058015 h 4449429"/>
              <a:gd name="connsiteX976-6411" fmla="*/ 5001966 w 18982931"/>
              <a:gd name="connsiteY976-6412" fmla="*/ 2086824 h 4449429"/>
              <a:gd name="connsiteX977-6413" fmla="*/ 5018429 w 18982931"/>
              <a:gd name="connsiteY977-6414" fmla="*/ 2078592 h 4449429"/>
              <a:gd name="connsiteX978-6415" fmla="*/ 5018429 w 18982931"/>
              <a:gd name="connsiteY978-6416" fmla="*/ 1881023 h 4449429"/>
              <a:gd name="connsiteX979-6417" fmla="*/ 5018429 w 18982931"/>
              <a:gd name="connsiteY979-6418" fmla="*/ 1366522 h 4449429"/>
              <a:gd name="connsiteX980-6419" fmla="*/ 5034894 w 18982931"/>
              <a:gd name="connsiteY980-6420" fmla="*/ 864367 h 4449429"/>
              <a:gd name="connsiteX981-6421" fmla="*/ 5067821 w 18982931"/>
              <a:gd name="connsiteY981-6422" fmla="*/ 197569 h 4449429"/>
              <a:gd name="connsiteX982-6423" fmla="*/ 5080173 w 18982931"/>
              <a:gd name="connsiteY982-6424" fmla="*/ 102899 h 4449429"/>
              <a:gd name="connsiteX983-6425" fmla="*/ 5216000 w 18982931"/>
              <a:gd name="connsiteY983-6426" fmla="*/ 37042 h 4449429"/>
              <a:gd name="connsiteX984-6427" fmla="*/ 5248927 w 18982931"/>
              <a:gd name="connsiteY984-6428" fmla="*/ 69972 h 4449429"/>
              <a:gd name="connsiteX985-6429" fmla="*/ 5372409 w 18982931"/>
              <a:gd name="connsiteY985-6430" fmla="*/ 69972 h 4449429"/>
              <a:gd name="connsiteX986-6431" fmla="*/ 5434151 w 18982931"/>
              <a:gd name="connsiteY986-6432" fmla="*/ 131714 h 4449429"/>
              <a:gd name="connsiteX987-6433" fmla="*/ 5434151 w 18982931"/>
              <a:gd name="connsiteY987-6434" fmla="*/ 382788 h 4449429"/>
              <a:gd name="connsiteX988-6435" fmla="*/ 5434151 w 18982931"/>
              <a:gd name="connsiteY988-6436" fmla="*/ 683261 h 4449429"/>
              <a:gd name="connsiteX989-6437" fmla="*/ 5545282 w 18982931"/>
              <a:gd name="connsiteY989-6438" fmla="*/ 687375 h 4449429"/>
              <a:gd name="connsiteX990-6439" fmla="*/ 5545282 w 18982931"/>
              <a:gd name="connsiteY990-6440" fmla="*/ 1045471 h 4449429"/>
              <a:gd name="connsiteX991-6441" fmla="*/ 5676994 w 18982931"/>
              <a:gd name="connsiteY991-6442" fmla="*/ 1045471 h 4449429"/>
              <a:gd name="connsiteX992-6443" fmla="*/ 5685227 w 18982931"/>
              <a:gd name="connsiteY992-6444" fmla="*/ 1103096 h 4449429"/>
              <a:gd name="connsiteX993-6445" fmla="*/ 5759314 w 18982931"/>
              <a:gd name="connsiteY993-6446" fmla="*/ 1193648 h 4449429"/>
              <a:gd name="connsiteX994-6447" fmla="*/ 5759314 w 18982931"/>
              <a:gd name="connsiteY994-6448" fmla="*/ 1395331 h 4449429"/>
              <a:gd name="connsiteX995-6449" fmla="*/ 5825171 w 18982931"/>
              <a:gd name="connsiteY995-6450" fmla="*/ 1395331 h 4449429"/>
              <a:gd name="connsiteX996-6451" fmla="*/ 5903378 w 18982931"/>
              <a:gd name="connsiteY996-6452" fmla="*/ 1477653 h 4449429"/>
              <a:gd name="connsiteX997-6453" fmla="*/ 5903378 w 18982931"/>
              <a:gd name="connsiteY997-6454" fmla="*/ 1918070 h 4449429"/>
              <a:gd name="connsiteX998-6455" fmla="*/ 5936306 w 18982931"/>
              <a:gd name="connsiteY998-6456" fmla="*/ 1975695 h 4449429"/>
              <a:gd name="connsiteX999-6457" fmla="*/ 5965115 w 18982931"/>
              <a:gd name="connsiteY999-6458" fmla="*/ 1275969 h 4449429"/>
              <a:gd name="connsiteX1000-6459" fmla="*/ 5969235 w 18982931"/>
              <a:gd name="connsiteY1000-6460" fmla="*/ 1238922 h 4449429"/>
              <a:gd name="connsiteX1001-6461" fmla="*/ 6166804 w 18982931"/>
              <a:gd name="connsiteY1001-6462" fmla="*/ 1238922 h 4449429"/>
              <a:gd name="connsiteX1002-6463" fmla="*/ 6216196 w 18982931"/>
              <a:gd name="connsiteY1002-6464" fmla="*/ 1288315 h 4449429"/>
              <a:gd name="connsiteX1003-6465" fmla="*/ 6236774 w 18982931"/>
              <a:gd name="connsiteY1003-6466" fmla="*/ 1428261 h 4449429"/>
              <a:gd name="connsiteX1004-6467" fmla="*/ 6273821 w 18982931"/>
              <a:gd name="connsiteY1004-6468" fmla="*/ 1498235 h 4449429"/>
              <a:gd name="connsiteX1005-6469" fmla="*/ 6273821 w 18982931"/>
              <a:gd name="connsiteY1005-6470" fmla="*/ 2230888 h 4449429"/>
              <a:gd name="connsiteX1006-6471" fmla="*/ 6277935 w 18982931"/>
              <a:gd name="connsiteY1006-6472" fmla="*/ 2280280 h 4449429"/>
              <a:gd name="connsiteX1007-6473" fmla="*/ 6319095 w 18982931"/>
              <a:gd name="connsiteY1007-6474" fmla="*/ 2193841 h 4449429"/>
              <a:gd name="connsiteX1008-6475" fmla="*/ 6364373 w 18982931"/>
              <a:gd name="connsiteY1008-6476" fmla="*/ 2288513 h 4449429"/>
              <a:gd name="connsiteX1009-6477" fmla="*/ 6389068 w 18982931"/>
              <a:gd name="connsiteY1009-6478" fmla="*/ 2313208 h 4449429"/>
              <a:gd name="connsiteX1010-6479" fmla="*/ 6541355 w 18982931"/>
              <a:gd name="connsiteY1010-6480" fmla="*/ 2313208 h 4449429"/>
              <a:gd name="connsiteX1011-6481" fmla="*/ 6541355 w 18982931"/>
              <a:gd name="connsiteY1011-6482" fmla="*/ 2148567 h 4449429"/>
              <a:gd name="connsiteX1012-6483" fmla="*/ 6660723 w 18982931"/>
              <a:gd name="connsiteY1012-6484" fmla="*/ 2148567 h 4449429"/>
              <a:gd name="connsiteX1013-6485" fmla="*/ 6660723 w 18982931"/>
              <a:gd name="connsiteY1013-6486" fmla="*/ 2259698 h 4449429"/>
              <a:gd name="connsiteX1014-6487" fmla="*/ 6705999 w 18982931"/>
              <a:gd name="connsiteY1014-6488" fmla="*/ 2551938 h 4449429"/>
              <a:gd name="connsiteX1015-6489" fmla="*/ 6714228 w 18982931"/>
              <a:gd name="connsiteY1015-6490" fmla="*/ 2580748 h 4449429"/>
              <a:gd name="connsiteX1016-6491" fmla="*/ 6722461 w 18982931"/>
              <a:gd name="connsiteY1016-6492" fmla="*/ 2576634 h 4449429"/>
              <a:gd name="connsiteX1017-6493" fmla="*/ 6751278 w 18982931"/>
              <a:gd name="connsiteY1017-6494" fmla="*/ 2263816 h 4449429"/>
              <a:gd name="connsiteX1018-6495" fmla="*/ 6800669 w 18982931"/>
              <a:gd name="connsiteY1018-6496" fmla="*/ 2255583 h 4449429"/>
              <a:gd name="connsiteX1019-6497" fmla="*/ 6837709 w 18982931"/>
              <a:gd name="connsiteY1019-6498" fmla="*/ 2181496 h 4449429"/>
              <a:gd name="connsiteX1020-6499" fmla="*/ 6841831 w 18982931"/>
              <a:gd name="connsiteY1020-6500" fmla="*/ 2152681 h 4449429"/>
              <a:gd name="connsiteX1021-6501" fmla="*/ 6845941 w 18982931"/>
              <a:gd name="connsiteY1021-6502" fmla="*/ 2115639 h 4449429"/>
              <a:gd name="connsiteX1022-6503" fmla="*/ 6857139 w 18982931"/>
              <a:gd name="connsiteY1022-6504" fmla="*/ 2115639 h 4449429"/>
              <a:gd name="connsiteX1023-6505" fmla="*/ 6899298 w 18982931"/>
              <a:gd name="connsiteY1023-6506" fmla="*/ 2109470 h 4449429"/>
              <a:gd name="connsiteX1024-6507" fmla="*/ 6922965 w 18982931"/>
              <a:gd name="connsiteY1024-6508" fmla="*/ 2140339 h 4449429"/>
              <a:gd name="connsiteX1025-6509" fmla="*/ 7009406 w 18982931"/>
              <a:gd name="connsiteY1025-6510" fmla="*/ 2070365 h 4449429"/>
              <a:gd name="connsiteX1026-6511" fmla="*/ 7145231 w 18982931"/>
              <a:gd name="connsiteY1026-6512" fmla="*/ 2066247 h 4449429"/>
              <a:gd name="connsiteX1027-6513" fmla="*/ 7145231 w 18982931"/>
              <a:gd name="connsiteY1027-6514" fmla="*/ 1901605 h 4449429"/>
              <a:gd name="connsiteX1028-6515" fmla="*/ 7145231 w 18982931"/>
              <a:gd name="connsiteY1028-6516" fmla="*/ 1769896 h 4449429"/>
              <a:gd name="connsiteX1029-6517" fmla="*/ 7215204 w 18982931"/>
              <a:gd name="connsiteY1029-6518" fmla="*/ 1597024 h 4449429"/>
              <a:gd name="connsiteX1030-6519" fmla="*/ 7285174 w 18982931"/>
              <a:gd name="connsiteY1030-6520" fmla="*/ 1753433 h 4449429"/>
              <a:gd name="connsiteX1031-6521" fmla="*/ 7297524 w 18982931"/>
              <a:gd name="connsiteY1031-6522" fmla="*/ 2062134 h 4449429"/>
              <a:gd name="connsiteX1032-6523" fmla="*/ 7367494 w 18982931"/>
              <a:gd name="connsiteY1032-6524" fmla="*/ 2066247 h 4449429"/>
              <a:gd name="connsiteX1033-6525" fmla="*/ 7371610 w 18982931"/>
              <a:gd name="connsiteY1033-6526" fmla="*/ 2148567 h 4449429"/>
              <a:gd name="connsiteX1034-6527" fmla="*/ 7462167 w 18982931"/>
              <a:gd name="connsiteY1034-6528" fmla="*/ 2148567 h 4449429"/>
              <a:gd name="connsiteX1035-6529" fmla="*/ 7462167 w 18982931"/>
              <a:gd name="connsiteY1035-6530" fmla="*/ 2095061 h 4449429"/>
              <a:gd name="connsiteX1036-6531" fmla="*/ 7462167 w 18982931"/>
              <a:gd name="connsiteY1036-6532" fmla="*/ 1597024 h 4449429"/>
              <a:gd name="connsiteX1037-6533" fmla="*/ 7482743 w 18982931"/>
              <a:gd name="connsiteY1037-6534" fmla="*/ 1008430 h 4449429"/>
              <a:gd name="connsiteX1038-6535" fmla="*/ 7495096 w 18982931"/>
              <a:gd name="connsiteY1038-6536" fmla="*/ 921991 h 4449429"/>
              <a:gd name="connsiteX1039-6537" fmla="*/ 7536254 w 18982931"/>
              <a:gd name="connsiteY1039-6538" fmla="*/ 934341 h 4449429"/>
              <a:gd name="connsiteX1040-6539" fmla="*/ 7577416 w 18982931"/>
              <a:gd name="connsiteY1040-6540" fmla="*/ 563899 h 4449429"/>
              <a:gd name="connsiteX1041-6541" fmla="*/ 7589759 w 18982931"/>
              <a:gd name="connsiteY1041-6542" fmla="*/ 563899 h 4449429"/>
              <a:gd name="connsiteX1042-6543" fmla="*/ 7639153 w 18982931"/>
              <a:gd name="connsiteY1042-6544" fmla="*/ 975501 h 4449429"/>
              <a:gd name="connsiteX1043-6545" fmla="*/ 7655614 w 18982931"/>
              <a:gd name="connsiteY1043-6546" fmla="*/ 926109 h 4449429"/>
              <a:gd name="connsiteX1044-6547" fmla="*/ 7667968 w 18982931"/>
              <a:gd name="connsiteY1044-6548" fmla="*/ 926109 h 4449429"/>
              <a:gd name="connsiteX1045-6549" fmla="*/ 7676196 w 18982931"/>
              <a:gd name="connsiteY1045-6550" fmla="*/ 1037243 h 4449429"/>
              <a:gd name="connsiteX1046-6551" fmla="*/ 7676196 w 18982931"/>
              <a:gd name="connsiteY1046-6552" fmla="*/ 2049787 h 4449429"/>
              <a:gd name="connsiteX1047-6553" fmla="*/ 7705009 w 18982931"/>
              <a:gd name="connsiteY1047-6554" fmla="*/ 2267935 h 4449429"/>
              <a:gd name="connsiteX1048-6555" fmla="*/ 7750287 w 18982931"/>
              <a:gd name="connsiteY1048-6556" fmla="*/ 2469622 h 4449429"/>
              <a:gd name="connsiteX1049-6557" fmla="*/ 7849072 w 18982931"/>
              <a:gd name="connsiteY1049-6558" fmla="*/ 2469622 h 4449429"/>
              <a:gd name="connsiteX1050-6559" fmla="*/ 7849072 w 18982931"/>
              <a:gd name="connsiteY1050-6560" fmla="*/ 2284398 h 4449429"/>
              <a:gd name="connsiteX1051-6561" fmla="*/ 7919042 w 18982931"/>
              <a:gd name="connsiteY1051-6562" fmla="*/ 2284398 h 4449429"/>
              <a:gd name="connsiteX1052-6563" fmla="*/ 7919042 w 18982931"/>
              <a:gd name="connsiteY1052-6564" fmla="*/ 2473736 h 4449429"/>
              <a:gd name="connsiteX1053-6565" fmla="*/ 8108380 w 18982931"/>
              <a:gd name="connsiteY1053-6566" fmla="*/ 2473736 h 4449429"/>
              <a:gd name="connsiteX1054-6567" fmla="*/ 8142338 w 18982931"/>
              <a:gd name="connsiteY1054-6568" fmla="*/ 2481454 h 4449429"/>
              <a:gd name="connsiteX1055-6569" fmla="*/ 8144242 w 18982931"/>
              <a:gd name="connsiteY1055-6570" fmla="*/ 2485067 h 4449429"/>
              <a:gd name="connsiteX1056-6571" fmla="*/ 8144242 w 18982931"/>
              <a:gd name="connsiteY1056-6572" fmla="*/ 1280084 h 4449429"/>
              <a:gd name="connsiteX1057-6573" fmla="*/ 8189518 w 18982931"/>
              <a:gd name="connsiteY1057-6574" fmla="*/ 1115443 h 4449429"/>
              <a:gd name="connsiteX1058-6575" fmla="*/ 8230679 w 18982931"/>
              <a:gd name="connsiteY1058-6576" fmla="*/ 1090746 h 4449429"/>
              <a:gd name="connsiteX1059-6577" fmla="*/ 8477642 w 18982931"/>
              <a:gd name="connsiteY1059-6578" fmla="*/ 1090746 h 4449429"/>
              <a:gd name="connsiteX1060-6579" fmla="*/ 8518799 w 18982931"/>
              <a:gd name="connsiteY1060-6580" fmla="*/ 1111328 h 4449429"/>
              <a:gd name="connsiteX1061-6581" fmla="*/ 8568194 w 18982931"/>
              <a:gd name="connsiteY1061-6582" fmla="*/ 1288315 h 4449429"/>
              <a:gd name="connsiteX1062-6583" fmla="*/ 8572304 w 18982931"/>
              <a:gd name="connsiteY1062-6584" fmla="*/ 2152681 h 4449429"/>
              <a:gd name="connsiteX1063-6585" fmla="*/ 8572304 w 18982931"/>
              <a:gd name="connsiteY1063-6586" fmla="*/ 2222656 h 4449429"/>
              <a:gd name="connsiteX1064-6587" fmla="*/ 8827499 w 18982931"/>
              <a:gd name="connsiteY1064-6588" fmla="*/ 2222656 h 4449429"/>
              <a:gd name="connsiteX1065-6589" fmla="*/ 8827499 w 18982931"/>
              <a:gd name="connsiteY1065-6590" fmla="*/ 2053897 h 4449429"/>
              <a:gd name="connsiteX1066-6591" fmla="*/ 8827499 w 18982931"/>
              <a:gd name="connsiteY1066-6592" fmla="*/ 1996272 h 4449429"/>
              <a:gd name="connsiteX1067-6593" fmla="*/ 8926285 w 18982931"/>
              <a:gd name="connsiteY1067-6594" fmla="*/ 1876910 h 4449429"/>
              <a:gd name="connsiteX1068-6595" fmla="*/ 8926285 w 18982931"/>
              <a:gd name="connsiteY1068-6596" fmla="*/ 1757542 h 4449429"/>
              <a:gd name="connsiteX1069-6597" fmla="*/ 8926285 w 18982931"/>
              <a:gd name="connsiteY1069-6598" fmla="*/ 1527045 h 4449429"/>
              <a:gd name="connsiteX1070-6599" fmla="*/ 8950980 w 18982931"/>
              <a:gd name="connsiteY1070-6600" fmla="*/ 1432378 h 4449429"/>
              <a:gd name="connsiteX1071-6601" fmla="*/ 8950980 w 18982931"/>
              <a:gd name="connsiteY1071-6602" fmla="*/ 1424146 h 4449429"/>
              <a:gd name="connsiteX1072-6603" fmla="*/ 8983911 w 18982931"/>
              <a:gd name="connsiteY1072-6604" fmla="*/ 1107210 h 4449429"/>
              <a:gd name="connsiteX1073-6605" fmla="*/ 8992140 w 18982931"/>
              <a:gd name="connsiteY1073-6606" fmla="*/ 1049586 h 4449429"/>
              <a:gd name="connsiteX1074-6607" fmla="*/ 9012723 w 18982931"/>
              <a:gd name="connsiteY1074-6608" fmla="*/ 1049586 h 4449429"/>
              <a:gd name="connsiteX1075-6609" fmla="*/ 9049767 w 18982931"/>
              <a:gd name="connsiteY1075-6610" fmla="*/ 1325362 h 4449429"/>
              <a:gd name="connsiteX1076-6611" fmla="*/ 9115624 w 18982931"/>
              <a:gd name="connsiteY1076-6612" fmla="*/ 1329476 h 4449429"/>
              <a:gd name="connsiteX1077-6613" fmla="*/ 9165014 w 18982931"/>
              <a:gd name="connsiteY1077-6614" fmla="*/ 1436493 h 4449429"/>
              <a:gd name="connsiteX1078-6615" fmla="*/ 9181479 w 18982931"/>
              <a:gd name="connsiteY1078-6616" fmla="*/ 1494116 h 4449429"/>
              <a:gd name="connsiteX1079-6617" fmla="*/ 9181479 w 18982931"/>
              <a:gd name="connsiteY1079-6618" fmla="*/ 1823399 h 4449429"/>
              <a:gd name="connsiteX1080-6619" fmla="*/ 9181479 w 18982931"/>
              <a:gd name="connsiteY1080-6620" fmla="*/ 1881023 h 4449429"/>
              <a:gd name="connsiteX1081-6621" fmla="*/ 9280267 w 18982931"/>
              <a:gd name="connsiteY1081-6622" fmla="*/ 1881023 h 4449429"/>
              <a:gd name="connsiteX1082-6623" fmla="*/ 9280267 w 18982931"/>
              <a:gd name="connsiteY1082-6624" fmla="*/ 1815166 h 4449429"/>
              <a:gd name="connsiteX1083-6625" fmla="*/ 9280267 w 18982931"/>
              <a:gd name="connsiteY1083-6626" fmla="*/ 304587 h 4449429"/>
              <a:gd name="connsiteX1084-6627" fmla="*/ 9346122 w 18982931"/>
              <a:gd name="connsiteY1084-6628" fmla="*/ 238731 h 4449429"/>
              <a:gd name="connsiteX1085-6629" fmla="*/ 9453137 w 18982931"/>
              <a:gd name="connsiteY1085-6630" fmla="*/ 341628 h 4449429"/>
              <a:gd name="connsiteX1086-6631" fmla="*/ 9453137 w 18982931"/>
              <a:gd name="connsiteY1086-6632" fmla="*/ 1815166 h 4449429"/>
              <a:gd name="connsiteX1087-6633" fmla="*/ 9453137 w 18982931"/>
              <a:gd name="connsiteY1087-6634" fmla="*/ 1876910 h 4449429"/>
              <a:gd name="connsiteX1088-6635" fmla="*/ 9551919 w 18982931"/>
              <a:gd name="connsiteY1088-6636" fmla="*/ 1876910 h 4449429"/>
              <a:gd name="connsiteX1089-6637" fmla="*/ 9551919 w 18982931"/>
              <a:gd name="connsiteY1089-6638" fmla="*/ 1724614 h 4449429"/>
              <a:gd name="connsiteX1090-6639" fmla="*/ 9551919 w 18982931"/>
              <a:gd name="connsiteY1090-6640" fmla="*/ 1481771 h 4449429"/>
              <a:gd name="connsiteX1091-6641" fmla="*/ 9597198 w 18982931"/>
              <a:gd name="connsiteY1091-6642" fmla="*/ 1374754 h 4449429"/>
              <a:gd name="connsiteX1092-6643" fmla="*/ 9613662 w 18982931"/>
              <a:gd name="connsiteY1092-6644" fmla="*/ 1325362 h 4449429"/>
              <a:gd name="connsiteX1093-6645" fmla="*/ 9683632 w 18982931"/>
              <a:gd name="connsiteY1093-6646" fmla="*/ 1325362 h 4449429"/>
              <a:gd name="connsiteX1094-6647" fmla="*/ 9683632 w 18982931"/>
              <a:gd name="connsiteY1094-6648" fmla="*/ 1522931 h 4449429"/>
              <a:gd name="connsiteX1095-6649" fmla="*/ 9819464 w 18982931"/>
              <a:gd name="connsiteY1095-6650" fmla="*/ 1522931 h 4449429"/>
              <a:gd name="connsiteX1096-6651" fmla="*/ 9819464 w 18982931"/>
              <a:gd name="connsiteY1096-6652" fmla="*/ 1720501 h 4449429"/>
              <a:gd name="connsiteX1097-6653" fmla="*/ 9819464 w 18982931"/>
              <a:gd name="connsiteY1097-6654" fmla="*/ 1835749 h 4449429"/>
              <a:gd name="connsiteX1098-6655" fmla="*/ 9868856 w 18982931"/>
              <a:gd name="connsiteY1098-6656" fmla="*/ 1885142 h 4449429"/>
              <a:gd name="connsiteX1099-6657" fmla="*/ 9922361 w 18982931"/>
              <a:gd name="connsiteY1099-6658" fmla="*/ 1938648 h 4449429"/>
              <a:gd name="connsiteX1100-6659" fmla="*/ 9922361 w 18982931"/>
              <a:gd name="connsiteY1100-6660" fmla="*/ 2226770 h 4449429"/>
              <a:gd name="connsiteX1101-6661" fmla="*/ 10189906 w 18982931"/>
              <a:gd name="connsiteY1101-6662" fmla="*/ 2226770 h 4449429"/>
              <a:gd name="connsiteX1102-6663" fmla="*/ 10189906 w 18982931"/>
              <a:gd name="connsiteY1102-6664" fmla="*/ 1864559 h 4449429"/>
              <a:gd name="connsiteX1103-6665" fmla="*/ 10251644 w 18982931"/>
              <a:gd name="connsiteY1103-6666" fmla="*/ 1852213 h 4449429"/>
              <a:gd name="connsiteX1104-6667" fmla="*/ 10251644 w 18982931"/>
              <a:gd name="connsiteY1104-6668" fmla="*/ 1465306 h 4449429"/>
              <a:gd name="connsiteX1105-6669" fmla="*/ 10198137 w 18982931"/>
              <a:gd name="connsiteY1105-6670" fmla="*/ 1461188 h 4449429"/>
              <a:gd name="connsiteX1106-6671" fmla="*/ 10198137 w 18982931"/>
              <a:gd name="connsiteY1106-6672" fmla="*/ 1317129 h 4449429"/>
              <a:gd name="connsiteX1107-6673" fmla="*/ 10572694 w 18982931"/>
              <a:gd name="connsiteY1107-6674" fmla="*/ 1317129 h 4449429"/>
              <a:gd name="connsiteX1108-6675" fmla="*/ 10572694 w 18982931"/>
              <a:gd name="connsiteY1108-6676" fmla="*/ 2140336 h 4449429"/>
              <a:gd name="connsiteX1109-6677" fmla="*/ 10642669 w 18982931"/>
              <a:gd name="connsiteY1109-6678" fmla="*/ 2144449 h 4449429"/>
              <a:gd name="connsiteX1110-6679" fmla="*/ 10642669 w 18982931"/>
              <a:gd name="connsiteY1110-6680" fmla="*/ 2477849 h 4449429"/>
              <a:gd name="connsiteX1111-6681" fmla="*/ 10885512 w 18982931"/>
              <a:gd name="connsiteY1111-6682" fmla="*/ 2477849 h 4449429"/>
              <a:gd name="connsiteX1112-6683" fmla="*/ 10885512 w 18982931"/>
              <a:gd name="connsiteY1112-6684" fmla="*/ 2292626 h 4449429"/>
              <a:gd name="connsiteX1113-6685" fmla="*/ 10959601 w 18982931"/>
              <a:gd name="connsiteY1113-6686" fmla="*/ 2292626 h 4449429"/>
              <a:gd name="connsiteX1114-6687" fmla="*/ 10959601 w 18982931"/>
              <a:gd name="connsiteY1114-6688" fmla="*/ 2477849 h 4449429"/>
              <a:gd name="connsiteX1115-6689" fmla="*/ 11066618 w 18982931"/>
              <a:gd name="connsiteY1115-6690" fmla="*/ 2477849 h 4449429"/>
              <a:gd name="connsiteX1116-6691" fmla="*/ 11107778 w 18982931"/>
              <a:gd name="connsiteY1116-6692" fmla="*/ 2284395 h 4449429"/>
              <a:gd name="connsiteX1117-6693" fmla="*/ 11136593 w 18982931"/>
              <a:gd name="connsiteY1117-6694" fmla="*/ 2053897 h 4449429"/>
              <a:gd name="connsiteX1118-6695" fmla="*/ 11136593 w 18982931"/>
              <a:gd name="connsiteY1118-6696" fmla="*/ 1061936 h 4449429"/>
              <a:gd name="connsiteX1119-6697" fmla="*/ 11148938 w 18982931"/>
              <a:gd name="connsiteY1119-6698" fmla="*/ 938454 h 4449429"/>
              <a:gd name="connsiteX1120-6699" fmla="*/ 11161288 w 18982931"/>
              <a:gd name="connsiteY1120-6700" fmla="*/ 938454 h 4449429"/>
              <a:gd name="connsiteX1121-6701" fmla="*/ 11177753 w 18982931"/>
              <a:gd name="connsiteY1121-6702" fmla="*/ 983729 h 4449429"/>
              <a:gd name="connsiteX1122-6703" fmla="*/ 11231258 w 18982931"/>
              <a:gd name="connsiteY1122-6704" fmla="*/ 572126 h 4449429"/>
              <a:gd name="connsiteX1123-6705" fmla="*/ 11243610 w 18982931"/>
              <a:gd name="connsiteY1123-6706" fmla="*/ 572126 h 4449429"/>
              <a:gd name="connsiteX1124-6707" fmla="*/ 11284770 w 18982931"/>
              <a:gd name="connsiteY1124-6708" fmla="*/ 946687 h 4449429"/>
              <a:gd name="connsiteX1125-6709" fmla="*/ 11325929 w 18982931"/>
              <a:gd name="connsiteY1125-6710" fmla="*/ 934337 h 4449429"/>
              <a:gd name="connsiteX1126-6711" fmla="*/ 11342394 w 18982931"/>
              <a:gd name="connsiteY1126-6712" fmla="*/ 1061936 h 4449429"/>
              <a:gd name="connsiteX1127-6713" fmla="*/ 11342394 w 18982931"/>
              <a:gd name="connsiteY1127-6714" fmla="*/ 1300666 h 4449429"/>
              <a:gd name="connsiteX1128-6715" fmla="*/ 11358857 w 18982931"/>
              <a:gd name="connsiteY1128-6716" fmla="*/ 2132104 h 4449429"/>
              <a:gd name="connsiteX1129-6717" fmla="*/ 11362976 w 18982931"/>
              <a:gd name="connsiteY1129-6718" fmla="*/ 2165031 h 4449429"/>
              <a:gd name="connsiteX1130-6719" fmla="*/ 11453524 w 18982931"/>
              <a:gd name="connsiteY1130-6720" fmla="*/ 2165031 h 4449429"/>
              <a:gd name="connsiteX1131-6721" fmla="*/ 11457643 w 18982931"/>
              <a:gd name="connsiteY1131-6722" fmla="*/ 2082711 h 4449429"/>
              <a:gd name="connsiteX1132-6723" fmla="*/ 11535845 w 18982931"/>
              <a:gd name="connsiteY1132-6724" fmla="*/ 2078592 h 4449429"/>
              <a:gd name="connsiteX1133-6725" fmla="*/ 11535845 w 18982931"/>
              <a:gd name="connsiteY1133-6726" fmla="*/ 2004505 h 4449429"/>
              <a:gd name="connsiteX1134-6727" fmla="*/ 11548195 w 18982931"/>
              <a:gd name="connsiteY1134-6728" fmla="*/ 1736964 h 4449429"/>
              <a:gd name="connsiteX1135-6729" fmla="*/ 11609938 w 18982931"/>
              <a:gd name="connsiteY1135-6730" fmla="*/ 1609365 h 4449429"/>
              <a:gd name="connsiteX1136-6731" fmla="*/ 11688140 w 18982931"/>
              <a:gd name="connsiteY1136-6732" fmla="*/ 1765774 h 4449429"/>
              <a:gd name="connsiteX1137-6733" fmla="*/ 11688140 w 18982931"/>
              <a:gd name="connsiteY1137-6734" fmla="*/ 2082711 h 4449429"/>
              <a:gd name="connsiteX1138-6735" fmla="*/ 11910406 w 18982931"/>
              <a:gd name="connsiteY1138-6736" fmla="*/ 2148567 h 4449429"/>
              <a:gd name="connsiteX1139-6737" fmla="*/ 11988608 w 18982931"/>
              <a:gd name="connsiteY1139-6738" fmla="*/ 2119754 h 4449429"/>
              <a:gd name="connsiteX1140-6739" fmla="*/ 11991181 w 18982931"/>
              <a:gd name="connsiteY1140-6740" fmla="*/ 2153197 h 4449429"/>
              <a:gd name="connsiteX1141-6741" fmla="*/ 11993908 w 18982931"/>
              <a:gd name="connsiteY1141-6742" fmla="*/ 2158900 h 4449429"/>
              <a:gd name="connsiteX1142-6743" fmla="*/ 11993908 w 18982931"/>
              <a:gd name="connsiteY1142-6744" fmla="*/ 2156799 h 4449429"/>
              <a:gd name="connsiteX1143-6745" fmla="*/ 11998023 w 18982931"/>
              <a:gd name="connsiteY1143-6746" fmla="*/ 2115639 h 4449429"/>
              <a:gd name="connsiteX1144-6747" fmla="*/ 12010373 w 18982931"/>
              <a:gd name="connsiteY1144-6748" fmla="*/ 2115639 h 4449429"/>
              <a:gd name="connsiteX1145-6749" fmla="*/ 12014490 w 18982931"/>
              <a:gd name="connsiteY1145-6750" fmla="*/ 2185614 h 4449429"/>
              <a:gd name="connsiteX1146-6751" fmla="*/ 12055650 w 18982931"/>
              <a:gd name="connsiteY1146-6752" fmla="*/ 2259703 h 4449429"/>
              <a:gd name="connsiteX1147-6753" fmla="*/ 12109157 w 18982931"/>
              <a:gd name="connsiteY1147-6754" fmla="*/ 2267933 h 4449429"/>
              <a:gd name="connsiteX1148-6755" fmla="*/ 12137972 w 18982931"/>
              <a:gd name="connsiteY1148-6756" fmla="*/ 2580753 h 4449429"/>
              <a:gd name="connsiteX1149-6757" fmla="*/ 12150317 w 18982931"/>
              <a:gd name="connsiteY1149-6758" fmla="*/ 2580753 h 4449429"/>
              <a:gd name="connsiteX1150-6759" fmla="*/ 12179132 w 18982931"/>
              <a:gd name="connsiteY1150-6760" fmla="*/ 2411992 h 4449429"/>
              <a:gd name="connsiteX1151-6761" fmla="*/ 12207942 w 18982931"/>
              <a:gd name="connsiteY1151-6762" fmla="*/ 2160917 h 4449429"/>
              <a:gd name="connsiteX1152-6763" fmla="*/ 12216174 w 18982931"/>
              <a:gd name="connsiteY1152-6764" fmla="*/ 2152686 h 4449429"/>
              <a:gd name="connsiteX1153-6765" fmla="*/ 12331423 w 18982931"/>
              <a:gd name="connsiteY1153-6766" fmla="*/ 2152686 h 4449429"/>
              <a:gd name="connsiteX1154-6767" fmla="*/ 12331423 w 18982931"/>
              <a:gd name="connsiteY1154-6768" fmla="*/ 2317327 h 4449429"/>
              <a:gd name="connsiteX1155-6769" fmla="*/ 12496064 w 18982931"/>
              <a:gd name="connsiteY1155-6770" fmla="*/ 2313208 h 4449429"/>
              <a:gd name="connsiteX1156-6771" fmla="*/ 12557802 w 18982931"/>
              <a:gd name="connsiteY1156-6772" fmla="*/ 2210310 h 4449429"/>
              <a:gd name="connsiteX1157-6773" fmla="*/ 12566034 w 18982931"/>
              <a:gd name="connsiteY1157-6774" fmla="*/ 2206191 h 4449429"/>
              <a:gd name="connsiteX1158-6775" fmla="*/ 12598962 w 18982931"/>
              <a:gd name="connsiteY1158-6776" fmla="*/ 2267933 h 4449429"/>
              <a:gd name="connsiteX1159-6777" fmla="*/ 12607194 w 18982931"/>
              <a:gd name="connsiteY1159-6778" fmla="*/ 2263816 h 4449429"/>
              <a:gd name="connsiteX1160-6779" fmla="*/ 12607194 w 18982931"/>
              <a:gd name="connsiteY1160-6780" fmla="*/ 1461193 h 4449429"/>
              <a:gd name="connsiteX1161-6781" fmla="*/ 12677169 w 18982931"/>
              <a:gd name="connsiteY1161-6782" fmla="*/ 1230695 h 4449429"/>
              <a:gd name="connsiteX1162-6783" fmla="*/ 12920017 w 18982931"/>
              <a:gd name="connsiteY1162-6784" fmla="*/ 1230695 h 4449429"/>
              <a:gd name="connsiteX1163-6785" fmla="*/ 12948827 w 18982931"/>
              <a:gd name="connsiteY1163-6786" fmla="*/ 1490003 h 4449429"/>
              <a:gd name="connsiteX1164-6787" fmla="*/ 12948827 w 18982931"/>
              <a:gd name="connsiteY1164-6788" fmla="*/ 1909838 h 4449429"/>
              <a:gd name="connsiteX1165-6789" fmla="*/ 12948827 w 18982931"/>
              <a:gd name="connsiteY1165-6790" fmla="*/ 1975695 h 4449429"/>
              <a:gd name="connsiteX1166-6791" fmla="*/ 12969405 w 18982931"/>
              <a:gd name="connsiteY1166-6792" fmla="*/ 1979812 h 4449429"/>
              <a:gd name="connsiteX1167-6793" fmla="*/ 12989987 w 18982931"/>
              <a:gd name="connsiteY1167-6794" fmla="*/ 1913955 h 4449429"/>
              <a:gd name="connsiteX1168-6795" fmla="*/ 12989987 w 18982931"/>
              <a:gd name="connsiteY1168-6796" fmla="*/ 1469425 h 4449429"/>
              <a:gd name="connsiteX1169-6797" fmla="*/ 13064076 w 18982931"/>
              <a:gd name="connsiteY1169-6798" fmla="*/ 1395336 h 4449429"/>
              <a:gd name="connsiteX1170-6799" fmla="*/ 13146396 w 18982931"/>
              <a:gd name="connsiteY1170-6800" fmla="*/ 1395336 h 4449429"/>
              <a:gd name="connsiteX1171-6801" fmla="*/ 13146396 w 18982931"/>
              <a:gd name="connsiteY1171-6802" fmla="*/ 1111328 h 4449429"/>
              <a:gd name="connsiteX1172-6803" fmla="*/ 13216366 w 18982931"/>
              <a:gd name="connsiteY1172-6804" fmla="*/ 1103096 h 4449429"/>
              <a:gd name="connsiteX1173-6805" fmla="*/ 13228716 w 18982931"/>
              <a:gd name="connsiteY1173-6806" fmla="*/ 1041358 h 4449429"/>
              <a:gd name="connsiteX1174-6807" fmla="*/ 13368662 w 18982931"/>
              <a:gd name="connsiteY1174-6808" fmla="*/ 1041358 h 4449429"/>
              <a:gd name="connsiteX1175-6809" fmla="*/ 13368662 w 18982931"/>
              <a:gd name="connsiteY1175-6810" fmla="*/ 687379 h 4449429"/>
              <a:gd name="connsiteX1176-6811" fmla="*/ 13483911 w 18982931"/>
              <a:gd name="connsiteY1176-6812" fmla="*/ 687379 h 4449429"/>
              <a:gd name="connsiteX1177-6813" fmla="*/ 13483911 w 18982931"/>
              <a:gd name="connsiteY1177-6814" fmla="*/ 617404 h 4449429"/>
              <a:gd name="connsiteX1178-6815" fmla="*/ 13483911 w 18982931"/>
              <a:gd name="connsiteY1178-6816" fmla="*/ 131714 h 4449429"/>
              <a:gd name="connsiteX1179-6817" fmla="*/ 13541534 w 18982931"/>
              <a:gd name="connsiteY1179-6818" fmla="*/ 74089 h 4449429"/>
              <a:gd name="connsiteX1180-6819" fmla="*/ 13685593 w 18982931"/>
              <a:gd name="connsiteY1180-6820" fmla="*/ 74089 h 4449429"/>
              <a:gd name="connsiteX1181-6821" fmla="*/ 13730872 w 18982931"/>
              <a:gd name="connsiteY1181-6822" fmla="*/ 49392 h 4449429"/>
              <a:gd name="connsiteX1182-6823" fmla="*/ 13739104 w 18982931"/>
              <a:gd name="connsiteY1182-6824" fmla="*/ 0 h 4449429"/>
              <a:gd name="connsiteX0-6825" fmla="*/ 16404499 w 18982931"/>
              <a:gd name="connsiteY0-6826" fmla="*/ 4309270 h 4449429"/>
              <a:gd name="connsiteX1-6827" fmla="*/ 16404499 w 18982931"/>
              <a:gd name="connsiteY1-6828" fmla="*/ 4366104 h 4449429"/>
              <a:gd name="connsiteX2-6829" fmla="*/ 16461332 w 18982931"/>
              <a:gd name="connsiteY2-6830" fmla="*/ 4366104 h 4449429"/>
              <a:gd name="connsiteX3-6831" fmla="*/ 16461332 w 18982931"/>
              <a:gd name="connsiteY3-6832" fmla="*/ 4309270 h 4449429"/>
              <a:gd name="connsiteX4-6833" fmla="*/ 16404499 w 18982931"/>
              <a:gd name="connsiteY4-6834" fmla="*/ 4309270 h 4449429"/>
              <a:gd name="connsiteX5-6835" fmla="*/ 16292444 w 18982931"/>
              <a:gd name="connsiteY5-6836" fmla="*/ 4309270 h 4449429"/>
              <a:gd name="connsiteX6-6837" fmla="*/ 16292444 w 18982931"/>
              <a:gd name="connsiteY6-6838" fmla="*/ 4366104 h 4449429"/>
              <a:gd name="connsiteX7-6839" fmla="*/ 16349278 w 18982931"/>
              <a:gd name="connsiteY7-6840" fmla="*/ 4366104 h 4449429"/>
              <a:gd name="connsiteX8-6841" fmla="*/ 16349278 w 18982931"/>
              <a:gd name="connsiteY8-6842" fmla="*/ 4309270 h 4449429"/>
              <a:gd name="connsiteX9-6843" fmla="*/ 16292444 w 18982931"/>
              <a:gd name="connsiteY9-6844" fmla="*/ 4309270 h 4449429"/>
              <a:gd name="connsiteX10-6845" fmla="*/ 16180390 w 18982931"/>
              <a:gd name="connsiteY10-6846" fmla="*/ 4309270 h 4449429"/>
              <a:gd name="connsiteX11-6847" fmla="*/ 16180390 w 18982931"/>
              <a:gd name="connsiteY11-6848" fmla="*/ 4366104 h 4449429"/>
              <a:gd name="connsiteX12-6849" fmla="*/ 16237224 w 18982931"/>
              <a:gd name="connsiteY12-6850" fmla="*/ 4366104 h 4449429"/>
              <a:gd name="connsiteX13-6851" fmla="*/ 16237224 w 18982931"/>
              <a:gd name="connsiteY13-6852" fmla="*/ 4309270 h 4449429"/>
              <a:gd name="connsiteX14-6853" fmla="*/ 16180390 w 18982931"/>
              <a:gd name="connsiteY14-6854" fmla="*/ 4309270 h 4449429"/>
              <a:gd name="connsiteX15-6855" fmla="*/ 2813944 w 18982931"/>
              <a:gd name="connsiteY15-6856" fmla="*/ 4309269 h 4449429"/>
              <a:gd name="connsiteX16-6857" fmla="*/ 2813944 w 18982931"/>
              <a:gd name="connsiteY16-6858" fmla="*/ 4366102 h 4449429"/>
              <a:gd name="connsiteX17-6859" fmla="*/ 2870780 w 18982931"/>
              <a:gd name="connsiteY17-6860" fmla="*/ 4366102 h 4449429"/>
              <a:gd name="connsiteX18-6861" fmla="*/ 2870780 w 18982931"/>
              <a:gd name="connsiteY18-6862" fmla="*/ 4309269 h 4449429"/>
              <a:gd name="connsiteX19-6863" fmla="*/ 2813944 w 18982931"/>
              <a:gd name="connsiteY19-6864" fmla="*/ 4309269 h 4449429"/>
              <a:gd name="connsiteX20-6865" fmla="*/ 2701890 w 18982931"/>
              <a:gd name="connsiteY20-6866" fmla="*/ 4309269 h 4449429"/>
              <a:gd name="connsiteX21-6867" fmla="*/ 2701890 w 18982931"/>
              <a:gd name="connsiteY21-6868" fmla="*/ 4366102 h 4449429"/>
              <a:gd name="connsiteX22-6869" fmla="*/ 2758723 w 18982931"/>
              <a:gd name="connsiteY22-6870" fmla="*/ 4366102 h 4449429"/>
              <a:gd name="connsiteX23-6871" fmla="*/ 2758723 w 18982931"/>
              <a:gd name="connsiteY23-6872" fmla="*/ 4309269 h 4449429"/>
              <a:gd name="connsiteX24-6873" fmla="*/ 2701890 w 18982931"/>
              <a:gd name="connsiteY24-6874" fmla="*/ 4309269 h 4449429"/>
              <a:gd name="connsiteX25-6875" fmla="*/ 2589843 w 18982931"/>
              <a:gd name="connsiteY25-6876" fmla="*/ 4309269 h 4449429"/>
              <a:gd name="connsiteX26-6877" fmla="*/ 2589843 w 18982931"/>
              <a:gd name="connsiteY26-6878" fmla="*/ 4366102 h 4449429"/>
              <a:gd name="connsiteX27-6879" fmla="*/ 2646669 w 18982931"/>
              <a:gd name="connsiteY27-6880" fmla="*/ 4366102 h 4449429"/>
              <a:gd name="connsiteX28-6881" fmla="*/ 2646669 w 18982931"/>
              <a:gd name="connsiteY28-6882" fmla="*/ 4309269 h 4449429"/>
              <a:gd name="connsiteX29-6883" fmla="*/ 2589843 w 18982931"/>
              <a:gd name="connsiteY29-6884" fmla="*/ 4309269 h 4449429"/>
              <a:gd name="connsiteX30-6885" fmla="*/ 16404499 w 18982931"/>
              <a:gd name="connsiteY30-6886" fmla="*/ 4163982 h 4449429"/>
              <a:gd name="connsiteX31-6887" fmla="*/ 16404499 w 18982931"/>
              <a:gd name="connsiteY31-6888" fmla="*/ 4220816 h 4449429"/>
              <a:gd name="connsiteX32-6889" fmla="*/ 16461332 w 18982931"/>
              <a:gd name="connsiteY32-6890" fmla="*/ 4220816 h 4449429"/>
              <a:gd name="connsiteX33-6891" fmla="*/ 16461332 w 18982931"/>
              <a:gd name="connsiteY33-6892" fmla="*/ 4163982 h 4449429"/>
              <a:gd name="connsiteX34-6893" fmla="*/ 16404499 w 18982931"/>
              <a:gd name="connsiteY34-6894" fmla="*/ 4163982 h 4449429"/>
              <a:gd name="connsiteX35-6895" fmla="*/ 16292444 w 18982931"/>
              <a:gd name="connsiteY35-6896" fmla="*/ 4163982 h 4449429"/>
              <a:gd name="connsiteX36-6897" fmla="*/ 16292444 w 18982931"/>
              <a:gd name="connsiteY36-6898" fmla="*/ 4220816 h 4449429"/>
              <a:gd name="connsiteX37-6899" fmla="*/ 16349278 w 18982931"/>
              <a:gd name="connsiteY37-6900" fmla="*/ 4220816 h 4449429"/>
              <a:gd name="connsiteX38-6901" fmla="*/ 16349278 w 18982931"/>
              <a:gd name="connsiteY38-6902" fmla="*/ 4163982 h 4449429"/>
              <a:gd name="connsiteX39-6903" fmla="*/ 16292444 w 18982931"/>
              <a:gd name="connsiteY39-6904" fmla="*/ 4163982 h 4449429"/>
              <a:gd name="connsiteX40-6905" fmla="*/ 16180390 w 18982931"/>
              <a:gd name="connsiteY40-6906" fmla="*/ 4163982 h 4449429"/>
              <a:gd name="connsiteX41-6907" fmla="*/ 16180390 w 18982931"/>
              <a:gd name="connsiteY41-6908" fmla="*/ 4220816 h 4449429"/>
              <a:gd name="connsiteX42-6909" fmla="*/ 16237224 w 18982931"/>
              <a:gd name="connsiteY42-6910" fmla="*/ 4220816 h 4449429"/>
              <a:gd name="connsiteX43-6911" fmla="*/ 16237224 w 18982931"/>
              <a:gd name="connsiteY43-6912" fmla="*/ 4163982 h 4449429"/>
              <a:gd name="connsiteX44-6913" fmla="*/ 16180390 w 18982931"/>
              <a:gd name="connsiteY44-6914" fmla="*/ 4163982 h 4449429"/>
              <a:gd name="connsiteX45-6915" fmla="*/ 2813944 w 18982931"/>
              <a:gd name="connsiteY45-6916" fmla="*/ 4163981 h 4449429"/>
              <a:gd name="connsiteX46-6917" fmla="*/ 2813944 w 18982931"/>
              <a:gd name="connsiteY46-6918" fmla="*/ 4220814 h 4449429"/>
              <a:gd name="connsiteX47-6919" fmla="*/ 2870780 w 18982931"/>
              <a:gd name="connsiteY47-6920" fmla="*/ 4220814 h 4449429"/>
              <a:gd name="connsiteX48-6921" fmla="*/ 2870780 w 18982931"/>
              <a:gd name="connsiteY48-6922" fmla="*/ 4163981 h 4449429"/>
              <a:gd name="connsiteX49-6923" fmla="*/ 2813944 w 18982931"/>
              <a:gd name="connsiteY49-6924" fmla="*/ 4163981 h 4449429"/>
              <a:gd name="connsiteX50-6925" fmla="*/ 2701890 w 18982931"/>
              <a:gd name="connsiteY50-6926" fmla="*/ 4163981 h 4449429"/>
              <a:gd name="connsiteX51-6927" fmla="*/ 2701890 w 18982931"/>
              <a:gd name="connsiteY51-6928" fmla="*/ 4220814 h 4449429"/>
              <a:gd name="connsiteX52-6929" fmla="*/ 2758723 w 18982931"/>
              <a:gd name="connsiteY52-6930" fmla="*/ 4220814 h 4449429"/>
              <a:gd name="connsiteX53-6931" fmla="*/ 2758723 w 18982931"/>
              <a:gd name="connsiteY53-6932" fmla="*/ 4163981 h 4449429"/>
              <a:gd name="connsiteX54-6933" fmla="*/ 2701890 w 18982931"/>
              <a:gd name="connsiteY54-6934" fmla="*/ 4163981 h 4449429"/>
              <a:gd name="connsiteX55-6935" fmla="*/ 2589843 w 18982931"/>
              <a:gd name="connsiteY55-6936" fmla="*/ 4163981 h 4449429"/>
              <a:gd name="connsiteX56-6937" fmla="*/ 2589843 w 18982931"/>
              <a:gd name="connsiteY56-6938" fmla="*/ 4220814 h 4449429"/>
              <a:gd name="connsiteX57-6939" fmla="*/ 2646669 w 18982931"/>
              <a:gd name="connsiteY57-6940" fmla="*/ 4220814 h 4449429"/>
              <a:gd name="connsiteX58-6941" fmla="*/ 2646669 w 18982931"/>
              <a:gd name="connsiteY58-6942" fmla="*/ 4163981 h 4449429"/>
              <a:gd name="connsiteX59-6943" fmla="*/ 2589843 w 18982931"/>
              <a:gd name="connsiteY59-6944" fmla="*/ 4163981 h 4449429"/>
              <a:gd name="connsiteX60-6945" fmla="*/ 9851983 w 18982931"/>
              <a:gd name="connsiteY60-6946" fmla="*/ 4073253 h 4449429"/>
              <a:gd name="connsiteX61-6947" fmla="*/ 9851983 w 18982931"/>
              <a:gd name="connsiteY61-6948" fmla="*/ 4282100 h 4449429"/>
              <a:gd name="connsiteX62-6949" fmla="*/ 9897683 w 18982931"/>
              <a:gd name="connsiteY62-6950" fmla="*/ 4282100 h 4449429"/>
              <a:gd name="connsiteX63-6951" fmla="*/ 9897683 w 18982931"/>
              <a:gd name="connsiteY63-6952" fmla="*/ 4073253 h 4449429"/>
              <a:gd name="connsiteX64-6953" fmla="*/ 9851983 w 18982931"/>
              <a:gd name="connsiteY64-6954" fmla="*/ 4073253 h 4449429"/>
              <a:gd name="connsiteX65-6955" fmla="*/ 9760354 w 18982931"/>
              <a:gd name="connsiteY65-6956" fmla="*/ 4073253 h 4449429"/>
              <a:gd name="connsiteX66-6957" fmla="*/ 9760354 w 18982931"/>
              <a:gd name="connsiteY66-6958" fmla="*/ 4282100 h 4449429"/>
              <a:gd name="connsiteX67-6959" fmla="*/ 9806054 w 18982931"/>
              <a:gd name="connsiteY67-6960" fmla="*/ 4282100 h 4449429"/>
              <a:gd name="connsiteX68-6961" fmla="*/ 9806054 w 18982931"/>
              <a:gd name="connsiteY68-6962" fmla="*/ 4073253 h 4449429"/>
              <a:gd name="connsiteX69-6963" fmla="*/ 9760354 w 18982931"/>
              <a:gd name="connsiteY69-6964" fmla="*/ 4073253 h 4449429"/>
              <a:gd name="connsiteX70-6965" fmla="*/ 9668723 w 18982931"/>
              <a:gd name="connsiteY70-6966" fmla="*/ 4073253 h 4449429"/>
              <a:gd name="connsiteX71-6967" fmla="*/ 9668723 w 18982931"/>
              <a:gd name="connsiteY71-6968" fmla="*/ 4282100 h 4449429"/>
              <a:gd name="connsiteX72-6969" fmla="*/ 9714423 w 18982931"/>
              <a:gd name="connsiteY72-6970" fmla="*/ 4282100 h 4449429"/>
              <a:gd name="connsiteX73-6971" fmla="*/ 9714423 w 18982931"/>
              <a:gd name="connsiteY73-6972" fmla="*/ 4073253 h 4449429"/>
              <a:gd name="connsiteX74-6973" fmla="*/ 9668723 w 18982931"/>
              <a:gd name="connsiteY74-6974" fmla="*/ 4073253 h 4449429"/>
              <a:gd name="connsiteX75-6975" fmla="*/ 9577094 w 18982931"/>
              <a:gd name="connsiteY75-6976" fmla="*/ 4073253 h 4449429"/>
              <a:gd name="connsiteX76-6977" fmla="*/ 9577094 w 18982931"/>
              <a:gd name="connsiteY76-6978" fmla="*/ 4282100 h 4449429"/>
              <a:gd name="connsiteX77-6979" fmla="*/ 9622794 w 18982931"/>
              <a:gd name="connsiteY77-6980" fmla="*/ 4282100 h 4449429"/>
              <a:gd name="connsiteX78-6981" fmla="*/ 9622794 w 18982931"/>
              <a:gd name="connsiteY78-6982" fmla="*/ 4073253 h 4449429"/>
              <a:gd name="connsiteX79-6983" fmla="*/ 9577094 w 18982931"/>
              <a:gd name="connsiteY79-6984" fmla="*/ 4073253 h 4449429"/>
              <a:gd name="connsiteX80-6985" fmla="*/ 9485470 w 18982931"/>
              <a:gd name="connsiteY80-6986" fmla="*/ 4073253 h 4449429"/>
              <a:gd name="connsiteX81-6987" fmla="*/ 9485470 w 18982931"/>
              <a:gd name="connsiteY81-6988" fmla="*/ 4282100 h 4449429"/>
              <a:gd name="connsiteX82-6989" fmla="*/ 9531165 w 18982931"/>
              <a:gd name="connsiteY82-6990" fmla="*/ 4282100 h 4449429"/>
              <a:gd name="connsiteX83-6991" fmla="*/ 9531165 w 18982931"/>
              <a:gd name="connsiteY83-6992" fmla="*/ 4073253 h 4449429"/>
              <a:gd name="connsiteX84-6993" fmla="*/ 9485470 w 18982931"/>
              <a:gd name="connsiteY84-6994" fmla="*/ 4073253 h 4449429"/>
              <a:gd name="connsiteX85-6995" fmla="*/ 9393836 w 18982931"/>
              <a:gd name="connsiteY85-6996" fmla="*/ 4073253 h 4449429"/>
              <a:gd name="connsiteX86-6997" fmla="*/ 9393836 w 18982931"/>
              <a:gd name="connsiteY86-6998" fmla="*/ 4282100 h 4449429"/>
              <a:gd name="connsiteX87-6999" fmla="*/ 9439536 w 18982931"/>
              <a:gd name="connsiteY87-7000" fmla="*/ 4282100 h 4449429"/>
              <a:gd name="connsiteX88-7001" fmla="*/ 9439536 w 18982931"/>
              <a:gd name="connsiteY88-7002" fmla="*/ 4073253 h 4449429"/>
              <a:gd name="connsiteX89-7003" fmla="*/ 9393836 w 18982931"/>
              <a:gd name="connsiteY89-7004" fmla="*/ 4073253 h 4449429"/>
              <a:gd name="connsiteX90-7005" fmla="*/ 9302203 w 18982931"/>
              <a:gd name="connsiteY90-7006" fmla="*/ 4073253 h 4449429"/>
              <a:gd name="connsiteX91-7007" fmla="*/ 9302203 w 18982931"/>
              <a:gd name="connsiteY91-7008" fmla="*/ 4282100 h 4449429"/>
              <a:gd name="connsiteX92-7009" fmla="*/ 9347904 w 18982931"/>
              <a:gd name="connsiteY92-7010" fmla="*/ 4282100 h 4449429"/>
              <a:gd name="connsiteX93-7011" fmla="*/ 9347904 w 18982931"/>
              <a:gd name="connsiteY93-7012" fmla="*/ 4073253 h 4449429"/>
              <a:gd name="connsiteX94-7013" fmla="*/ 9302203 w 18982931"/>
              <a:gd name="connsiteY94-7014" fmla="*/ 4073253 h 4449429"/>
              <a:gd name="connsiteX95-7015" fmla="*/ 16404499 w 18982931"/>
              <a:gd name="connsiteY95-7016" fmla="*/ 4018694 h 4449429"/>
              <a:gd name="connsiteX96-7017" fmla="*/ 16404499 w 18982931"/>
              <a:gd name="connsiteY96-7018" fmla="*/ 4075528 h 4449429"/>
              <a:gd name="connsiteX97-7019" fmla="*/ 16461332 w 18982931"/>
              <a:gd name="connsiteY97-7020" fmla="*/ 4075528 h 4449429"/>
              <a:gd name="connsiteX98-7021" fmla="*/ 16461332 w 18982931"/>
              <a:gd name="connsiteY98-7022" fmla="*/ 4018694 h 4449429"/>
              <a:gd name="connsiteX99-7023" fmla="*/ 16404499 w 18982931"/>
              <a:gd name="connsiteY99-7024" fmla="*/ 4018694 h 4449429"/>
              <a:gd name="connsiteX100-7025" fmla="*/ 16292444 w 18982931"/>
              <a:gd name="connsiteY100-7026" fmla="*/ 4018694 h 4449429"/>
              <a:gd name="connsiteX101-7027" fmla="*/ 16292444 w 18982931"/>
              <a:gd name="connsiteY101-7028" fmla="*/ 4075528 h 4449429"/>
              <a:gd name="connsiteX102-7029" fmla="*/ 16349278 w 18982931"/>
              <a:gd name="connsiteY102-7030" fmla="*/ 4075528 h 4449429"/>
              <a:gd name="connsiteX103-7031" fmla="*/ 16349278 w 18982931"/>
              <a:gd name="connsiteY103-7032" fmla="*/ 4018694 h 4449429"/>
              <a:gd name="connsiteX104-7033" fmla="*/ 16292444 w 18982931"/>
              <a:gd name="connsiteY104-7034" fmla="*/ 4018694 h 4449429"/>
              <a:gd name="connsiteX105-7035" fmla="*/ 16180390 w 18982931"/>
              <a:gd name="connsiteY105-7036" fmla="*/ 4018694 h 4449429"/>
              <a:gd name="connsiteX106-7037" fmla="*/ 16180390 w 18982931"/>
              <a:gd name="connsiteY106-7038" fmla="*/ 4075528 h 4449429"/>
              <a:gd name="connsiteX107-7039" fmla="*/ 16237224 w 18982931"/>
              <a:gd name="connsiteY107-7040" fmla="*/ 4075528 h 4449429"/>
              <a:gd name="connsiteX108-7041" fmla="*/ 16237224 w 18982931"/>
              <a:gd name="connsiteY108-7042" fmla="*/ 4018694 h 4449429"/>
              <a:gd name="connsiteX109-7043" fmla="*/ 16180390 w 18982931"/>
              <a:gd name="connsiteY109-7044" fmla="*/ 4018694 h 4449429"/>
              <a:gd name="connsiteX110-7045" fmla="*/ 2813944 w 18982931"/>
              <a:gd name="connsiteY110-7046" fmla="*/ 4018692 h 4449429"/>
              <a:gd name="connsiteX111-7047" fmla="*/ 2813944 w 18982931"/>
              <a:gd name="connsiteY111-7048" fmla="*/ 4075526 h 4449429"/>
              <a:gd name="connsiteX112-7049" fmla="*/ 2870780 w 18982931"/>
              <a:gd name="connsiteY112-7050" fmla="*/ 4075526 h 4449429"/>
              <a:gd name="connsiteX113-7051" fmla="*/ 2870780 w 18982931"/>
              <a:gd name="connsiteY113-7052" fmla="*/ 4018692 h 4449429"/>
              <a:gd name="connsiteX114-7053" fmla="*/ 2813944 w 18982931"/>
              <a:gd name="connsiteY114-7054" fmla="*/ 4018692 h 4449429"/>
              <a:gd name="connsiteX115-7055" fmla="*/ 2701890 w 18982931"/>
              <a:gd name="connsiteY115-7056" fmla="*/ 4018692 h 4449429"/>
              <a:gd name="connsiteX116-7057" fmla="*/ 2701890 w 18982931"/>
              <a:gd name="connsiteY116-7058" fmla="*/ 4075526 h 4449429"/>
              <a:gd name="connsiteX117-7059" fmla="*/ 2758723 w 18982931"/>
              <a:gd name="connsiteY117-7060" fmla="*/ 4075526 h 4449429"/>
              <a:gd name="connsiteX118-7061" fmla="*/ 2758723 w 18982931"/>
              <a:gd name="connsiteY118-7062" fmla="*/ 4018692 h 4449429"/>
              <a:gd name="connsiteX119-7063" fmla="*/ 2701890 w 18982931"/>
              <a:gd name="connsiteY119-7064" fmla="*/ 4018692 h 4449429"/>
              <a:gd name="connsiteX120-7065" fmla="*/ 2589843 w 18982931"/>
              <a:gd name="connsiteY120-7066" fmla="*/ 4018692 h 4449429"/>
              <a:gd name="connsiteX121-7067" fmla="*/ 2589843 w 18982931"/>
              <a:gd name="connsiteY121-7068" fmla="*/ 4075526 h 4449429"/>
              <a:gd name="connsiteX122-7069" fmla="*/ 2646669 w 18982931"/>
              <a:gd name="connsiteY122-7070" fmla="*/ 4075526 h 4449429"/>
              <a:gd name="connsiteX123-7071" fmla="*/ 2646669 w 18982931"/>
              <a:gd name="connsiteY123-7072" fmla="*/ 4018692 h 4449429"/>
              <a:gd name="connsiteX124-7073" fmla="*/ 2589843 w 18982931"/>
              <a:gd name="connsiteY124-7074" fmla="*/ 4018692 h 4449429"/>
              <a:gd name="connsiteX125-7075" fmla="*/ 16404499 w 18982931"/>
              <a:gd name="connsiteY125-7076" fmla="*/ 3873406 h 4449429"/>
              <a:gd name="connsiteX126-7077" fmla="*/ 16404499 w 18982931"/>
              <a:gd name="connsiteY126-7078" fmla="*/ 3930240 h 4449429"/>
              <a:gd name="connsiteX127-7079" fmla="*/ 16461332 w 18982931"/>
              <a:gd name="connsiteY127-7080" fmla="*/ 3930240 h 4449429"/>
              <a:gd name="connsiteX128-7081" fmla="*/ 16461332 w 18982931"/>
              <a:gd name="connsiteY128-7082" fmla="*/ 3873406 h 4449429"/>
              <a:gd name="connsiteX129-7083" fmla="*/ 16404499 w 18982931"/>
              <a:gd name="connsiteY129-7084" fmla="*/ 3873406 h 4449429"/>
              <a:gd name="connsiteX130-7085" fmla="*/ 16292444 w 18982931"/>
              <a:gd name="connsiteY130-7086" fmla="*/ 3873406 h 4449429"/>
              <a:gd name="connsiteX131-7087" fmla="*/ 16292444 w 18982931"/>
              <a:gd name="connsiteY131-7088" fmla="*/ 3930240 h 4449429"/>
              <a:gd name="connsiteX132-7089" fmla="*/ 16349278 w 18982931"/>
              <a:gd name="connsiteY132-7090" fmla="*/ 3930240 h 4449429"/>
              <a:gd name="connsiteX133-7091" fmla="*/ 16349278 w 18982931"/>
              <a:gd name="connsiteY133-7092" fmla="*/ 3873406 h 4449429"/>
              <a:gd name="connsiteX134-7093" fmla="*/ 16292444 w 18982931"/>
              <a:gd name="connsiteY134-7094" fmla="*/ 3873406 h 4449429"/>
              <a:gd name="connsiteX135-7095" fmla="*/ 16180390 w 18982931"/>
              <a:gd name="connsiteY135-7096" fmla="*/ 3873406 h 4449429"/>
              <a:gd name="connsiteX136-7097" fmla="*/ 16180390 w 18982931"/>
              <a:gd name="connsiteY136-7098" fmla="*/ 3930240 h 4449429"/>
              <a:gd name="connsiteX137-7099" fmla="*/ 16237224 w 18982931"/>
              <a:gd name="connsiteY137-7100" fmla="*/ 3930240 h 4449429"/>
              <a:gd name="connsiteX138-7101" fmla="*/ 16237224 w 18982931"/>
              <a:gd name="connsiteY138-7102" fmla="*/ 3873406 h 4449429"/>
              <a:gd name="connsiteX139-7103" fmla="*/ 16180390 w 18982931"/>
              <a:gd name="connsiteY139-7104" fmla="*/ 3873406 h 4449429"/>
              <a:gd name="connsiteX140-7105" fmla="*/ 2813944 w 18982931"/>
              <a:gd name="connsiteY140-7106" fmla="*/ 3873404 h 4449429"/>
              <a:gd name="connsiteX141-7107" fmla="*/ 2813944 w 18982931"/>
              <a:gd name="connsiteY141-7108" fmla="*/ 3930238 h 4449429"/>
              <a:gd name="connsiteX142-7109" fmla="*/ 2870780 w 18982931"/>
              <a:gd name="connsiteY142-7110" fmla="*/ 3930238 h 4449429"/>
              <a:gd name="connsiteX143-7111" fmla="*/ 2870780 w 18982931"/>
              <a:gd name="connsiteY143-7112" fmla="*/ 3873404 h 4449429"/>
              <a:gd name="connsiteX144-7113" fmla="*/ 2813944 w 18982931"/>
              <a:gd name="connsiteY144-7114" fmla="*/ 3873404 h 4449429"/>
              <a:gd name="connsiteX145-7115" fmla="*/ 2701890 w 18982931"/>
              <a:gd name="connsiteY145-7116" fmla="*/ 3873404 h 4449429"/>
              <a:gd name="connsiteX146-7117" fmla="*/ 2701890 w 18982931"/>
              <a:gd name="connsiteY146-7118" fmla="*/ 3930238 h 4449429"/>
              <a:gd name="connsiteX147-7119" fmla="*/ 2758723 w 18982931"/>
              <a:gd name="connsiteY147-7120" fmla="*/ 3930238 h 4449429"/>
              <a:gd name="connsiteX148-7121" fmla="*/ 2758723 w 18982931"/>
              <a:gd name="connsiteY148-7122" fmla="*/ 3873404 h 4449429"/>
              <a:gd name="connsiteX149-7123" fmla="*/ 2701890 w 18982931"/>
              <a:gd name="connsiteY149-7124" fmla="*/ 3873404 h 4449429"/>
              <a:gd name="connsiteX150-7125" fmla="*/ 2589843 w 18982931"/>
              <a:gd name="connsiteY150-7126" fmla="*/ 3873404 h 4449429"/>
              <a:gd name="connsiteX151-7127" fmla="*/ 2589843 w 18982931"/>
              <a:gd name="connsiteY151-7128" fmla="*/ 3930238 h 4449429"/>
              <a:gd name="connsiteX152-7129" fmla="*/ 2646669 w 18982931"/>
              <a:gd name="connsiteY152-7130" fmla="*/ 3930238 h 4449429"/>
              <a:gd name="connsiteX153-7131" fmla="*/ 2646669 w 18982931"/>
              <a:gd name="connsiteY153-7132" fmla="*/ 3873404 h 4449429"/>
              <a:gd name="connsiteX154-7133" fmla="*/ 2589843 w 18982931"/>
              <a:gd name="connsiteY154-7134" fmla="*/ 3873404 h 4449429"/>
              <a:gd name="connsiteX155-7135" fmla="*/ 17351339 w 18982931"/>
              <a:gd name="connsiteY155-7136" fmla="*/ 3769299 h 4449429"/>
              <a:gd name="connsiteX156-7137" fmla="*/ 17351339 w 18982931"/>
              <a:gd name="connsiteY156-7138" fmla="*/ 3815000 h 4449429"/>
              <a:gd name="connsiteX157-7139" fmla="*/ 17560187 w 18982931"/>
              <a:gd name="connsiteY157-7140" fmla="*/ 3815000 h 4449429"/>
              <a:gd name="connsiteX158-7141" fmla="*/ 17560187 w 18982931"/>
              <a:gd name="connsiteY158-7142" fmla="*/ 3769299 h 4449429"/>
              <a:gd name="connsiteX159-7143" fmla="*/ 17351339 w 18982931"/>
              <a:gd name="connsiteY159-7144" fmla="*/ 3769299 h 4449429"/>
              <a:gd name="connsiteX160-7145" fmla="*/ 16404499 w 18982931"/>
              <a:gd name="connsiteY160-7146" fmla="*/ 3728118 h 4449429"/>
              <a:gd name="connsiteX161-7147" fmla="*/ 16404499 w 18982931"/>
              <a:gd name="connsiteY161-7148" fmla="*/ 3784951 h 4449429"/>
              <a:gd name="connsiteX162-7149" fmla="*/ 16461332 w 18982931"/>
              <a:gd name="connsiteY162-7150" fmla="*/ 3784951 h 4449429"/>
              <a:gd name="connsiteX163-7151" fmla="*/ 16461332 w 18982931"/>
              <a:gd name="connsiteY163-7152" fmla="*/ 3728118 h 4449429"/>
              <a:gd name="connsiteX164-7153" fmla="*/ 16404499 w 18982931"/>
              <a:gd name="connsiteY164-7154" fmla="*/ 3728118 h 4449429"/>
              <a:gd name="connsiteX165-7155" fmla="*/ 16292444 w 18982931"/>
              <a:gd name="connsiteY165-7156" fmla="*/ 3728118 h 4449429"/>
              <a:gd name="connsiteX166-7157" fmla="*/ 16292444 w 18982931"/>
              <a:gd name="connsiteY166-7158" fmla="*/ 3784951 h 4449429"/>
              <a:gd name="connsiteX167-7159" fmla="*/ 16349278 w 18982931"/>
              <a:gd name="connsiteY167-7160" fmla="*/ 3784951 h 4449429"/>
              <a:gd name="connsiteX168-7161" fmla="*/ 16349278 w 18982931"/>
              <a:gd name="connsiteY168-7162" fmla="*/ 3728118 h 4449429"/>
              <a:gd name="connsiteX169-7163" fmla="*/ 16292444 w 18982931"/>
              <a:gd name="connsiteY169-7164" fmla="*/ 3728118 h 4449429"/>
              <a:gd name="connsiteX170-7165" fmla="*/ 16180390 w 18982931"/>
              <a:gd name="connsiteY170-7166" fmla="*/ 3728118 h 4449429"/>
              <a:gd name="connsiteX171-7167" fmla="*/ 16180390 w 18982931"/>
              <a:gd name="connsiteY171-7168" fmla="*/ 3784951 h 4449429"/>
              <a:gd name="connsiteX172-7169" fmla="*/ 16237224 w 18982931"/>
              <a:gd name="connsiteY172-7170" fmla="*/ 3784951 h 4449429"/>
              <a:gd name="connsiteX173-7171" fmla="*/ 16237224 w 18982931"/>
              <a:gd name="connsiteY173-7172" fmla="*/ 3728118 h 4449429"/>
              <a:gd name="connsiteX174-7173" fmla="*/ 16180390 w 18982931"/>
              <a:gd name="connsiteY174-7174" fmla="*/ 3728118 h 4449429"/>
              <a:gd name="connsiteX175-7175" fmla="*/ 2813944 w 18982931"/>
              <a:gd name="connsiteY175-7176" fmla="*/ 3728116 h 4449429"/>
              <a:gd name="connsiteX176-7177" fmla="*/ 2813944 w 18982931"/>
              <a:gd name="connsiteY176-7178" fmla="*/ 3784950 h 4449429"/>
              <a:gd name="connsiteX177-7179" fmla="*/ 2870780 w 18982931"/>
              <a:gd name="connsiteY177-7180" fmla="*/ 3784950 h 4449429"/>
              <a:gd name="connsiteX178-7181" fmla="*/ 2870780 w 18982931"/>
              <a:gd name="connsiteY178-7182" fmla="*/ 3728116 h 4449429"/>
              <a:gd name="connsiteX179-7183" fmla="*/ 2813944 w 18982931"/>
              <a:gd name="connsiteY179-7184" fmla="*/ 3728116 h 4449429"/>
              <a:gd name="connsiteX180-7185" fmla="*/ 2701891 w 18982931"/>
              <a:gd name="connsiteY180-7186" fmla="*/ 3728116 h 4449429"/>
              <a:gd name="connsiteX181-7187" fmla="*/ 2701891 w 18982931"/>
              <a:gd name="connsiteY181-7188" fmla="*/ 3784950 h 4449429"/>
              <a:gd name="connsiteX182-7189" fmla="*/ 2758730 w 18982931"/>
              <a:gd name="connsiteY182-7190" fmla="*/ 3784950 h 4449429"/>
              <a:gd name="connsiteX183-7191" fmla="*/ 2758730 w 18982931"/>
              <a:gd name="connsiteY183-7192" fmla="*/ 3728116 h 4449429"/>
              <a:gd name="connsiteX184-7193" fmla="*/ 2701891 w 18982931"/>
              <a:gd name="connsiteY184-7194" fmla="*/ 3728116 h 4449429"/>
              <a:gd name="connsiteX185-7195" fmla="*/ 2589845 w 18982931"/>
              <a:gd name="connsiteY185-7196" fmla="*/ 3728116 h 4449429"/>
              <a:gd name="connsiteX186-7197" fmla="*/ 2589845 w 18982931"/>
              <a:gd name="connsiteY186-7198" fmla="*/ 3784950 h 4449429"/>
              <a:gd name="connsiteX187-7199" fmla="*/ 2646671 w 18982931"/>
              <a:gd name="connsiteY187-7200" fmla="*/ 3784950 h 4449429"/>
              <a:gd name="connsiteX188-7201" fmla="*/ 2646671 w 18982931"/>
              <a:gd name="connsiteY188-7202" fmla="*/ 3728116 h 4449429"/>
              <a:gd name="connsiteX189-7203" fmla="*/ 2589845 w 18982931"/>
              <a:gd name="connsiteY189-7204" fmla="*/ 3728116 h 4449429"/>
              <a:gd name="connsiteX190-7205" fmla="*/ 17351339 w 18982931"/>
              <a:gd name="connsiteY190-7206" fmla="*/ 3677667 h 4449429"/>
              <a:gd name="connsiteX191-7207" fmla="*/ 17351339 w 18982931"/>
              <a:gd name="connsiteY191-7208" fmla="*/ 3723368 h 4449429"/>
              <a:gd name="connsiteX192-7209" fmla="*/ 17560187 w 18982931"/>
              <a:gd name="connsiteY192-7210" fmla="*/ 3723368 h 4449429"/>
              <a:gd name="connsiteX193-7211" fmla="*/ 17560187 w 18982931"/>
              <a:gd name="connsiteY193-7212" fmla="*/ 3677667 h 4449429"/>
              <a:gd name="connsiteX194-7213" fmla="*/ 17351339 w 18982931"/>
              <a:gd name="connsiteY194-7214" fmla="*/ 3677667 h 4449429"/>
              <a:gd name="connsiteX195-7215" fmla="*/ 12612246 w 18982931"/>
              <a:gd name="connsiteY195-7216" fmla="*/ 3645952 h 4449429"/>
              <a:gd name="connsiteX196-7217" fmla="*/ 12612246 w 18982931"/>
              <a:gd name="connsiteY196-7218" fmla="*/ 3702785 h 4449429"/>
              <a:gd name="connsiteX197-7219" fmla="*/ 12669079 w 18982931"/>
              <a:gd name="connsiteY197-7220" fmla="*/ 3702785 h 4449429"/>
              <a:gd name="connsiteX198-7221" fmla="*/ 12669079 w 18982931"/>
              <a:gd name="connsiteY198-7222" fmla="*/ 3645952 h 4449429"/>
              <a:gd name="connsiteX199-7223" fmla="*/ 12612246 w 18982931"/>
              <a:gd name="connsiteY199-7224" fmla="*/ 3645952 h 4449429"/>
              <a:gd name="connsiteX200-7225" fmla="*/ 12500191 w 18982931"/>
              <a:gd name="connsiteY200-7226" fmla="*/ 3645952 h 4449429"/>
              <a:gd name="connsiteX201-7227" fmla="*/ 12500191 w 18982931"/>
              <a:gd name="connsiteY201-7228" fmla="*/ 3702785 h 4449429"/>
              <a:gd name="connsiteX202-7229" fmla="*/ 12557025 w 18982931"/>
              <a:gd name="connsiteY202-7230" fmla="*/ 3702785 h 4449429"/>
              <a:gd name="connsiteX203-7231" fmla="*/ 12557025 w 18982931"/>
              <a:gd name="connsiteY203-7232" fmla="*/ 3645952 h 4449429"/>
              <a:gd name="connsiteX204-7233" fmla="*/ 12500191 w 18982931"/>
              <a:gd name="connsiteY204-7234" fmla="*/ 3645952 h 4449429"/>
              <a:gd name="connsiteX205-7235" fmla="*/ 12388137 w 18982931"/>
              <a:gd name="connsiteY205-7236" fmla="*/ 3645952 h 4449429"/>
              <a:gd name="connsiteX206-7237" fmla="*/ 12388137 w 18982931"/>
              <a:gd name="connsiteY206-7238" fmla="*/ 3702785 h 4449429"/>
              <a:gd name="connsiteX207-7239" fmla="*/ 12444971 w 18982931"/>
              <a:gd name="connsiteY207-7240" fmla="*/ 3702785 h 4449429"/>
              <a:gd name="connsiteX208-7241" fmla="*/ 12444971 w 18982931"/>
              <a:gd name="connsiteY208-7242" fmla="*/ 3645952 h 4449429"/>
              <a:gd name="connsiteX209-7243" fmla="*/ 12388137 w 18982931"/>
              <a:gd name="connsiteY209-7244" fmla="*/ 3645952 h 4449429"/>
              <a:gd name="connsiteX210-7245" fmla="*/ 17351339 w 18982931"/>
              <a:gd name="connsiteY210-7246" fmla="*/ 3586038 h 4449429"/>
              <a:gd name="connsiteX211-7247" fmla="*/ 17351339 w 18982931"/>
              <a:gd name="connsiteY211-7248" fmla="*/ 3631739 h 4449429"/>
              <a:gd name="connsiteX212-7249" fmla="*/ 17560187 w 18982931"/>
              <a:gd name="connsiteY212-7250" fmla="*/ 3631739 h 4449429"/>
              <a:gd name="connsiteX213-7251" fmla="*/ 17560187 w 18982931"/>
              <a:gd name="connsiteY213-7252" fmla="*/ 3586038 h 4449429"/>
              <a:gd name="connsiteX214-7253" fmla="*/ 17351339 w 18982931"/>
              <a:gd name="connsiteY214-7254" fmla="*/ 3586038 h 4449429"/>
              <a:gd name="connsiteX215-7255" fmla="*/ 16404499 w 18982931"/>
              <a:gd name="connsiteY215-7256" fmla="*/ 3582830 h 4449429"/>
              <a:gd name="connsiteX216-7257" fmla="*/ 16404499 w 18982931"/>
              <a:gd name="connsiteY216-7258" fmla="*/ 3639663 h 4449429"/>
              <a:gd name="connsiteX217-7259" fmla="*/ 16461332 w 18982931"/>
              <a:gd name="connsiteY217-7260" fmla="*/ 3639663 h 4449429"/>
              <a:gd name="connsiteX218-7261" fmla="*/ 16461332 w 18982931"/>
              <a:gd name="connsiteY218-7262" fmla="*/ 3582830 h 4449429"/>
              <a:gd name="connsiteX219-7263" fmla="*/ 16404499 w 18982931"/>
              <a:gd name="connsiteY219-7264" fmla="*/ 3582830 h 4449429"/>
              <a:gd name="connsiteX220-7265" fmla="*/ 16292444 w 18982931"/>
              <a:gd name="connsiteY220-7266" fmla="*/ 3582830 h 4449429"/>
              <a:gd name="connsiteX221-7267" fmla="*/ 16292444 w 18982931"/>
              <a:gd name="connsiteY221-7268" fmla="*/ 3639663 h 4449429"/>
              <a:gd name="connsiteX222-7269" fmla="*/ 16349278 w 18982931"/>
              <a:gd name="connsiteY222-7270" fmla="*/ 3639663 h 4449429"/>
              <a:gd name="connsiteX223-7271" fmla="*/ 16349278 w 18982931"/>
              <a:gd name="connsiteY223-7272" fmla="*/ 3582830 h 4449429"/>
              <a:gd name="connsiteX224-7273" fmla="*/ 16292444 w 18982931"/>
              <a:gd name="connsiteY224-7274" fmla="*/ 3582830 h 4449429"/>
              <a:gd name="connsiteX225-7275" fmla="*/ 16180390 w 18982931"/>
              <a:gd name="connsiteY225-7276" fmla="*/ 3582830 h 4449429"/>
              <a:gd name="connsiteX226-7277" fmla="*/ 16180390 w 18982931"/>
              <a:gd name="connsiteY226-7278" fmla="*/ 3639663 h 4449429"/>
              <a:gd name="connsiteX227-7279" fmla="*/ 16237224 w 18982931"/>
              <a:gd name="connsiteY227-7280" fmla="*/ 3639663 h 4449429"/>
              <a:gd name="connsiteX228-7281" fmla="*/ 16237224 w 18982931"/>
              <a:gd name="connsiteY228-7282" fmla="*/ 3582830 h 4449429"/>
              <a:gd name="connsiteX229-7283" fmla="*/ 16180390 w 18982931"/>
              <a:gd name="connsiteY229-7284" fmla="*/ 3582830 h 4449429"/>
              <a:gd name="connsiteX230-7285" fmla="*/ 2813944 w 18982931"/>
              <a:gd name="connsiteY230-7286" fmla="*/ 3582828 h 4449429"/>
              <a:gd name="connsiteX231-7287" fmla="*/ 2813944 w 18982931"/>
              <a:gd name="connsiteY231-7288" fmla="*/ 3639662 h 4449429"/>
              <a:gd name="connsiteX232-7289" fmla="*/ 2870780 w 18982931"/>
              <a:gd name="connsiteY232-7290" fmla="*/ 3639662 h 4449429"/>
              <a:gd name="connsiteX233-7291" fmla="*/ 2870780 w 18982931"/>
              <a:gd name="connsiteY233-7292" fmla="*/ 3582828 h 4449429"/>
              <a:gd name="connsiteX234-7293" fmla="*/ 2813944 w 18982931"/>
              <a:gd name="connsiteY234-7294" fmla="*/ 3582828 h 4449429"/>
              <a:gd name="connsiteX235-7295" fmla="*/ 2701891 w 18982931"/>
              <a:gd name="connsiteY235-7296" fmla="*/ 3582828 h 4449429"/>
              <a:gd name="connsiteX236-7297" fmla="*/ 2701891 w 18982931"/>
              <a:gd name="connsiteY236-7298" fmla="*/ 3639662 h 4449429"/>
              <a:gd name="connsiteX237-7299" fmla="*/ 2758730 w 18982931"/>
              <a:gd name="connsiteY237-7300" fmla="*/ 3639662 h 4449429"/>
              <a:gd name="connsiteX238-7301" fmla="*/ 2758730 w 18982931"/>
              <a:gd name="connsiteY238-7302" fmla="*/ 3582828 h 4449429"/>
              <a:gd name="connsiteX239-7303" fmla="*/ 2701891 w 18982931"/>
              <a:gd name="connsiteY239-7304" fmla="*/ 3582828 h 4449429"/>
              <a:gd name="connsiteX240-7305" fmla="*/ 2589845 w 18982931"/>
              <a:gd name="connsiteY240-7306" fmla="*/ 3582828 h 4449429"/>
              <a:gd name="connsiteX241-7307" fmla="*/ 2589845 w 18982931"/>
              <a:gd name="connsiteY241-7308" fmla="*/ 3639662 h 4449429"/>
              <a:gd name="connsiteX242-7309" fmla="*/ 2646671 w 18982931"/>
              <a:gd name="connsiteY242-7310" fmla="*/ 3639662 h 4449429"/>
              <a:gd name="connsiteX243-7311" fmla="*/ 2646671 w 18982931"/>
              <a:gd name="connsiteY243-7312" fmla="*/ 3582828 h 4449429"/>
              <a:gd name="connsiteX244-7313" fmla="*/ 2589845 w 18982931"/>
              <a:gd name="connsiteY244-7314" fmla="*/ 3582828 h 4449429"/>
              <a:gd name="connsiteX245-7315" fmla="*/ 12612246 w 18982931"/>
              <a:gd name="connsiteY245-7316" fmla="*/ 3500664 h 4449429"/>
              <a:gd name="connsiteX246-7317" fmla="*/ 12612246 w 18982931"/>
              <a:gd name="connsiteY246-7318" fmla="*/ 3557497 h 4449429"/>
              <a:gd name="connsiteX247-7319" fmla="*/ 12669079 w 18982931"/>
              <a:gd name="connsiteY247-7320" fmla="*/ 3557497 h 4449429"/>
              <a:gd name="connsiteX248-7321" fmla="*/ 12669079 w 18982931"/>
              <a:gd name="connsiteY248-7322" fmla="*/ 3500664 h 4449429"/>
              <a:gd name="connsiteX249-7323" fmla="*/ 12612246 w 18982931"/>
              <a:gd name="connsiteY249-7324" fmla="*/ 3500664 h 4449429"/>
              <a:gd name="connsiteX250-7325" fmla="*/ 12500191 w 18982931"/>
              <a:gd name="connsiteY250-7326" fmla="*/ 3500664 h 4449429"/>
              <a:gd name="connsiteX251-7327" fmla="*/ 12500191 w 18982931"/>
              <a:gd name="connsiteY251-7328" fmla="*/ 3557497 h 4449429"/>
              <a:gd name="connsiteX252-7329" fmla="*/ 12557025 w 18982931"/>
              <a:gd name="connsiteY252-7330" fmla="*/ 3557497 h 4449429"/>
              <a:gd name="connsiteX253-7331" fmla="*/ 12557025 w 18982931"/>
              <a:gd name="connsiteY253-7332" fmla="*/ 3500664 h 4449429"/>
              <a:gd name="connsiteX254-7333" fmla="*/ 12500191 w 18982931"/>
              <a:gd name="connsiteY254-7334" fmla="*/ 3500664 h 4449429"/>
              <a:gd name="connsiteX255-7335" fmla="*/ 12388137 w 18982931"/>
              <a:gd name="connsiteY255-7336" fmla="*/ 3500664 h 4449429"/>
              <a:gd name="connsiteX256-7337" fmla="*/ 12388137 w 18982931"/>
              <a:gd name="connsiteY256-7338" fmla="*/ 3557497 h 4449429"/>
              <a:gd name="connsiteX257-7339" fmla="*/ 12444971 w 18982931"/>
              <a:gd name="connsiteY257-7340" fmla="*/ 3557497 h 4449429"/>
              <a:gd name="connsiteX258-7341" fmla="*/ 12444971 w 18982931"/>
              <a:gd name="connsiteY258-7342" fmla="*/ 3500664 h 4449429"/>
              <a:gd name="connsiteX259-7343" fmla="*/ 12388137 w 18982931"/>
              <a:gd name="connsiteY259-7344" fmla="*/ 3500664 h 4449429"/>
              <a:gd name="connsiteX260-7345" fmla="*/ 17351339 w 18982931"/>
              <a:gd name="connsiteY260-7346" fmla="*/ 3492933 h 4449429"/>
              <a:gd name="connsiteX261-7347" fmla="*/ 17351339 w 18982931"/>
              <a:gd name="connsiteY261-7348" fmla="*/ 3538633 h 4449429"/>
              <a:gd name="connsiteX262-7349" fmla="*/ 17560187 w 18982931"/>
              <a:gd name="connsiteY262-7350" fmla="*/ 3538633 h 4449429"/>
              <a:gd name="connsiteX263-7351" fmla="*/ 17560187 w 18982931"/>
              <a:gd name="connsiteY263-7352" fmla="*/ 3492933 h 4449429"/>
              <a:gd name="connsiteX264-7353" fmla="*/ 17351339 w 18982931"/>
              <a:gd name="connsiteY264-7354" fmla="*/ 3492933 h 4449429"/>
              <a:gd name="connsiteX265-7355" fmla="*/ 17351339 w 18982931"/>
              <a:gd name="connsiteY265-7356" fmla="*/ 3401301 h 4449429"/>
              <a:gd name="connsiteX266-7357" fmla="*/ 17351339 w 18982931"/>
              <a:gd name="connsiteY266-7358" fmla="*/ 3447001 h 4449429"/>
              <a:gd name="connsiteX267-7359" fmla="*/ 17560187 w 18982931"/>
              <a:gd name="connsiteY267-7360" fmla="*/ 3447001 h 4449429"/>
              <a:gd name="connsiteX268-7361" fmla="*/ 17560187 w 18982931"/>
              <a:gd name="connsiteY268-7362" fmla="*/ 3401301 h 4449429"/>
              <a:gd name="connsiteX269-7363" fmla="*/ 17351339 w 18982931"/>
              <a:gd name="connsiteY269-7364" fmla="*/ 3401301 h 4449429"/>
              <a:gd name="connsiteX270-7365" fmla="*/ 1596781 w 18982931"/>
              <a:gd name="connsiteY270-7366" fmla="*/ 3357078 h 4449429"/>
              <a:gd name="connsiteX271-7367" fmla="*/ 1596781 w 18982931"/>
              <a:gd name="connsiteY271-7368" fmla="*/ 3402779 h 4449429"/>
              <a:gd name="connsiteX272-7369" fmla="*/ 1805629 w 18982931"/>
              <a:gd name="connsiteY272-7370" fmla="*/ 3402779 h 4449429"/>
              <a:gd name="connsiteX273-7371" fmla="*/ 1805629 w 18982931"/>
              <a:gd name="connsiteY273-7372" fmla="*/ 3357078 h 4449429"/>
              <a:gd name="connsiteX274-7373" fmla="*/ 1596781 w 18982931"/>
              <a:gd name="connsiteY274-7374" fmla="*/ 3357078 h 4449429"/>
              <a:gd name="connsiteX275-7375" fmla="*/ 12612246 w 18982931"/>
              <a:gd name="connsiteY275-7376" fmla="*/ 3355375 h 4449429"/>
              <a:gd name="connsiteX276-7377" fmla="*/ 12612246 w 18982931"/>
              <a:gd name="connsiteY276-7378" fmla="*/ 3412209 h 4449429"/>
              <a:gd name="connsiteX277-7379" fmla="*/ 12669079 w 18982931"/>
              <a:gd name="connsiteY277-7380" fmla="*/ 3412209 h 4449429"/>
              <a:gd name="connsiteX278-7381" fmla="*/ 12669079 w 18982931"/>
              <a:gd name="connsiteY278-7382" fmla="*/ 3355375 h 4449429"/>
              <a:gd name="connsiteX279-7383" fmla="*/ 12612246 w 18982931"/>
              <a:gd name="connsiteY279-7384" fmla="*/ 3355375 h 4449429"/>
              <a:gd name="connsiteX280-7385" fmla="*/ 12500191 w 18982931"/>
              <a:gd name="connsiteY280-7386" fmla="*/ 3355375 h 4449429"/>
              <a:gd name="connsiteX281-7387" fmla="*/ 12500191 w 18982931"/>
              <a:gd name="connsiteY281-7388" fmla="*/ 3412209 h 4449429"/>
              <a:gd name="connsiteX282-7389" fmla="*/ 12557025 w 18982931"/>
              <a:gd name="connsiteY282-7390" fmla="*/ 3412209 h 4449429"/>
              <a:gd name="connsiteX283-7391" fmla="*/ 12557025 w 18982931"/>
              <a:gd name="connsiteY283-7392" fmla="*/ 3355375 h 4449429"/>
              <a:gd name="connsiteX284-7393" fmla="*/ 12500191 w 18982931"/>
              <a:gd name="connsiteY284-7394" fmla="*/ 3355375 h 4449429"/>
              <a:gd name="connsiteX285-7395" fmla="*/ 12388137 w 18982931"/>
              <a:gd name="connsiteY285-7396" fmla="*/ 3355375 h 4449429"/>
              <a:gd name="connsiteX286-7397" fmla="*/ 12388137 w 18982931"/>
              <a:gd name="connsiteY286-7398" fmla="*/ 3412209 h 4449429"/>
              <a:gd name="connsiteX287-7399" fmla="*/ 12444971 w 18982931"/>
              <a:gd name="connsiteY287-7400" fmla="*/ 3412209 h 4449429"/>
              <a:gd name="connsiteX288-7401" fmla="*/ 12444971 w 18982931"/>
              <a:gd name="connsiteY288-7402" fmla="*/ 3355375 h 4449429"/>
              <a:gd name="connsiteX289-7403" fmla="*/ 12388137 w 18982931"/>
              <a:gd name="connsiteY289-7404" fmla="*/ 3355375 h 4449429"/>
              <a:gd name="connsiteX290-7405" fmla="*/ 17351339 w 18982931"/>
              <a:gd name="connsiteY290-7406" fmla="*/ 3309670 h 4449429"/>
              <a:gd name="connsiteX291-7407" fmla="*/ 17351339 w 18982931"/>
              <a:gd name="connsiteY291-7408" fmla="*/ 3355371 h 4449429"/>
              <a:gd name="connsiteX292-7409" fmla="*/ 17560187 w 18982931"/>
              <a:gd name="connsiteY292-7410" fmla="*/ 3355371 h 4449429"/>
              <a:gd name="connsiteX293-7411" fmla="*/ 17560187 w 18982931"/>
              <a:gd name="connsiteY293-7412" fmla="*/ 3309670 h 4449429"/>
              <a:gd name="connsiteX294-7413" fmla="*/ 17351339 w 18982931"/>
              <a:gd name="connsiteY294-7414" fmla="*/ 3309670 h 4449429"/>
              <a:gd name="connsiteX295-7415" fmla="*/ 1596781 w 18982931"/>
              <a:gd name="connsiteY295-7416" fmla="*/ 3265446 h 4449429"/>
              <a:gd name="connsiteX296-7417" fmla="*/ 1596781 w 18982931"/>
              <a:gd name="connsiteY296-7418" fmla="*/ 3311147 h 4449429"/>
              <a:gd name="connsiteX297-7419" fmla="*/ 1805629 w 18982931"/>
              <a:gd name="connsiteY297-7420" fmla="*/ 3311147 h 4449429"/>
              <a:gd name="connsiteX298-7421" fmla="*/ 1805629 w 18982931"/>
              <a:gd name="connsiteY298-7422" fmla="*/ 3265446 h 4449429"/>
              <a:gd name="connsiteX299-7423" fmla="*/ 1596781 w 18982931"/>
              <a:gd name="connsiteY299-7424" fmla="*/ 3265446 h 4449429"/>
              <a:gd name="connsiteX300-7425" fmla="*/ 17351339 w 18982931"/>
              <a:gd name="connsiteY300-7426" fmla="*/ 3218041 h 4449429"/>
              <a:gd name="connsiteX301-7427" fmla="*/ 17351339 w 18982931"/>
              <a:gd name="connsiteY301-7428" fmla="*/ 3263742 h 4449429"/>
              <a:gd name="connsiteX302-7429" fmla="*/ 17560187 w 18982931"/>
              <a:gd name="connsiteY302-7430" fmla="*/ 3263742 h 4449429"/>
              <a:gd name="connsiteX303-7431" fmla="*/ 17560187 w 18982931"/>
              <a:gd name="connsiteY303-7432" fmla="*/ 3218041 h 4449429"/>
              <a:gd name="connsiteX304-7433" fmla="*/ 17351339 w 18982931"/>
              <a:gd name="connsiteY304-7434" fmla="*/ 3218041 h 4449429"/>
              <a:gd name="connsiteX305-7435" fmla="*/ 12612246 w 18982931"/>
              <a:gd name="connsiteY305-7436" fmla="*/ 3210087 h 4449429"/>
              <a:gd name="connsiteX306-7437" fmla="*/ 12612246 w 18982931"/>
              <a:gd name="connsiteY306-7438" fmla="*/ 3266921 h 4449429"/>
              <a:gd name="connsiteX307-7439" fmla="*/ 12669079 w 18982931"/>
              <a:gd name="connsiteY307-7440" fmla="*/ 3266921 h 4449429"/>
              <a:gd name="connsiteX308-7441" fmla="*/ 12669079 w 18982931"/>
              <a:gd name="connsiteY308-7442" fmla="*/ 3210087 h 4449429"/>
              <a:gd name="connsiteX309-7443" fmla="*/ 12612246 w 18982931"/>
              <a:gd name="connsiteY309-7444" fmla="*/ 3210087 h 4449429"/>
              <a:gd name="connsiteX310-7445" fmla="*/ 12500191 w 18982931"/>
              <a:gd name="connsiteY310-7446" fmla="*/ 3210087 h 4449429"/>
              <a:gd name="connsiteX311-7447" fmla="*/ 12500191 w 18982931"/>
              <a:gd name="connsiteY311-7448" fmla="*/ 3266921 h 4449429"/>
              <a:gd name="connsiteX312-7449" fmla="*/ 12557025 w 18982931"/>
              <a:gd name="connsiteY312-7450" fmla="*/ 3266921 h 4449429"/>
              <a:gd name="connsiteX313-7451" fmla="*/ 12557025 w 18982931"/>
              <a:gd name="connsiteY313-7452" fmla="*/ 3210087 h 4449429"/>
              <a:gd name="connsiteX314-7453" fmla="*/ 12500191 w 18982931"/>
              <a:gd name="connsiteY314-7454" fmla="*/ 3210087 h 4449429"/>
              <a:gd name="connsiteX315-7455" fmla="*/ 12388137 w 18982931"/>
              <a:gd name="connsiteY315-7456" fmla="*/ 3210087 h 4449429"/>
              <a:gd name="connsiteX316-7457" fmla="*/ 12388137 w 18982931"/>
              <a:gd name="connsiteY316-7458" fmla="*/ 3266921 h 4449429"/>
              <a:gd name="connsiteX317-7459" fmla="*/ 12444971 w 18982931"/>
              <a:gd name="connsiteY317-7460" fmla="*/ 3266921 h 4449429"/>
              <a:gd name="connsiteX318-7461" fmla="*/ 12444971 w 18982931"/>
              <a:gd name="connsiteY318-7462" fmla="*/ 3210087 h 4449429"/>
              <a:gd name="connsiteX319-7463" fmla="*/ 12388137 w 18982931"/>
              <a:gd name="connsiteY319-7464" fmla="*/ 3210087 h 4449429"/>
              <a:gd name="connsiteX320-7465" fmla="*/ 1596781 w 18982931"/>
              <a:gd name="connsiteY320-7466" fmla="*/ 3173817 h 4449429"/>
              <a:gd name="connsiteX321-7467" fmla="*/ 1596781 w 18982931"/>
              <a:gd name="connsiteY321-7468" fmla="*/ 3219518 h 4449429"/>
              <a:gd name="connsiteX322-7469" fmla="*/ 1805629 w 18982931"/>
              <a:gd name="connsiteY322-7470" fmla="*/ 3219518 h 4449429"/>
              <a:gd name="connsiteX323-7471" fmla="*/ 1805629 w 18982931"/>
              <a:gd name="connsiteY323-7472" fmla="*/ 3173817 h 4449429"/>
              <a:gd name="connsiteX324-7473" fmla="*/ 1596781 w 18982931"/>
              <a:gd name="connsiteY324-7474" fmla="*/ 3173817 h 4449429"/>
              <a:gd name="connsiteX325-7475" fmla="*/ 17351339 w 18982931"/>
              <a:gd name="connsiteY325-7476" fmla="*/ 3126412 h 4449429"/>
              <a:gd name="connsiteX326-7477" fmla="*/ 17351339 w 18982931"/>
              <a:gd name="connsiteY326-7478" fmla="*/ 3172113 h 4449429"/>
              <a:gd name="connsiteX327-7479" fmla="*/ 17560187 w 18982931"/>
              <a:gd name="connsiteY327-7480" fmla="*/ 3172113 h 4449429"/>
              <a:gd name="connsiteX328-7481" fmla="*/ 17560187 w 18982931"/>
              <a:gd name="connsiteY328-7482" fmla="*/ 3126412 h 4449429"/>
              <a:gd name="connsiteX329-7483" fmla="*/ 17351339 w 18982931"/>
              <a:gd name="connsiteY329-7484" fmla="*/ 3126412 h 4449429"/>
              <a:gd name="connsiteX330-7485" fmla="*/ 1596781 w 18982931"/>
              <a:gd name="connsiteY330-7486" fmla="*/ 3080712 h 4449429"/>
              <a:gd name="connsiteX331-7487" fmla="*/ 1596781 w 18982931"/>
              <a:gd name="connsiteY331-7488" fmla="*/ 3126412 h 4449429"/>
              <a:gd name="connsiteX332-7489" fmla="*/ 1805629 w 18982931"/>
              <a:gd name="connsiteY332-7490" fmla="*/ 3126412 h 4449429"/>
              <a:gd name="connsiteX333-7491" fmla="*/ 1805629 w 18982931"/>
              <a:gd name="connsiteY333-7492" fmla="*/ 3080712 h 4449429"/>
              <a:gd name="connsiteX334-7493" fmla="*/ 1596781 w 18982931"/>
              <a:gd name="connsiteY334-7494" fmla="*/ 3080712 h 4449429"/>
              <a:gd name="connsiteX335-7495" fmla="*/ 12612246 w 18982931"/>
              <a:gd name="connsiteY335-7496" fmla="*/ 3064799 h 4449429"/>
              <a:gd name="connsiteX336-7497" fmla="*/ 12612246 w 18982931"/>
              <a:gd name="connsiteY336-7498" fmla="*/ 3121633 h 4449429"/>
              <a:gd name="connsiteX337-7499" fmla="*/ 12669079 w 18982931"/>
              <a:gd name="connsiteY337-7500" fmla="*/ 3121633 h 4449429"/>
              <a:gd name="connsiteX338-7501" fmla="*/ 12669079 w 18982931"/>
              <a:gd name="connsiteY338-7502" fmla="*/ 3064799 h 4449429"/>
              <a:gd name="connsiteX339-7503" fmla="*/ 12612246 w 18982931"/>
              <a:gd name="connsiteY339-7504" fmla="*/ 3064799 h 4449429"/>
              <a:gd name="connsiteX340-7505" fmla="*/ 12500191 w 18982931"/>
              <a:gd name="connsiteY340-7506" fmla="*/ 3064799 h 4449429"/>
              <a:gd name="connsiteX341-7507" fmla="*/ 12500191 w 18982931"/>
              <a:gd name="connsiteY341-7508" fmla="*/ 3121633 h 4449429"/>
              <a:gd name="connsiteX342-7509" fmla="*/ 12557025 w 18982931"/>
              <a:gd name="connsiteY342-7510" fmla="*/ 3121633 h 4449429"/>
              <a:gd name="connsiteX343-7511" fmla="*/ 12557025 w 18982931"/>
              <a:gd name="connsiteY343-7512" fmla="*/ 3064799 h 4449429"/>
              <a:gd name="connsiteX344-7513" fmla="*/ 12500191 w 18982931"/>
              <a:gd name="connsiteY344-7514" fmla="*/ 3064799 h 4449429"/>
              <a:gd name="connsiteX345-7515" fmla="*/ 12388137 w 18982931"/>
              <a:gd name="connsiteY345-7516" fmla="*/ 3064799 h 4449429"/>
              <a:gd name="connsiteX346-7517" fmla="*/ 12388137 w 18982931"/>
              <a:gd name="connsiteY346-7518" fmla="*/ 3121633 h 4449429"/>
              <a:gd name="connsiteX347-7519" fmla="*/ 12444971 w 18982931"/>
              <a:gd name="connsiteY347-7520" fmla="*/ 3121633 h 4449429"/>
              <a:gd name="connsiteX348-7521" fmla="*/ 12444971 w 18982931"/>
              <a:gd name="connsiteY348-7522" fmla="*/ 3064799 h 4449429"/>
              <a:gd name="connsiteX349-7523" fmla="*/ 12388137 w 18982931"/>
              <a:gd name="connsiteY349-7524" fmla="*/ 3064799 h 4449429"/>
              <a:gd name="connsiteX350-7525" fmla="*/ 17351339 w 18982931"/>
              <a:gd name="connsiteY350-7526" fmla="*/ 3034782 h 4449429"/>
              <a:gd name="connsiteX351-7527" fmla="*/ 17351339 w 18982931"/>
              <a:gd name="connsiteY351-7528" fmla="*/ 3080482 h 4449429"/>
              <a:gd name="connsiteX352-7529" fmla="*/ 17560187 w 18982931"/>
              <a:gd name="connsiteY352-7530" fmla="*/ 3080482 h 4449429"/>
              <a:gd name="connsiteX353-7531" fmla="*/ 17560187 w 18982931"/>
              <a:gd name="connsiteY353-7532" fmla="*/ 3034782 h 4449429"/>
              <a:gd name="connsiteX354-7533" fmla="*/ 17351339 w 18982931"/>
              <a:gd name="connsiteY354-7534" fmla="*/ 3034782 h 4449429"/>
              <a:gd name="connsiteX355-7535" fmla="*/ 1596781 w 18982931"/>
              <a:gd name="connsiteY355-7536" fmla="*/ 2989080 h 4449429"/>
              <a:gd name="connsiteX356-7537" fmla="*/ 1596781 w 18982931"/>
              <a:gd name="connsiteY356-7538" fmla="*/ 3034780 h 4449429"/>
              <a:gd name="connsiteX357-7539" fmla="*/ 1805629 w 18982931"/>
              <a:gd name="connsiteY357-7540" fmla="*/ 3034780 h 4449429"/>
              <a:gd name="connsiteX358-7541" fmla="*/ 1805629 w 18982931"/>
              <a:gd name="connsiteY358-7542" fmla="*/ 2989080 h 4449429"/>
              <a:gd name="connsiteX359-7543" fmla="*/ 1596781 w 18982931"/>
              <a:gd name="connsiteY359-7544" fmla="*/ 2989080 h 4449429"/>
              <a:gd name="connsiteX360-7545" fmla="*/ 17351339 w 18982931"/>
              <a:gd name="connsiteY360-7546" fmla="*/ 2943153 h 4449429"/>
              <a:gd name="connsiteX361-7547" fmla="*/ 17351339 w 18982931"/>
              <a:gd name="connsiteY361-7548" fmla="*/ 2988853 h 4449429"/>
              <a:gd name="connsiteX362-7549" fmla="*/ 17560187 w 18982931"/>
              <a:gd name="connsiteY362-7550" fmla="*/ 2988853 h 4449429"/>
              <a:gd name="connsiteX363-7551" fmla="*/ 17560187 w 18982931"/>
              <a:gd name="connsiteY363-7552" fmla="*/ 2943153 h 4449429"/>
              <a:gd name="connsiteX364-7553" fmla="*/ 17351339 w 18982931"/>
              <a:gd name="connsiteY364-7554" fmla="*/ 2943153 h 4449429"/>
              <a:gd name="connsiteX365-7555" fmla="*/ 12612246 w 18982931"/>
              <a:gd name="connsiteY365-7556" fmla="*/ 2919511 h 4449429"/>
              <a:gd name="connsiteX366-7557" fmla="*/ 12612246 w 18982931"/>
              <a:gd name="connsiteY366-7558" fmla="*/ 2976345 h 4449429"/>
              <a:gd name="connsiteX367-7559" fmla="*/ 12669079 w 18982931"/>
              <a:gd name="connsiteY367-7560" fmla="*/ 2976345 h 4449429"/>
              <a:gd name="connsiteX368-7561" fmla="*/ 12669079 w 18982931"/>
              <a:gd name="connsiteY368-7562" fmla="*/ 2919511 h 4449429"/>
              <a:gd name="connsiteX369-7563" fmla="*/ 12612246 w 18982931"/>
              <a:gd name="connsiteY369-7564" fmla="*/ 2919511 h 4449429"/>
              <a:gd name="connsiteX370-7565" fmla="*/ 12500191 w 18982931"/>
              <a:gd name="connsiteY370-7566" fmla="*/ 2919511 h 4449429"/>
              <a:gd name="connsiteX371-7567" fmla="*/ 12500191 w 18982931"/>
              <a:gd name="connsiteY371-7568" fmla="*/ 2976345 h 4449429"/>
              <a:gd name="connsiteX372-7569" fmla="*/ 12557025 w 18982931"/>
              <a:gd name="connsiteY372-7570" fmla="*/ 2976345 h 4449429"/>
              <a:gd name="connsiteX373-7571" fmla="*/ 12557025 w 18982931"/>
              <a:gd name="connsiteY373-7572" fmla="*/ 2919511 h 4449429"/>
              <a:gd name="connsiteX374-7573" fmla="*/ 12500191 w 18982931"/>
              <a:gd name="connsiteY374-7574" fmla="*/ 2919511 h 4449429"/>
              <a:gd name="connsiteX375-7575" fmla="*/ 12388137 w 18982931"/>
              <a:gd name="connsiteY375-7576" fmla="*/ 2919511 h 4449429"/>
              <a:gd name="connsiteX376-7577" fmla="*/ 12388137 w 18982931"/>
              <a:gd name="connsiteY376-7578" fmla="*/ 2976345 h 4449429"/>
              <a:gd name="connsiteX377-7579" fmla="*/ 12444971 w 18982931"/>
              <a:gd name="connsiteY377-7580" fmla="*/ 2976345 h 4449429"/>
              <a:gd name="connsiteX378-7581" fmla="*/ 12444971 w 18982931"/>
              <a:gd name="connsiteY378-7582" fmla="*/ 2919511 h 4449429"/>
              <a:gd name="connsiteX379-7583" fmla="*/ 12388137 w 18982931"/>
              <a:gd name="connsiteY379-7584" fmla="*/ 2919511 h 4449429"/>
              <a:gd name="connsiteX380-7585" fmla="*/ 1596781 w 18982931"/>
              <a:gd name="connsiteY380-7586" fmla="*/ 2897450 h 4449429"/>
              <a:gd name="connsiteX381-7587" fmla="*/ 1596781 w 18982931"/>
              <a:gd name="connsiteY381-7588" fmla="*/ 2943150 h 4449429"/>
              <a:gd name="connsiteX382-7589" fmla="*/ 1805629 w 18982931"/>
              <a:gd name="connsiteY382-7590" fmla="*/ 2943150 h 4449429"/>
              <a:gd name="connsiteX383-7591" fmla="*/ 1805629 w 18982931"/>
              <a:gd name="connsiteY383-7592" fmla="*/ 2897450 h 4449429"/>
              <a:gd name="connsiteX384-7593" fmla="*/ 1596781 w 18982931"/>
              <a:gd name="connsiteY384-7594" fmla="*/ 2897450 h 4449429"/>
              <a:gd name="connsiteX385-7595" fmla="*/ 17351339 w 18982931"/>
              <a:gd name="connsiteY385-7596" fmla="*/ 2851522 h 4449429"/>
              <a:gd name="connsiteX386-7597" fmla="*/ 17351339 w 18982931"/>
              <a:gd name="connsiteY386-7598" fmla="*/ 2897223 h 4449429"/>
              <a:gd name="connsiteX387-7599" fmla="*/ 17560187 w 18982931"/>
              <a:gd name="connsiteY387-7600" fmla="*/ 2897223 h 4449429"/>
              <a:gd name="connsiteX388-7601" fmla="*/ 17560187 w 18982931"/>
              <a:gd name="connsiteY388-7602" fmla="*/ 2851522 h 4449429"/>
              <a:gd name="connsiteX389-7603" fmla="*/ 17351339 w 18982931"/>
              <a:gd name="connsiteY389-7604" fmla="*/ 2851522 h 4449429"/>
              <a:gd name="connsiteX390-7605" fmla="*/ 1596781 w 18982931"/>
              <a:gd name="connsiteY390-7606" fmla="*/ 2805821 h 4449429"/>
              <a:gd name="connsiteX391-7607" fmla="*/ 1596781 w 18982931"/>
              <a:gd name="connsiteY391-7608" fmla="*/ 2851521 h 4449429"/>
              <a:gd name="connsiteX392-7609" fmla="*/ 1805629 w 18982931"/>
              <a:gd name="connsiteY392-7610" fmla="*/ 2851521 h 4449429"/>
              <a:gd name="connsiteX393-7611" fmla="*/ 1805629 w 18982931"/>
              <a:gd name="connsiteY393-7612" fmla="*/ 2805821 h 4449429"/>
              <a:gd name="connsiteX394-7613" fmla="*/ 1596781 w 18982931"/>
              <a:gd name="connsiteY394-7614" fmla="*/ 2805821 h 4449429"/>
              <a:gd name="connsiteX395-7615" fmla="*/ 1596781 w 18982931"/>
              <a:gd name="connsiteY395-7616" fmla="*/ 2714192 h 4449429"/>
              <a:gd name="connsiteX396-7617" fmla="*/ 1596781 w 18982931"/>
              <a:gd name="connsiteY396-7618" fmla="*/ 2759892 h 4449429"/>
              <a:gd name="connsiteX397-7619" fmla="*/ 1805629 w 18982931"/>
              <a:gd name="connsiteY397-7620" fmla="*/ 2759892 h 4449429"/>
              <a:gd name="connsiteX398-7621" fmla="*/ 1805629 w 18982931"/>
              <a:gd name="connsiteY398-7622" fmla="*/ 2714192 h 4449429"/>
              <a:gd name="connsiteX399-7623" fmla="*/ 1596781 w 18982931"/>
              <a:gd name="connsiteY399-7624" fmla="*/ 2714192 h 4449429"/>
              <a:gd name="connsiteX400-7625" fmla="*/ 4422120 w 18982931"/>
              <a:gd name="connsiteY400-7626" fmla="*/ 2688604 h 4449429"/>
              <a:gd name="connsiteX401-7627" fmla="*/ 4422120 w 18982931"/>
              <a:gd name="connsiteY401-7628" fmla="*/ 2851522 h 4449429"/>
              <a:gd name="connsiteX402-7629" fmla="*/ 4459897 w 18982931"/>
              <a:gd name="connsiteY402-7630" fmla="*/ 2851522 h 4449429"/>
              <a:gd name="connsiteX403-7631" fmla="*/ 4459897 w 18982931"/>
              <a:gd name="connsiteY403-7632" fmla="*/ 2688604 h 4449429"/>
              <a:gd name="connsiteX404-7633" fmla="*/ 4422120 w 18982931"/>
              <a:gd name="connsiteY404-7634" fmla="*/ 2688604 h 4449429"/>
              <a:gd name="connsiteX405-7635" fmla="*/ 4346370 w 18982931"/>
              <a:gd name="connsiteY405-7636" fmla="*/ 2688604 h 4449429"/>
              <a:gd name="connsiteX406-7637" fmla="*/ 4346370 w 18982931"/>
              <a:gd name="connsiteY406-7638" fmla="*/ 2851522 h 4449429"/>
              <a:gd name="connsiteX407-7639" fmla="*/ 4384149 w 18982931"/>
              <a:gd name="connsiteY407-7640" fmla="*/ 2851522 h 4449429"/>
              <a:gd name="connsiteX408-7641" fmla="*/ 4384149 w 18982931"/>
              <a:gd name="connsiteY408-7642" fmla="*/ 2688604 h 4449429"/>
              <a:gd name="connsiteX409-7643" fmla="*/ 4346370 w 18982931"/>
              <a:gd name="connsiteY409-7644" fmla="*/ 2688604 h 4449429"/>
              <a:gd name="connsiteX410-7645" fmla="*/ 4270624 w 18982931"/>
              <a:gd name="connsiteY410-7646" fmla="*/ 2688604 h 4449429"/>
              <a:gd name="connsiteX411-7647" fmla="*/ 4270624 w 18982931"/>
              <a:gd name="connsiteY411-7648" fmla="*/ 2851522 h 4449429"/>
              <a:gd name="connsiteX412-7649" fmla="*/ 4308407 w 18982931"/>
              <a:gd name="connsiteY412-7650" fmla="*/ 2851522 h 4449429"/>
              <a:gd name="connsiteX413-7651" fmla="*/ 4308407 w 18982931"/>
              <a:gd name="connsiteY413-7652" fmla="*/ 2688604 h 4449429"/>
              <a:gd name="connsiteX414-7653" fmla="*/ 4270624 w 18982931"/>
              <a:gd name="connsiteY414-7654" fmla="*/ 2688604 h 4449429"/>
              <a:gd name="connsiteX415-7655" fmla="*/ 4194881 w 18982931"/>
              <a:gd name="connsiteY415-7656" fmla="*/ 2688604 h 4449429"/>
              <a:gd name="connsiteX416-7657" fmla="*/ 4194881 w 18982931"/>
              <a:gd name="connsiteY416-7658" fmla="*/ 2851522 h 4449429"/>
              <a:gd name="connsiteX417-7659" fmla="*/ 4232658 w 18982931"/>
              <a:gd name="connsiteY417-7660" fmla="*/ 2851522 h 4449429"/>
              <a:gd name="connsiteX418-7661" fmla="*/ 4232658 w 18982931"/>
              <a:gd name="connsiteY418-7662" fmla="*/ 2688604 h 4449429"/>
              <a:gd name="connsiteX419-7663" fmla="*/ 4194881 w 18982931"/>
              <a:gd name="connsiteY419-7664" fmla="*/ 2688604 h 4449429"/>
              <a:gd name="connsiteX420-7665" fmla="*/ 4119132 w 18982931"/>
              <a:gd name="connsiteY420-7666" fmla="*/ 2688604 h 4449429"/>
              <a:gd name="connsiteX421-7667" fmla="*/ 4119132 w 18982931"/>
              <a:gd name="connsiteY421-7668" fmla="*/ 2851522 h 4449429"/>
              <a:gd name="connsiteX422-7669" fmla="*/ 4156909 w 18982931"/>
              <a:gd name="connsiteY422-7670" fmla="*/ 2851522 h 4449429"/>
              <a:gd name="connsiteX423-7671" fmla="*/ 4156909 w 18982931"/>
              <a:gd name="connsiteY423-7672" fmla="*/ 2688604 h 4449429"/>
              <a:gd name="connsiteX424-7673" fmla="*/ 4119132 w 18982931"/>
              <a:gd name="connsiteY424-7674" fmla="*/ 2688604 h 4449429"/>
              <a:gd name="connsiteX425-7675" fmla="*/ 4043383 w 18982931"/>
              <a:gd name="connsiteY425-7676" fmla="*/ 2688604 h 4449429"/>
              <a:gd name="connsiteX426-7677" fmla="*/ 4043383 w 18982931"/>
              <a:gd name="connsiteY426-7678" fmla="*/ 2851522 h 4449429"/>
              <a:gd name="connsiteX427-7679" fmla="*/ 4081160 w 18982931"/>
              <a:gd name="connsiteY427-7680" fmla="*/ 2851522 h 4449429"/>
              <a:gd name="connsiteX428-7681" fmla="*/ 4081160 w 18982931"/>
              <a:gd name="connsiteY428-7682" fmla="*/ 2688604 h 4449429"/>
              <a:gd name="connsiteX429-7683" fmla="*/ 4043383 w 18982931"/>
              <a:gd name="connsiteY429-7684" fmla="*/ 2688604 h 4449429"/>
              <a:gd name="connsiteX430-7685" fmla="*/ 3967636 w 18982931"/>
              <a:gd name="connsiteY430-7686" fmla="*/ 2688604 h 4449429"/>
              <a:gd name="connsiteX431-7687" fmla="*/ 3967636 w 18982931"/>
              <a:gd name="connsiteY431-7688" fmla="*/ 2851522 h 4449429"/>
              <a:gd name="connsiteX432-7689" fmla="*/ 4005415 w 18982931"/>
              <a:gd name="connsiteY432-7690" fmla="*/ 2851522 h 4449429"/>
              <a:gd name="connsiteX433-7691" fmla="*/ 4005415 w 18982931"/>
              <a:gd name="connsiteY433-7692" fmla="*/ 2688604 h 4449429"/>
              <a:gd name="connsiteX434-7693" fmla="*/ 3967636 w 18982931"/>
              <a:gd name="connsiteY434-7694" fmla="*/ 2688604 h 4449429"/>
              <a:gd name="connsiteX435-7695" fmla="*/ 3891895 w 18982931"/>
              <a:gd name="connsiteY435-7696" fmla="*/ 2688604 h 4449429"/>
              <a:gd name="connsiteX436-7697" fmla="*/ 3891895 w 18982931"/>
              <a:gd name="connsiteY436-7698" fmla="*/ 2851522 h 4449429"/>
              <a:gd name="connsiteX437-7699" fmla="*/ 3929672 w 18982931"/>
              <a:gd name="connsiteY437-7700" fmla="*/ 2851522 h 4449429"/>
              <a:gd name="connsiteX438-7701" fmla="*/ 3929672 w 18982931"/>
              <a:gd name="connsiteY438-7702" fmla="*/ 2688604 h 4449429"/>
              <a:gd name="connsiteX439-7703" fmla="*/ 3891895 w 18982931"/>
              <a:gd name="connsiteY439-7704" fmla="*/ 2688604 h 4449429"/>
              <a:gd name="connsiteX440-7705" fmla="*/ 15043403 w 18982931"/>
              <a:gd name="connsiteY440-7706" fmla="*/ 2685661 h 4449429"/>
              <a:gd name="connsiteX441-7707" fmla="*/ 15043403 w 18982931"/>
              <a:gd name="connsiteY441-7708" fmla="*/ 2894508 h 4449429"/>
              <a:gd name="connsiteX442-7709" fmla="*/ 15089105 w 18982931"/>
              <a:gd name="connsiteY442-7710" fmla="*/ 2894508 h 4449429"/>
              <a:gd name="connsiteX443-7711" fmla="*/ 15089105 w 18982931"/>
              <a:gd name="connsiteY443-7712" fmla="*/ 2685661 h 4449429"/>
              <a:gd name="connsiteX444-7713" fmla="*/ 15043403 w 18982931"/>
              <a:gd name="connsiteY444-7714" fmla="*/ 2685661 h 4449429"/>
              <a:gd name="connsiteX445-7715" fmla="*/ 14951773 w 18982931"/>
              <a:gd name="connsiteY445-7716" fmla="*/ 2685661 h 4449429"/>
              <a:gd name="connsiteX446-7717" fmla="*/ 14951773 w 18982931"/>
              <a:gd name="connsiteY446-7718" fmla="*/ 2894508 h 4449429"/>
              <a:gd name="connsiteX447-7719" fmla="*/ 14997475 w 18982931"/>
              <a:gd name="connsiteY447-7720" fmla="*/ 2894508 h 4449429"/>
              <a:gd name="connsiteX448-7721" fmla="*/ 14997475 w 18982931"/>
              <a:gd name="connsiteY448-7722" fmla="*/ 2685661 h 4449429"/>
              <a:gd name="connsiteX449-7723" fmla="*/ 14951773 w 18982931"/>
              <a:gd name="connsiteY449-7724" fmla="*/ 2685661 h 4449429"/>
              <a:gd name="connsiteX450-7725" fmla="*/ 14860145 w 18982931"/>
              <a:gd name="connsiteY450-7726" fmla="*/ 2685661 h 4449429"/>
              <a:gd name="connsiteX451-7727" fmla="*/ 14860145 w 18982931"/>
              <a:gd name="connsiteY451-7728" fmla="*/ 2894508 h 4449429"/>
              <a:gd name="connsiteX452-7729" fmla="*/ 14905844 w 18982931"/>
              <a:gd name="connsiteY452-7730" fmla="*/ 2894508 h 4449429"/>
              <a:gd name="connsiteX453-7731" fmla="*/ 14905844 w 18982931"/>
              <a:gd name="connsiteY453-7732" fmla="*/ 2685661 h 4449429"/>
              <a:gd name="connsiteX454-7733" fmla="*/ 14860145 w 18982931"/>
              <a:gd name="connsiteY454-7734" fmla="*/ 2685661 h 4449429"/>
              <a:gd name="connsiteX455-7735" fmla="*/ 14768515 w 18982931"/>
              <a:gd name="connsiteY455-7736" fmla="*/ 2685661 h 4449429"/>
              <a:gd name="connsiteX456-7737" fmla="*/ 14768515 w 18982931"/>
              <a:gd name="connsiteY456-7738" fmla="*/ 2894508 h 4449429"/>
              <a:gd name="connsiteX457-7739" fmla="*/ 14814217 w 18982931"/>
              <a:gd name="connsiteY457-7740" fmla="*/ 2894508 h 4449429"/>
              <a:gd name="connsiteX458-7741" fmla="*/ 14814217 w 18982931"/>
              <a:gd name="connsiteY458-7742" fmla="*/ 2685661 h 4449429"/>
              <a:gd name="connsiteX459-7743" fmla="*/ 14768515 w 18982931"/>
              <a:gd name="connsiteY459-7744" fmla="*/ 2685661 h 4449429"/>
              <a:gd name="connsiteX460-7745" fmla="*/ 14676884 w 18982931"/>
              <a:gd name="connsiteY460-7746" fmla="*/ 2685661 h 4449429"/>
              <a:gd name="connsiteX461-7747" fmla="*/ 14676884 w 18982931"/>
              <a:gd name="connsiteY461-7748" fmla="*/ 2894508 h 4449429"/>
              <a:gd name="connsiteX462-7749" fmla="*/ 14722586 w 18982931"/>
              <a:gd name="connsiteY462-7750" fmla="*/ 2894508 h 4449429"/>
              <a:gd name="connsiteX463-7751" fmla="*/ 14722586 w 18982931"/>
              <a:gd name="connsiteY463-7752" fmla="*/ 2685661 h 4449429"/>
              <a:gd name="connsiteX464-7753" fmla="*/ 14676884 w 18982931"/>
              <a:gd name="connsiteY464-7754" fmla="*/ 2685661 h 4449429"/>
              <a:gd name="connsiteX465-7755" fmla="*/ 14585255 w 18982931"/>
              <a:gd name="connsiteY465-7756" fmla="*/ 2685661 h 4449429"/>
              <a:gd name="connsiteX466-7757" fmla="*/ 14585255 w 18982931"/>
              <a:gd name="connsiteY466-7758" fmla="*/ 2894508 h 4449429"/>
              <a:gd name="connsiteX467-7759" fmla="*/ 14630955 w 18982931"/>
              <a:gd name="connsiteY467-7760" fmla="*/ 2894508 h 4449429"/>
              <a:gd name="connsiteX468-7761" fmla="*/ 14630955 w 18982931"/>
              <a:gd name="connsiteY468-7762" fmla="*/ 2685661 h 4449429"/>
              <a:gd name="connsiteX469-7763" fmla="*/ 14585255 w 18982931"/>
              <a:gd name="connsiteY469-7764" fmla="*/ 2685661 h 4449429"/>
              <a:gd name="connsiteX470-7765" fmla="*/ 14493625 w 18982931"/>
              <a:gd name="connsiteY470-7766" fmla="*/ 2685661 h 4449429"/>
              <a:gd name="connsiteX471-7767" fmla="*/ 14493625 w 18982931"/>
              <a:gd name="connsiteY471-7768" fmla="*/ 2894508 h 4449429"/>
              <a:gd name="connsiteX472-7769" fmla="*/ 14539325 w 18982931"/>
              <a:gd name="connsiteY472-7770" fmla="*/ 2894508 h 4449429"/>
              <a:gd name="connsiteX473-7771" fmla="*/ 14539325 w 18982931"/>
              <a:gd name="connsiteY473-7772" fmla="*/ 2685661 h 4449429"/>
              <a:gd name="connsiteX474-7773" fmla="*/ 14493625 w 18982931"/>
              <a:gd name="connsiteY474-7774" fmla="*/ 2685661 h 4449429"/>
              <a:gd name="connsiteX475-7775" fmla="*/ 2875284 w 18982931"/>
              <a:gd name="connsiteY475-7776" fmla="*/ 2661196 h 4449429"/>
              <a:gd name="connsiteX476-7777" fmla="*/ 2875284 w 18982931"/>
              <a:gd name="connsiteY476-7778" fmla="*/ 3265443 h 4449429"/>
              <a:gd name="connsiteX477-7779" fmla="*/ 2913063 w 18982931"/>
              <a:gd name="connsiteY477-7780" fmla="*/ 3265443 h 4449429"/>
              <a:gd name="connsiteX478-7781" fmla="*/ 2913063 w 18982931"/>
              <a:gd name="connsiteY478-7782" fmla="*/ 2661196 h 4449429"/>
              <a:gd name="connsiteX479-7783" fmla="*/ 2875284 w 18982931"/>
              <a:gd name="connsiteY479-7784" fmla="*/ 2661196 h 4449429"/>
              <a:gd name="connsiteX480-7785" fmla="*/ 2769698 w 18982931"/>
              <a:gd name="connsiteY480-7786" fmla="*/ 2661196 h 4449429"/>
              <a:gd name="connsiteX481-7787" fmla="*/ 2769698 w 18982931"/>
              <a:gd name="connsiteY481-7788" fmla="*/ 3265443 h 4449429"/>
              <a:gd name="connsiteX482-7789" fmla="*/ 2807479 w 18982931"/>
              <a:gd name="connsiteY482-7790" fmla="*/ 3265443 h 4449429"/>
              <a:gd name="connsiteX483-7791" fmla="*/ 2807479 w 18982931"/>
              <a:gd name="connsiteY483-7792" fmla="*/ 2661196 h 4449429"/>
              <a:gd name="connsiteX484-7793" fmla="*/ 2769698 w 18982931"/>
              <a:gd name="connsiteY484-7794" fmla="*/ 2661196 h 4449429"/>
              <a:gd name="connsiteX485-7795" fmla="*/ 2664114 w 18982931"/>
              <a:gd name="connsiteY485-7796" fmla="*/ 2661196 h 4449429"/>
              <a:gd name="connsiteX486-7797" fmla="*/ 2664114 w 18982931"/>
              <a:gd name="connsiteY486-7798" fmla="*/ 3265443 h 4449429"/>
              <a:gd name="connsiteX487-7799" fmla="*/ 2701891 w 18982931"/>
              <a:gd name="connsiteY487-7800" fmla="*/ 3265443 h 4449429"/>
              <a:gd name="connsiteX488-7801" fmla="*/ 2701891 w 18982931"/>
              <a:gd name="connsiteY488-7802" fmla="*/ 2661196 h 4449429"/>
              <a:gd name="connsiteX489-7803" fmla="*/ 2664114 w 18982931"/>
              <a:gd name="connsiteY489-7804" fmla="*/ 2661196 h 4449429"/>
              <a:gd name="connsiteX490-7805" fmla="*/ 2558534 w 18982931"/>
              <a:gd name="connsiteY490-7806" fmla="*/ 2661196 h 4449429"/>
              <a:gd name="connsiteX491-7807" fmla="*/ 2558534 w 18982931"/>
              <a:gd name="connsiteY491-7808" fmla="*/ 3265443 h 4449429"/>
              <a:gd name="connsiteX492-7809" fmla="*/ 2596306 w 18982931"/>
              <a:gd name="connsiteY492-7810" fmla="*/ 3265443 h 4449429"/>
              <a:gd name="connsiteX493-7811" fmla="*/ 2596306 w 18982931"/>
              <a:gd name="connsiteY493-7812" fmla="*/ 2661196 h 4449429"/>
              <a:gd name="connsiteX494-7813" fmla="*/ 2558534 w 18982931"/>
              <a:gd name="connsiteY494-7814" fmla="*/ 2661196 h 4449429"/>
              <a:gd name="connsiteX495-7815" fmla="*/ 2980870 w 18982931"/>
              <a:gd name="connsiteY495-7816" fmla="*/ 2661194 h 4449429"/>
              <a:gd name="connsiteX496-7817" fmla="*/ 2980870 w 18982931"/>
              <a:gd name="connsiteY496-7818" fmla="*/ 3265442 h 4449429"/>
              <a:gd name="connsiteX497-7819" fmla="*/ 3018648 w 18982931"/>
              <a:gd name="connsiteY497-7820" fmla="*/ 3265442 h 4449429"/>
              <a:gd name="connsiteX498-7821" fmla="*/ 3018648 w 18982931"/>
              <a:gd name="connsiteY498-7822" fmla="*/ 2661194 h 4449429"/>
              <a:gd name="connsiteX499-7823" fmla="*/ 2980870 w 18982931"/>
              <a:gd name="connsiteY499-7824" fmla="*/ 2661194 h 4449429"/>
              <a:gd name="connsiteX500-7825" fmla="*/ 16374516 w 18982931"/>
              <a:gd name="connsiteY500-7826" fmla="*/ 2632791 h 4449429"/>
              <a:gd name="connsiteX501-7827" fmla="*/ 16374516 w 18982931"/>
              <a:gd name="connsiteY501-7828" fmla="*/ 3237039 h 4449429"/>
              <a:gd name="connsiteX502-7829" fmla="*/ 16412296 w 18982931"/>
              <a:gd name="connsiteY502-7830" fmla="*/ 3237039 h 4449429"/>
              <a:gd name="connsiteX503-7831" fmla="*/ 16412296 w 18982931"/>
              <a:gd name="connsiteY503-7832" fmla="*/ 2632791 h 4449429"/>
              <a:gd name="connsiteX504-7833" fmla="*/ 16374516 w 18982931"/>
              <a:gd name="connsiteY504-7834" fmla="*/ 2632791 h 4449429"/>
              <a:gd name="connsiteX505-7835" fmla="*/ 16268931 w 18982931"/>
              <a:gd name="connsiteY505-7836" fmla="*/ 2632791 h 4449429"/>
              <a:gd name="connsiteX506-7837" fmla="*/ 16268931 w 18982931"/>
              <a:gd name="connsiteY506-7838" fmla="*/ 3237039 h 4449429"/>
              <a:gd name="connsiteX507-7839" fmla="*/ 16306709 w 18982931"/>
              <a:gd name="connsiteY507-7840" fmla="*/ 3237039 h 4449429"/>
              <a:gd name="connsiteX508-7841" fmla="*/ 16306709 w 18982931"/>
              <a:gd name="connsiteY508-7842" fmla="*/ 2632791 h 4449429"/>
              <a:gd name="connsiteX509-7843" fmla="*/ 16268931 w 18982931"/>
              <a:gd name="connsiteY509-7844" fmla="*/ 2632791 h 4449429"/>
              <a:gd name="connsiteX510-7845" fmla="*/ 16163344 w 18982931"/>
              <a:gd name="connsiteY510-7846" fmla="*/ 2632791 h 4449429"/>
              <a:gd name="connsiteX511-7847" fmla="*/ 16163344 w 18982931"/>
              <a:gd name="connsiteY511-7848" fmla="*/ 3237039 h 4449429"/>
              <a:gd name="connsiteX512-7849" fmla="*/ 16201125 w 18982931"/>
              <a:gd name="connsiteY512-7850" fmla="*/ 3237039 h 4449429"/>
              <a:gd name="connsiteX513-7851" fmla="*/ 16201125 w 18982931"/>
              <a:gd name="connsiteY513-7852" fmla="*/ 2632791 h 4449429"/>
              <a:gd name="connsiteX514-7853" fmla="*/ 16163344 w 18982931"/>
              <a:gd name="connsiteY514-7854" fmla="*/ 2632791 h 4449429"/>
              <a:gd name="connsiteX515-7855" fmla="*/ 16057760 w 18982931"/>
              <a:gd name="connsiteY515-7856" fmla="*/ 2632791 h 4449429"/>
              <a:gd name="connsiteX516-7857" fmla="*/ 16057760 w 18982931"/>
              <a:gd name="connsiteY516-7858" fmla="*/ 3237039 h 4449429"/>
              <a:gd name="connsiteX517-7859" fmla="*/ 16095537 w 18982931"/>
              <a:gd name="connsiteY517-7860" fmla="*/ 3237039 h 4449429"/>
              <a:gd name="connsiteX518-7861" fmla="*/ 16095537 w 18982931"/>
              <a:gd name="connsiteY518-7862" fmla="*/ 2632791 h 4449429"/>
              <a:gd name="connsiteX519-7863" fmla="*/ 16057760 w 18982931"/>
              <a:gd name="connsiteY519-7864" fmla="*/ 2632791 h 4449429"/>
              <a:gd name="connsiteX520-7865" fmla="*/ 16480103 w 18982931"/>
              <a:gd name="connsiteY520-7866" fmla="*/ 2632790 h 4449429"/>
              <a:gd name="connsiteX521-7867" fmla="*/ 16480103 w 18982931"/>
              <a:gd name="connsiteY521-7868" fmla="*/ 3237037 h 4449429"/>
              <a:gd name="connsiteX522-7869" fmla="*/ 16517880 w 18982931"/>
              <a:gd name="connsiteY522-7870" fmla="*/ 3237037 h 4449429"/>
              <a:gd name="connsiteX523-7871" fmla="*/ 16517880 w 18982931"/>
              <a:gd name="connsiteY523-7872" fmla="*/ 2632790 h 4449429"/>
              <a:gd name="connsiteX524-7873" fmla="*/ 16480103 w 18982931"/>
              <a:gd name="connsiteY524-7874" fmla="*/ 2632790 h 4449429"/>
              <a:gd name="connsiteX525-7875" fmla="*/ 1596781 w 18982931"/>
              <a:gd name="connsiteY525-7876" fmla="*/ 2622561 h 4449429"/>
              <a:gd name="connsiteX526-7877" fmla="*/ 1596781 w 18982931"/>
              <a:gd name="connsiteY526-7878" fmla="*/ 2668261 h 4449429"/>
              <a:gd name="connsiteX527-7879" fmla="*/ 1805629 w 18982931"/>
              <a:gd name="connsiteY527-7880" fmla="*/ 2668261 h 4449429"/>
              <a:gd name="connsiteX528-7881" fmla="*/ 1805629 w 18982931"/>
              <a:gd name="connsiteY528-7882" fmla="*/ 2622561 h 4449429"/>
              <a:gd name="connsiteX529-7883" fmla="*/ 1596781 w 18982931"/>
              <a:gd name="connsiteY529-7884" fmla="*/ 2622561 h 4449429"/>
              <a:gd name="connsiteX530-7885" fmla="*/ 1596781 w 18982931"/>
              <a:gd name="connsiteY530-7886" fmla="*/ 2530932 h 4449429"/>
              <a:gd name="connsiteX531-7887" fmla="*/ 1596781 w 18982931"/>
              <a:gd name="connsiteY531-7888" fmla="*/ 2576632 h 4449429"/>
              <a:gd name="connsiteX532-7889" fmla="*/ 1805629 w 18982931"/>
              <a:gd name="connsiteY532-7890" fmla="*/ 2576632 h 4449429"/>
              <a:gd name="connsiteX533-7891" fmla="*/ 1805629 w 18982931"/>
              <a:gd name="connsiteY533-7892" fmla="*/ 2530932 h 4449429"/>
              <a:gd name="connsiteX534-7893" fmla="*/ 1596781 w 18982931"/>
              <a:gd name="connsiteY534-7894" fmla="*/ 2530932 h 4449429"/>
              <a:gd name="connsiteX535-7895" fmla="*/ 1596781 w 18982931"/>
              <a:gd name="connsiteY535-7896" fmla="*/ 2439301 h 4449429"/>
              <a:gd name="connsiteX536-7897" fmla="*/ 1596781 w 18982931"/>
              <a:gd name="connsiteY536-7898" fmla="*/ 2485002 h 4449429"/>
              <a:gd name="connsiteX537-7899" fmla="*/ 1805629 w 18982931"/>
              <a:gd name="connsiteY537-7900" fmla="*/ 2485002 h 4449429"/>
              <a:gd name="connsiteX538-7901" fmla="*/ 1805629 w 18982931"/>
              <a:gd name="connsiteY538-7902" fmla="*/ 2439301 h 4449429"/>
              <a:gd name="connsiteX539-7903" fmla="*/ 1596781 w 18982931"/>
              <a:gd name="connsiteY539-7904" fmla="*/ 2439301 h 4449429"/>
              <a:gd name="connsiteX540-7905" fmla="*/ 17217171 w 18982931"/>
              <a:gd name="connsiteY540-7906" fmla="*/ 2397981 h 4449429"/>
              <a:gd name="connsiteX541-7907" fmla="*/ 17217171 w 18982931"/>
              <a:gd name="connsiteY541-7908" fmla="*/ 2434557 h 4449429"/>
              <a:gd name="connsiteX542-7909" fmla="*/ 17582931 w 18982931"/>
              <a:gd name="connsiteY542-7910" fmla="*/ 2434557 h 4449429"/>
              <a:gd name="connsiteX543-7911" fmla="*/ 17582931 w 18982931"/>
              <a:gd name="connsiteY543-7912" fmla="*/ 2397981 h 4449429"/>
              <a:gd name="connsiteX544-7913" fmla="*/ 17217171 w 18982931"/>
              <a:gd name="connsiteY544-7914" fmla="*/ 2397981 h 4449429"/>
              <a:gd name="connsiteX545-7915" fmla="*/ 9762349 w 18982931"/>
              <a:gd name="connsiteY545-7916" fmla="*/ 2057780 h 4449429"/>
              <a:gd name="connsiteX546-7917" fmla="*/ 9762349 w 18982931"/>
              <a:gd name="connsiteY546-7918" fmla="*/ 2266627 h 4449429"/>
              <a:gd name="connsiteX547-7919" fmla="*/ 9808049 w 18982931"/>
              <a:gd name="connsiteY547-7920" fmla="*/ 2266627 h 4449429"/>
              <a:gd name="connsiteX548-7921" fmla="*/ 9808049 w 18982931"/>
              <a:gd name="connsiteY548-7922" fmla="*/ 2057780 h 4449429"/>
              <a:gd name="connsiteX549-7923" fmla="*/ 9762349 w 18982931"/>
              <a:gd name="connsiteY549-7924" fmla="*/ 2057780 h 4449429"/>
              <a:gd name="connsiteX550-7925" fmla="*/ 9670720 w 18982931"/>
              <a:gd name="connsiteY550-7926" fmla="*/ 2057780 h 4449429"/>
              <a:gd name="connsiteX551-7927" fmla="*/ 9670720 w 18982931"/>
              <a:gd name="connsiteY551-7928" fmla="*/ 2266627 h 4449429"/>
              <a:gd name="connsiteX552-7929" fmla="*/ 9716420 w 18982931"/>
              <a:gd name="connsiteY552-7930" fmla="*/ 2266627 h 4449429"/>
              <a:gd name="connsiteX553-7931" fmla="*/ 9716420 w 18982931"/>
              <a:gd name="connsiteY553-7932" fmla="*/ 2057780 h 4449429"/>
              <a:gd name="connsiteX554-7933" fmla="*/ 9670720 w 18982931"/>
              <a:gd name="connsiteY554-7934" fmla="*/ 2057780 h 4449429"/>
              <a:gd name="connsiteX555-7935" fmla="*/ 9579089 w 18982931"/>
              <a:gd name="connsiteY555-7936" fmla="*/ 2057780 h 4449429"/>
              <a:gd name="connsiteX556-7937" fmla="*/ 9579089 w 18982931"/>
              <a:gd name="connsiteY556-7938" fmla="*/ 2266627 h 4449429"/>
              <a:gd name="connsiteX557-7939" fmla="*/ 9624790 w 18982931"/>
              <a:gd name="connsiteY557-7940" fmla="*/ 2266627 h 4449429"/>
              <a:gd name="connsiteX558-7941" fmla="*/ 9624790 w 18982931"/>
              <a:gd name="connsiteY558-7942" fmla="*/ 2057780 h 4449429"/>
              <a:gd name="connsiteX559-7943" fmla="*/ 9579089 w 18982931"/>
              <a:gd name="connsiteY559-7944" fmla="*/ 2057780 h 4449429"/>
              <a:gd name="connsiteX560-7945" fmla="*/ 9487461 w 18982931"/>
              <a:gd name="connsiteY560-7946" fmla="*/ 2057780 h 4449429"/>
              <a:gd name="connsiteX561-7947" fmla="*/ 9487461 w 18982931"/>
              <a:gd name="connsiteY561-7948" fmla="*/ 2266627 h 4449429"/>
              <a:gd name="connsiteX562-7949" fmla="*/ 9533161 w 18982931"/>
              <a:gd name="connsiteY562-7950" fmla="*/ 2266627 h 4449429"/>
              <a:gd name="connsiteX563-7951" fmla="*/ 9533161 w 18982931"/>
              <a:gd name="connsiteY563-7952" fmla="*/ 2057780 h 4449429"/>
              <a:gd name="connsiteX564-7953" fmla="*/ 9487461 w 18982931"/>
              <a:gd name="connsiteY564-7954" fmla="*/ 2057780 h 4449429"/>
              <a:gd name="connsiteX565-7955" fmla="*/ 9395836 w 18982931"/>
              <a:gd name="connsiteY565-7956" fmla="*/ 2057780 h 4449429"/>
              <a:gd name="connsiteX566-7957" fmla="*/ 9395836 w 18982931"/>
              <a:gd name="connsiteY566-7958" fmla="*/ 2266627 h 4449429"/>
              <a:gd name="connsiteX567-7959" fmla="*/ 9441534 w 18982931"/>
              <a:gd name="connsiteY567-7960" fmla="*/ 2266627 h 4449429"/>
              <a:gd name="connsiteX568-7961" fmla="*/ 9441534 w 18982931"/>
              <a:gd name="connsiteY568-7962" fmla="*/ 2057780 h 4449429"/>
              <a:gd name="connsiteX569-7963" fmla="*/ 9395836 w 18982931"/>
              <a:gd name="connsiteY569-7964" fmla="*/ 2057780 h 4449429"/>
              <a:gd name="connsiteX570-7965" fmla="*/ 9304202 w 18982931"/>
              <a:gd name="connsiteY570-7966" fmla="*/ 2057780 h 4449429"/>
              <a:gd name="connsiteX571-7967" fmla="*/ 9304202 w 18982931"/>
              <a:gd name="connsiteY571-7968" fmla="*/ 2266627 h 4449429"/>
              <a:gd name="connsiteX572-7969" fmla="*/ 9349902 w 18982931"/>
              <a:gd name="connsiteY572-7970" fmla="*/ 2266627 h 4449429"/>
              <a:gd name="connsiteX573-7971" fmla="*/ 9349902 w 18982931"/>
              <a:gd name="connsiteY573-7972" fmla="*/ 2057780 h 4449429"/>
              <a:gd name="connsiteX574-7973" fmla="*/ 9304202 w 18982931"/>
              <a:gd name="connsiteY574-7974" fmla="*/ 2057780 h 4449429"/>
              <a:gd name="connsiteX575-7975" fmla="*/ 9212570 w 18982931"/>
              <a:gd name="connsiteY575-7976" fmla="*/ 2057780 h 4449429"/>
              <a:gd name="connsiteX576-7977" fmla="*/ 9212570 w 18982931"/>
              <a:gd name="connsiteY576-7978" fmla="*/ 2266627 h 4449429"/>
              <a:gd name="connsiteX577-7979" fmla="*/ 9258270 w 18982931"/>
              <a:gd name="connsiteY577-7980" fmla="*/ 2266627 h 4449429"/>
              <a:gd name="connsiteX578-7981" fmla="*/ 9258270 w 18982931"/>
              <a:gd name="connsiteY578-7982" fmla="*/ 2057780 h 4449429"/>
              <a:gd name="connsiteX579-7983" fmla="*/ 9212570 w 18982931"/>
              <a:gd name="connsiteY579-7984" fmla="*/ 2057780 h 4449429"/>
              <a:gd name="connsiteX580-7985" fmla="*/ 14092702 w 18982931"/>
              <a:gd name="connsiteY580-7986" fmla="*/ 1859157 h 4449429"/>
              <a:gd name="connsiteX581-7987" fmla="*/ 14092702 w 18982931"/>
              <a:gd name="connsiteY581-7988" fmla="*/ 1895733 h 4449429"/>
              <a:gd name="connsiteX582-7989" fmla="*/ 14458462 w 18982931"/>
              <a:gd name="connsiteY582-7990" fmla="*/ 1895733 h 4449429"/>
              <a:gd name="connsiteX583-7991" fmla="*/ 14458462 w 18982931"/>
              <a:gd name="connsiteY583-7992" fmla="*/ 1859157 h 4449429"/>
              <a:gd name="connsiteX584-7993" fmla="*/ 14092702 w 18982931"/>
              <a:gd name="connsiteY584-7994" fmla="*/ 1859157 h 4449429"/>
              <a:gd name="connsiteX585-7995" fmla="*/ 17871603 w 18982931"/>
              <a:gd name="connsiteY585-7996" fmla="*/ 1806939 h 4449429"/>
              <a:gd name="connsiteX586-7997" fmla="*/ 17871603 w 18982931"/>
              <a:gd name="connsiteY586-7998" fmla="*/ 1809649 h 4449429"/>
              <a:gd name="connsiteX587-7999" fmla="*/ 17871627 w 18982931"/>
              <a:gd name="connsiteY587-8000" fmla="*/ 1809649 h 4449429"/>
              <a:gd name="connsiteX588-8001" fmla="*/ 17871603 w 18982931"/>
              <a:gd name="connsiteY588-8002" fmla="*/ 1806939 h 4449429"/>
              <a:gd name="connsiteX589-8003" fmla="*/ 18172695 w 18982931"/>
              <a:gd name="connsiteY589-8004" fmla="*/ 1733739 h 4449429"/>
              <a:gd name="connsiteX590-8005" fmla="*/ 18172695 w 18982931"/>
              <a:gd name="connsiteY590-8006" fmla="*/ 1870899 h 4449429"/>
              <a:gd name="connsiteX591-8007" fmla="*/ 18209271 w 18982931"/>
              <a:gd name="connsiteY591-8008" fmla="*/ 1870899 h 4449429"/>
              <a:gd name="connsiteX592-8009" fmla="*/ 18209271 w 18982931"/>
              <a:gd name="connsiteY592-8010" fmla="*/ 1733739 h 4449429"/>
              <a:gd name="connsiteX593-8011" fmla="*/ 18172695 w 18982931"/>
              <a:gd name="connsiteY593-8012" fmla="*/ 1733739 h 4449429"/>
              <a:gd name="connsiteX594-8013" fmla="*/ 18104295 w 18982931"/>
              <a:gd name="connsiteY594-8014" fmla="*/ 1733739 h 4449429"/>
              <a:gd name="connsiteX595-8015" fmla="*/ 18104295 w 18982931"/>
              <a:gd name="connsiteY595-8016" fmla="*/ 1870899 h 4449429"/>
              <a:gd name="connsiteX596-8017" fmla="*/ 18140871 w 18982931"/>
              <a:gd name="connsiteY596-8018" fmla="*/ 1870899 h 4449429"/>
              <a:gd name="connsiteX597-8019" fmla="*/ 18140871 w 18982931"/>
              <a:gd name="connsiteY597-8020" fmla="*/ 1733739 h 4449429"/>
              <a:gd name="connsiteX598-8021" fmla="*/ 18104295 w 18982931"/>
              <a:gd name="connsiteY598-8022" fmla="*/ 1733739 h 4449429"/>
              <a:gd name="connsiteX599-8023" fmla="*/ 18035895 w 18982931"/>
              <a:gd name="connsiteY599-8024" fmla="*/ 1733739 h 4449429"/>
              <a:gd name="connsiteX600-8025" fmla="*/ 18035895 w 18982931"/>
              <a:gd name="connsiteY600-8026" fmla="*/ 1870899 h 4449429"/>
              <a:gd name="connsiteX601-8027" fmla="*/ 18072471 w 18982931"/>
              <a:gd name="connsiteY601-8028" fmla="*/ 1870899 h 4449429"/>
              <a:gd name="connsiteX602-8029" fmla="*/ 18072471 w 18982931"/>
              <a:gd name="connsiteY602-8030" fmla="*/ 1733739 h 4449429"/>
              <a:gd name="connsiteX603-8031" fmla="*/ 18035895 w 18982931"/>
              <a:gd name="connsiteY603-8032" fmla="*/ 1733739 h 4449429"/>
              <a:gd name="connsiteX604-8033" fmla="*/ 17967493 w 18982931"/>
              <a:gd name="connsiteY604-8034" fmla="*/ 1733739 h 4449429"/>
              <a:gd name="connsiteX605-8035" fmla="*/ 17967493 w 18982931"/>
              <a:gd name="connsiteY605-8036" fmla="*/ 1870899 h 4449429"/>
              <a:gd name="connsiteX606-8037" fmla="*/ 18004069 w 18982931"/>
              <a:gd name="connsiteY606-8038" fmla="*/ 1870899 h 4449429"/>
              <a:gd name="connsiteX607-8039" fmla="*/ 18004069 w 18982931"/>
              <a:gd name="connsiteY607-8040" fmla="*/ 1733739 h 4449429"/>
              <a:gd name="connsiteX608-8041" fmla="*/ 17967493 w 18982931"/>
              <a:gd name="connsiteY608-8042" fmla="*/ 1733739 h 4449429"/>
              <a:gd name="connsiteX609-8043" fmla="*/ 14251161 w 18982931"/>
              <a:gd name="connsiteY609-8044" fmla="*/ 868400 h 4449429"/>
              <a:gd name="connsiteX610-8045" fmla="*/ 14251161 w 18982931"/>
              <a:gd name="connsiteY610-8046" fmla="*/ 1005560 h 4449429"/>
              <a:gd name="connsiteX611-8047" fmla="*/ 14287737 w 18982931"/>
              <a:gd name="connsiteY611-8048" fmla="*/ 1005560 h 4449429"/>
              <a:gd name="connsiteX612-8049" fmla="*/ 14287737 w 18982931"/>
              <a:gd name="connsiteY612-8050" fmla="*/ 868400 h 4449429"/>
              <a:gd name="connsiteX613-8051" fmla="*/ 14251161 w 18982931"/>
              <a:gd name="connsiteY613-8052" fmla="*/ 868400 h 4449429"/>
              <a:gd name="connsiteX614-8053" fmla="*/ 14182760 w 18982931"/>
              <a:gd name="connsiteY614-8054" fmla="*/ 868400 h 4449429"/>
              <a:gd name="connsiteX615-8055" fmla="*/ 14182760 w 18982931"/>
              <a:gd name="connsiteY615-8056" fmla="*/ 1005560 h 4449429"/>
              <a:gd name="connsiteX616-8057" fmla="*/ 14219336 w 18982931"/>
              <a:gd name="connsiteY616-8058" fmla="*/ 1005560 h 4449429"/>
              <a:gd name="connsiteX617-8059" fmla="*/ 14219336 w 18982931"/>
              <a:gd name="connsiteY617-8060" fmla="*/ 868400 h 4449429"/>
              <a:gd name="connsiteX618-8061" fmla="*/ 14182760 w 18982931"/>
              <a:gd name="connsiteY618-8062" fmla="*/ 868400 h 4449429"/>
              <a:gd name="connsiteX619-8063" fmla="*/ 14114359 w 18982931"/>
              <a:gd name="connsiteY619-8064" fmla="*/ 868400 h 4449429"/>
              <a:gd name="connsiteX620-8065" fmla="*/ 14114359 w 18982931"/>
              <a:gd name="connsiteY620-8066" fmla="*/ 1005560 h 4449429"/>
              <a:gd name="connsiteX621-8067" fmla="*/ 14150935 w 18982931"/>
              <a:gd name="connsiteY621-8068" fmla="*/ 1005560 h 4449429"/>
              <a:gd name="connsiteX622-8069" fmla="*/ 14150935 w 18982931"/>
              <a:gd name="connsiteY622-8070" fmla="*/ 868400 h 4449429"/>
              <a:gd name="connsiteX623-8071" fmla="*/ 14114359 w 18982931"/>
              <a:gd name="connsiteY623-8072" fmla="*/ 868400 h 4449429"/>
              <a:gd name="connsiteX624-8073" fmla="*/ 4788216 w 18982931"/>
              <a:gd name="connsiteY624-8074" fmla="*/ 807315 h 4449429"/>
              <a:gd name="connsiteX625-8075" fmla="*/ 4788216 w 18982931"/>
              <a:gd name="connsiteY625-8076" fmla="*/ 944475 h 4449429"/>
              <a:gd name="connsiteX626-8077" fmla="*/ 4824792 w 18982931"/>
              <a:gd name="connsiteY626-8078" fmla="*/ 944475 h 4449429"/>
              <a:gd name="connsiteX627-8079" fmla="*/ 4824792 w 18982931"/>
              <a:gd name="connsiteY627-8080" fmla="*/ 807315 h 4449429"/>
              <a:gd name="connsiteX628-8081" fmla="*/ 4788216 w 18982931"/>
              <a:gd name="connsiteY628-8082" fmla="*/ 807315 h 4449429"/>
              <a:gd name="connsiteX629-8083" fmla="*/ 4719815 w 18982931"/>
              <a:gd name="connsiteY629-8084" fmla="*/ 807315 h 4449429"/>
              <a:gd name="connsiteX630-8085" fmla="*/ 4719815 w 18982931"/>
              <a:gd name="connsiteY630-8086" fmla="*/ 944475 h 4449429"/>
              <a:gd name="connsiteX631-8087" fmla="*/ 4756391 w 18982931"/>
              <a:gd name="connsiteY631-8088" fmla="*/ 944475 h 4449429"/>
              <a:gd name="connsiteX632-8089" fmla="*/ 4756391 w 18982931"/>
              <a:gd name="connsiteY632-8090" fmla="*/ 807315 h 4449429"/>
              <a:gd name="connsiteX633-8091" fmla="*/ 4719815 w 18982931"/>
              <a:gd name="connsiteY633-8092" fmla="*/ 807315 h 4449429"/>
              <a:gd name="connsiteX634-8093" fmla="*/ 4651414 w 18982931"/>
              <a:gd name="connsiteY634-8094" fmla="*/ 807315 h 4449429"/>
              <a:gd name="connsiteX635-8095" fmla="*/ 4651414 w 18982931"/>
              <a:gd name="connsiteY635-8096" fmla="*/ 944475 h 4449429"/>
              <a:gd name="connsiteX636-8097" fmla="*/ 4687992 w 18982931"/>
              <a:gd name="connsiteY636-8098" fmla="*/ 944475 h 4449429"/>
              <a:gd name="connsiteX637-8099" fmla="*/ 4687992 w 18982931"/>
              <a:gd name="connsiteY637-8100" fmla="*/ 807315 h 4449429"/>
              <a:gd name="connsiteX638-8101" fmla="*/ 4651414 w 18982931"/>
              <a:gd name="connsiteY638-8102" fmla="*/ 807315 h 4449429"/>
              <a:gd name="connsiteX639-8103" fmla="*/ 2212838 w 18982931"/>
              <a:gd name="connsiteY639-8104" fmla="*/ 748887 h 4449429"/>
              <a:gd name="connsiteX640-8105" fmla="*/ 2212838 w 18982931"/>
              <a:gd name="connsiteY640-8106" fmla="*/ 886047 h 4449429"/>
              <a:gd name="connsiteX641-8107" fmla="*/ 2249414 w 18982931"/>
              <a:gd name="connsiteY641-8108" fmla="*/ 886047 h 4449429"/>
              <a:gd name="connsiteX642-8109" fmla="*/ 2249414 w 18982931"/>
              <a:gd name="connsiteY642-8110" fmla="*/ 748887 h 4449429"/>
              <a:gd name="connsiteX643-8111" fmla="*/ 2212838 w 18982931"/>
              <a:gd name="connsiteY643-8112" fmla="*/ 748887 h 4449429"/>
              <a:gd name="connsiteX644-8113" fmla="*/ 2144438 w 18982931"/>
              <a:gd name="connsiteY644-8114" fmla="*/ 748887 h 4449429"/>
              <a:gd name="connsiteX645-8115" fmla="*/ 2144438 w 18982931"/>
              <a:gd name="connsiteY645-8116" fmla="*/ 886047 h 4449429"/>
              <a:gd name="connsiteX646-8117" fmla="*/ 2181014 w 18982931"/>
              <a:gd name="connsiteY646-8118" fmla="*/ 886047 h 4449429"/>
              <a:gd name="connsiteX647-8119" fmla="*/ 2181014 w 18982931"/>
              <a:gd name="connsiteY647-8120" fmla="*/ 748887 h 4449429"/>
              <a:gd name="connsiteX648-8121" fmla="*/ 2144438 w 18982931"/>
              <a:gd name="connsiteY648-8122" fmla="*/ 748887 h 4449429"/>
              <a:gd name="connsiteX649-8123" fmla="*/ 2076037 w 18982931"/>
              <a:gd name="connsiteY649-8124" fmla="*/ 748887 h 4449429"/>
              <a:gd name="connsiteX650-8125" fmla="*/ 2076037 w 18982931"/>
              <a:gd name="connsiteY650-8126" fmla="*/ 886047 h 4449429"/>
              <a:gd name="connsiteX651-8127" fmla="*/ 2112612 w 18982931"/>
              <a:gd name="connsiteY651-8128" fmla="*/ 886047 h 4449429"/>
              <a:gd name="connsiteX652-8129" fmla="*/ 2112612 w 18982931"/>
              <a:gd name="connsiteY652-8130" fmla="*/ 748887 h 4449429"/>
              <a:gd name="connsiteX653-8131" fmla="*/ 2076037 w 18982931"/>
              <a:gd name="connsiteY653-8132" fmla="*/ 748887 h 4449429"/>
              <a:gd name="connsiteX654-8133" fmla="*/ 2007635 w 18982931"/>
              <a:gd name="connsiteY654-8134" fmla="*/ 748887 h 4449429"/>
              <a:gd name="connsiteX655-8135" fmla="*/ 2007635 w 18982931"/>
              <a:gd name="connsiteY655-8136" fmla="*/ 886047 h 4449429"/>
              <a:gd name="connsiteX656-8137" fmla="*/ 2044211 w 18982931"/>
              <a:gd name="connsiteY656-8138" fmla="*/ 886047 h 4449429"/>
              <a:gd name="connsiteX657-8139" fmla="*/ 2044211 w 18982931"/>
              <a:gd name="connsiteY657-8140" fmla="*/ 748887 h 4449429"/>
              <a:gd name="connsiteX658-8141" fmla="*/ 2007635 w 18982931"/>
              <a:gd name="connsiteY658-8142" fmla="*/ 748887 h 4449429"/>
              <a:gd name="connsiteX659-8143" fmla="*/ 17088019 w 18982931"/>
              <a:gd name="connsiteY659-8144" fmla="*/ 737716 h 4449429"/>
              <a:gd name="connsiteX660-8145" fmla="*/ 17088019 w 18982931"/>
              <a:gd name="connsiteY660-8146" fmla="*/ 825107 h 4449429"/>
              <a:gd name="connsiteX661-8147" fmla="*/ 17124595 w 18982931"/>
              <a:gd name="connsiteY661-8148" fmla="*/ 825107 h 4449429"/>
              <a:gd name="connsiteX662-8149" fmla="*/ 17124595 w 18982931"/>
              <a:gd name="connsiteY662-8150" fmla="*/ 737716 h 4449429"/>
              <a:gd name="connsiteX663-8151" fmla="*/ 17088019 w 18982931"/>
              <a:gd name="connsiteY663-8152" fmla="*/ 737716 h 4449429"/>
              <a:gd name="connsiteX664-8153" fmla="*/ 17021803 w 18982931"/>
              <a:gd name="connsiteY664-8154" fmla="*/ 737716 h 4449429"/>
              <a:gd name="connsiteX665-8155" fmla="*/ 17021803 w 18982931"/>
              <a:gd name="connsiteY665-8156" fmla="*/ 825107 h 4449429"/>
              <a:gd name="connsiteX666-8157" fmla="*/ 17058379 w 18982931"/>
              <a:gd name="connsiteY666-8158" fmla="*/ 825107 h 4449429"/>
              <a:gd name="connsiteX667-8159" fmla="*/ 17058379 w 18982931"/>
              <a:gd name="connsiteY667-8160" fmla="*/ 737716 h 4449429"/>
              <a:gd name="connsiteX668-8161" fmla="*/ 17021803 w 18982931"/>
              <a:gd name="connsiteY668-8162" fmla="*/ 737716 h 4449429"/>
              <a:gd name="connsiteX669-8163" fmla="*/ 16955591 w 18982931"/>
              <a:gd name="connsiteY669-8164" fmla="*/ 737716 h 4449429"/>
              <a:gd name="connsiteX670-8165" fmla="*/ 16955591 w 18982931"/>
              <a:gd name="connsiteY670-8166" fmla="*/ 825107 h 4449429"/>
              <a:gd name="connsiteX671-8167" fmla="*/ 16992167 w 18982931"/>
              <a:gd name="connsiteY671-8168" fmla="*/ 825107 h 4449429"/>
              <a:gd name="connsiteX672-8169" fmla="*/ 16992167 w 18982931"/>
              <a:gd name="connsiteY672-8170" fmla="*/ 737716 h 4449429"/>
              <a:gd name="connsiteX673-8171" fmla="*/ 16955591 w 18982931"/>
              <a:gd name="connsiteY673-8172" fmla="*/ 737716 h 4449429"/>
              <a:gd name="connsiteX674-8173" fmla="*/ 16889375 w 18982931"/>
              <a:gd name="connsiteY674-8174" fmla="*/ 737716 h 4449429"/>
              <a:gd name="connsiteX675-8175" fmla="*/ 16889375 w 18982931"/>
              <a:gd name="connsiteY675-8176" fmla="*/ 825107 h 4449429"/>
              <a:gd name="connsiteX676-8177" fmla="*/ 16925951 w 18982931"/>
              <a:gd name="connsiteY676-8178" fmla="*/ 825107 h 4449429"/>
              <a:gd name="connsiteX677-8179" fmla="*/ 16925951 w 18982931"/>
              <a:gd name="connsiteY677-8180" fmla="*/ 737716 h 4449429"/>
              <a:gd name="connsiteX678-8181" fmla="*/ 16889375 w 18982931"/>
              <a:gd name="connsiteY678-8182" fmla="*/ 737716 h 4449429"/>
              <a:gd name="connsiteX679-8183" fmla="*/ 16823163 w 18982931"/>
              <a:gd name="connsiteY679-8184" fmla="*/ 737716 h 4449429"/>
              <a:gd name="connsiteX680-8185" fmla="*/ 16823163 w 18982931"/>
              <a:gd name="connsiteY680-8186" fmla="*/ 825107 h 4449429"/>
              <a:gd name="connsiteX681-8187" fmla="*/ 16859739 w 18982931"/>
              <a:gd name="connsiteY681-8188" fmla="*/ 825107 h 4449429"/>
              <a:gd name="connsiteX682-8189" fmla="*/ 16859739 w 18982931"/>
              <a:gd name="connsiteY682-8190" fmla="*/ 737716 h 4449429"/>
              <a:gd name="connsiteX683-8191" fmla="*/ 16823163 w 18982931"/>
              <a:gd name="connsiteY683-8192" fmla="*/ 737716 h 4449429"/>
              <a:gd name="connsiteX684-8193" fmla="*/ 16756948 w 18982931"/>
              <a:gd name="connsiteY684-8194" fmla="*/ 737716 h 4449429"/>
              <a:gd name="connsiteX685-8195" fmla="*/ 16756948 w 18982931"/>
              <a:gd name="connsiteY685-8196" fmla="*/ 825107 h 4449429"/>
              <a:gd name="connsiteX686-8197" fmla="*/ 16793523 w 18982931"/>
              <a:gd name="connsiteY686-8198" fmla="*/ 825107 h 4449429"/>
              <a:gd name="connsiteX687-8199" fmla="*/ 16793523 w 18982931"/>
              <a:gd name="connsiteY687-8200" fmla="*/ 737716 h 4449429"/>
              <a:gd name="connsiteX688-8201" fmla="*/ 16756948 w 18982931"/>
              <a:gd name="connsiteY688-8202" fmla="*/ 737716 h 4449429"/>
              <a:gd name="connsiteX689-8203" fmla="*/ 13739104 w 18982931"/>
              <a:gd name="connsiteY689-8204" fmla="*/ 0 h 4449429"/>
              <a:gd name="connsiteX690-8205" fmla="*/ 13842002 w 18982931"/>
              <a:gd name="connsiteY690-8206" fmla="*/ 0 h 4449429"/>
              <a:gd name="connsiteX691-8207" fmla="*/ 13883163 w 18982931"/>
              <a:gd name="connsiteY691-8208" fmla="*/ 428067 h 4449429"/>
              <a:gd name="connsiteX692-8209" fmla="*/ 13883163 w 18982931"/>
              <a:gd name="connsiteY692-8210" fmla="*/ 456882 h 4449429"/>
              <a:gd name="connsiteX693-8211" fmla="*/ 13907863 w 18982931"/>
              <a:gd name="connsiteY693-8212" fmla="*/ 954919 h 4449429"/>
              <a:gd name="connsiteX694-8213" fmla="*/ 13911978 w 18982931"/>
              <a:gd name="connsiteY694-8214" fmla="*/ 1679340 h 4449429"/>
              <a:gd name="connsiteX695-8215" fmla="*/ 13916091 w 18982931"/>
              <a:gd name="connsiteY695-8216" fmla="*/ 2058015 h 4449429"/>
              <a:gd name="connsiteX696-8217" fmla="*/ 13936673 w 18982931"/>
              <a:gd name="connsiteY696-8218" fmla="*/ 2086829 h 4449429"/>
              <a:gd name="connsiteX697-8219" fmla="*/ 13953138 w 18982931"/>
              <a:gd name="connsiteY697-8220" fmla="*/ 2058015 h 4449429"/>
              <a:gd name="connsiteX698-8221" fmla="*/ 13953138 w 18982931"/>
              <a:gd name="connsiteY698-8222" fmla="*/ 1955115 h 4449429"/>
              <a:gd name="connsiteX699-8223" fmla="*/ 13965483 w 18982931"/>
              <a:gd name="connsiteY699-8224" fmla="*/ 1922188 h 4449429"/>
              <a:gd name="connsiteX700-8225" fmla="*/ 13986066 w 18982931"/>
              <a:gd name="connsiteY700-8226" fmla="*/ 1876909 h 4449429"/>
              <a:gd name="connsiteX701-8227" fmla="*/ 13986066 w 18982931"/>
              <a:gd name="connsiteY701-8228" fmla="*/ 1625834 h 4449429"/>
              <a:gd name="connsiteX702-8229" fmla="*/ 14051922 w 18982931"/>
              <a:gd name="connsiteY702-8230" fmla="*/ 1617602 h 4449429"/>
              <a:gd name="connsiteX703-8231" fmla="*/ 14047992 w 18982931"/>
              <a:gd name="connsiteY703-8232" fmla="*/ 1005560 h 4449429"/>
              <a:gd name="connsiteX704-8233" fmla="*/ 14082534 w 18982931"/>
              <a:gd name="connsiteY704-8234" fmla="*/ 1005560 h 4449429"/>
              <a:gd name="connsiteX705-8235" fmla="*/ 14082534 w 18982931"/>
              <a:gd name="connsiteY705-8236" fmla="*/ 868400 h 4449429"/>
              <a:gd name="connsiteX706-8237" fmla="*/ 14047111 w 18982931"/>
              <a:gd name="connsiteY706-8238" fmla="*/ 868400 h 4449429"/>
              <a:gd name="connsiteX707-8239" fmla="*/ 14046442 w 18982931"/>
              <a:gd name="connsiteY707-8240" fmla="*/ 764191 h 4449429"/>
              <a:gd name="connsiteX708-8241" fmla="*/ 14187749 w 18982931"/>
              <a:gd name="connsiteY708-8242" fmla="*/ 436300 h 4449429"/>
              <a:gd name="connsiteX709-8243" fmla="*/ 14212445 w 18982931"/>
              <a:gd name="connsiteY709-8244" fmla="*/ 411603 h 4449429"/>
              <a:gd name="connsiteX710-8245" fmla="*/ 14410015 w 18982931"/>
              <a:gd name="connsiteY710-8246" fmla="*/ 444532 h 4449429"/>
              <a:gd name="connsiteX711-8247" fmla="*/ 14442947 w 18982931"/>
              <a:gd name="connsiteY711-8248" fmla="*/ 275776 h 4449429"/>
              <a:gd name="connsiteX712-8249" fmla="*/ 14479990 w 18982931"/>
              <a:gd name="connsiteY712-8250" fmla="*/ 246961 h 4449429"/>
              <a:gd name="connsiteX713-8251" fmla="*/ 14517032 w 18982931"/>
              <a:gd name="connsiteY713-8252" fmla="*/ 271658 h 4449429"/>
              <a:gd name="connsiteX714-8253" fmla="*/ 14574655 w 18982931"/>
              <a:gd name="connsiteY714-8254" fmla="*/ 522739 h 4449429"/>
              <a:gd name="connsiteX715-8255" fmla="*/ 14603469 w 18982931"/>
              <a:gd name="connsiteY715-8256" fmla="*/ 1123678 h 4449429"/>
              <a:gd name="connsiteX716-8257" fmla="*/ 14603469 w 18982931"/>
              <a:gd name="connsiteY716-8258" fmla="*/ 1617602 h 4449429"/>
              <a:gd name="connsiteX717-8259" fmla="*/ 14595237 w 18982931"/>
              <a:gd name="connsiteY717-8260" fmla="*/ 1683457 h 4449429"/>
              <a:gd name="connsiteX718-8261" fmla="*/ 14607589 w 18982931"/>
              <a:gd name="connsiteY718-8262" fmla="*/ 1753429 h 4449429"/>
              <a:gd name="connsiteX719-8263" fmla="*/ 14656976 w 18982931"/>
              <a:gd name="connsiteY719-8264" fmla="*/ 1753429 h 4449429"/>
              <a:gd name="connsiteX720-8265" fmla="*/ 14706369 w 18982931"/>
              <a:gd name="connsiteY720-8266" fmla="*/ 1568210 h 4449429"/>
              <a:gd name="connsiteX721-8267" fmla="*/ 14722833 w 18982931"/>
              <a:gd name="connsiteY721-8268" fmla="*/ 1568210 h 4449429"/>
              <a:gd name="connsiteX722-8269" fmla="*/ 14768111 w 18982931"/>
              <a:gd name="connsiteY722-8270" fmla="*/ 1753429 h 4449429"/>
              <a:gd name="connsiteX723-8271" fmla="*/ 14875128 w 18982931"/>
              <a:gd name="connsiteY723-8272" fmla="*/ 1753429 h 4449429"/>
              <a:gd name="connsiteX724-8273" fmla="*/ 14883360 w 18982931"/>
              <a:gd name="connsiteY724-8274" fmla="*/ 1827516 h 4449429"/>
              <a:gd name="connsiteX725-8275" fmla="*/ 14940984 w 18982931"/>
              <a:gd name="connsiteY725-8276" fmla="*/ 1827516 h 4449429"/>
              <a:gd name="connsiteX726-8277" fmla="*/ 15019191 w 18982931"/>
              <a:gd name="connsiteY726-8278" fmla="*/ 1625834 h 4449429"/>
              <a:gd name="connsiteX727-8279" fmla="*/ 15043883 w 18982931"/>
              <a:gd name="connsiteY727-8280" fmla="*/ 1090750 h 4449429"/>
              <a:gd name="connsiteX728-8281" fmla="*/ 15134436 w 18982931"/>
              <a:gd name="connsiteY728-8282" fmla="*/ 1000197 h 4449429"/>
              <a:gd name="connsiteX729-8283" fmla="*/ 15212643 w 18982931"/>
              <a:gd name="connsiteY729-8284" fmla="*/ 1078400 h 4449429"/>
              <a:gd name="connsiteX730-8285" fmla="*/ 15212643 w 18982931"/>
              <a:gd name="connsiteY730-8286" fmla="*/ 1152488 h 4449429"/>
              <a:gd name="connsiteX731-8287" fmla="*/ 15224993 w 18982931"/>
              <a:gd name="connsiteY731-8288" fmla="*/ 1119560 h 4449429"/>
              <a:gd name="connsiteX732-8289" fmla="*/ 15237338 w 18982931"/>
              <a:gd name="connsiteY732-8290" fmla="*/ 563899 h 4449429"/>
              <a:gd name="connsiteX733-8291" fmla="*/ 15290845 w 18982931"/>
              <a:gd name="connsiteY733-8292" fmla="*/ 382793 h 4449429"/>
              <a:gd name="connsiteX734-8293" fmla="*/ 15323772 w 18982931"/>
              <a:gd name="connsiteY734-8294" fmla="*/ 300473 h 4449429"/>
              <a:gd name="connsiteX735-8295" fmla="*/ 15364932 w 18982931"/>
              <a:gd name="connsiteY735-8296" fmla="*/ 259313 h 4449429"/>
              <a:gd name="connsiteX736-8297" fmla="*/ 15389634 w 18982931"/>
              <a:gd name="connsiteY736-8298" fmla="*/ 296354 h 4449429"/>
              <a:gd name="connsiteX737-8299" fmla="*/ 15401979 w 18982931"/>
              <a:gd name="connsiteY737-8300" fmla="*/ 411603 h 4449429"/>
              <a:gd name="connsiteX738-8301" fmla="*/ 15451371 w 18982931"/>
              <a:gd name="connsiteY738-8302" fmla="*/ 703843 h 4449429"/>
              <a:gd name="connsiteX739-8303" fmla="*/ 15455486 w 18982931"/>
              <a:gd name="connsiteY739-8304" fmla="*/ 1173070 h 4449429"/>
              <a:gd name="connsiteX740-8305" fmla="*/ 15455486 w 18982931"/>
              <a:gd name="connsiteY740-8306" fmla="*/ 1238927 h 4449429"/>
              <a:gd name="connsiteX741-8307" fmla="*/ 15727143 w 18982931"/>
              <a:gd name="connsiteY741-8308" fmla="*/ 1238927 h 4449429"/>
              <a:gd name="connsiteX742-8309" fmla="*/ 15727143 w 18982931"/>
              <a:gd name="connsiteY742-8310" fmla="*/ 1465306 h 4449429"/>
              <a:gd name="connsiteX743-8311" fmla="*/ 15772422 w 18982931"/>
              <a:gd name="connsiteY743-8312" fmla="*/ 1469425 h 4449429"/>
              <a:gd name="connsiteX744-8313" fmla="*/ 15850624 w 18982931"/>
              <a:gd name="connsiteY744-8314" fmla="*/ 1551745 h 4449429"/>
              <a:gd name="connsiteX745-8315" fmla="*/ 15850624 w 18982931"/>
              <a:gd name="connsiteY745-8316" fmla="*/ 2224712 h 4449429"/>
              <a:gd name="connsiteX746-8317" fmla="*/ 15923336 w 18982931"/>
              <a:gd name="connsiteY746-8318" fmla="*/ 2224712 h 4449429"/>
              <a:gd name="connsiteX747-8319" fmla="*/ 15924718 w 18982931"/>
              <a:gd name="connsiteY747-8320" fmla="*/ 2177381 h 4449429"/>
              <a:gd name="connsiteX748-8321" fmla="*/ 15982338 w 18982931"/>
              <a:gd name="connsiteY748-8322" fmla="*/ 2103294 h 4449429"/>
              <a:gd name="connsiteX749-8323" fmla="*/ 15986455 w 18982931"/>
              <a:gd name="connsiteY749-8324" fmla="*/ 2045669 h 4449429"/>
              <a:gd name="connsiteX750-8325" fmla="*/ 16002920 w 18982931"/>
              <a:gd name="connsiteY750-8326" fmla="*/ 2033319 h 4449429"/>
              <a:gd name="connsiteX751-8327" fmla="*/ 16015265 w 18982931"/>
              <a:gd name="connsiteY751-8328" fmla="*/ 2041550 h 4449429"/>
              <a:gd name="connsiteX752-8329" fmla="*/ 16056425 w 18982931"/>
              <a:gd name="connsiteY752-8330" fmla="*/ 2210310 h 4449429"/>
              <a:gd name="connsiteX753-8331" fmla="*/ 16056425 w 18982931"/>
              <a:gd name="connsiteY753-8332" fmla="*/ 2276166 h 4449429"/>
              <a:gd name="connsiteX754-8333" fmla="*/ 16077008 w 18982931"/>
              <a:gd name="connsiteY754-8334" fmla="*/ 2276166 h 4449429"/>
              <a:gd name="connsiteX755-8335" fmla="*/ 16097587 w 18982931"/>
              <a:gd name="connsiteY755-8336" fmla="*/ 1938652 h 4449429"/>
              <a:gd name="connsiteX756-8337" fmla="*/ 16122282 w 18982931"/>
              <a:gd name="connsiteY756-8338" fmla="*/ 1934533 h 4449429"/>
              <a:gd name="connsiteX757-8339" fmla="*/ 16155210 w 18982931"/>
              <a:gd name="connsiteY757-8340" fmla="*/ 1938652 h 4449429"/>
              <a:gd name="connsiteX758-8341" fmla="*/ 16155210 w 18982931"/>
              <a:gd name="connsiteY758-8342" fmla="*/ 2272048 h 4449429"/>
              <a:gd name="connsiteX759-8343" fmla="*/ 16175792 w 18982931"/>
              <a:gd name="connsiteY759-8344" fmla="*/ 2276166 h 4449429"/>
              <a:gd name="connsiteX760-8345" fmla="*/ 16192257 w 18982931"/>
              <a:gd name="connsiteY760-8346" fmla="*/ 2243238 h 4449429"/>
              <a:gd name="connsiteX761-8347" fmla="*/ 16192257 w 18982931"/>
              <a:gd name="connsiteY761-8348" fmla="*/ 1992158 h 4449429"/>
              <a:gd name="connsiteX762-8349" fmla="*/ 16192257 w 18982931"/>
              <a:gd name="connsiteY762-8350" fmla="*/ 1774011 h 4449429"/>
              <a:gd name="connsiteX763-8351" fmla="*/ 16488610 w 18982931"/>
              <a:gd name="connsiteY763-8352" fmla="*/ 1774011 h 4449429"/>
              <a:gd name="connsiteX764-8353" fmla="*/ 16538004 w 18982931"/>
              <a:gd name="connsiteY764-8354" fmla="*/ 1823403 h 4449429"/>
              <a:gd name="connsiteX765-8355" fmla="*/ 16538004 w 18982931"/>
              <a:gd name="connsiteY765-8356" fmla="*/ 2029205 h 4449429"/>
              <a:gd name="connsiteX766-8357" fmla="*/ 16550349 w 18982931"/>
              <a:gd name="connsiteY766-8358" fmla="*/ 2033319 h 4449429"/>
              <a:gd name="connsiteX767-8359" fmla="*/ 16566812 w 18982931"/>
              <a:gd name="connsiteY767-8360" fmla="*/ 1992158 h 4449429"/>
              <a:gd name="connsiteX768-8361" fmla="*/ 16570932 w 18982931"/>
              <a:gd name="connsiteY768-8362" fmla="*/ 1695804 h 4449429"/>
              <a:gd name="connsiteX769-8363" fmla="*/ 16566812 w 18982931"/>
              <a:gd name="connsiteY769-8364" fmla="*/ 773813 h 4449429"/>
              <a:gd name="connsiteX770-8365" fmla="*/ 16636788 w 18982931"/>
              <a:gd name="connsiteY770-8366" fmla="*/ 646219 h 4449429"/>
              <a:gd name="connsiteX771-8367" fmla="*/ 16723226 w 18982931"/>
              <a:gd name="connsiteY771-8368" fmla="*/ 514506 h 4449429"/>
              <a:gd name="connsiteX772-8369" fmla="*/ 16743805 w 18982931"/>
              <a:gd name="connsiteY772-8370" fmla="*/ 481577 h 4449429"/>
              <a:gd name="connsiteX773-8371" fmla="*/ 16817899 w 18982931"/>
              <a:gd name="connsiteY773-8372" fmla="*/ 329283 h 4449429"/>
              <a:gd name="connsiteX774-8373" fmla="*/ 16842595 w 18982931"/>
              <a:gd name="connsiteY774-8374" fmla="*/ 275776 h 4449429"/>
              <a:gd name="connsiteX775-8375" fmla="*/ 16859059 w 18982931"/>
              <a:gd name="connsiteY775-8376" fmla="*/ 279891 h 4449429"/>
              <a:gd name="connsiteX776-8377" fmla="*/ 16859059 w 18982931"/>
              <a:gd name="connsiteY776-8378" fmla="*/ 337515 h 4449429"/>
              <a:gd name="connsiteX777-8379" fmla="*/ 16867291 w 18982931"/>
              <a:gd name="connsiteY777-8380" fmla="*/ 382793 h 4449429"/>
              <a:gd name="connsiteX778-8381" fmla="*/ 16966075 w 18982931"/>
              <a:gd name="connsiteY778-8382" fmla="*/ 436300 h 4449429"/>
              <a:gd name="connsiteX779-8383" fmla="*/ 17031935 w 18982931"/>
              <a:gd name="connsiteY779-8384" fmla="*/ 526852 h 4449429"/>
              <a:gd name="connsiteX780-8385" fmla="*/ 17031935 w 18982931"/>
              <a:gd name="connsiteY780-8386" fmla="*/ 596826 h 4449429"/>
              <a:gd name="connsiteX781-8387" fmla="*/ 17060743 w 18982931"/>
              <a:gd name="connsiteY781-8388" fmla="*/ 600941 h 4449429"/>
              <a:gd name="connsiteX782-8389" fmla="*/ 17147183 w 18982931"/>
              <a:gd name="connsiteY782-8390" fmla="*/ 691493 h 4449429"/>
              <a:gd name="connsiteX783-8391" fmla="*/ 17147219 w 18982931"/>
              <a:gd name="connsiteY783-8392" fmla="*/ 704240 h 4449429"/>
              <a:gd name="connsiteX784-8393" fmla="*/ 17148515 w 18982931"/>
              <a:gd name="connsiteY784-8394" fmla="*/ 704240 h 4449429"/>
              <a:gd name="connsiteX785-8395" fmla="*/ 17148515 w 18982931"/>
              <a:gd name="connsiteY785-8396" fmla="*/ 880086 h 4449429"/>
              <a:gd name="connsiteX786-8397" fmla="*/ 17147731 w 18982931"/>
              <a:gd name="connsiteY786-8398" fmla="*/ 880086 h 4449429"/>
              <a:gd name="connsiteX787-8399" fmla="*/ 17151295 w 18982931"/>
              <a:gd name="connsiteY787-8400" fmla="*/ 2103294 h 4449429"/>
              <a:gd name="connsiteX788-8401" fmla="*/ 17151295 w 18982931"/>
              <a:gd name="connsiteY788-8402" fmla="*/ 2152686 h 4449429"/>
              <a:gd name="connsiteX789-8403" fmla="*/ 17225383 w 18982931"/>
              <a:gd name="connsiteY789-8404" fmla="*/ 2152686 h 4449429"/>
              <a:gd name="connsiteX790-8405" fmla="*/ 17225383 w 18982931"/>
              <a:gd name="connsiteY790-8406" fmla="*/ 1811053 h 4449429"/>
              <a:gd name="connsiteX791-8407" fmla="*/ 17307703 w 18982931"/>
              <a:gd name="connsiteY791-8408" fmla="*/ 1757546 h 4449429"/>
              <a:gd name="connsiteX792-8409" fmla="*/ 17307703 w 18982931"/>
              <a:gd name="connsiteY792-8410" fmla="*/ 1889260 h 4449429"/>
              <a:gd name="connsiteX793-8411" fmla="*/ 17336519 w 18982931"/>
              <a:gd name="connsiteY793-8412" fmla="*/ 1926302 h 4449429"/>
              <a:gd name="connsiteX794-8413" fmla="*/ 17381799 w 18982931"/>
              <a:gd name="connsiteY794-8414" fmla="*/ 1975695 h 4449429"/>
              <a:gd name="connsiteX795-8415" fmla="*/ 17381799 w 18982931"/>
              <a:gd name="connsiteY795-8416" fmla="*/ 2165031 h 4449429"/>
              <a:gd name="connsiteX796-8417" fmla="*/ 17562899 w 18982931"/>
              <a:gd name="connsiteY796-8418" fmla="*/ 2165031 h 4449429"/>
              <a:gd name="connsiteX797-8419" fmla="*/ 17562899 w 18982931"/>
              <a:gd name="connsiteY797-8420" fmla="*/ 2329673 h 4449429"/>
              <a:gd name="connsiteX798-8421" fmla="*/ 17575251 w 18982931"/>
              <a:gd name="connsiteY798-8422" fmla="*/ 2329673 h 4449429"/>
              <a:gd name="connsiteX799-8423" fmla="*/ 17575251 w 18982931"/>
              <a:gd name="connsiteY799-8424" fmla="*/ 2127989 h 4449429"/>
              <a:gd name="connsiteX800-8425" fmla="*/ 17591711 w 18982931"/>
              <a:gd name="connsiteY800-8426" fmla="*/ 1609370 h 4449429"/>
              <a:gd name="connsiteX801-8427" fmla="*/ 17604059 w 18982931"/>
              <a:gd name="connsiteY801-8428" fmla="*/ 1584673 h 4449429"/>
              <a:gd name="connsiteX802-8429" fmla="*/ 17711083 w 18982931"/>
              <a:gd name="connsiteY802-8430" fmla="*/ 1580555 h 4449429"/>
              <a:gd name="connsiteX803-8431" fmla="*/ 17735775 w 18982931"/>
              <a:gd name="connsiteY803-8432" fmla="*/ 1609370 h 4449429"/>
              <a:gd name="connsiteX804-8433" fmla="*/ 17772819 w 18982931"/>
              <a:gd name="connsiteY804-8434" fmla="*/ 1613483 h 4449429"/>
              <a:gd name="connsiteX805-8435" fmla="*/ 17768699 w 18982931"/>
              <a:gd name="connsiteY805-8436" fmla="*/ 1559977 h 4449429"/>
              <a:gd name="connsiteX806-8437" fmla="*/ 17772819 w 18982931"/>
              <a:gd name="connsiteY806-8438" fmla="*/ 1531163 h 4449429"/>
              <a:gd name="connsiteX807-8439" fmla="*/ 17797515 w 18982931"/>
              <a:gd name="connsiteY807-8440" fmla="*/ 1469425 h 4449429"/>
              <a:gd name="connsiteX808-8441" fmla="*/ 17797515 w 18982931"/>
              <a:gd name="connsiteY808-8442" fmla="*/ 1374754 h 4449429"/>
              <a:gd name="connsiteX809-8443" fmla="*/ 17813979 w 18982931"/>
              <a:gd name="connsiteY809-8444" fmla="*/ 1374754 h 4449429"/>
              <a:gd name="connsiteX810-8445" fmla="*/ 17834559 w 18982931"/>
              <a:gd name="connsiteY810-8446" fmla="*/ 1424146 h 4449429"/>
              <a:gd name="connsiteX811-8447" fmla="*/ 17912763 w 18982931"/>
              <a:gd name="connsiteY811-8448" fmla="*/ 1378872 h 4449429"/>
              <a:gd name="connsiteX812-8449" fmla="*/ 18069171 w 18982931"/>
              <a:gd name="connsiteY812-8450" fmla="*/ 1415914 h 4449429"/>
              <a:gd name="connsiteX813-8451" fmla="*/ 18069171 w 18982931"/>
              <a:gd name="connsiteY813-8452" fmla="*/ 1576442 h 4449429"/>
              <a:gd name="connsiteX814-8453" fmla="*/ 18237927 w 18982931"/>
              <a:gd name="connsiteY814-8454" fmla="*/ 1576442 h 4449429"/>
              <a:gd name="connsiteX815-8455" fmla="*/ 18237927 w 18982931"/>
              <a:gd name="connsiteY815-8456" fmla="*/ 1642297 h 4449429"/>
              <a:gd name="connsiteX816-8457" fmla="*/ 18270859 w 18982931"/>
              <a:gd name="connsiteY816-8458" fmla="*/ 1691690 h 4449429"/>
              <a:gd name="connsiteX817-8459" fmla="*/ 18270859 w 18982931"/>
              <a:gd name="connsiteY817-8460" fmla="*/ 1704036 h 4449429"/>
              <a:gd name="connsiteX818-8461" fmla="*/ 18274975 w 18982931"/>
              <a:gd name="connsiteY818-8462" fmla="*/ 1926302 h 4449429"/>
              <a:gd name="connsiteX819-8463" fmla="*/ 18279087 w 18982931"/>
              <a:gd name="connsiteY819-8464" fmla="*/ 1938652 h 4449429"/>
              <a:gd name="connsiteX820-8465" fmla="*/ 18320247 w 18982931"/>
              <a:gd name="connsiteY820-8466" fmla="*/ 1934533 h 4449429"/>
              <a:gd name="connsiteX821-8467" fmla="*/ 18320247 w 18982931"/>
              <a:gd name="connsiteY821-8468" fmla="*/ 1144256 h 4449429"/>
              <a:gd name="connsiteX822-8469" fmla="*/ 18303783 w 18982931"/>
              <a:gd name="connsiteY822-8470" fmla="*/ 1111328 h 4449429"/>
              <a:gd name="connsiteX823-8471" fmla="*/ 18287323 w 18982931"/>
              <a:gd name="connsiteY823-8472" fmla="*/ 1024893 h 4449429"/>
              <a:gd name="connsiteX824-8473" fmla="*/ 18336711 w 18982931"/>
              <a:gd name="connsiteY824-8474" fmla="*/ 1000197 h 4449429"/>
              <a:gd name="connsiteX825-8475" fmla="*/ 18361407 w 18982931"/>
              <a:gd name="connsiteY825-8476" fmla="*/ 996079 h 4449429"/>
              <a:gd name="connsiteX826-8477" fmla="*/ 18373759 w 18982931"/>
              <a:gd name="connsiteY826-8478" fmla="*/ 946687 h 4449429"/>
              <a:gd name="connsiteX827-8479" fmla="*/ 18534287 w 18982931"/>
              <a:gd name="connsiteY827-8480" fmla="*/ 946687 h 4449429"/>
              <a:gd name="connsiteX828-8481" fmla="*/ 18563095 w 18982931"/>
              <a:gd name="connsiteY828-8482" fmla="*/ 798510 h 4449429"/>
              <a:gd name="connsiteX829-8483" fmla="*/ 18731851 w 18982931"/>
              <a:gd name="connsiteY829-8484" fmla="*/ 806742 h 4449429"/>
              <a:gd name="connsiteX830-8485" fmla="*/ 18773011 w 18982931"/>
              <a:gd name="connsiteY830-8486" fmla="*/ 798510 h 4449429"/>
              <a:gd name="connsiteX831-8487" fmla="*/ 18822407 w 18982931"/>
              <a:gd name="connsiteY831-8488" fmla="*/ 893180 h 4449429"/>
              <a:gd name="connsiteX832-8489" fmla="*/ 18822407 w 18982931"/>
              <a:gd name="connsiteY832-8490" fmla="*/ 963151 h 4449429"/>
              <a:gd name="connsiteX833-8491" fmla="*/ 18982931 w 18982931"/>
              <a:gd name="connsiteY833-8492" fmla="*/ 983734 h 4449429"/>
              <a:gd name="connsiteX834-8493" fmla="*/ 18982931 w 18982931"/>
              <a:gd name="connsiteY834-8494" fmla="*/ 4449429 h 4449429"/>
              <a:gd name="connsiteX835-8495" fmla="*/ 11998023 w 18982931"/>
              <a:gd name="connsiteY835-8496" fmla="*/ 4449429 h 4449429"/>
              <a:gd name="connsiteX836-8497" fmla="*/ 11995198 w 18982931"/>
              <a:gd name="connsiteY836-8498" fmla="*/ 4429646 h 4449429"/>
              <a:gd name="connsiteX837-8499" fmla="*/ 11992726 w 18982931"/>
              <a:gd name="connsiteY837-8500" fmla="*/ 4449425 h 4449429"/>
              <a:gd name="connsiteX838-8501" fmla="*/ 8153658 w 18982931"/>
              <a:gd name="connsiteY838-8502" fmla="*/ 4449425 h 4449429"/>
              <a:gd name="connsiteX839-8503" fmla="*/ 8153658 w 18982931"/>
              <a:gd name="connsiteY839-8504" fmla="*/ 4449429 h 4449429"/>
              <a:gd name="connsiteX840-8505" fmla="*/ 6861227 w 18982931"/>
              <a:gd name="connsiteY840-8506" fmla="*/ 4449429 h 4449429"/>
              <a:gd name="connsiteX841-8507" fmla="*/ 6859697 w 18982931"/>
              <a:gd name="connsiteY841-8508" fmla="*/ 4432598 h 4449429"/>
              <a:gd name="connsiteX842-8509" fmla="*/ 6858292 w 18982931"/>
              <a:gd name="connsiteY842-8510" fmla="*/ 4449425 h 4449429"/>
              <a:gd name="connsiteX843-8511" fmla="*/ 7922 w 18982931"/>
              <a:gd name="connsiteY843-8512" fmla="*/ 4440866 h 4449429"/>
              <a:gd name="connsiteX844-8513" fmla="*/ 0 w 18982931"/>
              <a:gd name="connsiteY844-8514" fmla="*/ 1181446 h 4449429"/>
              <a:gd name="connsiteX845-8515" fmla="*/ 169756 w 18982931"/>
              <a:gd name="connsiteY845-8516" fmla="*/ 979616 h 4449429"/>
              <a:gd name="connsiteX846-8517" fmla="*/ 301466 w 18982931"/>
              <a:gd name="connsiteY846-8518" fmla="*/ 971384 h 4449429"/>
              <a:gd name="connsiteX847-8519" fmla="*/ 301466 w 18982931"/>
              <a:gd name="connsiteY847-8520" fmla="*/ 909640 h 4449429"/>
              <a:gd name="connsiteX848-8521" fmla="*/ 346746 w 18982931"/>
              <a:gd name="connsiteY848-8522" fmla="*/ 810855 h 4449429"/>
              <a:gd name="connsiteX849-8523" fmla="*/ 571541 w 18982931"/>
              <a:gd name="connsiteY849-8524" fmla="*/ 799909 h 4449429"/>
              <a:gd name="connsiteX850-8525" fmla="*/ 581356 w 18982931"/>
              <a:gd name="connsiteY850-8526" fmla="*/ 963151 h 4449429"/>
              <a:gd name="connsiteX851-8527" fmla="*/ 737766 w 18982931"/>
              <a:gd name="connsiteY851-8528" fmla="*/ 963151 h 4449429"/>
              <a:gd name="connsiteX852-8529" fmla="*/ 750116 w 18982931"/>
              <a:gd name="connsiteY852-8530" fmla="*/ 1012543 h 4449429"/>
              <a:gd name="connsiteX853-8531" fmla="*/ 778926 w 18982931"/>
              <a:gd name="connsiteY853-8532" fmla="*/ 1016657 h 4449429"/>
              <a:gd name="connsiteX854-8533" fmla="*/ 820087 w 18982931"/>
              <a:gd name="connsiteY854-8534" fmla="*/ 1041353 h 4449429"/>
              <a:gd name="connsiteX855-8535" fmla="*/ 820087 w 18982931"/>
              <a:gd name="connsiteY855-8536" fmla="*/ 1119560 h 4449429"/>
              <a:gd name="connsiteX856-8537" fmla="*/ 791276 w 18982931"/>
              <a:gd name="connsiteY856-8538" fmla="*/ 1193648 h 4449429"/>
              <a:gd name="connsiteX857-8539" fmla="*/ 791276 w 18982931"/>
              <a:gd name="connsiteY857-8540" fmla="*/ 1580555 h 4449429"/>
              <a:gd name="connsiteX858-8541" fmla="*/ 791276 w 18982931"/>
              <a:gd name="connsiteY858-8542" fmla="*/ 1955112 h 4449429"/>
              <a:gd name="connsiteX859-8543" fmla="*/ 840669 w 18982931"/>
              <a:gd name="connsiteY859-8544" fmla="*/ 1950998 h 4449429"/>
              <a:gd name="connsiteX860-8545" fmla="*/ 844783 w 18982931"/>
              <a:gd name="connsiteY860-8546" fmla="*/ 1720500 h 4449429"/>
              <a:gd name="connsiteX861-8547" fmla="*/ 873596 w 18982931"/>
              <a:gd name="connsiteY861-8548" fmla="*/ 1597020 h 4449429"/>
              <a:gd name="connsiteX862-8549" fmla="*/ 906526 w 18982931"/>
              <a:gd name="connsiteY862-8550" fmla="*/ 1584670 h 4449429"/>
              <a:gd name="connsiteX863-8551" fmla="*/ 1034120 w 18982931"/>
              <a:gd name="connsiteY863-8552" fmla="*/ 1584670 h 4449429"/>
              <a:gd name="connsiteX864-8553" fmla="*/ 1034120 w 18982931"/>
              <a:gd name="connsiteY864-8554" fmla="*/ 1420028 h 4449429"/>
              <a:gd name="connsiteX865-8555" fmla="*/ 1190528 w 18982931"/>
              <a:gd name="connsiteY865-8556" fmla="*/ 1378868 h 4449429"/>
              <a:gd name="connsiteX866-8557" fmla="*/ 1211112 w 18982931"/>
              <a:gd name="connsiteY866-8558" fmla="*/ 1424146 h 4449429"/>
              <a:gd name="connsiteX867-8559" fmla="*/ 1260505 w 18982931"/>
              <a:gd name="connsiteY867-8560" fmla="*/ 1424146 h 4449429"/>
              <a:gd name="connsiteX868-8561" fmla="*/ 1276969 w 18982931"/>
              <a:gd name="connsiteY868-8562" fmla="*/ 1387099 h 4449429"/>
              <a:gd name="connsiteX869-8563" fmla="*/ 1289312 w 18982931"/>
              <a:gd name="connsiteY869-8564" fmla="*/ 1395331 h 4449429"/>
              <a:gd name="connsiteX870-8565" fmla="*/ 1322242 w 18982931"/>
              <a:gd name="connsiteY870-8566" fmla="*/ 1559973 h 4449429"/>
              <a:gd name="connsiteX871-8567" fmla="*/ 1318126 w 18982931"/>
              <a:gd name="connsiteY871-8568" fmla="*/ 1576437 h 4449429"/>
              <a:gd name="connsiteX872-8569" fmla="*/ 1326360 w 18982931"/>
              <a:gd name="connsiteY872-8570" fmla="*/ 1621715 h 4449429"/>
              <a:gd name="connsiteX873-8571" fmla="*/ 1359290 w 18982931"/>
              <a:gd name="connsiteY873-8572" fmla="*/ 1597020 h 4449429"/>
              <a:gd name="connsiteX874-8573" fmla="*/ 1375751 w 18982931"/>
              <a:gd name="connsiteY874-8574" fmla="*/ 1588787 h 4449429"/>
              <a:gd name="connsiteX875-8575" fmla="*/ 1486884 w 18982931"/>
              <a:gd name="connsiteY875-8576" fmla="*/ 1588787 h 4449429"/>
              <a:gd name="connsiteX876-8577" fmla="*/ 1507466 w 18982931"/>
              <a:gd name="connsiteY876-8578" fmla="*/ 2337905 h 4449429"/>
              <a:gd name="connsiteX877-8579" fmla="*/ 1523929 w 18982931"/>
              <a:gd name="connsiteY877-8580" fmla="*/ 2337905 h 4449429"/>
              <a:gd name="connsiteX878-8581" fmla="*/ 1523929 w 18982931"/>
              <a:gd name="connsiteY878-8582" fmla="*/ 2169146 h 4449429"/>
              <a:gd name="connsiteX879-8583" fmla="*/ 1692685 w 18982931"/>
              <a:gd name="connsiteY879-8584" fmla="*/ 2169146 h 4449429"/>
              <a:gd name="connsiteX880-8585" fmla="*/ 1692685 w 18982931"/>
              <a:gd name="connsiteY880-8586" fmla="*/ 2020968 h 4449429"/>
              <a:gd name="connsiteX881-8587" fmla="*/ 1766772 w 18982931"/>
              <a:gd name="connsiteY881-8588" fmla="*/ 1922183 h 4449429"/>
              <a:gd name="connsiteX882-8589" fmla="*/ 1766772 w 18982931"/>
              <a:gd name="connsiteY882-8590" fmla="*/ 1757542 h 4449429"/>
              <a:gd name="connsiteX883-8591" fmla="*/ 1849095 w 18982931"/>
              <a:gd name="connsiteY883-8592" fmla="*/ 1757542 h 4449429"/>
              <a:gd name="connsiteX884-8593" fmla="*/ 1849095 w 18982931"/>
              <a:gd name="connsiteY884-8594" fmla="*/ 2156799 h 4449429"/>
              <a:gd name="connsiteX885-8595" fmla="*/ 1919070 w 18982931"/>
              <a:gd name="connsiteY885-8596" fmla="*/ 2156799 h 4449429"/>
              <a:gd name="connsiteX886-8597" fmla="*/ 1919070 w 18982931"/>
              <a:gd name="connsiteY886-8598" fmla="*/ 1864559 h 4449429"/>
              <a:gd name="connsiteX887-8599" fmla="*/ 1919070 w 18982931"/>
              <a:gd name="connsiteY887-8600" fmla="*/ 695608 h 4449429"/>
              <a:gd name="connsiteX888-8601" fmla="*/ 2005504 w 18982931"/>
              <a:gd name="connsiteY888-8602" fmla="*/ 609173 h 4449429"/>
              <a:gd name="connsiteX889-8603" fmla="*/ 2026085 w 18982931"/>
              <a:gd name="connsiteY889-8604" fmla="*/ 605054 h 4449429"/>
              <a:gd name="connsiteX890-8605" fmla="*/ 2100174 w 18982931"/>
              <a:gd name="connsiteY890-8606" fmla="*/ 448645 h 4449429"/>
              <a:gd name="connsiteX891-8607" fmla="*/ 2137215 w 18982931"/>
              <a:gd name="connsiteY891-8608" fmla="*/ 407485 h 4449429"/>
              <a:gd name="connsiteX892-8609" fmla="*/ 2194840 w 18982931"/>
              <a:gd name="connsiteY892-8610" fmla="*/ 337515 h 4449429"/>
              <a:gd name="connsiteX893-8611" fmla="*/ 2198958 w 18982931"/>
              <a:gd name="connsiteY893-8612" fmla="*/ 292236 h 4449429"/>
              <a:gd name="connsiteX894-8613" fmla="*/ 2240121 w 18982931"/>
              <a:gd name="connsiteY894-8614" fmla="*/ 358093 h 4449429"/>
              <a:gd name="connsiteX895-8615" fmla="*/ 2273047 w 18982931"/>
              <a:gd name="connsiteY895-8616" fmla="*/ 444532 h 4449429"/>
              <a:gd name="connsiteX896-8617" fmla="*/ 2330670 w 18982931"/>
              <a:gd name="connsiteY896-8618" fmla="*/ 563894 h 4449429"/>
              <a:gd name="connsiteX897-8619" fmla="*/ 2351248 w 18982931"/>
              <a:gd name="connsiteY897-8620" fmla="*/ 613286 h 4449429"/>
              <a:gd name="connsiteX898-8621" fmla="*/ 2429455 w 18982931"/>
              <a:gd name="connsiteY898-8622" fmla="*/ 675029 h 4449429"/>
              <a:gd name="connsiteX899-8623" fmla="*/ 2470614 w 18982931"/>
              <a:gd name="connsiteY899-8624" fmla="*/ 757350 h 4449429"/>
              <a:gd name="connsiteX900-8625" fmla="*/ 2470614 w 18982931"/>
              <a:gd name="connsiteY900-8626" fmla="*/ 1086631 h 4449429"/>
              <a:gd name="connsiteX901-8627" fmla="*/ 2470614 w 18982931"/>
              <a:gd name="connsiteY901-8628" fmla="*/ 2008622 h 4449429"/>
              <a:gd name="connsiteX902-8629" fmla="*/ 2487080 w 18982931"/>
              <a:gd name="connsiteY902-8630" fmla="*/ 2053897 h 4449429"/>
              <a:gd name="connsiteX903-8631" fmla="*/ 2499426 w 18982931"/>
              <a:gd name="connsiteY903-8632" fmla="*/ 1897488 h 4449429"/>
              <a:gd name="connsiteX904-8633" fmla="*/ 2602322 w 18982931"/>
              <a:gd name="connsiteY904-8634" fmla="*/ 1798703 h 4449429"/>
              <a:gd name="connsiteX905-8635" fmla="*/ 2836935 w 18982931"/>
              <a:gd name="connsiteY905-8636" fmla="*/ 1798703 h 4449429"/>
              <a:gd name="connsiteX906-8637" fmla="*/ 2836935 w 18982931"/>
              <a:gd name="connsiteY906-8638" fmla="*/ 1860446 h 4449429"/>
              <a:gd name="connsiteX907-8639" fmla="*/ 2836935 w 18982931"/>
              <a:gd name="connsiteY907-8640" fmla="*/ 2263816 h 4449429"/>
              <a:gd name="connsiteX908-8641" fmla="*/ 2845169 w 18982931"/>
              <a:gd name="connsiteY908-8642" fmla="*/ 2304976 h 4449429"/>
              <a:gd name="connsiteX909-8643" fmla="*/ 2861629 w 18982931"/>
              <a:gd name="connsiteY909-8644" fmla="*/ 2300858 h 4449429"/>
              <a:gd name="connsiteX910-8645" fmla="*/ 2861629 w 18982931"/>
              <a:gd name="connsiteY910-8646" fmla="*/ 2247351 h 4449429"/>
              <a:gd name="connsiteX911-8647" fmla="*/ 2869861 w 18982931"/>
              <a:gd name="connsiteY911-8648" fmla="*/ 1996272 h 4449429"/>
              <a:gd name="connsiteX912-8649" fmla="*/ 2923374 w 18982931"/>
              <a:gd name="connsiteY912-8650" fmla="*/ 1967462 h 4449429"/>
              <a:gd name="connsiteX913-8651" fmla="*/ 2939836 w 18982931"/>
              <a:gd name="connsiteY913-8652" fmla="*/ 2300858 h 4449429"/>
              <a:gd name="connsiteX914-8653" fmla="*/ 2956300 w 18982931"/>
              <a:gd name="connsiteY914-8654" fmla="*/ 2300858 h 4449429"/>
              <a:gd name="connsiteX915-8655" fmla="*/ 2989230 w 18982931"/>
              <a:gd name="connsiteY915-8656" fmla="*/ 2111521 h 4449429"/>
              <a:gd name="connsiteX916-8657" fmla="*/ 3018038 w 18982931"/>
              <a:gd name="connsiteY916-8658" fmla="*/ 2058015 h 4449429"/>
              <a:gd name="connsiteX917-8659" fmla="*/ 3034502 w 18982931"/>
              <a:gd name="connsiteY917-8660" fmla="*/ 2123871 h 4449429"/>
              <a:gd name="connsiteX918-8661" fmla="*/ 3038620 w 18982931"/>
              <a:gd name="connsiteY918-8662" fmla="*/ 2132104 h 4449429"/>
              <a:gd name="connsiteX919-8663" fmla="*/ 3088018 w 18982931"/>
              <a:gd name="connsiteY919-8664" fmla="*/ 2140336 h 4449429"/>
              <a:gd name="connsiteX920-8665" fmla="*/ 3095320 w 18982931"/>
              <a:gd name="connsiteY920-8666" fmla="*/ 2275334 h 4449429"/>
              <a:gd name="connsiteX921-8667" fmla="*/ 3162101 w 18982931"/>
              <a:gd name="connsiteY921-8668" fmla="*/ 2275334 h 4449429"/>
              <a:gd name="connsiteX922-8669" fmla="*/ 3162101 w 18982931"/>
              <a:gd name="connsiteY922-8670" fmla="*/ 1580555 h 4449429"/>
              <a:gd name="connsiteX923-8671" fmla="*/ 3162101 w 18982931"/>
              <a:gd name="connsiteY923-8672" fmla="*/ 1531163 h 4449429"/>
              <a:gd name="connsiteX924-8673" fmla="*/ 3199146 w 18982931"/>
              <a:gd name="connsiteY924-8674" fmla="*/ 1498235 h 4449429"/>
              <a:gd name="connsiteX925-8675" fmla="*/ 3281469 w 18982931"/>
              <a:gd name="connsiteY925-8676" fmla="*/ 1498235 h 4449429"/>
              <a:gd name="connsiteX926-8677" fmla="*/ 3281469 w 18982931"/>
              <a:gd name="connsiteY926-8678" fmla="*/ 1325362 h 4449429"/>
              <a:gd name="connsiteX927-8679" fmla="*/ 3343207 w 18982931"/>
              <a:gd name="connsiteY927-8680" fmla="*/ 1263619 h 4449429"/>
              <a:gd name="connsiteX928-8681" fmla="*/ 3544891 w 18982931"/>
              <a:gd name="connsiteY928-8682" fmla="*/ 1263619 h 4449429"/>
              <a:gd name="connsiteX929-8683" fmla="*/ 3544891 w 18982931"/>
              <a:gd name="connsiteY929-8684" fmla="*/ 712071 h 4449429"/>
              <a:gd name="connsiteX930-8685" fmla="*/ 3561357 w 18982931"/>
              <a:gd name="connsiteY930-8686" fmla="*/ 555662 h 4449429"/>
              <a:gd name="connsiteX931-8687" fmla="*/ 3606633 w 18982931"/>
              <a:gd name="connsiteY931-8688" fmla="*/ 316933 h 4449429"/>
              <a:gd name="connsiteX932-8689" fmla="*/ 3614865 w 18982931"/>
              <a:gd name="connsiteY932-8690" fmla="*/ 279891 h 4449429"/>
              <a:gd name="connsiteX933-8691" fmla="*/ 3676603 w 18982931"/>
              <a:gd name="connsiteY933-8692" fmla="*/ 341628 h 4449429"/>
              <a:gd name="connsiteX934-8693" fmla="*/ 3684835 w 18982931"/>
              <a:gd name="connsiteY934-8694" fmla="*/ 386907 h 4449429"/>
              <a:gd name="connsiteX935-8695" fmla="*/ 3742460 w 18982931"/>
              <a:gd name="connsiteY935-8696" fmla="*/ 481574 h 4449429"/>
              <a:gd name="connsiteX936-8697" fmla="*/ 3763042 w 18982931"/>
              <a:gd name="connsiteY936-8698" fmla="*/ 703838 h 4449429"/>
              <a:gd name="connsiteX937-8699" fmla="*/ 3763042 w 18982931"/>
              <a:gd name="connsiteY937-8700" fmla="*/ 1144256 h 4449429"/>
              <a:gd name="connsiteX938-8701" fmla="*/ 3771275 w 18982931"/>
              <a:gd name="connsiteY938-8702" fmla="*/ 1181298 h 4449429"/>
              <a:gd name="connsiteX939-8703" fmla="*/ 3775390 w 18982931"/>
              <a:gd name="connsiteY939-8704" fmla="*/ 1115443 h 4449429"/>
              <a:gd name="connsiteX940-8705" fmla="*/ 3923568 w 18982931"/>
              <a:gd name="connsiteY940-8706" fmla="*/ 996079 h 4449429"/>
              <a:gd name="connsiteX941-8707" fmla="*/ 3940029 w 18982931"/>
              <a:gd name="connsiteY941-8708" fmla="*/ 1020776 h 4449429"/>
              <a:gd name="connsiteX942-8709" fmla="*/ 3960611 w 18982931"/>
              <a:gd name="connsiteY942-8710" fmla="*/ 1321244 h 4449429"/>
              <a:gd name="connsiteX943-8711" fmla="*/ 3960611 w 18982931"/>
              <a:gd name="connsiteY943-8712" fmla="*/ 1584670 h 4449429"/>
              <a:gd name="connsiteX944-8713" fmla="*/ 3977076 w 18982931"/>
              <a:gd name="connsiteY944-8714" fmla="*/ 1625830 h 4449429"/>
              <a:gd name="connsiteX945-8715" fmla="*/ 4010007 w 18982931"/>
              <a:gd name="connsiteY945-8716" fmla="*/ 1666990 h 4449429"/>
              <a:gd name="connsiteX946-8717" fmla="*/ 4055279 w 18982931"/>
              <a:gd name="connsiteY946-8718" fmla="*/ 1819286 h 4449429"/>
              <a:gd name="connsiteX947-8719" fmla="*/ 4104670 w 18982931"/>
              <a:gd name="connsiteY947-8720" fmla="*/ 1819286 h 4449429"/>
              <a:gd name="connsiteX948-8721" fmla="*/ 4108788 w 18982931"/>
              <a:gd name="connsiteY948-8722" fmla="*/ 1741079 h 4449429"/>
              <a:gd name="connsiteX949-8723" fmla="*/ 4211689 w 18982931"/>
              <a:gd name="connsiteY949-8724" fmla="*/ 1741079 h 4449429"/>
              <a:gd name="connsiteX950-8725" fmla="*/ 4252847 w 18982931"/>
              <a:gd name="connsiteY950-8726" fmla="*/ 1559973 h 4449429"/>
              <a:gd name="connsiteX951-8727" fmla="*/ 4265197 w 18982931"/>
              <a:gd name="connsiteY951-8728" fmla="*/ 1559973 h 4449429"/>
              <a:gd name="connsiteX952-8729" fmla="*/ 4277546 w 18982931"/>
              <a:gd name="connsiteY952-8730" fmla="*/ 1592900 h 4449429"/>
              <a:gd name="connsiteX953-8731" fmla="*/ 4302239 w 18982931"/>
              <a:gd name="connsiteY953-8732" fmla="*/ 1708150 h 4449429"/>
              <a:gd name="connsiteX954-8733" fmla="*/ 4368100 w 18982931"/>
              <a:gd name="connsiteY954-8734" fmla="*/ 1741079 h 4449429"/>
              <a:gd name="connsiteX955-8735" fmla="*/ 4363984 w 18982931"/>
              <a:gd name="connsiteY955-8736" fmla="*/ 1634062 h 4449429"/>
              <a:gd name="connsiteX956-8737" fmla="*/ 4372218 w 18982931"/>
              <a:gd name="connsiteY956-8738" fmla="*/ 839670 h 4449429"/>
              <a:gd name="connsiteX957-8739" fmla="*/ 4442184 w 18982931"/>
              <a:gd name="connsiteY957-8740" fmla="*/ 279891 h 4449429"/>
              <a:gd name="connsiteX958-8741" fmla="*/ 4479230 w 18982931"/>
              <a:gd name="connsiteY958-8742" fmla="*/ 234611 h 4449429"/>
              <a:gd name="connsiteX959-8743" fmla="*/ 4520394 w 18982931"/>
              <a:gd name="connsiteY959-8744" fmla="*/ 284004 h 4449429"/>
              <a:gd name="connsiteX960-8745" fmla="*/ 4549200 w 18982931"/>
              <a:gd name="connsiteY960-8746" fmla="*/ 440413 h 4449429"/>
              <a:gd name="connsiteX961-8747" fmla="*/ 4680914 w 18982931"/>
              <a:gd name="connsiteY961-8748" fmla="*/ 395140 h 4449429"/>
              <a:gd name="connsiteX962-8749" fmla="*/ 4759121 w 18982931"/>
              <a:gd name="connsiteY962-8750" fmla="*/ 460995 h 4449429"/>
              <a:gd name="connsiteX963-8751" fmla="*/ 4771466 w 18982931"/>
              <a:gd name="connsiteY963-8752" fmla="*/ 493924 h 4449429"/>
              <a:gd name="connsiteX964-8753" fmla="*/ 4888657 w 18982931"/>
              <a:gd name="connsiteY964-8754" fmla="*/ 747622 h 4449429"/>
              <a:gd name="connsiteX965-8755" fmla="*/ 4888893 w 18982931"/>
              <a:gd name="connsiteY965-8756" fmla="*/ 807315 h 4449429"/>
              <a:gd name="connsiteX966-8757" fmla="*/ 4856617 w 18982931"/>
              <a:gd name="connsiteY966-8758" fmla="*/ 807315 h 4449429"/>
              <a:gd name="connsiteX967-8759" fmla="*/ 4856617 w 18982931"/>
              <a:gd name="connsiteY967-8760" fmla="*/ 944475 h 4449429"/>
              <a:gd name="connsiteX968-8761" fmla="*/ 4888332 w 18982931"/>
              <a:gd name="connsiteY968-8762" fmla="*/ 944475 h 4449429"/>
              <a:gd name="connsiteX969-8763" fmla="*/ 4888325 w 18982931"/>
              <a:gd name="connsiteY969-8764" fmla="*/ 945600 h 4449429"/>
              <a:gd name="connsiteX970-8765" fmla="*/ 4890835 w 18982931"/>
              <a:gd name="connsiteY970-8766" fmla="*/ 1609365 h 4449429"/>
              <a:gd name="connsiteX971-8767" fmla="*/ 4952574 w 18982931"/>
              <a:gd name="connsiteY971-8768" fmla="*/ 1617597 h 4449429"/>
              <a:gd name="connsiteX972-8769" fmla="*/ 4952574 w 18982931"/>
              <a:gd name="connsiteY972-8770" fmla="*/ 1868678 h 4449429"/>
              <a:gd name="connsiteX973-8771" fmla="*/ 4956691 w 18982931"/>
              <a:gd name="connsiteY973-8772" fmla="*/ 1905720 h 4449429"/>
              <a:gd name="connsiteX974-8773" fmla="*/ 4981387 w 18982931"/>
              <a:gd name="connsiteY974-8774" fmla="*/ 1967462 h 4449429"/>
              <a:gd name="connsiteX975-8775" fmla="*/ 4981387 w 18982931"/>
              <a:gd name="connsiteY975-8776" fmla="*/ 2058015 h 4449429"/>
              <a:gd name="connsiteX976-8777" fmla="*/ 5001966 w 18982931"/>
              <a:gd name="connsiteY976-8778" fmla="*/ 2086824 h 4449429"/>
              <a:gd name="connsiteX977-8779" fmla="*/ 5018429 w 18982931"/>
              <a:gd name="connsiteY977-8780" fmla="*/ 2078592 h 4449429"/>
              <a:gd name="connsiteX978-8781" fmla="*/ 5018429 w 18982931"/>
              <a:gd name="connsiteY978-8782" fmla="*/ 1881023 h 4449429"/>
              <a:gd name="connsiteX979-8783" fmla="*/ 5018429 w 18982931"/>
              <a:gd name="connsiteY979-8784" fmla="*/ 1366522 h 4449429"/>
              <a:gd name="connsiteX980-8785" fmla="*/ 5034894 w 18982931"/>
              <a:gd name="connsiteY980-8786" fmla="*/ 864367 h 4449429"/>
              <a:gd name="connsiteX981-8787" fmla="*/ 5067821 w 18982931"/>
              <a:gd name="connsiteY981-8788" fmla="*/ 197569 h 4449429"/>
              <a:gd name="connsiteX982-8789" fmla="*/ 5080173 w 18982931"/>
              <a:gd name="connsiteY982-8790" fmla="*/ 102899 h 4449429"/>
              <a:gd name="connsiteX983-8791" fmla="*/ 5216000 w 18982931"/>
              <a:gd name="connsiteY983-8792" fmla="*/ 37042 h 4449429"/>
              <a:gd name="connsiteX984-8793" fmla="*/ 5248927 w 18982931"/>
              <a:gd name="connsiteY984-8794" fmla="*/ 69972 h 4449429"/>
              <a:gd name="connsiteX985-8795" fmla="*/ 5372409 w 18982931"/>
              <a:gd name="connsiteY985-8796" fmla="*/ 69972 h 4449429"/>
              <a:gd name="connsiteX986-8797" fmla="*/ 5434151 w 18982931"/>
              <a:gd name="connsiteY986-8798" fmla="*/ 131714 h 4449429"/>
              <a:gd name="connsiteX987-8799" fmla="*/ 5434151 w 18982931"/>
              <a:gd name="connsiteY987-8800" fmla="*/ 382788 h 4449429"/>
              <a:gd name="connsiteX988-8801" fmla="*/ 5434151 w 18982931"/>
              <a:gd name="connsiteY988-8802" fmla="*/ 683261 h 4449429"/>
              <a:gd name="connsiteX989-8803" fmla="*/ 5545282 w 18982931"/>
              <a:gd name="connsiteY989-8804" fmla="*/ 687375 h 4449429"/>
              <a:gd name="connsiteX990-8805" fmla="*/ 5545282 w 18982931"/>
              <a:gd name="connsiteY990-8806" fmla="*/ 1045471 h 4449429"/>
              <a:gd name="connsiteX991-8807" fmla="*/ 5676994 w 18982931"/>
              <a:gd name="connsiteY991-8808" fmla="*/ 1045471 h 4449429"/>
              <a:gd name="connsiteX992-8809" fmla="*/ 5685227 w 18982931"/>
              <a:gd name="connsiteY992-8810" fmla="*/ 1103096 h 4449429"/>
              <a:gd name="connsiteX993-8811" fmla="*/ 5759314 w 18982931"/>
              <a:gd name="connsiteY993-8812" fmla="*/ 1193648 h 4449429"/>
              <a:gd name="connsiteX994-8813" fmla="*/ 5759314 w 18982931"/>
              <a:gd name="connsiteY994-8814" fmla="*/ 1395331 h 4449429"/>
              <a:gd name="connsiteX995-8815" fmla="*/ 5825171 w 18982931"/>
              <a:gd name="connsiteY995-8816" fmla="*/ 1395331 h 4449429"/>
              <a:gd name="connsiteX996-8817" fmla="*/ 5903378 w 18982931"/>
              <a:gd name="connsiteY996-8818" fmla="*/ 1477653 h 4449429"/>
              <a:gd name="connsiteX997-8819" fmla="*/ 5903378 w 18982931"/>
              <a:gd name="connsiteY997-8820" fmla="*/ 1918070 h 4449429"/>
              <a:gd name="connsiteX998-8821" fmla="*/ 5936306 w 18982931"/>
              <a:gd name="connsiteY998-8822" fmla="*/ 1975695 h 4449429"/>
              <a:gd name="connsiteX999-8823" fmla="*/ 5965115 w 18982931"/>
              <a:gd name="connsiteY999-8824" fmla="*/ 1275969 h 4449429"/>
              <a:gd name="connsiteX1000-8825" fmla="*/ 5969235 w 18982931"/>
              <a:gd name="connsiteY1000-8826" fmla="*/ 1238922 h 4449429"/>
              <a:gd name="connsiteX1001-8827" fmla="*/ 6166804 w 18982931"/>
              <a:gd name="connsiteY1001-8828" fmla="*/ 1238922 h 4449429"/>
              <a:gd name="connsiteX1002-8829" fmla="*/ 6216196 w 18982931"/>
              <a:gd name="connsiteY1002-8830" fmla="*/ 1288315 h 4449429"/>
              <a:gd name="connsiteX1003-8831" fmla="*/ 6236774 w 18982931"/>
              <a:gd name="connsiteY1003-8832" fmla="*/ 1428261 h 4449429"/>
              <a:gd name="connsiteX1004-8833" fmla="*/ 6273821 w 18982931"/>
              <a:gd name="connsiteY1004-8834" fmla="*/ 1498235 h 4449429"/>
              <a:gd name="connsiteX1005-8835" fmla="*/ 6273821 w 18982931"/>
              <a:gd name="connsiteY1005-8836" fmla="*/ 2230888 h 4449429"/>
              <a:gd name="connsiteX1006-8837" fmla="*/ 6277935 w 18982931"/>
              <a:gd name="connsiteY1006-8838" fmla="*/ 2280280 h 4449429"/>
              <a:gd name="connsiteX1007-8839" fmla="*/ 6319095 w 18982931"/>
              <a:gd name="connsiteY1007-8840" fmla="*/ 2193841 h 4449429"/>
              <a:gd name="connsiteX1008-8841" fmla="*/ 6364373 w 18982931"/>
              <a:gd name="connsiteY1008-8842" fmla="*/ 2288513 h 4449429"/>
              <a:gd name="connsiteX1009-8843" fmla="*/ 6389068 w 18982931"/>
              <a:gd name="connsiteY1009-8844" fmla="*/ 2313208 h 4449429"/>
              <a:gd name="connsiteX1010-8845" fmla="*/ 6541355 w 18982931"/>
              <a:gd name="connsiteY1010-8846" fmla="*/ 2313208 h 4449429"/>
              <a:gd name="connsiteX1011-8847" fmla="*/ 6541355 w 18982931"/>
              <a:gd name="connsiteY1011-8848" fmla="*/ 2148567 h 4449429"/>
              <a:gd name="connsiteX1012-8849" fmla="*/ 6660723 w 18982931"/>
              <a:gd name="connsiteY1012-8850" fmla="*/ 2148567 h 4449429"/>
              <a:gd name="connsiteX1013-8851" fmla="*/ 6660723 w 18982931"/>
              <a:gd name="connsiteY1013-8852" fmla="*/ 2259698 h 4449429"/>
              <a:gd name="connsiteX1014-8853" fmla="*/ 6705999 w 18982931"/>
              <a:gd name="connsiteY1014-8854" fmla="*/ 2551938 h 4449429"/>
              <a:gd name="connsiteX1015-8855" fmla="*/ 6714228 w 18982931"/>
              <a:gd name="connsiteY1015-8856" fmla="*/ 2580748 h 4449429"/>
              <a:gd name="connsiteX1016-8857" fmla="*/ 6722461 w 18982931"/>
              <a:gd name="connsiteY1016-8858" fmla="*/ 2576634 h 4449429"/>
              <a:gd name="connsiteX1017-8859" fmla="*/ 6751278 w 18982931"/>
              <a:gd name="connsiteY1017-8860" fmla="*/ 2263816 h 4449429"/>
              <a:gd name="connsiteX1018-8861" fmla="*/ 6800669 w 18982931"/>
              <a:gd name="connsiteY1018-8862" fmla="*/ 2255583 h 4449429"/>
              <a:gd name="connsiteX1019-8863" fmla="*/ 6837709 w 18982931"/>
              <a:gd name="connsiteY1019-8864" fmla="*/ 2181496 h 4449429"/>
              <a:gd name="connsiteX1020-8865" fmla="*/ 6841831 w 18982931"/>
              <a:gd name="connsiteY1020-8866" fmla="*/ 2152681 h 4449429"/>
              <a:gd name="connsiteX1021-8867" fmla="*/ 6845941 w 18982931"/>
              <a:gd name="connsiteY1021-8868" fmla="*/ 2115639 h 4449429"/>
              <a:gd name="connsiteX1022-8869" fmla="*/ 6857139 w 18982931"/>
              <a:gd name="connsiteY1022-8870" fmla="*/ 2115639 h 4449429"/>
              <a:gd name="connsiteX1023-8871" fmla="*/ 6899298 w 18982931"/>
              <a:gd name="connsiteY1023-8872" fmla="*/ 2109470 h 4449429"/>
              <a:gd name="connsiteX1024-8873" fmla="*/ 6922965 w 18982931"/>
              <a:gd name="connsiteY1024-8874" fmla="*/ 2140339 h 4449429"/>
              <a:gd name="connsiteX1025-8875" fmla="*/ 7009406 w 18982931"/>
              <a:gd name="connsiteY1025-8876" fmla="*/ 2070365 h 4449429"/>
              <a:gd name="connsiteX1026-8877" fmla="*/ 7145231 w 18982931"/>
              <a:gd name="connsiteY1026-8878" fmla="*/ 2066247 h 4449429"/>
              <a:gd name="connsiteX1027-8879" fmla="*/ 7145231 w 18982931"/>
              <a:gd name="connsiteY1027-8880" fmla="*/ 1901605 h 4449429"/>
              <a:gd name="connsiteX1028-8881" fmla="*/ 7145231 w 18982931"/>
              <a:gd name="connsiteY1028-8882" fmla="*/ 1769896 h 4449429"/>
              <a:gd name="connsiteX1029-8883" fmla="*/ 7215204 w 18982931"/>
              <a:gd name="connsiteY1029-8884" fmla="*/ 1597024 h 4449429"/>
              <a:gd name="connsiteX1030-8885" fmla="*/ 7285174 w 18982931"/>
              <a:gd name="connsiteY1030-8886" fmla="*/ 1753433 h 4449429"/>
              <a:gd name="connsiteX1031-8887" fmla="*/ 7297524 w 18982931"/>
              <a:gd name="connsiteY1031-8888" fmla="*/ 2062134 h 4449429"/>
              <a:gd name="connsiteX1032-8889" fmla="*/ 7367494 w 18982931"/>
              <a:gd name="connsiteY1032-8890" fmla="*/ 2066247 h 4449429"/>
              <a:gd name="connsiteX1033-8891" fmla="*/ 7371610 w 18982931"/>
              <a:gd name="connsiteY1033-8892" fmla="*/ 2148567 h 4449429"/>
              <a:gd name="connsiteX1034-8893" fmla="*/ 7462167 w 18982931"/>
              <a:gd name="connsiteY1034-8894" fmla="*/ 2148567 h 4449429"/>
              <a:gd name="connsiteX1035-8895" fmla="*/ 7462167 w 18982931"/>
              <a:gd name="connsiteY1035-8896" fmla="*/ 2095061 h 4449429"/>
              <a:gd name="connsiteX1036-8897" fmla="*/ 7462167 w 18982931"/>
              <a:gd name="connsiteY1036-8898" fmla="*/ 1597024 h 4449429"/>
              <a:gd name="connsiteX1037-8899" fmla="*/ 7482743 w 18982931"/>
              <a:gd name="connsiteY1037-8900" fmla="*/ 1008430 h 4449429"/>
              <a:gd name="connsiteX1038-8901" fmla="*/ 7495096 w 18982931"/>
              <a:gd name="connsiteY1038-8902" fmla="*/ 921991 h 4449429"/>
              <a:gd name="connsiteX1039-8903" fmla="*/ 7536254 w 18982931"/>
              <a:gd name="connsiteY1039-8904" fmla="*/ 934341 h 4449429"/>
              <a:gd name="connsiteX1040-8905" fmla="*/ 7577416 w 18982931"/>
              <a:gd name="connsiteY1040-8906" fmla="*/ 563899 h 4449429"/>
              <a:gd name="connsiteX1041-8907" fmla="*/ 7589759 w 18982931"/>
              <a:gd name="connsiteY1041-8908" fmla="*/ 563899 h 4449429"/>
              <a:gd name="connsiteX1042-8909" fmla="*/ 7639153 w 18982931"/>
              <a:gd name="connsiteY1042-8910" fmla="*/ 975501 h 4449429"/>
              <a:gd name="connsiteX1043-8911" fmla="*/ 7655614 w 18982931"/>
              <a:gd name="connsiteY1043-8912" fmla="*/ 926109 h 4449429"/>
              <a:gd name="connsiteX1044-8913" fmla="*/ 7667968 w 18982931"/>
              <a:gd name="connsiteY1044-8914" fmla="*/ 926109 h 4449429"/>
              <a:gd name="connsiteX1045-8915" fmla="*/ 7676196 w 18982931"/>
              <a:gd name="connsiteY1045-8916" fmla="*/ 1037243 h 4449429"/>
              <a:gd name="connsiteX1046-8917" fmla="*/ 7676196 w 18982931"/>
              <a:gd name="connsiteY1046-8918" fmla="*/ 2049787 h 4449429"/>
              <a:gd name="connsiteX1047-8919" fmla="*/ 7705009 w 18982931"/>
              <a:gd name="connsiteY1047-8920" fmla="*/ 2267935 h 4449429"/>
              <a:gd name="connsiteX1048-8921" fmla="*/ 7750287 w 18982931"/>
              <a:gd name="connsiteY1048-8922" fmla="*/ 2469622 h 4449429"/>
              <a:gd name="connsiteX1049-8923" fmla="*/ 7849072 w 18982931"/>
              <a:gd name="connsiteY1049-8924" fmla="*/ 2469622 h 4449429"/>
              <a:gd name="connsiteX1050-8925" fmla="*/ 7849072 w 18982931"/>
              <a:gd name="connsiteY1050-8926" fmla="*/ 2284398 h 4449429"/>
              <a:gd name="connsiteX1051-8927" fmla="*/ 7919042 w 18982931"/>
              <a:gd name="connsiteY1051-8928" fmla="*/ 2284398 h 4449429"/>
              <a:gd name="connsiteX1052-8929" fmla="*/ 7919042 w 18982931"/>
              <a:gd name="connsiteY1052-8930" fmla="*/ 2473736 h 4449429"/>
              <a:gd name="connsiteX1053-8931" fmla="*/ 8108380 w 18982931"/>
              <a:gd name="connsiteY1053-8932" fmla="*/ 2473736 h 4449429"/>
              <a:gd name="connsiteX1054-8933" fmla="*/ 8142338 w 18982931"/>
              <a:gd name="connsiteY1054-8934" fmla="*/ 2481454 h 4449429"/>
              <a:gd name="connsiteX1055-8935" fmla="*/ 8144242 w 18982931"/>
              <a:gd name="connsiteY1055-8936" fmla="*/ 2485067 h 4449429"/>
              <a:gd name="connsiteX1056-8937" fmla="*/ 8144242 w 18982931"/>
              <a:gd name="connsiteY1056-8938" fmla="*/ 1280084 h 4449429"/>
              <a:gd name="connsiteX1057-8939" fmla="*/ 8189518 w 18982931"/>
              <a:gd name="connsiteY1057-8940" fmla="*/ 1115443 h 4449429"/>
              <a:gd name="connsiteX1058-8941" fmla="*/ 8230679 w 18982931"/>
              <a:gd name="connsiteY1058-8942" fmla="*/ 1090746 h 4449429"/>
              <a:gd name="connsiteX1059-8943" fmla="*/ 8477642 w 18982931"/>
              <a:gd name="connsiteY1059-8944" fmla="*/ 1090746 h 4449429"/>
              <a:gd name="connsiteX1060-8945" fmla="*/ 8518799 w 18982931"/>
              <a:gd name="connsiteY1060-8946" fmla="*/ 1111328 h 4449429"/>
              <a:gd name="connsiteX1061-8947" fmla="*/ 8568194 w 18982931"/>
              <a:gd name="connsiteY1061-8948" fmla="*/ 1288315 h 4449429"/>
              <a:gd name="connsiteX1062-8949" fmla="*/ 8572304 w 18982931"/>
              <a:gd name="connsiteY1062-8950" fmla="*/ 2152681 h 4449429"/>
              <a:gd name="connsiteX1063-8951" fmla="*/ 8572304 w 18982931"/>
              <a:gd name="connsiteY1063-8952" fmla="*/ 2222656 h 4449429"/>
              <a:gd name="connsiteX1064-8953" fmla="*/ 8827499 w 18982931"/>
              <a:gd name="connsiteY1064-8954" fmla="*/ 2222656 h 4449429"/>
              <a:gd name="connsiteX1065-8955" fmla="*/ 8827499 w 18982931"/>
              <a:gd name="connsiteY1065-8956" fmla="*/ 2053897 h 4449429"/>
              <a:gd name="connsiteX1066-8957" fmla="*/ 8827499 w 18982931"/>
              <a:gd name="connsiteY1066-8958" fmla="*/ 1996272 h 4449429"/>
              <a:gd name="connsiteX1067-8959" fmla="*/ 8926285 w 18982931"/>
              <a:gd name="connsiteY1067-8960" fmla="*/ 1876910 h 4449429"/>
              <a:gd name="connsiteX1068-8961" fmla="*/ 8926285 w 18982931"/>
              <a:gd name="connsiteY1068-8962" fmla="*/ 1757542 h 4449429"/>
              <a:gd name="connsiteX1069-8963" fmla="*/ 8926285 w 18982931"/>
              <a:gd name="connsiteY1069-8964" fmla="*/ 1527045 h 4449429"/>
              <a:gd name="connsiteX1070-8965" fmla="*/ 8950980 w 18982931"/>
              <a:gd name="connsiteY1070-8966" fmla="*/ 1432378 h 4449429"/>
              <a:gd name="connsiteX1071-8967" fmla="*/ 8950980 w 18982931"/>
              <a:gd name="connsiteY1071-8968" fmla="*/ 1424146 h 4449429"/>
              <a:gd name="connsiteX1072-8969" fmla="*/ 8983911 w 18982931"/>
              <a:gd name="connsiteY1072-8970" fmla="*/ 1107210 h 4449429"/>
              <a:gd name="connsiteX1073-8971" fmla="*/ 8992140 w 18982931"/>
              <a:gd name="connsiteY1073-8972" fmla="*/ 1049586 h 4449429"/>
              <a:gd name="connsiteX1074-8973" fmla="*/ 9012723 w 18982931"/>
              <a:gd name="connsiteY1074-8974" fmla="*/ 1049586 h 4449429"/>
              <a:gd name="connsiteX1075-8975" fmla="*/ 9049767 w 18982931"/>
              <a:gd name="connsiteY1075-8976" fmla="*/ 1325362 h 4449429"/>
              <a:gd name="connsiteX1076-8977" fmla="*/ 9115624 w 18982931"/>
              <a:gd name="connsiteY1076-8978" fmla="*/ 1329476 h 4449429"/>
              <a:gd name="connsiteX1077-8979" fmla="*/ 9165014 w 18982931"/>
              <a:gd name="connsiteY1077-8980" fmla="*/ 1436493 h 4449429"/>
              <a:gd name="connsiteX1078-8981" fmla="*/ 9181479 w 18982931"/>
              <a:gd name="connsiteY1078-8982" fmla="*/ 1494116 h 4449429"/>
              <a:gd name="connsiteX1079-8983" fmla="*/ 9181479 w 18982931"/>
              <a:gd name="connsiteY1079-8984" fmla="*/ 1823399 h 4449429"/>
              <a:gd name="connsiteX1080-8985" fmla="*/ 9181479 w 18982931"/>
              <a:gd name="connsiteY1080-8986" fmla="*/ 1881023 h 4449429"/>
              <a:gd name="connsiteX1081-8987" fmla="*/ 9280267 w 18982931"/>
              <a:gd name="connsiteY1081-8988" fmla="*/ 1881023 h 4449429"/>
              <a:gd name="connsiteX1082-8989" fmla="*/ 9280267 w 18982931"/>
              <a:gd name="connsiteY1082-8990" fmla="*/ 1815166 h 4449429"/>
              <a:gd name="connsiteX1083-8991" fmla="*/ 9280267 w 18982931"/>
              <a:gd name="connsiteY1083-8992" fmla="*/ 304587 h 4449429"/>
              <a:gd name="connsiteX1084-8993" fmla="*/ 9346122 w 18982931"/>
              <a:gd name="connsiteY1084-8994" fmla="*/ 238731 h 4449429"/>
              <a:gd name="connsiteX1085-8995" fmla="*/ 9453137 w 18982931"/>
              <a:gd name="connsiteY1085-8996" fmla="*/ 341628 h 4449429"/>
              <a:gd name="connsiteX1086-8997" fmla="*/ 9453137 w 18982931"/>
              <a:gd name="connsiteY1086-8998" fmla="*/ 1815166 h 4449429"/>
              <a:gd name="connsiteX1087-8999" fmla="*/ 9453137 w 18982931"/>
              <a:gd name="connsiteY1087-9000" fmla="*/ 1876910 h 4449429"/>
              <a:gd name="connsiteX1088-9001" fmla="*/ 9551919 w 18982931"/>
              <a:gd name="connsiteY1088-9002" fmla="*/ 1876910 h 4449429"/>
              <a:gd name="connsiteX1089-9003" fmla="*/ 9551919 w 18982931"/>
              <a:gd name="connsiteY1089-9004" fmla="*/ 1724614 h 4449429"/>
              <a:gd name="connsiteX1090-9005" fmla="*/ 9551919 w 18982931"/>
              <a:gd name="connsiteY1090-9006" fmla="*/ 1481771 h 4449429"/>
              <a:gd name="connsiteX1091-9007" fmla="*/ 9597198 w 18982931"/>
              <a:gd name="connsiteY1091-9008" fmla="*/ 1374754 h 4449429"/>
              <a:gd name="connsiteX1092-9009" fmla="*/ 9613662 w 18982931"/>
              <a:gd name="connsiteY1092-9010" fmla="*/ 1325362 h 4449429"/>
              <a:gd name="connsiteX1093-9011" fmla="*/ 9683632 w 18982931"/>
              <a:gd name="connsiteY1093-9012" fmla="*/ 1325362 h 4449429"/>
              <a:gd name="connsiteX1094-9013" fmla="*/ 9683632 w 18982931"/>
              <a:gd name="connsiteY1094-9014" fmla="*/ 1522931 h 4449429"/>
              <a:gd name="connsiteX1095-9015" fmla="*/ 9819464 w 18982931"/>
              <a:gd name="connsiteY1095-9016" fmla="*/ 1522931 h 4449429"/>
              <a:gd name="connsiteX1096-9017" fmla="*/ 9819464 w 18982931"/>
              <a:gd name="connsiteY1096-9018" fmla="*/ 1720501 h 4449429"/>
              <a:gd name="connsiteX1097-9019" fmla="*/ 9819464 w 18982931"/>
              <a:gd name="connsiteY1097-9020" fmla="*/ 1835749 h 4449429"/>
              <a:gd name="connsiteX1098-9021" fmla="*/ 9868856 w 18982931"/>
              <a:gd name="connsiteY1098-9022" fmla="*/ 1885142 h 4449429"/>
              <a:gd name="connsiteX1099-9023" fmla="*/ 9922361 w 18982931"/>
              <a:gd name="connsiteY1099-9024" fmla="*/ 1938648 h 4449429"/>
              <a:gd name="connsiteX1100-9025" fmla="*/ 9922361 w 18982931"/>
              <a:gd name="connsiteY1100-9026" fmla="*/ 2226770 h 4449429"/>
              <a:gd name="connsiteX1101-9027" fmla="*/ 10189906 w 18982931"/>
              <a:gd name="connsiteY1101-9028" fmla="*/ 2226770 h 4449429"/>
              <a:gd name="connsiteX1102-9029" fmla="*/ 10189906 w 18982931"/>
              <a:gd name="connsiteY1102-9030" fmla="*/ 1864559 h 4449429"/>
              <a:gd name="connsiteX1103-9031" fmla="*/ 10251644 w 18982931"/>
              <a:gd name="connsiteY1103-9032" fmla="*/ 1852213 h 4449429"/>
              <a:gd name="connsiteX1104-9033" fmla="*/ 10251644 w 18982931"/>
              <a:gd name="connsiteY1104-9034" fmla="*/ 1465306 h 4449429"/>
              <a:gd name="connsiteX1105-9035" fmla="*/ 10198137 w 18982931"/>
              <a:gd name="connsiteY1105-9036" fmla="*/ 1461188 h 4449429"/>
              <a:gd name="connsiteX1106-9037" fmla="*/ 10198137 w 18982931"/>
              <a:gd name="connsiteY1106-9038" fmla="*/ 1317129 h 4449429"/>
              <a:gd name="connsiteX1107-9039" fmla="*/ 10572694 w 18982931"/>
              <a:gd name="connsiteY1107-9040" fmla="*/ 1317129 h 4449429"/>
              <a:gd name="connsiteX1108-9041" fmla="*/ 10572694 w 18982931"/>
              <a:gd name="connsiteY1108-9042" fmla="*/ 2140336 h 4449429"/>
              <a:gd name="connsiteX1109-9043" fmla="*/ 10642669 w 18982931"/>
              <a:gd name="connsiteY1109-9044" fmla="*/ 2144449 h 4449429"/>
              <a:gd name="connsiteX1110-9045" fmla="*/ 10642669 w 18982931"/>
              <a:gd name="connsiteY1110-9046" fmla="*/ 2477849 h 4449429"/>
              <a:gd name="connsiteX1111-9047" fmla="*/ 10885512 w 18982931"/>
              <a:gd name="connsiteY1111-9048" fmla="*/ 2477849 h 4449429"/>
              <a:gd name="connsiteX1112-9049" fmla="*/ 10885512 w 18982931"/>
              <a:gd name="connsiteY1112-9050" fmla="*/ 2292626 h 4449429"/>
              <a:gd name="connsiteX1113-9051" fmla="*/ 10959601 w 18982931"/>
              <a:gd name="connsiteY1113-9052" fmla="*/ 2292626 h 4449429"/>
              <a:gd name="connsiteX1114-9053" fmla="*/ 10959601 w 18982931"/>
              <a:gd name="connsiteY1114-9054" fmla="*/ 2477849 h 4449429"/>
              <a:gd name="connsiteX1115-9055" fmla="*/ 11066618 w 18982931"/>
              <a:gd name="connsiteY1115-9056" fmla="*/ 2477849 h 4449429"/>
              <a:gd name="connsiteX1116-9057" fmla="*/ 11107778 w 18982931"/>
              <a:gd name="connsiteY1116-9058" fmla="*/ 2284395 h 4449429"/>
              <a:gd name="connsiteX1117-9059" fmla="*/ 11136593 w 18982931"/>
              <a:gd name="connsiteY1117-9060" fmla="*/ 2053897 h 4449429"/>
              <a:gd name="connsiteX1118-9061" fmla="*/ 11136593 w 18982931"/>
              <a:gd name="connsiteY1118-9062" fmla="*/ 1061936 h 4449429"/>
              <a:gd name="connsiteX1119-9063" fmla="*/ 11148938 w 18982931"/>
              <a:gd name="connsiteY1119-9064" fmla="*/ 938454 h 4449429"/>
              <a:gd name="connsiteX1120-9065" fmla="*/ 11161288 w 18982931"/>
              <a:gd name="connsiteY1120-9066" fmla="*/ 938454 h 4449429"/>
              <a:gd name="connsiteX1121-9067" fmla="*/ 11177753 w 18982931"/>
              <a:gd name="connsiteY1121-9068" fmla="*/ 983729 h 4449429"/>
              <a:gd name="connsiteX1122-9069" fmla="*/ 11231258 w 18982931"/>
              <a:gd name="connsiteY1122-9070" fmla="*/ 572126 h 4449429"/>
              <a:gd name="connsiteX1123-9071" fmla="*/ 11243610 w 18982931"/>
              <a:gd name="connsiteY1123-9072" fmla="*/ 572126 h 4449429"/>
              <a:gd name="connsiteX1124-9073" fmla="*/ 11284770 w 18982931"/>
              <a:gd name="connsiteY1124-9074" fmla="*/ 946687 h 4449429"/>
              <a:gd name="connsiteX1125-9075" fmla="*/ 11325929 w 18982931"/>
              <a:gd name="connsiteY1125-9076" fmla="*/ 934337 h 4449429"/>
              <a:gd name="connsiteX1126-9077" fmla="*/ 11342394 w 18982931"/>
              <a:gd name="connsiteY1126-9078" fmla="*/ 1061936 h 4449429"/>
              <a:gd name="connsiteX1127-9079" fmla="*/ 11342394 w 18982931"/>
              <a:gd name="connsiteY1127-9080" fmla="*/ 1300666 h 4449429"/>
              <a:gd name="connsiteX1128-9081" fmla="*/ 11358857 w 18982931"/>
              <a:gd name="connsiteY1128-9082" fmla="*/ 2132104 h 4449429"/>
              <a:gd name="connsiteX1129-9083" fmla="*/ 11362976 w 18982931"/>
              <a:gd name="connsiteY1129-9084" fmla="*/ 2165031 h 4449429"/>
              <a:gd name="connsiteX1130-9085" fmla="*/ 11453524 w 18982931"/>
              <a:gd name="connsiteY1130-9086" fmla="*/ 2165031 h 4449429"/>
              <a:gd name="connsiteX1131-9087" fmla="*/ 11457643 w 18982931"/>
              <a:gd name="connsiteY1131-9088" fmla="*/ 2082711 h 4449429"/>
              <a:gd name="connsiteX1132-9089" fmla="*/ 11535845 w 18982931"/>
              <a:gd name="connsiteY1132-9090" fmla="*/ 2078592 h 4449429"/>
              <a:gd name="connsiteX1133-9091" fmla="*/ 11535845 w 18982931"/>
              <a:gd name="connsiteY1133-9092" fmla="*/ 2004505 h 4449429"/>
              <a:gd name="connsiteX1134-9093" fmla="*/ 11548195 w 18982931"/>
              <a:gd name="connsiteY1134-9094" fmla="*/ 1736964 h 4449429"/>
              <a:gd name="connsiteX1135-9095" fmla="*/ 11609938 w 18982931"/>
              <a:gd name="connsiteY1135-9096" fmla="*/ 1609365 h 4449429"/>
              <a:gd name="connsiteX1136-9097" fmla="*/ 11688140 w 18982931"/>
              <a:gd name="connsiteY1136-9098" fmla="*/ 1765774 h 4449429"/>
              <a:gd name="connsiteX1137-9099" fmla="*/ 11688140 w 18982931"/>
              <a:gd name="connsiteY1137-9100" fmla="*/ 2082711 h 4449429"/>
              <a:gd name="connsiteX1138-9101" fmla="*/ 11910406 w 18982931"/>
              <a:gd name="connsiteY1138-9102" fmla="*/ 2148567 h 4449429"/>
              <a:gd name="connsiteX1139-9103" fmla="*/ 11988608 w 18982931"/>
              <a:gd name="connsiteY1139-9104" fmla="*/ 2119754 h 4449429"/>
              <a:gd name="connsiteX1140-9105" fmla="*/ 11991181 w 18982931"/>
              <a:gd name="connsiteY1140-9106" fmla="*/ 2153197 h 4449429"/>
              <a:gd name="connsiteX1141-9107" fmla="*/ 11993908 w 18982931"/>
              <a:gd name="connsiteY1141-9108" fmla="*/ 2158900 h 4449429"/>
              <a:gd name="connsiteX1142-9109" fmla="*/ 11993908 w 18982931"/>
              <a:gd name="connsiteY1142-9110" fmla="*/ 2156799 h 4449429"/>
              <a:gd name="connsiteX1143-9111" fmla="*/ 11998023 w 18982931"/>
              <a:gd name="connsiteY1143-9112" fmla="*/ 2115639 h 4449429"/>
              <a:gd name="connsiteX1144-9113" fmla="*/ 12010373 w 18982931"/>
              <a:gd name="connsiteY1144-9114" fmla="*/ 2115639 h 4449429"/>
              <a:gd name="connsiteX1145-9115" fmla="*/ 12014490 w 18982931"/>
              <a:gd name="connsiteY1145-9116" fmla="*/ 2185614 h 4449429"/>
              <a:gd name="connsiteX1146-9117" fmla="*/ 12055650 w 18982931"/>
              <a:gd name="connsiteY1146-9118" fmla="*/ 2259703 h 4449429"/>
              <a:gd name="connsiteX1147-9119" fmla="*/ 12109157 w 18982931"/>
              <a:gd name="connsiteY1147-9120" fmla="*/ 2267933 h 4449429"/>
              <a:gd name="connsiteX1148-9121" fmla="*/ 12137972 w 18982931"/>
              <a:gd name="connsiteY1148-9122" fmla="*/ 2580753 h 4449429"/>
              <a:gd name="connsiteX1149-9123" fmla="*/ 12150317 w 18982931"/>
              <a:gd name="connsiteY1149-9124" fmla="*/ 2580753 h 4449429"/>
              <a:gd name="connsiteX1150-9125" fmla="*/ 12179132 w 18982931"/>
              <a:gd name="connsiteY1150-9126" fmla="*/ 2411992 h 4449429"/>
              <a:gd name="connsiteX1151-9127" fmla="*/ 12207942 w 18982931"/>
              <a:gd name="connsiteY1151-9128" fmla="*/ 2160917 h 4449429"/>
              <a:gd name="connsiteX1152-9129" fmla="*/ 12216174 w 18982931"/>
              <a:gd name="connsiteY1152-9130" fmla="*/ 2152686 h 4449429"/>
              <a:gd name="connsiteX1153-9131" fmla="*/ 12331423 w 18982931"/>
              <a:gd name="connsiteY1153-9132" fmla="*/ 2152686 h 4449429"/>
              <a:gd name="connsiteX1154-9133" fmla="*/ 12331423 w 18982931"/>
              <a:gd name="connsiteY1154-9134" fmla="*/ 2317327 h 4449429"/>
              <a:gd name="connsiteX1155-9135" fmla="*/ 12496064 w 18982931"/>
              <a:gd name="connsiteY1155-9136" fmla="*/ 2313208 h 4449429"/>
              <a:gd name="connsiteX1156-9137" fmla="*/ 12557802 w 18982931"/>
              <a:gd name="connsiteY1156-9138" fmla="*/ 2210310 h 4449429"/>
              <a:gd name="connsiteX1157-9139" fmla="*/ 12566034 w 18982931"/>
              <a:gd name="connsiteY1157-9140" fmla="*/ 2206191 h 4449429"/>
              <a:gd name="connsiteX1158-9141" fmla="*/ 12598962 w 18982931"/>
              <a:gd name="connsiteY1158-9142" fmla="*/ 2267933 h 4449429"/>
              <a:gd name="connsiteX1159-9143" fmla="*/ 12607194 w 18982931"/>
              <a:gd name="connsiteY1159-9144" fmla="*/ 2263816 h 4449429"/>
              <a:gd name="connsiteX1160-9145" fmla="*/ 12607194 w 18982931"/>
              <a:gd name="connsiteY1160-9146" fmla="*/ 1461193 h 4449429"/>
              <a:gd name="connsiteX1161-9147" fmla="*/ 12677169 w 18982931"/>
              <a:gd name="connsiteY1161-9148" fmla="*/ 1230695 h 4449429"/>
              <a:gd name="connsiteX1162-9149" fmla="*/ 12920017 w 18982931"/>
              <a:gd name="connsiteY1162-9150" fmla="*/ 1230695 h 4449429"/>
              <a:gd name="connsiteX1163-9151" fmla="*/ 12948827 w 18982931"/>
              <a:gd name="connsiteY1163-9152" fmla="*/ 1490003 h 4449429"/>
              <a:gd name="connsiteX1164-9153" fmla="*/ 12948827 w 18982931"/>
              <a:gd name="connsiteY1164-9154" fmla="*/ 1909838 h 4449429"/>
              <a:gd name="connsiteX1165-9155" fmla="*/ 12948827 w 18982931"/>
              <a:gd name="connsiteY1165-9156" fmla="*/ 1975695 h 4449429"/>
              <a:gd name="connsiteX1166-9157" fmla="*/ 12969405 w 18982931"/>
              <a:gd name="connsiteY1166-9158" fmla="*/ 1979812 h 4449429"/>
              <a:gd name="connsiteX1167-9159" fmla="*/ 12989987 w 18982931"/>
              <a:gd name="connsiteY1167-9160" fmla="*/ 1913955 h 4449429"/>
              <a:gd name="connsiteX1168-9161" fmla="*/ 12989987 w 18982931"/>
              <a:gd name="connsiteY1168-9162" fmla="*/ 1469425 h 4449429"/>
              <a:gd name="connsiteX1169-9163" fmla="*/ 13064076 w 18982931"/>
              <a:gd name="connsiteY1169-9164" fmla="*/ 1395336 h 4449429"/>
              <a:gd name="connsiteX1170-9165" fmla="*/ 13146396 w 18982931"/>
              <a:gd name="connsiteY1170-9166" fmla="*/ 1395336 h 4449429"/>
              <a:gd name="connsiteX1171-9167" fmla="*/ 13146396 w 18982931"/>
              <a:gd name="connsiteY1171-9168" fmla="*/ 1111328 h 4449429"/>
              <a:gd name="connsiteX1172-9169" fmla="*/ 13216366 w 18982931"/>
              <a:gd name="connsiteY1172-9170" fmla="*/ 1103096 h 4449429"/>
              <a:gd name="connsiteX1173-9171" fmla="*/ 13228716 w 18982931"/>
              <a:gd name="connsiteY1173-9172" fmla="*/ 1041358 h 4449429"/>
              <a:gd name="connsiteX1174-9173" fmla="*/ 13368662 w 18982931"/>
              <a:gd name="connsiteY1174-9174" fmla="*/ 1041358 h 4449429"/>
              <a:gd name="connsiteX1175-9175" fmla="*/ 13368662 w 18982931"/>
              <a:gd name="connsiteY1175-9176" fmla="*/ 687379 h 4449429"/>
              <a:gd name="connsiteX1176-9177" fmla="*/ 13483911 w 18982931"/>
              <a:gd name="connsiteY1176-9178" fmla="*/ 687379 h 4449429"/>
              <a:gd name="connsiteX1177-9179" fmla="*/ 13483911 w 18982931"/>
              <a:gd name="connsiteY1177-9180" fmla="*/ 617404 h 4449429"/>
              <a:gd name="connsiteX1178-9181" fmla="*/ 13483911 w 18982931"/>
              <a:gd name="connsiteY1178-9182" fmla="*/ 131714 h 4449429"/>
              <a:gd name="connsiteX1179-9183" fmla="*/ 13541534 w 18982931"/>
              <a:gd name="connsiteY1179-9184" fmla="*/ 74089 h 4449429"/>
              <a:gd name="connsiteX1180-9185" fmla="*/ 13685593 w 18982931"/>
              <a:gd name="connsiteY1180-9186" fmla="*/ 74089 h 4449429"/>
              <a:gd name="connsiteX1181-9187" fmla="*/ 13730872 w 18982931"/>
              <a:gd name="connsiteY1181-9188" fmla="*/ 49392 h 4449429"/>
              <a:gd name="connsiteX1182-9189" fmla="*/ 13739104 w 18982931"/>
              <a:gd name="connsiteY1182-9190" fmla="*/ 0 h 4449429"/>
              <a:gd name="connsiteX0-9191" fmla="*/ 16404499 w 18982931"/>
              <a:gd name="connsiteY0-9192" fmla="*/ 4309270 h 4449429"/>
              <a:gd name="connsiteX1-9193" fmla="*/ 16404499 w 18982931"/>
              <a:gd name="connsiteY1-9194" fmla="*/ 4366104 h 4449429"/>
              <a:gd name="connsiteX2-9195" fmla="*/ 16461332 w 18982931"/>
              <a:gd name="connsiteY2-9196" fmla="*/ 4366104 h 4449429"/>
              <a:gd name="connsiteX3-9197" fmla="*/ 16461332 w 18982931"/>
              <a:gd name="connsiteY3-9198" fmla="*/ 4309270 h 4449429"/>
              <a:gd name="connsiteX4-9199" fmla="*/ 16404499 w 18982931"/>
              <a:gd name="connsiteY4-9200" fmla="*/ 4309270 h 4449429"/>
              <a:gd name="connsiteX5-9201" fmla="*/ 16292444 w 18982931"/>
              <a:gd name="connsiteY5-9202" fmla="*/ 4309270 h 4449429"/>
              <a:gd name="connsiteX6-9203" fmla="*/ 16292444 w 18982931"/>
              <a:gd name="connsiteY6-9204" fmla="*/ 4366104 h 4449429"/>
              <a:gd name="connsiteX7-9205" fmla="*/ 16349278 w 18982931"/>
              <a:gd name="connsiteY7-9206" fmla="*/ 4366104 h 4449429"/>
              <a:gd name="connsiteX8-9207" fmla="*/ 16349278 w 18982931"/>
              <a:gd name="connsiteY8-9208" fmla="*/ 4309270 h 4449429"/>
              <a:gd name="connsiteX9-9209" fmla="*/ 16292444 w 18982931"/>
              <a:gd name="connsiteY9-9210" fmla="*/ 4309270 h 4449429"/>
              <a:gd name="connsiteX10-9211" fmla="*/ 16180390 w 18982931"/>
              <a:gd name="connsiteY10-9212" fmla="*/ 4309270 h 4449429"/>
              <a:gd name="connsiteX11-9213" fmla="*/ 16180390 w 18982931"/>
              <a:gd name="connsiteY11-9214" fmla="*/ 4366104 h 4449429"/>
              <a:gd name="connsiteX12-9215" fmla="*/ 16237224 w 18982931"/>
              <a:gd name="connsiteY12-9216" fmla="*/ 4366104 h 4449429"/>
              <a:gd name="connsiteX13-9217" fmla="*/ 16237224 w 18982931"/>
              <a:gd name="connsiteY13-9218" fmla="*/ 4309270 h 4449429"/>
              <a:gd name="connsiteX14-9219" fmla="*/ 16180390 w 18982931"/>
              <a:gd name="connsiteY14-9220" fmla="*/ 4309270 h 4449429"/>
              <a:gd name="connsiteX15-9221" fmla="*/ 2813944 w 18982931"/>
              <a:gd name="connsiteY15-9222" fmla="*/ 4309269 h 4449429"/>
              <a:gd name="connsiteX16-9223" fmla="*/ 2813944 w 18982931"/>
              <a:gd name="connsiteY16-9224" fmla="*/ 4366102 h 4449429"/>
              <a:gd name="connsiteX17-9225" fmla="*/ 2870780 w 18982931"/>
              <a:gd name="connsiteY17-9226" fmla="*/ 4366102 h 4449429"/>
              <a:gd name="connsiteX18-9227" fmla="*/ 2870780 w 18982931"/>
              <a:gd name="connsiteY18-9228" fmla="*/ 4309269 h 4449429"/>
              <a:gd name="connsiteX19-9229" fmla="*/ 2813944 w 18982931"/>
              <a:gd name="connsiteY19-9230" fmla="*/ 4309269 h 4449429"/>
              <a:gd name="connsiteX20-9231" fmla="*/ 2701890 w 18982931"/>
              <a:gd name="connsiteY20-9232" fmla="*/ 4309269 h 4449429"/>
              <a:gd name="connsiteX21-9233" fmla="*/ 2701890 w 18982931"/>
              <a:gd name="connsiteY21-9234" fmla="*/ 4366102 h 4449429"/>
              <a:gd name="connsiteX22-9235" fmla="*/ 2758723 w 18982931"/>
              <a:gd name="connsiteY22-9236" fmla="*/ 4366102 h 4449429"/>
              <a:gd name="connsiteX23-9237" fmla="*/ 2758723 w 18982931"/>
              <a:gd name="connsiteY23-9238" fmla="*/ 4309269 h 4449429"/>
              <a:gd name="connsiteX24-9239" fmla="*/ 2701890 w 18982931"/>
              <a:gd name="connsiteY24-9240" fmla="*/ 4309269 h 4449429"/>
              <a:gd name="connsiteX25-9241" fmla="*/ 2589843 w 18982931"/>
              <a:gd name="connsiteY25-9242" fmla="*/ 4309269 h 4449429"/>
              <a:gd name="connsiteX26-9243" fmla="*/ 2589843 w 18982931"/>
              <a:gd name="connsiteY26-9244" fmla="*/ 4366102 h 4449429"/>
              <a:gd name="connsiteX27-9245" fmla="*/ 2646669 w 18982931"/>
              <a:gd name="connsiteY27-9246" fmla="*/ 4366102 h 4449429"/>
              <a:gd name="connsiteX28-9247" fmla="*/ 2646669 w 18982931"/>
              <a:gd name="connsiteY28-9248" fmla="*/ 4309269 h 4449429"/>
              <a:gd name="connsiteX29-9249" fmla="*/ 2589843 w 18982931"/>
              <a:gd name="connsiteY29-9250" fmla="*/ 4309269 h 4449429"/>
              <a:gd name="connsiteX30-9251" fmla="*/ 16404499 w 18982931"/>
              <a:gd name="connsiteY30-9252" fmla="*/ 4163982 h 4449429"/>
              <a:gd name="connsiteX31-9253" fmla="*/ 16404499 w 18982931"/>
              <a:gd name="connsiteY31-9254" fmla="*/ 4220816 h 4449429"/>
              <a:gd name="connsiteX32-9255" fmla="*/ 16461332 w 18982931"/>
              <a:gd name="connsiteY32-9256" fmla="*/ 4220816 h 4449429"/>
              <a:gd name="connsiteX33-9257" fmla="*/ 16461332 w 18982931"/>
              <a:gd name="connsiteY33-9258" fmla="*/ 4163982 h 4449429"/>
              <a:gd name="connsiteX34-9259" fmla="*/ 16404499 w 18982931"/>
              <a:gd name="connsiteY34-9260" fmla="*/ 4163982 h 4449429"/>
              <a:gd name="connsiteX35-9261" fmla="*/ 16292444 w 18982931"/>
              <a:gd name="connsiteY35-9262" fmla="*/ 4163982 h 4449429"/>
              <a:gd name="connsiteX36-9263" fmla="*/ 16292444 w 18982931"/>
              <a:gd name="connsiteY36-9264" fmla="*/ 4220816 h 4449429"/>
              <a:gd name="connsiteX37-9265" fmla="*/ 16349278 w 18982931"/>
              <a:gd name="connsiteY37-9266" fmla="*/ 4220816 h 4449429"/>
              <a:gd name="connsiteX38-9267" fmla="*/ 16349278 w 18982931"/>
              <a:gd name="connsiteY38-9268" fmla="*/ 4163982 h 4449429"/>
              <a:gd name="connsiteX39-9269" fmla="*/ 16292444 w 18982931"/>
              <a:gd name="connsiteY39-9270" fmla="*/ 4163982 h 4449429"/>
              <a:gd name="connsiteX40-9271" fmla="*/ 16180390 w 18982931"/>
              <a:gd name="connsiteY40-9272" fmla="*/ 4163982 h 4449429"/>
              <a:gd name="connsiteX41-9273" fmla="*/ 16180390 w 18982931"/>
              <a:gd name="connsiteY41-9274" fmla="*/ 4220816 h 4449429"/>
              <a:gd name="connsiteX42-9275" fmla="*/ 16237224 w 18982931"/>
              <a:gd name="connsiteY42-9276" fmla="*/ 4220816 h 4449429"/>
              <a:gd name="connsiteX43-9277" fmla="*/ 16237224 w 18982931"/>
              <a:gd name="connsiteY43-9278" fmla="*/ 4163982 h 4449429"/>
              <a:gd name="connsiteX44-9279" fmla="*/ 16180390 w 18982931"/>
              <a:gd name="connsiteY44-9280" fmla="*/ 4163982 h 4449429"/>
              <a:gd name="connsiteX45-9281" fmla="*/ 2813944 w 18982931"/>
              <a:gd name="connsiteY45-9282" fmla="*/ 4163981 h 4449429"/>
              <a:gd name="connsiteX46-9283" fmla="*/ 2813944 w 18982931"/>
              <a:gd name="connsiteY46-9284" fmla="*/ 4220814 h 4449429"/>
              <a:gd name="connsiteX47-9285" fmla="*/ 2870780 w 18982931"/>
              <a:gd name="connsiteY47-9286" fmla="*/ 4220814 h 4449429"/>
              <a:gd name="connsiteX48-9287" fmla="*/ 2870780 w 18982931"/>
              <a:gd name="connsiteY48-9288" fmla="*/ 4163981 h 4449429"/>
              <a:gd name="connsiteX49-9289" fmla="*/ 2813944 w 18982931"/>
              <a:gd name="connsiteY49-9290" fmla="*/ 4163981 h 4449429"/>
              <a:gd name="connsiteX50-9291" fmla="*/ 2701890 w 18982931"/>
              <a:gd name="connsiteY50-9292" fmla="*/ 4163981 h 4449429"/>
              <a:gd name="connsiteX51-9293" fmla="*/ 2701890 w 18982931"/>
              <a:gd name="connsiteY51-9294" fmla="*/ 4220814 h 4449429"/>
              <a:gd name="connsiteX52-9295" fmla="*/ 2758723 w 18982931"/>
              <a:gd name="connsiteY52-9296" fmla="*/ 4220814 h 4449429"/>
              <a:gd name="connsiteX53-9297" fmla="*/ 2758723 w 18982931"/>
              <a:gd name="connsiteY53-9298" fmla="*/ 4163981 h 4449429"/>
              <a:gd name="connsiteX54-9299" fmla="*/ 2701890 w 18982931"/>
              <a:gd name="connsiteY54-9300" fmla="*/ 4163981 h 4449429"/>
              <a:gd name="connsiteX55-9301" fmla="*/ 2589843 w 18982931"/>
              <a:gd name="connsiteY55-9302" fmla="*/ 4163981 h 4449429"/>
              <a:gd name="connsiteX56-9303" fmla="*/ 2589843 w 18982931"/>
              <a:gd name="connsiteY56-9304" fmla="*/ 4220814 h 4449429"/>
              <a:gd name="connsiteX57-9305" fmla="*/ 2646669 w 18982931"/>
              <a:gd name="connsiteY57-9306" fmla="*/ 4220814 h 4449429"/>
              <a:gd name="connsiteX58-9307" fmla="*/ 2646669 w 18982931"/>
              <a:gd name="connsiteY58-9308" fmla="*/ 4163981 h 4449429"/>
              <a:gd name="connsiteX59-9309" fmla="*/ 2589843 w 18982931"/>
              <a:gd name="connsiteY59-9310" fmla="*/ 4163981 h 4449429"/>
              <a:gd name="connsiteX60-9311" fmla="*/ 9851983 w 18982931"/>
              <a:gd name="connsiteY60-9312" fmla="*/ 4073253 h 4449429"/>
              <a:gd name="connsiteX61-9313" fmla="*/ 9851983 w 18982931"/>
              <a:gd name="connsiteY61-9314" fmla="*/ 4282100 h 4449429"/>
              <a:gd name="connsiteX62-9315" fmla="*/ 9897683 w 18982931"/>
              <a:gd name="connsiteY62-9316" fmla="*/ 4282100 h 4449429"/>
              <a:gd name="connsiteX63-9317" fmla="*/ 9897683 w 18982931"/>
              <a:gd name="connsiteY63-9318" fmla="*/ 4073253 h 4449429"/>
              <a:gd name="connsiteX64-9319" fmla="*/ 9851983 w 18982931"/>
              <a:gd name="connsiteY64-9320" fmla="*/ 4073253 h 4449429"/>
              <a:gd name="connsiteX65-9321" fmla="*/ 9760354 w 18982931"/>
              <a:gd name="connsiteY65-9322" fmla="*/ 4073253 h 4449429"/>
              <a:gd name="connsiteX66-9323" fmla="*/ 9760354 w 18982931"/>
              <a:gd name="connsiteY66-9324" fmla="*/ 4282100 h 4449429"/>
              <a:gd name="connsiteX67-9325" fmla="*/ 9806054 w 18982931"/>
              <a:gd name="connsiteY67-9326" fmla="*/ 4282100 h 4449429"/>
              <a:gd name="connsiteX68-9327" fmla="*/ 9806054 w 18982931"/>
              <a:gd name="connsiteY68-9328" fmla="*/ 4073253 h 4449429"/>
              <a:gd name="connsiteX69-9329" fmla="*/ 9760354 w 18982931"/>
              <a:gd name="connsiteY69-9330" fmla="*/ 4073253 h 4449429"/>
              <a:gd name="connsiteX70-9331" fmla="*/ 9668723 w 18982931"/>
              <a:gd name="connsiteY70-9332" fmla="*/ 4073253 h 4449429"/>
              <a:gd name="connsiteX71-9333" fmla="*/ 9668723 w 18982931"/>
              <a:gd name="connsiteY71-9334" fmla="*/ 4282100 h 4449429"/>
              <a:gd name="connsiteX72-9335" fmla="*/ 9714423 w 18982931"/>
              <a:gd name="connsiteY72-9336" fmla="*/ 4282100 h 4449429"/>
              <a:gd name="connsiteX73-9337" fmla="*/ 9714423 w 18982931"/>
              <a:gd name="connsiteY73-9338" fmla="*/ 4073253 h 4449429"/>
              <a:gd name="connsiteX74-9339" fmla="*/ 9668723 w 18982931"/>
              <a:gd name="connsiteY74-9340" fmla="*/ 4073253 h 4449429"/>
              <a:gd name="connsiteX75-9341" fmla="*/ 9577094 w 18982931"/>
              <a:gd name="connsiteY75-9342" fmla="*/ 4073253 h 4449429"/>
              <a:gd name="connsiteX76-9343" fmla="*/ 9577094 w 18982931"/>
              <a:gd name="connsiteY76-9344" fmla="*/ 4282100 h 4449429"/>
              <a:gd name="connsiteX77-9345" fmla="*/ 9622794 w 18982931"/>
              <a:gd name="connsiteY77-9346" fmla="*/ 4282100 h 4449429"/>
              <a:gd name="connsiteX78-9347" fmla="*/ 9622794 w 18982931"/>
              <a:gd name="connsiteY78-9348" fmla="*/ 4073253 h 4449429"/>
              <a:gd name="connsiteX79-9349" fmla="*/ 9577094 w 18982931"/>
              <a:gd name="connsiteY79-9350" fmla="*/ 4073253 h 4449429"/>
              <a:gd name="connsiteX80-9351" fmla="*/ 9485470 w 18982931"/>
              <a:gd name="connsiteY80-9352" fmla="*/ 4073253 h 4449429"/>
              <a:gd name="connsiteX81-9353" fmla="*/ 9485470 w 18982931"/>
              <a:gd name="connsiteY81-9354" fmla="*/ 4282100 h 4449429"/>
              <a:gd name="connsiteX82-9355" fmla="*/ 9531165 w 18982931"/>
              <a:gd name="connsiteY82-9356" fmla="*/ 4282100 h 4449429"/>
              <a:gd name="connsiteX83-9357" fmla="*/ 9531165 w 18982931"/>
              <a:gd name="connsiteY83-9358" fmla="*/ 4073253 h 4449429"/>
              <a:gd name="connsiteX84-9359" fmla="*/ 9485470 w 18982931"/>
              <a:gd name="connsiteY84-9360" fmla="*/ 4073253 h 4449429"/>
              <a:gd name="connsiteX85-9361" fmla="*/ 9393836 w 18982931"/>
              <a:gd name="connsiteY85-9362" fmla="*/ 4073253 h 4449429"/>
              <a:gd name="connsiteX86-9363" fmla="*/ 9393836 w 18982931"/>
              <a:gd name="connsiteY86-9364" fmla="*/ 4282100 h 4449429"/>
              <a:gd name="connsiteX87-9365" fmla="*/ 9439536 w 18982931"/>
              <a:gd name="connsiteY87-9366" fmla="*/ 4282100 h 4449429"/>
              <a:gd name="connsiteX88-9367" fmla="*/ 9439536 w 18982931"/>
              <a:gd name="connsiteY88-9368" fmla="*/ 4073253 h 4449429"/>
              <a:gd name="connsiteX89-9369" fmla="*/ 9393836 w 18982931"/>
              <a:gd name="connsiteY89-9370" fmla="*/ 4073253 h 4449429"/>
              <a:gd name="connsiteX90-9371" fmla="*/ 9302203 w 18982931"/>
              <a:gd name="connsiteY90-9372" fmla="*/ 4073253 h 4449429"/>
              <a:gd name="connsiteX91-9373" fmla="*/ 9302203 w 18982931"/>
              <a:gd name="connsiteY91-9374" fmla="*/ 4282100 h 4449429"/>
              <a:gd name="connsiteX92-9375" fmla="*/ 9347904 w 18982931"/>
              <a:gd name="connsiteY92-9376" fmla="*/ 4282100 h 4449429"/>
              <a:gd name="connsiteX93-9377" fmla="*/ 9347904 w 18982931"/>
              <a:gd name="connsiteY93-9378" fmla="*/ 4073253 h 4449429"/>
              <a:gd name="connsiteX94-9379" fmla="*/ 9302203 w 18982931"/>
              <a:gd name="connsiteY94-9380" fmla="*/ 4073253 h 4449429"/>
              <a:gd name="connsiteX95-9381" fmla="*/ 16404499 w 18982931"/>
              <a:gd name="connsiteY95-9382" fmla="*/ 4018694 h 4449429"/>
              <a:gd name="connsiteX96-9383" fmla="*/ 16404499 w 18982931"/>
              <a:gd name="connsiteY96-9384" fmla="*/ 4075528 h 4449429"/>
              <a:gd name="connsiteX97-9385" fmla="*/ 16461332 w 18982931"/>
              <a:gd name="connsiteY97-9386" fmla="*/ 4075528 h 4449429"/>
              <a:gd name="connsiteX98-9387" fmla="*/ 16461332 w 18982931"/>
              <a:gd name="connsiteY98-9388" fmla="*/ 4018694 h 4449429"/>
              <a:gd name="connsiteX99-9389" fmla="*/ 16404499 w 18982931"/>
              <a:gd name="connsiteY99-9390" fmla="*/ 4018694 h 4449429"/>
              <a:gd name="connsiteX100-9391" fmla="*/ 16292444 w 18982931"/>
              <a:gd name="connsiteY100-9392" fmla="*/ 4018694 h 4449429"/>
              <a:gd name="connsiteX101-9393" fmla="*/ 16292444 w 18982931"/>
              <a:gd name="connsiteY101-9394" fmla="*/ 4075528 h 4449429"/>
              <a:gd name="connsiteX102-9395" fmla="*/ 16349278 w 18982931"/>
              <a:gd name="connsiteY102-9396" fmla="*/ 4075528 h 4449429"/>
              <a:gd name="connsiteX103-9397" fmla="*/ 16349278 w 18982931"/>
              <a:gd name="connsiteY103-9398" fmla="*/ 4018694 h 4449429"/>
              <a:gd name="connsiteX104-9399" fmla="*/ 16292444 w 18982931"/>
              <a:gd name="connsiteY104-9400" fmla="*/ 4018694 h 4449429"/>
              <a:gd name="connsiteX105-9401" fmla="*/ 16180390 w 18982931"/>
              <a:gd name="connsiteY105-9402" fmla="*/ 4018694 h 4449429"/>
              <a:gd name="connsiteX106-9403" fmla="*/ 16180390 w 18982931"/>
              <a:gd name="connsiteY106-9404" fmla="*/ 4075528 h 4449429"/>
              <a:gd name="connsiteX107-9405" fmla="*/ 16237224 w 18982931"/>
              <a:gd name="connsiteY107-9406" fmla="*/ 4075528 h 4449429"/>
              <a:gd name="connsiteX108-9407" fmla="*/ 16237224 w 18982931"/>
              <a:gd name="connsiteY108-9408" fmla="*/ 4018694 h 4449429"/>
              <a:gd name="connsiteX109-9409" fmla="*/ 16180390 w 18982931"/>
              <a:gd name="connsiteY109-9410" fmla="*/ 4018694 h 4449429"/>
              <a:gd name="connsiteX110-9411" fmla="*/ 2813944 w 18982931"/>
              <a:gd name="connsiteY110-9412" fmla="*/ 4018692 h 4449429"/>
              <a:gd name="connsiteX111-9413" fmla="*/ 2813944 w 18982931"/>
              <a:gd name="connsiteY111-9414" fmla="*/ 4075526 h 4449429"/>
              <a:gd name="connsiteX112-9415" fmla="*/ 2870780 w 18982931"/>
              <a:gd name="connsiteY112-9416" fmla="*/ 4075526 h 4449429"/>
              <a:gd name="connsiteX113-9417" fmla="*/ 2870780 w 18982931"/>
              <a:gd name="connsiteY113-9418" fmla="*/ 4018692 h 4449429"/>
              <a:gd name="connsiteX114-9419" fmla="*/ 2813944 w 18982931"/>
              <a:gd name="connsiteY114-9420" fmla="*/ 4018692 h 4449429"/>
              <a:gd name="connsiteX115-9421" fmla="*/ 2701890 w 18982931"/>
              <a:gd name="connsiteY115-9422" fmla="*/ 4018692 h 4449429"/>
              <a:gd name="connsiteX116-9423" fmla="*/ 2701890 w 18982931"/>
              <a:gd name="connsiteY116-9424" fmla="*/ 4075526 h 4449429"/>
              <a:gd name="connsiteX117-9425" fmla="*/ 2758723 w 18982931"/>
              <a:gd name="connsiteY117-9426" fmla="*/ 4075526 h 4449429"/>
              <a:gd name="connsiteX118-9427" fmla="*/ 2758723 w 18982931"/>
              <a:gd name="connsiteY118-9428" fmla="*/ 4018692 h 4449429"/>
              <a:gd name="connsiteX119-9429" fmla="*/ 2701890 w 18982931"/>
              <a:gd name="connsiteY119-9430" fmla="*/ 4018692 h 4449429"/>
              <a:gd name="connsiteX120-9431" fmla="*/ 2589843 w 18982931"/>
              <a:gd name="connsiteY120-9432" fmla="*/ 4018692 h 4449429"/>
              <a:gd name="connsiteX121-9433" fmla="*/ 2589843 w 18982931"/>
              <a:gd name="connsiteY121-9434" fmla="*/ 4075526 h 4449429"/>
              <a:gd name="connsiteX122-9435" fmla="*/ 2646669 w 18982931"/>
              <a:gd name="connsiteY122-9436" fmla="*/ 4075526 h 4449429"/>
              <a:gd name="connsiteX123-9437" fmla="*/ 2646669 w 18982931"/>
              <a:gd name="connsiteY123-9438" fmla="*/ 4018692 h 4449429"/>
              <a:gd name="connsiteX124-9439" fmla="*/ 2589843 w 18982931"/>
              <a:gd name="connsiteY124-9440" fmla="*/ 4018692 h 4449429"/>
              <a:gd name="connsiteX125-9441" fmla="*/ 16404499 w 18982931"/>
              <a:gd name="connsiteY125-9442" fmla="*/ 3873406 h 4449429"/>
              <a:gd name="connsiteX126-9443" fmla="*/ 16404499 w 18982931"/>
              <a:gd name="connsiteY126-9444" fmla="*/ 3930240 h 4449429"/>
              <a:gd name="connsiteX127-9445" fmla="*/ 16461332 w 18982931"/>
              <a:gd name="connsiteY127-9446" fmla="*/ 3930240 h 4449429"/>
              <a:gd name="connsiteX128-9447" fmla="*/ 16461332 w 18982931"/>
              <a:gd name="connsiteY128-9448" fmla="*/ 3873406 h 4449429"/>
              <a:gd name="connsiteX129-9449" fmla="*/ 16404499 w 18982931"/>
              <a:gd name="connsiteY129-9450" fmla="*/ 3873406 h 4449429"/>
              <a:gd name="connsiteX130-9451" fmla="*/ 16292444 w 18982931"/>
              <a:gd name="connsiteY130-9452" fmla="*/ 3873406 h 4449429"/>
              <a:gd name="connsiteX131-9453" fmla="*/ 16292444 w 18982931"/>
              <a:gd name="connsiteY131-9454" fmla="*/ 3930240 h 4449429"/>
              <a:gd name="connsiteX132-9455" fmla="*/ 16349278 w 18982931"/>
              <a:gd name="connsiteY132-9456" fmla="*/ 3930240 h 4449429"/>
              <a:gd name="connsiteX133-9457" fmla="*/ 16349278 w 18982931"/>
              <a:gd name="connsiteY133-9458" fmla="*/ 3873406 h 4449429"/>
              <a:gd name="connsiteX134-9459" fmla="*/ 16292444 w 18982931"/>
              <a:gd name="connsiteY134-9460" fmla="*/ 3873406 h 4449429"/>
              <a:gd name="connsiteX135-9461" fmla="*/ 16180390 w 18982931"/>
              <a:gd name="connsiteY135-9462" fmla="*/ 3873406 h 4449429"/>
              <a:gd name="connsiteX136-9463" fmla="*/ 16180390 w 18982931"/>
              <a:gd name="connsiteY136-9464" fmla="*/ 3930240 h 4449429"/>
              <a:gd name="connsiteX137-9465" fmla="*/ 16237224 w 18982931"/>
              <a:gd name="connsiteY137-9466" fmla="*/ 3930240 h 4449429"/>
              <a:gd name="connsiteX138-9467" fmla="*/ 16237224 w 18982931"/>
              <a:gd name="connsiteY138-9468" fmla="*/ 3873406 h 4449429"/>
              <a:gd name="connsiteX139-9469" fmla="*/ 16180390 w 18982931"/>
              <a:gd name="connsiteY139-9470" fmla="*/ 3873406 h 4449429"/>
              <a:gd name="connsiteX140-9471" fmla="*/ 2813944 w 18982931"/>
              <a:gd name="connsiteY140-9472" fmla="*/ 3873404 h 4449429"/>
              <a:gd name="connsiteX141-9473" fmla="*/ 2813944 w 18982931"/>
              <a:gd name="connsiteY141-9474" fmla="*/ 3930238 h 4449429"/>
              <a:gd name="connsiteX142-9475" fmla="*/ 2870780 w 18982931"/>
              <a:gd name="connsiteY142-9476" fmla="*/ 3930238 h 4449429"/>
              <a:gd name="connsiteX143-9477" fmla="*/ 2870780 w 18982931"/>
              <a:gd name="connsiteY143-9478" fmla="*/ 3873404 h 4449429"/>
              <a:gd name="connsiteX144-9479" fmla="*/ 2813944 w 18982931"/>
              <a:gd name="connsiteY144-9480" fmla="*/ 3873404 h 4449429"/>
              <a:gd name="connsiteX145-9481" fmla="*/ 2701890 w 18982931"/>
              <a:gd name="connsiteY145-9482" fmla="*/ 3873404 h 4449429"/>
              <a:gd name="connsiteX146-9483" fmla="*/ 2701890 w 18982931"/>
              <a:gd name="connsiteY146-9484" fmla="*/ 3930238 h 4449429"/>
              <a:gd name="connsiteX147-9485" fmla="*/ 2758723 w 18982931"/>
              <a:gd name="connsiteY147-9486" fmla="*/ 3930238 h 4449429"/>
              <a:gd name="connsiteX148-9487" fmla="*/ 2758723 w 18982931"/>
              <a:gd name="connsiteY148-9488" fmla="*/ 3873404 h 4449429"/>
              <a:gd name="connsiteX149-9489" fmla="*/ 2701890 w 18982931"/>
              <a:gd name="connsiteY149-9490" fmla="*/ 3873404 h 4449429"/>
              <a:gd name="connsiteX150-9491" fmla="*/ 2589843 w 18982931"/>
              <a:gd name="connsiteY150-9492" fmla="*/ 3873404 h 4449429"/>
              <a:gd name="connsiteX151-9493" fmla="*/ 2589843 w 18982931"/>
              <a:gd name="connsiteY151-9494" fmla="*/ 3930238 h 4449429"/>
              <a:gd name="connsiteX152-9495" fmla="*/ 2646669 w 18982931"/>
              <a:gd name="connsiteY152-9496" fmla="*/ 3930238 h 4449429"/>
              <a:gd name="connsiteX153-9497" fmla="*/ 2646669 w 18982931"/>
              <a:gd name="connsiteY153-9498" fmla="*/ 3873404 h 4449429"/>
              <a:gd name="connsiteX154-9499" fmla="*/ 2589843 w 18982931"/>
              <a:gd name="connsiteY154-9500" fmla="*/ 3873404 h 4449429"/>
              <a:gd name="connsiteX155-9501" fmla="*/ 17351339 w 18982931"/>
              <a:gd name="connsiteY155-9502" fmla="*/ 3769299 h 4449429"/>
              <a:gd name="connsiteX156-9503" fmla="*/ 17351339 w 18982931"/>
              <a:gd name="connsiteY156-9504" fmla="*/ 3815000 h 4449429"/>
              <a:gd name="connsiteX157-9505" fmla="*/ 17560187 w 18982931"/>
              <a:gd name="connsiteY157-9506" fmla="*/ 3815000 h 4449429"/>
              <a:gd name="connsiteX158-9507" fmla="*/ 17560187 w 18982931"/>
              <a:gd name="connsiteY158-9508" fmla="*/ 3769299 h 4449429"/>
              <a:gd name="connsiteX159-9509" fmla="*/ 17351339 w 18982931"/>
              <a:gd name="connsiteY159-9510" fmla="*/ 3769299 h 4449429"/>
              <a:gd name="connsiteX160-9511" fmla="*/ 16404499 w 18982931"/>
              <a:gd name="connsiteY160-9512" fmla="*/ 3728118 h 4449429"/>
              <a:gd name="connsiteX161-9513" fmla="*/ 16404499 w 18982931"/>
              <a:gd name="connsiteY161-9514" fmla="*/ 3784951 h 4449429"/>
              <a:gd name="connsiteX162-9515" fmla="*/ 16461332 w 18982931"/>
              <a:gd name="connsiteY162-9516" fmla="*/ 3784951 h 4449429"/>
              <a:gd name="connsiteX163-9517" fmla="*/ 16461332 w 18982931"/>
              <a:gd name="connsiteY163-9518" fmla="*/ 3728118 h 4449429"/>
              <a:gd name="connsiteX164-9519" fmla="*/ 16404499 w 18982931"/>
              <a:gd name="connsiteY164-9520" fmla="*/ 3728118 h 4449429"/>
              <a:gd name="connsiteX165-9521" fmla="*/ 16292444 w 18982931"/>
              <a:gd name="connsiteY165-9522" fmla="*/ 3728118 h 4449429"/>
              <a:gd name="connsiteX166-9523" fmla="*/ 16292444 w 18982931"/>
              <a:gd name="connsiteY166-9524" fmla="*/ 3784951 h 4449429"/>
              <a:gd name="connsiteX167-9525" fmla="*/ 16349278 w 18982931"/>
              <a:gd name="connsiteY167-9526" fmla="*/ 3784951 h 4449429"/>
              <a:gd name="connsiteX168-9527" fmla="*/ 16349278 w 18982931"/>
              <a:gd name="connsiteY168-9528" fmla="*/ 3728118 h 4449429"/>
              <a:gd name="connsiteX169-9529" fmla="*/ 16292444 w 18982931"/>
              <a:gd name="connsiteY169-9530" fmla="*/ 3728118 h 4449429"/>
              <a:gd name="connsiteX170-9531" fmla="*/ 16180390 w 18982931"/>
              <a:gd name="connsiteY170-9532" fmla="*/ 3728118 h 4449429"/>
              <a:gd name="connsiteX171-9533" fmla="*/ 16180390 w 18982931"/>
              <a:gd name="connsiteY171-9534" fmla="*/ 3784951 h 4449429"/>
              <a:gd name="connsiteX172-9535" fmla="*/ 16237224 w 18982931"/>
              <a:gd name="connsiteY172-9536" fmla="*/ 3784951 h 4449429"/>
              <a:gd name="connsiteX173-9537" fmla="*/ 16237224 w 18982931"/>
              <a:gd name="connsiteY173-9538" fmla="*/ 3728118 h 4449429"/>
              <a:gd name="connsiteX174-9539" fmla="*/ 16180390 w 18982931"/>
              <a:gd name="connsiteY174-9540" fmla="*/ 3728118 h 4449429"/>
              <a:gd name="connsiteX175-9541" fmla="*/ 2813944 w 18982931"/>
              <a:gd name="connsiteY175-9542" fmla="*/ 3728116 h 4449429"/>
              <a:gd name="connsiteX176-9543" fmla="*/ 2813944 w 18982931"/>
              <a:gd name="connsiteY176-9544" fmla="*/ 3784950 h 4449429"/>
              <a:gd name="connsiteX177-9545" fmla="*/ 2870780 w 18982931"/>
              <a:gd name="connsiteY177-9546" fmla="*/ 3784950 h 4449429"/>
              <a:gd name="connsiteX178-9547" fmla="*/ 2870780 w 18982931"/>
              <a:gd name="connsiteY178-9548" fmla="*/ 3728116 h 4449429"/>
              <a:gd name="connsiteX179-9549" fmla="*/ 2813944 w 18982931"/>
              <a:gd name="connsiteY179-9550" fmla="*/ 3728116 h 4449429"/>
              <a:gd name="connsiteX180-9551" fmla="*/ 2701891 w 18982931"/>
              <a:gd name="connsiteY180-9552" fmla="*/ 3728116 h 4449429"/>
              <a:gd name="connsiteX181-9553" fmla="*/ 2701891 w 18982931"/>
              <a:gd name="connsiteY181-9554" fmla="*/ 3784950 h 4449429"/>
              <a:gd name="connsiteX182-9555" fmla="*/ 2758730 w 18982931"/>
              <a:gd name="connsiteY182-9556" fmla="*/ 3784950 h 4449429"/>
              <a:gd name="connsiteX183-9557" fmla="*/ 2758730 w 18982931"/>
              <a:gd name="connsiteY183-9558" fmla="*/ 3728116 h 4449429"/>
              <a:gd name="connsiteX184-9559" fmla="*/ 2701891 w 18982931"/>
              <a:gd name="connsiteY184-9560" fmla="*/ 3728116 h 4449429"/>
              <a:gd name="connsiteX185-9561" fmla="*/ 2589845 w 18982931"/>
              <a:gd name="connsiteY185-9562" fmla="*/ 3728116 h 4449429"/>
              <a:gd name="connsiteX186-9563" fmla="*/ 2589845 w 18982931"/>
              <a:gd name="connsiteY186-9564" fmla="*/ 3784950 h 4449429"/>
              <a:gd name="connsiteX187-9565" fmla="*/ 2646671 w 18982931"/>
              <a:gd name="connsiteY187-9566" fmla="*/ 3784950 h 4449429"/>
              <a:gd name="connsiteX188-9567" fmla="*/ 2646671 w 18982931"/>
              <a:gd name="connsiteY188-9568" fmla="*/ 3728116 h 4449429"/>
              <a:gd name="connsiteX189-9569" fmla="*/ 2589845 w 18982931"/>
              <a:gd name="connsiteY189-9570" fmla="*/ 3728116 h 4449429"/>
              <a:gd name="connsiteX190-9571" fmla="*/ 17351339 w 18982931"/>
              <a:gd name="connsiteY190-9572" fmla="*/ 3677667 h 4449429"/>
              <a:gd name="connsiteX191-9573" fmla="*/ 17351339 w 18982931"/>
              <a:gd name="connsiteY191-9574" fmla="*/ 3723368 h 4449429"/>
              <a:gd name="connsiteX192-9575" fmla="*/ 17560187 w 18982931"/>
              <a:gd name="connsiteY192-9576" fmla="*/ 3723368 h 4449429"/>
              <a:gd name="connsiteX193-9577" fmla="*/ 17560187 w 18982931"/>
              <a:gd name="connsiteY193-9578" fmla="*/ 3677667 h 4449429"/>
              <a:gd name="connsiteX194-9579" fmla="*/ 17351339 w 18982931"/>
              <a:gd name="connsiteY194-9580" fmla="*/ 3677667 h 4449429"/>
              <a:gd name="connsiteX195-9581" fmla="*/ 12612246 w 18982931"/>
              <a:gd name="connsiteY195-9582" fmla="*/ 3645952 h 4449429"/>
              <a:gd name="connsiteX196-9583" fmla="*/ 12612246 w 18982931"/>
              <a:gd name="connsiteY196-9584" fmla="*/ 3702785 h 4449429"/>
              <a:gd name="connsiteX197-9585" fmla="*/ 12669079 w 18982931"/>
              <a:gd name="connsiteY197-9586" fmla="*/ 3702785 h 4449429"/>
              <a:gd name="connsiteX198-9587" fmla="*/ 12669079 w 18982931"/>
              <a:gd name="connsiteY198-9588" fmla="*/ 3645952 h 4449429"/>
              <a:gd name="connsiteX199-9589" fmla="*/ 12612246 w 18982931"/>
              <a:gd name="connsiteY199-9590" fmla="*/ 3645952 h 4449429"/>
              <a:gd name="connsiteX200-9591" fmla="*/ 12500191 w 18982931"/>
              <a:gd name="connsiteY200-9592" fmla="*/ 3645952 h 4449429"/>
              <a:gd name="connsiteX201-9593" fmla="*/ 12500191 w 18982931"/>
              <a:gd name="connsiteY201-9594" fmla="*/ 3702785 h 4449429"/>
              <a:gd name="connsiteX202-9595" fmla="*/ 12557025 w 18982931"/>
              <a:gd name="connsiteY202-9596" fmla="*/ 3702785 h 4449429"/>
              <a:gd name="connsiteX203-9597" fmla="*/ 12557025 w 18982931"/>
              <a:gd name="connsiteY203-9598" fmla="*/ 3645952 h 4449429"/>
              <a:gd name="connsiteX204-9599" fmla="*/ 12500191 w 18982931"/>
              <a:gd name="connsiteY204-9600" fmla="*/ 3645952 h 4449429"/>
              <a:gd name="connsiteX205-9601" fmla="*/ 12388137 w 18982931"/>
              <a:gd name="connsiteY205-9602" fmla="*/ 3645952 h 4449429"/>
              <a:gd name="connsiteX206-9603" fmla="*/ 12388137 w 18982931"/>
              <a:gd name="connsiteY206-9604" fmla="*/ 3702785 h 4449429"/>
              <a:gd name="connsiteX207-9605" fmla="*/ 12444971 w 18982931"/>
              <a:gd name="connsiteY207-9606" fmla="*/ 3702785 h 4449429"/>
              <a:gd name="connsiteX208-9607" fmla="*/ 12444971 w 18982931"/>
              <a:gd name="connsiteY208-9608" fmla="*/ 3645952 h 4449429"/>
              <a:gd name="connsiteX209-9609" fmla="*/ 12388137 w 18982931"/>
              <a:gd name="connsiteY209-9610" fmla="*/ 3645952 h 4449429"/>
              <a:gd name="connsiteX210-9611" fmla="*/ 17351339 w 18982931"/>
              <a:gd name="connsiteY210-9612" fmla="*/ 3586038 h 4449429"/>
              <a:gd name="connsiteX211-9613" fmla="*/ 17351339 w 18982931"/>
              <a:gd name="connsiteY211-9614" fmla="*/ 3631739 h 4449429"/>
              <a:gd name="connsiteX212-9615" fmla="*/ 17560187 w 18982931"/>
              <a:gd name="connsiteY212-9616" fmla="*/ 3631739 h 4449429"/>
              <a:gd name="connsiteX213-9617" fmla="*/ 17560187 w 18982931"/>
              <a:gd name="connsiteY213-9618" fmla="*/ 3586038 h 4449429"/>
              <a:gd name="connsiteX214-9619" fmla="*/ 17351339 w 18982931"/>
              <a:gd name="connsiteY214-9620" fmla="*/ 3586038 h 4449429"/>
              <a:gd name="connsiteX215-9621" fmla="*/ 16404499 w 18982931"/>
              <a:gd name="connsiteY215-9622" fmla="*/ 3582830 h 4449429"/>
              <a:gd name="connsiteX216-9623" fmla="*/ 16404499 w 18982931"/>
              <a:gd name="connsiteY216-9624" fmla="*/ 3639663 h 4449429"/>
              <a:gd name="connsiteX217-9625" fmla="*/ 16461332 w 18982931"/>
              <a:gd name="connsiteY217-9626" fmla="*/ 3639663 h 4449429"/>
              <a:gd name="connsiteX218-9627" fmla="*/ 16461332 w 18982931"/>
              <a:gd name="connsiteY218-9628" fmla="*/ 3582830 h 4449429"/>
              <a:gd name="connsiteX219-9629" fmla="*/ 16404499 w 18982931"/>
              <a:gd name="connsiteY219-9630" fmla="*/ 3582830 h 4449429"/>
              <a:gd name="connsiteX220-9631" fmla="*/ 16292444 w 18982931"/>
              <a:gd name="connsiteY220-9632" fmla="*/ 3582830 h 4449429"/>
              <a:gd name="connsiteX221-9633" fmla="*/ 16292444 w 18982931"/>
              <a:gd name="connsiteY221-9634" fmla="*/ 3639663 h 4449429"/>
              <a:gd name="connsiteX222-9635" fmla="*/ 16349278 w 18982931"/>
              <a:gd name="connsiteY222-9636" fmla="*/ 3639663 h 4449429"/>
              <a:gd name="connsiteX223-9637" fmla="*/ 16349278 w 18982931"/>
              <a:gd name="connsiteY223-9638" fmla="*/ 3582830 h 4449429"/>
              <a:gd name="connsiteX224-9639" fmla="*/ 16292444 w 18982931"/>
              <a:gd name="connsiteY224-9640" fmla="*/ 3582830 h 4449429"/>
              <a:gd name="connsiteX225-9641" fmla="*/ 16180390 w 18982931"/>
              <a:gd name="connsiteY225-9642" fmla="*/ 3582830 h 4449429"/>
              <a:gd name="connsiteX226-9643" fmla="*/ 16180390 w 18982931"/>
              <a:gd name="connsiteY226-9644" fmla="*/ 3639663 h 4449429"/>
              <a:gd name="connsiteX227-9645" fmla="*/ 16237224 w 18982931"/>
              <a:gd name="connsiteY227-9646" fmla="*/ 3639663 h 4449429"/>
              <a:gd name="connsiteX228-9647" fmla="*/ 16237224 w 18982931"/>
              <a:gd name="connsiteY228-9648" fmla="*/ 3582830 h 4449429"/>
              <a:gd name="connsiteX229-9649" fmla="*/ 16180390 w 18982931"/>
              <a:gd name="connsiteY229-9650" fmla="*/ 3582830 h 4449429"/>
              <a:gd name="connsiteX230-9651" fmla="*/ 2813944 w 18982931"/>
              <a:gd name="connsiteY230-9652" fmla="*/ 3582828 h 4449429"/>
              <a:gd name="connsiteX231-9653" fmla="*/ 2813944 w 18982931"/>
              <a:gd name="connsiteY231-9654" fmla="*/ 3639662 h 4449429"/>
              <a:gd name="connsiteX232-9655" fmla="*/ 2870780 w 18982931"/>
              <a:gd name="connsiteY232-9656" fmla="*/ 3639662 h 4449429"/>
              <a:gd name="connsiteX233-9657" fmla="*/ 2870780 w 18982931"/>
              <a:gd name="connsiteY233-9658" fmla="*/ 3582828 h 4449429"/>
              <a:gd name="connsiteX234-9659" fmla="*/ 2813944 w 18982931"/>
              <a:gd name="connsiteY234-9660" fmla="*/ 3582828 h 4449429"/>
              <a:gd name="connsiteX235-9661" fmla="*/ 2701891 w 18982931"/>
              <a:gd name="connsiteY235-9662" fmla="*/ 3582828 h 4449429"/>
              <a:gd name="connsiteX236-9663" fmla="*/ 2701891 w 18982931"/>
              <a:gd name="connsiteY236-9664" fmla="*/ 3639662 h 4449429"/>
              <a:gd name="connsiteX237-9665" fmla="*/ 2758730 w 18982931"/>
              <a:gd name="connsiteY237-9666" fmla="*/ 3639662 h 4449429"/>
              <a:gd name="connsiteX238-9667" fmla="*/ 2758730 w 18982931"/>
              <a:gd name="connsiteY238-9668" fmla="*/ 3582828 h 4449429"/>
              <a:gd name="connsiteX239-9669" fmla="*/ 2701891 w 18982931"/>
              <a:gd name="connsiteY239-9670" fmla="*/ 3582828 h 4449429"/>
              <a:gd name="connsiteX240-9671" fmla="*/ 2589845 w 18982931"/>
              <a:gd name="connsiteY240-9672" fmla="*/ 3582828 h 4449429"/>
              <a:gd name="connsiteX241-9673" fmla="*/ 2589845 w 18982931"/>
              <a:gd name="connsiteY241-9674" fmla="*/ 3639662 h 4449429"/>
              <a:gd name="connsiteX242-9675" fmla="*/ 2646671 w 18982931"/>
              <a:gd name="connsiteY242-9676" fmla="*/ 3639662 h 4449429"/>
              <a:gd name="connsiteX243-9677" fmla="*/ 2646671 w 18982931"/>
              <a:gd name="connsiteY243-9678" fmla="*/ 3582828 h 4449429"/>
              <a:gd name="connsiteX244-9679" fmla="*/ 2589845 w 18982931"/>
              <a:gd name="connsiteY244-9680" fmla="*/ 3582828 h 4449429"/>
              <a:gd name="connsiteX245-9681" fmla="*/ 12612246 w 18982931"/>
              <a:gd name="connsiteY245-9682" fmla="*/ 3500664 h 4449429"/>
              <a:gd name="connsiteX246-9683" fmla="*/ 12612246 w 18982931"/>
              <a:gd name="connsiteY246-9684" fmla="*/ 3557497 h 4449429"/>
              <a:gd name="connsiteX247-9685" fmla="*/ 12669079 w 18982931"/>
              <a:gd name="connsiteY247-9686" fmla="*/ 3557497 h 4449429"/>
              <a:gd name="connsiteX248-9687" fmla="*/ 12669079 w 18982931"/>
              <a:gd name="connsiteY248-9688" fmla="*/ 3500664 h 4449429"/>
              <a:gd name="connsiteX249-9689" fmla="*/ 12612246 w 18982931"/>
              <a:gd name="connsiteY249-9690" fmla="*/ 3500664 h 4449429"/>
              <a:gd name="connsiteX250-9691" fmla="*/ 12500191 w 18982931"/>
              <a:gd name="connsiteY250-9692" fmla="*/ 3500664 h 4449429"/>
              <a:gd name="connsiteX251-9693" fmla="*/ 12500191 w 18982931"/>
              <a:gd name="connsiteY251-9694" fmla="*/ 3557497 h 4449429"/>
              <a:gd name="connsiteX252-9695" fmla="*/ 12557025 w 18982931"/>
              <a:gd name="connsiteY252-9696" fmla="*/ 3557497 h 4449429"/>
              <a:gd name="connsiteX253-9697" fmla="*/ 12557025 w 18982931"/>
              <a:gd name="connsiteY253-9698" fmla="*/ 3500664 h 4449429"/>
              <a:gd name="connsiteX254-9699" fmla="*/ 12500191 w 18982931"/>
              <a:gd name="connsiteY254-9700" fmla="*/ 3500664 h 4449429"/>
              <a:gd name="connsiteX255-9701" fmla="*/ 12388137 w 18982931"/>
              <a:gd name="connsiteY255-9702" fmla="*/ 3500664 h 4449429"/>
              <a:gd name="connsiteX256-9703" fmla="*/ 12388137 w 18982931"/>
              <a:gd name="connsiteY256-9704" fmla="*/ 3557497 h 4449429"/>
              <a:gd name="connsiteX257-9705" fmla="*/ 12444971 w 18982931"/>
              <a:gd name="connsiteY257-9706" fmla="*/ 3557497 h 4449429"/>
              <a:gd name="connsiteX258-9707" fmla="*/ 12444971 w 18982931"/>
              <a:gd name="connsiteY258-9708" fmla="*/ 3500664 h 4449429"/>
              <a:gd name="connsiteX259-9709" fmla="*/ 12388137 w 18982931"/>
              <a:gd name="connsiteY259-9710" fmla="*/ 3500664 h 4449429"/>
              <a:gd name="connsiteX260-9711" fmla="*/ 17351339 w 18982931"/>
              <a:gd name="connsiteY260-9712" fmla="*/ 3492933 h 4449429"/>
              <a:gd name="connsiteX261-9713" fmla="*/ 17351339 w 18982931"/>
              <a:gd name="connsiteY261-9714" fmla="*/ 3538633 h 4449429"/>
              <a:gd name="connsiteX262-9715" fmla="*/ 17560187 w 18982931"/>
              <a:gd name="connsiteY262-9716" fmla="*/ 3538633 h 4449429"/>
              <a:gd name="connsiteX263-9717" fmla="*/ 17560187 w 18982931"/>
              <a:gd name="connsiteY263-9718" fmla="*/ 3492933 h 4449429"/>
              <a:gd name="connsiteX264-9719" fmla="*/ 17351339 w 18982931"/>
              <a:gd name="connsiteY264-9720" fmla="*/ 3492933 h 4449429"/>
              <a:gd name="connsiteX265-9721" fmla="*/ 17351339 w 18982931"/>
              <a:gd name="connsiteY265-9722" fmla="*/ 3401301 h 4449429"/>
              <a:gd name="connsiteX266-9723" fmla="*/ 17351339 w 18982931"/>
              <a:gd name="connsiteY266-9724" fmla="*/ 3447001 h 4449429"/>
              <a:gd name="connsiteX267-9725" fmla="*/ 17560187 w 18982931"/>
              <a:gd name="connsiteY267-9726" fmla="*/ 3447001 h 4449429"/>
              <a:gd name="connsiteX268-9727" fmla="*/ 17560187 w 18982931"/>
              <a:gd name="connsiteY268-9728" fmla="*/ 3401301 h 4449429"/>
              <a:gd name="connsiteX269-9729" fmla="*/ 17351339 w 18982931"/>
              <a:gd name="connsiteY269-9730" fmla="*/ 3401301 h 4449429"/>
              <a:gd name="connsiteX270-9731" fmla="*/ 1596781 w 18982931"/>
              <a:gd name="connsiteY270-9732" fmla="*/ 3357078 h 4449429"/>
              <a:gd name="connsiteX271-9733" fmla="*/ 1596781 w 18982931"/>
              <a:gd name="connsiteY271-9734" fmla="*/ 3402779 h 4449429"/>
              <a:gd name="connsiteX272-9735" fmla="*/ 1805629 w 18982931"/>
              <a:gd name="connsiteY272-9736" fmla="*/ 3402779 h 4449429"/>
              <a:gd name="connsiteX273-9737" fmla="*/ 1805629 w 18982931"/>
              <a:gd name="connsiteY273-9738" fmla="*/ 3357078 h 4449429"/>
              <a:gd name="connsiteX274-9739" fmla="*/ 1596781 w 18982931"/>
              <a:gd name="connsiteY274-9740" fmla="*/ 3357078 h 4449429"/>
              <a:gd name="connsiteX275-9741" fmla="*/ 12612246 w 18982931"/>
              <a:gd name="connsiteY275-9742" fmla="*/ 3355375 h 4449429"/>
              <a:gd name="connsiteX276-9743" fmla="*/ 12612246 w 18982931"/>
              <a:gd name="connsiteY276-9744" fmla="*/ 3412209 h 4449429"/>
              <a:gd name="connsiteX277-9745" fmla="*/ 12669079 w 18982931"/>
              <a:gd name="connsiteY277-9746" fmla="*/ 3412209 h 4449429"/>
              <a:gd name="connsiteX278-9747" fmla="*/ 12669079 w 18982931"/>
              <a:gd name="connsiteY278-9748" fmla="*/ 3355375 h 4449429"/>
              <a:gd name="connsiteX279-9749" fmla="*/ 12612246 w 18982931"/>
              <a:gd name="connsiteY279-9750" fmla="*/ 3355375 h 4449429"/>
              <a:gd name="connsiteX280-9751" fmla="*/ 12500191 w 18982931"/>
              <a:gd name="connsiteY280-9752" fmla="*/ 3355375 h 4449429"/>
              <a:gd name="connsiteX281-9753" fmla="*/ 12500191 w 18982931"/>
              <a:gd name="connsiteY281-9754" fmla="*/ 3412209 h 4449429"/>
              <a:gd name="connsiteX282-9755" fmla="*/ 12557025 w 18982931"/>
              <a:gd name="connsiteY282-9756" fmla="*/ 3412209 h 4449429"/>
              <a:gd name="connsiteX283-9757" fmla="*/ 12557025 w 18982931"/>
              <a:gd name="connsiteY283-9758" fmla="*/ 3355375 h 4449429"/>
              <a:gd name="connsiteX284-9759" fmla="*/ 12500191 w 18982931"/>
              <a:gd name="connsiteY284-9760" fmla="*/ 3355375 h 4449429"/>
              <a:gd name="connsiteX285-9761" fmla="*/ 12388137 w 18982931"/>
              <a:gd name="connsiteY285-9762" fmla="*/ 3355375 h 4449429"/>
              <a:gd name="connsiteX286-9763" fmla="*/ 12388137 w 18982931"/>
              <a:gd name="connsiteY286-9764" fmla="*/ 3412209 h 4449429"/>
              <a:gd name="connsiteX287-9765" fmla="*/ 12444971 w 18982931"/>
              <a:gd name="connsiteY287-9766" fmla="*/ 3412209 h 4449429"/>
              <a:gd name="connsiteX288-9767" fmla="*/ 12444971 w 18982931"/>
              <a:gd name="connsiteY288-9768" fmla="*/ 3355375 h 4449429"/>
              <a:gd name="connsiteX289-9769" fmla="*/ 12388137 w 18982931"/>
              <a:gd name="connsiteY289-9770" fmla="*/ 3355375 h 4449429"/>
              <a:gd name="connsiteX290-9771" fmla="*/ 17351339 w 18982931"/>
              <a:gd name="connsiteY290-9772" fmla="*/ 3309670 h 4449429"/>
              <a:gd name="connsiteX291-9773" fmla="*/ 17351339 w 18982931"/>
              <a:gd name="connsiteY291-9774" fmla="*/ 3355371 h 4449429"/>
              <a:gd name="connsiteX292-9775" fmla="*/ 17560187 w 18982931"/>
              <a:gd name="connsiteY292-9776" fmla="*/ 3355371 h 4449429"/>
              <a:gd name="connsiteX293-9777" fmla="*/ 17560187 w 18982931"/>
              <a:gd name="connsiteY293-9778" fmla="*/ 3309670 h 4449429"/>
              <a:gd name="connsiteX294-9779" fmla="*/ 17351339 w 18982931"/>
              <a:gd name="connsiteY294-9780" fmla="*/ 3309670 h 4449429"/>
              <a:gd name="connsiteX295-9781" fmla="*/ 1596781 w 18982931"/>
              <a:gd name="connsiteY295-9782" fmla="*/ 3265446 h 4449429"/>
              <a:gd name="connsiteX296-9783" fmla="*/ 1596781 w 18982931"/>
              <a:gd name="connsiteY296-9784" fmla="*/ 3311147 h 4449429"/>
              <a:gd name="connsiteX297-9785" fmla="*/ 1805629 w 18982931"/>
              <a:gd name="connsiteY297-9786" fmla="*/ 3311147 h 4449429"/>
              <a:gd name="connsiteX298-9787" fmla="*/ 1805629 w 18982931"/>
              <a:gd name="connsiteY298-9788" fmla="*/ 3265446 h 4449429"/>
              <a:gd name="connsiteX299-9789" fmla="*/ 1596781 w 18982931"/>
              <a:gd name="connsiteY299-9790" fmla="*/ 3265446 h 4449429"/>
              <a:gd name="connsiteX300-9791" fmla="*/ 17351339 w 18982931"/>
              <a:gd name="connsiteY300-9792" fmla="*/ 3218041 h 4449429"/>
              <a:gd name="connsiteX301-9793" fmla="*/ 17351339 w 18982931"/>
              <a:gd name="connsiteY301-9794" fmla="*/ 3263742 h 4449429"/>
              <a:gd name="connsiteX302-9795" fmla="*/ 17560187 w 18982931"/>
              <a:gd name="connsiteY302-9796" fmla="*/ 3263742 h 4449429"/>
              <a:gd name="connsiteX303-9797" fmla="*/ 17560187 w 18982931"/>
              <a:gd name="connsiteY303-9798" fmla="*/ 3218041 h 4449429"/>
              <a:gd name="connsiteX304-9799" fmla="*/ 17351339 w 18982931"/>
              <a:gd name="connsiteY304-9800" fmla="*/ 3218041 h 4449429"/>
              <a:gd name="connsiteX305-9801" fmla="*/ 12612246 w 18982931"/>
              <a:gd name="connsiteY305-9802" fmla="*/ 3210087 h 4449429"/>
              <a:gd name="connsiteX306-9803" fmla="*/ 12612246 w 18982931"/>
              <a:gd name="connsiteY306-9804" fmla="*/ 3266921 h 4449429"/>
              <a:gd name="connsiteX307-9805" fmla="*/ 12669079 w 18982931"/>
              <a:gd name="connsiteY307-9806" fmla="*/ 3266921 h 4449429"/>
              <a:gd name="connsiteX308-9807" fmla="*/ 12669079 w 18982931"/>
              <a:gd name="connsiteY308-9808" fmla="*/ 3210087 h 4449429"/>
              <a:gd name="connsiteX309-9809" fmla="*/ 12612246 w 18982931"/>
              <a:gd name="connsiteY309-9810" fmla="*/ 3210087 h 4449429"/>
              <a:gd name="connsiteX310-9811" fmla="*/ 12500191 w 18982931"/>
              <a:gd name="connsiteY310-9812" fmla="*/ 3210087 h 4449429"/>
              <a:gd name="connsiteX311-9813" fmla="*/ 12500191 w 18982931"/>
              <a:gd name="connsiteY311-9814" fmla="*/ 3266921 h 4449429"/>
              <a:gd name="connsiteX312-9815" fmla="*/ 12557025 w 18982931"/>
              <a:gd name="connsiteY312-9816" fmla="*/ 3266921 h 4449429"/>
              <a:gd name="connsiteX313-9817" fmla="*/ 12557025 w 18982931"/>
              <a:gd name="connsiteY313-9818" fmla="*/ 3210087 h 4449429"/>
              <a:gd name="connsiteX314-9819" fmla="*/ 12500191 w 18982931"/>
              <a:gd name="connsiteY314-9820" fmla="*/ 3210087 h 4449429"/>
              <a:gd name="connsiteX315-9821" fmla="*/ 12388137 w 18982931"/>
              <a:gd name="connsiteY315-9822" fmla="*/ 3210087 h 4449429"/>
              <a:gd name="connsiteX316-9823" fmla="*/ 12388137 w 18982931"/>
              <a:gd name="connsiteY316-9824" fmla="*/ 3266921 h 4449429"/>
              <a:gd name="connsiteX317-9825" fmla="*/ 12444971 w 18982931"/>
              <a:gd name="connsiteY317-9826" fmla="*/ 3266921 h 4449429"/>
              <a:gd name="connsiteX318-9827" fmla="*/ 12444971 w 18982931"/>
              <a:gd name="connsiteY318-9828" fmla="*/ 3210087 h 4449429"/>
              <a:gd name="connsiteX319-9829" fmla="*/ 12388137 w 18982931"/>
              <a:gd name="connsiteY319-9830" fmla="*/ 3210087 h 4449429"/>
              <a:gd name="connsiteX320-9831" fmla="*/ 1596781 w 18982931"/>
              <a:gd name="connsiteY320-9832" fmla="*/ 3173817 h 4449429"/>
              <a:gd name="connsiteX321-9833" fmla="*/ 1596781 w 18982931"/>
              <a:gd name="connsiteY321-9834" fmla="*/ 3219518 h 4449429"/>
              <a:gd name="connsiteX322-9835" fmla="*/ 1805629 w 18982931"/>
              <a:gd name="connsiteY322-9836" fmla="*/ 3219518 h 4449429"/>
              <a:gd name="connsiteX323-9837" fmla="*/ 1805629 w 18982931"/>
              <a:gd name="connsiteY323-9838" fmla="*/ 3173817 h 4449429"/>
              <a:gd name="connsiteX324-9839" fmla="*/ 1596781 w 18982931"/>
              <a:gd name="connsiteY324-9840" fmla="*/ 3173817 h 4449429"/>
              <a:gd name="connsiteX325-9841" fmla="*/ 17351339 w 18982931"/>
              <a:gd name="connsiteY325-9842" fmla="*/ 3126412 h 4449429"/>
              <a:gd name="connsiteX326-9843" fmla="*/ 17351339 w 18982931"/>
              <a:gd name="connsiteY326-9844" fmla="*/ 3172113 h 4449429"/>
              <a:gd name="connsiteX327-9845" fmla="*/ 17560187 w 18982931"/>
              <a:gd name="connsiteY327-9846" fmla="*/ 3172113 h 4449429"/>
              <a:gd name="connsiteX328-9847" fmla="*/ 17560187 w 18982931"/>
              <a:gd name="connsiteY328-9848" fmla="*/ 3126412 h 4449429"/>
              <a:gd name="connsiteX329-9849" fmla="*/ 17351339 w 18982931"/>
              <a:gd name="connsiteY329-9850" fmla="*/ 3126412 h 4449429"/>
              <a:gd name="connsiteX330-9851" fmla="*/ 1596781 w 18982931"/>
              <a:gd name="connsiteY330-9852" fmla="*/ 3080712 h 4449429"/>
              <a:gd name="connsiteX331-9853" fmla="*/ 1596781 w 18982931"/>
              <a:gd name="connsiteY331-9854" fmla="*/ 3126412 h 4449429"/>
              <a:gd name="connsiteX332-9855" fmla="*/ 1805629 w 18982931"/>
              <a:gd name="connsiteY332-9856" fmla="*/ 3126412 h 4449429"/>
              <a:gd name="connsiteX333-9857" fmla="*/ 1805629 w 18982931"/>
              <a:gd name="connsiteY333-9858" fmla="*/ 3080712 h 4449429"/>
              <a:gd name="connsiteX334-9859" fmla="*/ 1596781 w 18982931"/>
              <a:gd name="connsiteY334-9860" fmla="*/ 3080712 h 4449429"/>
              <a:gd name="connsiteX335-9861" fmla="*/ 12612246 w 18982931"/>
              <a:gd name="connsiteY335-9862" fmla="*/ 3064799 h 4449429"/>
              <a:gd name="connsiteX336-9863" fmla="*/ 12612246 w 18982931"/>
              <a:gd name="connsiteY336-9864" fmla="*/ 3121633 h 4449429"/>
              <a:gd name="connsiteX337-9865" fmla="*/ 12669079 w 18982931"/>
              <a:gd name="connsiteY337-9866" fmla="*/ 3121633 h 4449429"/>
              <a:gd name="connsiteX338-9867" fmla="*/ 12669079 w 18982931"/>
              <a:gd name="connsiteY338-9868" fmla="*/ 3064799 h 4449429"/>
              <a:gd name="connsiteX339-9869" fmla="*/ 12612246 w 18982931"/>
              <a:gd name="connsiteY339-9870" fmla="*/ 3064799 h 4449429"/>
              <a:gd name="connsiteX340-9871" fmla="*/ 12500191 w 18982931"/>
              <a:gd name="connsiteY340-9872" fmla="*/ 3064799 h 4449429"/>
              <a:gd name="connsiteX341-9873" fmla="*/ 12500191 w 18982931"/>
              <a:gd name="connsiteY341-9874" fmla="*/ 3121633 h 4449429"/>
              <a:gd name="connsiteX342-9875" fmla="*/ 12557025 w 18982931"/>
              <a:gd name="connsiteY342-9876" fmla="*/ 3121633 h 4449429"/>
              <a:gd name="connsiteX343-9877" fmla="*/ 12557025 w 18982931"/>
              <a:gd name="connsiteY343-9878" fmla="*/ 3064799 h 4449429"/>
              <a:gd name="connsiteX344-9879" fmla="*/ 12500191 w 18982931"/>
              <a:gd name="connsiteY344-9880" fmla="*/ 3064799 h 4449429"/>
              <a:gd name="connsiteX345-9881" fmla="*/ 12388137 w 18982931"/>
              <a:gd name="connsiteY345-9882" fmla="*/ 3064799 h 4449429"/>
              <a:gd name="connsiteX346-9883" fmla="*/ 12388137 w 18982931"/>
              <a:gd name="connsiteY346-9884" fmla="*/ 3121633 h 4449429"/>
              <a:gd name="connsiteX347-9885" fmla="*/ 12444971 w 18982931"/>
              <a:gd name="connsiteY347-9886" fmla="*/ 3121633 h 4449429"/>
              <a:gd name="connsiteX348-9887" fmla="*/ 12444971 w 18982931"/>
              <a:gd name="connsiteY348-9888" fmla="*/ 3064799 h 4449429"/>
              <a:gd name="connsiteX349-9889" fmla="*/ 12388137 w 18982931"/>
              <a:gd name="connsiteY349-9890" fmla="*/ 3064799 h 4449429"/>
              <a:gd name="connsiteX350-9891" fmla="*/ 17351339 w 18982931"/>
              <a:gd name="connsiteY350-9892" fmla="*/ 3034782 h 4449429"/>
              <a:gd name="connsiteX351-9893" fmla="*/ 17351339 w 18982931"/>
              <a:gd name="connsiteY351-9894" fmla="*/ 3080482 h 4449429"/>
              <a:gd name="connsiteX352-9895" fmla="*/ 17560187 w 18982931"/>
              <a:gd name="connsiteY352-9896" fmla="*/ 3080482 h 4449429"/>
              <a:gd name="connsiteX353-9897" fmla="*/ 17560187 w 18982931"/>
              <a:gd name="connsiteY353-9898" fmla="*/ 3034782 h 4449429"/>
              <a:gd name="connsiteX354-9899" fmla="*/ 17351339 w 18982931"/>
              <a:gd name="connsiteY354-9900" fmla="*/ 3034782 h 4449429"/>
              <a:gd name="connsiteX355-9901" fmla="*/ 1596781 w 18982931"/>
              <a:gd name="connsiteY355-9902" fmla="*/ 2989080 h 4449429"/>
              <a:gd name="connsiteX356-9903" fmla="*/ 1596781 w 18982931"/>
              <a:gd name="connsiteY356-9904" fmla="*/ 3034780 h 4449429"/>
              <a:gd name="connsiteX357-9905" fmla="*/ 1805629 w 18982931"/>
              <a:gd name="connsiteY357-9906" fmla="*/ 3034780 h 4449429"/>
              <a:gd name="connsiteX358-9907" fmla="*/ 1805629 w 18982931"/>
              <a:gd name="connsiteY358-9908" fmla="*/ 2989080 h 4449429"/>
              <a:gd name="connsiteX359-9909" fmla="*/ 1596781 w 18982931"/>
              <a:gd name="connsiteY359-9910" fmla="*/ 2989080 h 4449429"/>
              <a:gd name="connsiteX360-9911" fmla="*/ 17351339 w 18982931"/>
              <a:gd name="connsiteY360-9912" fmla="*/ 2943153 h 4449429"/>
              <a:gd name="connsiteX361-9913" fmla="*/ 17351339 w 18982931"/>
              <a:gd name="connsiteY361-9914" fmla="*/ 2988853 h 4449429"/>
              <a:gd name="connsiteX362-9915" fmla="*/ 17560187 w 18982931"/>
              <a:gd name="connsiteY362-9916" fmla="*/ 2988853 h 4449429"/>
              <a:gd name="connsiteX363-9917" fmla="*/ 17560187 w 18982931"/>
              <a:gd name="connsiteY363-9918" fmla="*/ 2943153 h 4449429"/>
              <a:gd name="connsiteX364-9919" fmla="*/ 17351339 w 18982931"/>
              <a:gd name="connsiteY364-9920" fmla="*/ 2943153 h 4449429"/>
              <a:gd name="connsiteX365-9921" fmla="*/ 12612246 w 18982931"/>
              <a:gd name="connsiteY365-9922" fmla="*/ 2919511 h 4449429"/>
              <a:gd name="connsiteX366-9923" fmla="*/ 12612246 w 18982931"/>
              <a:gd name="connsiteY366-9924" fmla="*/ 2976345 h 4449429"/>
              <a:gd name="connsiteX367-9925" fmla="*/ 12669079 w 18982931"/>
              <a:gd name="connsiteY367-9926" fmla="*/ 2976345 h 4449429"/>
              <a:gd name="connsiteX368-9927" fmla="*/ 12669079 w 18982931"/>
              <a:gd name="connsiteY368-9928" fmla="*/ 2919511 h 4449429"/>
              <a:gd name="connsiteX369-9929" fmla="*/ 12612246 w 18982931"/>
              <a:gd name="connsiteY369-9930" fmla="*/ 2919511 h 4449429"/>
              <a:gd name="connsiteX370-9931" fmla="*/ 12500191 w 18982931"/>
              <a:gd name="connsiteY370-9932" fmla="*/ 2919511 h 4449429"/>
              <a:gd name="connsiteX371-9933" fmla="*/ 12500191 w 18982931"/>
              <a:gd name="connsiteY371-9934" fmla="*/ 2976345 h 4449429"/>
              <a:gd name="connsiteX372-9935" fmla="*/ 12557025 w 18982931"/>
              <a:gd name="connsiteY372-9936" fmla="*/ 2976345 h 4449429"/>
              <a:gd name="connsiteX373-9937" fmla="*/ 12557025 w 18982931"/>
              <a:gd name="connsiteY373-9938" fmla="*/ 2919511 h 4449429"/>
              <a:gd name="connsiteX374-9939" fmla="*/ 12500191 w 18982931"/>
              <a:gd name="connsiteY374-9940" fmla="*/ 2919511 h 4449429"/>
              <a:gd name="connsiteX375-9941" fmla="*/ 12388137 w 18982931"/>
              <a:gd name="connsiteY375-9942" fmla="*/ 2919511 h 4449429"/>
              <a:gd name="connsiteX376-9943" fmla="*/ 12388137 w 18982931"/>
              <a:gd name="connsiteY376-9944" fmla="*/ 2976345 h 4449429"/>
              <a:gd name="connsiteX377-9945" fmla="*/ 12444971 w 18982931"/>
              <a:gd name="connsiteY377-9946" fmla="*/ 2976345 h 4449429"/>
              <a:gd name="connsiteX378-9947" fmla="*/ 12444971 w 18982931"/>
              <a:gd name="connsiteY378-9948" fmla="*/ 2919511 h 4449429"/>
              <a:gd name="connsiteX379-9949" fmla="*/ 12388137 w 18982931"/>
              <a:gd name="connsiteY379-9950" fmla="*/ 2919511 h 4449429"/>
              <a:gd name="connsiteX380-9951" fmla="*/ 1596781 w 18982931"/>
              <a:gd name="connsiteY380-9952" fmla="*/ 2897450 h 4449429"/>
              <a:gd name="connsiteX381-9953" fmla="*/ 1596781 w 18982931"/>
              <a:gd name="connsiteY381-9954" fmla="*/ 2943150 h 4449429"/>
              <a:gd name="connsiteX382-9955" fmla="*/ 1805629 w 18982931"/>
              <a:gd name="connsiteY382-9956" fmla="*/ 2943150 h 4449429"/>
              <a:gd name="connsiteX383-9957" fmla="*/ 1805629 w 18982931"/>
              <a:gd name="connsiteY383-9958" fmla="*/ 2897450 h 4449429"/>
              <a:gd name="connsiteX384-9959" fmla="*/ 1596781 w 18982931"/>
              <a:gd name="connsiteY384-9960" fmla="*/ 2897450 h 4449429"/>
              <a:gd name="connsiteX385-9961" fmla="*/ 17351339 w 18982931"/>
              <a:gd name="connsiteY385-9962" fmla="*/ 2851522 h 4449429"/>
              <a:gd name="connsiteX386-9963" fmla="*/ 17351339 w 18982931"/>
              <a:gd name="connsiteY386-9964" fmla="*/ 2897223 h 4449429"/>
              <a:gd name="connsiteX387-9965" fmla="*/ 17560187 w 18982931"/>
              <a:gd name="connsiteY387-9966" fmla="*/ 2897223 h 4449429"/>
              <a:gd name="connsiteX388-9967" fmla="*/ 17560187 w 18982931"/>
              <a:gd name="connsiteY388-9968" fmla="*/ 2851522 h 4449429"/>
              <a:gd name="connsiteX389-9969" fmla="*/ 17351339 w 18982931"/>
              <a:gd name="connsiteY389-9970" fmla="*/ 2851522 h 4449429"/>
              <a:gd name="connsiteX390-9971" fmla="*/ 1596781 w 18982931"/>
              <a:gd name="connsiteY390-9972" fmla="*/ 2805821 h 4449429"/>
              <a:gd name="connsiteX391-9973" fmla="*/ 1596781 w 18982931"/>
              <a:gd name="connsiteY391-9974" fmla="*/ 2851521 h 4449429"/>
              <a:gd name="connsiteX392-9975" fmla="*/ 1805629 w 18982931"/>
              <a:gd name="connsiteY392-9976" fmla="*/ 2851521 h 4449429"/>
              <a:gd name="connsiteX393-9977" fmla="*/ 1805629 w 18982931"/>
              <a:gd name="connsiteY393-9978" fmla="*/ 2805821 h 4449429"/>
              <a:gd name="connsiteX394-9979" fmla="*/ 1596781 w 18982931"/>
              <a:gd name="connsiteY394-9980" fmla="*/ 2805821 h 4449429"/>
              <a:gd name="connsiteX395-9981" fmla="*/ 1596781 w 18982931"/>
              <a:gd name="connsiteY395-9982" fmla="*/ 2714192 h 4449429"/>
              <a:gd name="connsiteX396-9983" fmla="*/ 1596781 w 18982931"/>
              <a:gd name="connsiteY396-9984" fmla="*/ 2759892 h 4449429"/>
              <a:gd name="connsiteX397-9985" fmla="*/ 1805629 w 18982931"/>
              <a:gd name="connsiteY397-9986" fmla="*/ 2759892 h 4449429"/>
              <a:gd name="connsiteX398-9987" fmla="*/ 1805629 w 18982931"/>
              <a:gd name="connsiteY398-9988" fmla="*/ 2714192 h 4449429"/>
              <a:gd name="connsiteX399-9989" fmla="*/ 1596781 w 18982931"/>
              <a:gd name="connsiteY399-9990" fmla="*/ 2714192 h 4449429"/>
              <a:gd name="connsiteX400-9991" fmla="*/ 4422120 w 18982931"/>
              <a:gd name="connsiteY400-9992" fmla="*/ 2688604 h 4449429"/>
              <a:gd name="connsiteX401-9993" fmla="*/ 4422120 w 18982931"/>
              <a:gd name="connsiteY401-9994" fmla="*/ 2851522 h 4449429"/>
              <a:gd name="connsiteX402-9995" fmla="*/ 4459897 w 18982931"/>
              <a:gd name="connsiteY402-9996" fmla="*/ 2851522 h 4449429"/>
              <a:gd name="connsiteX403-9997" fmla="*/ 4459897 w 18982931"/>
              <a:gd name="connsiteY403-9998" fmla="*/ 2688604 h 4449429"/>
              <a:gd name="connsiteX404-9999" fmla="*/ 4422120 w 18982931"/>
              <a:gd name="connsiteY404-10000" fmla="*/ 2688604 h 4449429"/>
              <a:gd name="connsiteX405-10001" fmla="*/ 4346370 w 18982931"/>
              <a:gd name="connsiteY405-10002" fmla="*/ 2688604 h 4449429"/>
              <a:gd name="connsiteX406-10003" fmla="*/ 4346370 w 18982931"/>
              <a:gd name="connsiteY406-10004" fmla="*/ 2851522 h 4449429"/>
              <a:gd name="connsiteX407-10005" fmla="*/ 4384149 w 18982931"/>
              <a:gd name="connsiteY407-10006" fmla="*/ 2851522 h 4449429"/>
              <a:gd name="connsiteX408-10007" fmla="*/ 4384149 w 18982931"/>
              <a:gd name="connsiteY408-10008" fmla="*/ 2688604 h 4449429"/>
              <a:gd name="connsiteX409-10009" fmla="*/ 4346370 w 18982931"/>
              <a:gd name="connsiteY409-10010" fmla="*/ 2688604 h 4449429"/>
              <a:gd name="connsiteX410-10011" fmla="*/ 4270624 w 18982931"/>
              <a:gd name="connsiteY410-10012" fmla="*/ 2688604 h 4449429"/>
              <a:gd name="connsiteX411-10013" fmla="*/ 4270624 w 18982931"/>
              <a:gd name="connsiteY411-10014" fmla="*/ 2851522 h 4449429"/>
              <a:gd name="connsiteX412-10015" fmla="*/ 4308407 w 18982931"/>
              <a:gd name="connsiteY412-10016" fmla="*/ 2851522 h 4449429"/>
              <a:gd name="connsiteX413-10017" fmla="*/ 4308407 w 18982931"/>
              <a:gd name="connsiteY413-10018" fmla="*/ 2688604 h 4449429"/>
              <a:gd name="connsiteX414-10019" fmla="*/ 4270624 w 18982931"/>
              <a:gd name="connsiteY414-10020" fmla="*/ 2688604 h 4449429"/>
              <a:gd name="connsiteX415-10021" fmla="*/ 4194881 w 18982931"/>
              <a:gd name="connsiteY415-10022" fmla="*/ 2688604 h 4449429"/>
              <a:gd name="connsiteX416-10023" fmla="*/ 4194881 w 18982931"/>
              <a:gd name="connsiteY416-10024" fmla="*/ 2851522 h 4449429"/>
              <a:gd name="connsiteX417-10025" fmla="*/ 4232658 w 18982931"/>
              <a:gd name="connsiteY417-10026" fmla="*/ 2851522 h 4449429"/>
              <a:gd name="connsiteX418-10027" fmla="*/ 4232658 w 18982931"/>
              <a:gd name="connsiteY418-10028" fmla="*/ 2688604 h 4449429"/>
              <a:gd name="connsiteX419-10029" fmla="*/ 4194881 w 18982931"/>
              <a:gd name="connsiteY419-10030" fmla="*/ 2688604 h 4449429"/>
              <a:gd name="connsiteX420-10031" fmla="*/ 4119132 w 18982931"/>
              <a:gd name="connsiteY420-10032" fmla="*/ 2688604 h 4449429"/>
              <a:gd name="connsiteX421-10033" fmla="*/ 4119132 w 18982931"/>
              <a:gd name="connsiteY421-10034" fmla="*/ 2851522 h 4449429"/>
              <a:gd name="connsiteX422-10035" fmla="*/ 4156909 w 18982931"/>
              <a:gd name="connsiteY422-10036" fmla="*/ 2851522 h 4449429"/>
              <a:gd name="connsiteX423-10037" fmla="*/ 4156909 w 18982931"/>
              <a:gd name="connsiteY423-10038" fmla="*/ 2688604 h 4449429"/>
              <a:gd name="connsiteX424-10039" fmla="*/ 4119132 w 18982931"/>
              <a:gd name="connsiteY424-10040" fmla="*/ 2688604 h 4449429"/>
              <a:gd name="connsiteX425-10041" fmla="*/ 4043383 w 18982931"/>
              <a:gd name="connsiteY425-10042" fmla="*/ 2688604 h 4449429"/>
              <a:gd name="connsiteX426-10043" fmla="*/ 4043383 w 18982931"/>
              <a:gd name="connsiteY426-10044" fmla="*/ 2851522 h 4449429"/>
              <a:gd name="connsiteX427-10045" fmla="*/ 4081160 w 18982931"/>
              <a:gd name="connsiteY427-10046" fmla="*/ 2851522 h 4449429"/>
              <a:gd name="connsiteX428-10047" fmla="*/ 4081160 w 18982931"/>
              <a:gd name="connsiteY428-10048" fmla="*/ 2688604 h 4449429"/>
              <a:gd name="connsiteX429-10049" fmla="*/ 4043383 w 18982931"/>
              <a:gd name="connsiteY429-10050" fmla="*/ 2688604 h 4449429"/>
              <a:gd name="connsiteX430-10051" fmla="*/ 3967636 w 18982931"/>
              <a:gd name="connsiteY430-10052" fmla="*/ 2688604 h 4449429"/>
              <a:gd name="connsiteX431-10053" fmla="*/ 3967636 w 18982931"/>
              <a:gd name="connsiteY431-10054" fmla="*/ 2851522 h 4449429"/>
              <a:gd name="connsiteX432-10055" fmla="*/ 4005415 w 18982931"/>
              <a:gd name="connsiteY432-10056" fmla="*/ 2851522 h 4449429"/>
              <a:gd name="connsiteX433-10057" fmla="*/ 4005415 w 18982931"/>
              <a:gd name="connsiteY433-10058" fmla="*/ 2688604 h 4449429"/>
              <a:gd name="connsiteX434-10059" fmla="*/ 3967636 w 18982931"/>
              <a:gd name="connsiteY434-10060" fmla="*/ 2688604 h 4449429"/>
              <a:gd name="connsiteX435-10061" fmla="*/ 3891895 w 18982931"/>
              <a:gd name="connsiteY435-10062" fmla="*/ 2688604 h 4449429"/>
              <a:gd name="connsiteX436-10063" fmla="*/ 3891895 w 18982931"/>
              <a:gd name="connsiteY436-10064" fmla="*/ 2851522 h 4449429"/>
              <a:gd name="connsiteX437-10065" fmla="*/ 3929672 w 18982931"/>
              <a:gd name="connsiteY437-10066" fmla="*/ 2851522 h 4449429"/>
              <a:gd name="connsiteX438-10067" fmla="*/ 3929672 w 18982931"/>
              <a:gd name="connsiteY438-10068" fmla="*/ 2688604 h 4449429"/>
              <a:gd name="connsiteX439-10069" fmla="*/ 3891895 w 18982931"/>
              <a:gd name="connsiteY439-10070" fmla="*/ 2688604 h 4449429"/>
              <a:gd name="connsiteX440-10071" fmla="*/ 15043403 w 18982931"/>
              <a:gd name="connsiteY440-10072" fmla="*/ 2685661 h 4449429"/>
              <a:gd name="connsiteX441-10073" fmla="*/ 15043403 w 18982931"/>
              <a:gd name="connsiteY441-10074" fmla="*/ 2894508 h 4449429"/>
              <a:gd name="connsiteX442-10075" fmla="*/ 15089105 w 18982931"/>
              <a:gd name="connsiteY442-10076" fmla="*/ 2894508 h 4449429"/>
              <a:gd name="connsiteX443-10077" fmla="*/ 15089105 w 18982931"/>
              <a:gd name="connsiteY443-10078" fmla="*/ 2685661 h 4449429"/>
              <a:gd name="connsiteX444-10079" fmla="*/ 15043403 w 18982931"/>
              <a:gd name="connsiteY444-10080" fmla="*/ 2685661 h 4449429"/>
              <a:gd name="connsiteX445-10081" fmla="*/ 14951773 w 18982931"/>
              <a:gd name="connsiteY445-10082" fmla="*/ 2685661 h 4449429"/>
              <a:gd name="connsiteX446-10083" fmla="*/ 14951773 w 18982931"/>
              <a:gd name="connsiteY446-10084" fmla="*/ 2894508 h 4449429"/>
              <a:gd name="connsiteX447-10085" fmla="*/ 14997475 w 18982931"/>
              <a:gd name="connsiteY447-10086" fmla="*/ 2894508 h 4449429"/>
              <a:gd name="connsiteX448-10087" fmla="*/ 14997475 w 18982931"/>
              <a:gd name="connsiteY448-10088" fmla="*/ 2685661 h 4449429"/>
              <a:gd name="connsiteX449-10089" fmla="*/ 14951773 w 18982931"/>
              <a:gd name="connsiteY449-10090" fmla="*/ 2685661 h 4449429"/>
              <a:gd name="connsiteX450-10091" fmla="*/ 14860145 w 18982931"/>
              <a:gd name="connsiteY450-10092" fmla="*/ 2685661 h 4449429"/>
              <a:gd name="connsiteX451-10093" fmla="*/ 14860145 w 18982931"/>
              <a:gd name="connsiteY451-10094" fmla="*/ 2894508 h 4449429"/>
              <a:gd name="connsiteX452-10095" fmla="*/ 14905844 w 18982931"/>
              <a:gd name="connsiteY452-10096" fmla="*/ 2894508 h 4449429"/>
              <a:gd name="connsiteX453-10097" fmla="*/ 14905844 w 18982931"/>
              <a:gd name="connsiteY453-10098" fmla="*/ 2685661 h 4449429"/>
              <a:gd name="connsiteX454-10099" fmla="*/ 14860145 w 18982931"/>
              <a:gd name="connsiteY454-10100" fmla="*/ 2685661 h 4449429"/>
              <a:gd name="connsiteX455-10101" fmla="*/ 14768515 w 18982931"/>
              <a:gd name="connsiteY455-10102" fmla="*/ 2685661 h 4449429"/>
              <a:gd name="connsiteX456-10103" fmla="*/ 14768515 w 18982931"/>
              <a:gd name="connsiteY456-10104" fmla="*/ 2894508 h 4449429"/>
              <a:gd name="connsiteX457-10105" fmla="*/ 14814217 w 18982931"/>
              <a:gd name="connsiteY457-10106" fmla="*/ 2894508 h 4449429"/>
              <a:gd name="connsiteX458-10107" fmla="*/ 14814217 w 18982931"/>
              <a:gd name="connsiteY458-10108" fmla="*/ 2685661 h 4449429"/>
              <a:gd name="connsiteX459-10109" fmla="*/ 14768515 w 18982931"/>
              <a:gd name="connsiteY459-10110" fmla="*/ 2685661 h 4449429"/>
              <a:gd name="connsiteX460-10111" fmla="*/ 14676884 w 18982931"/>
              <a:gd name="connsiteY460-10112" fmla="*/ 2685661 h 4449429"/>
              <a:gd name="connsiteX461-10113" fmla="*/ 14676884 w 18982931"/>
              <a:gd name="connsiteY461-10114" fmla="*/ 2894508 h 4449429"/>
              <a:gd name="connsiteX462-10115" fmla="*/ 14722586 w 18982931"/>
              <a:gd name="connsiteY462-10116" fmla="*/ 2894508 h 4449429"/>
              <a:gd name="connsiteX463-10117" fmla="*/ 14722586 w 18982931"/>
              <a:gd name="connsiteY463-10118" fmla="*/ 2685661 h 4449429"/>
              <a:gd name="connsiteX464-10119" fmla="*/ 14676884 w 18982931"/>
              <a:gd name="connsiteY464-10120" fmla="*/ 2685661 h 4449429"/>
              <a:gd name="connsiteX465-10121" fmla="*/ 14585255 w 18982931"/>
              <a:gd name="connsiteY465-10122" fmla="*/ 2685661 h 4449429"/>
              <a:gd name="connsiteX466-10123" fmla="*/ 14585255 w 18982931"/>
              <a:gd name="connsiteY466-10124" fmla="*/ 2894508 h 4449429"/>
              <a:gd name="connsiteX467-10125" fmla="*/ 14630955 w 18982931"/>
              <a:gd name="connsiteY467-10126" fmla="*/ 2894508 h 4449429"/>
              <a:gd name="connsiteX468-10127" fmla="*/ 14630955 w 18982931"/>
              <a:gd name="connsiteY468-10128" fmla="*/ 2685661 h 4449429"/>
              <a:gd name="connsiteX469-10129" fmla="*/ 14585255 w 18982931"/>
              <a:gd name="connsiteY469-10130" fmla="*/ 2685661 h 4449429"/>
              <a:gd name="connsiteX470-10131" fmla="*/ 14493625 w 18982931"/>
              <a:gd name="connsiteY470-10132" fmla="*/ 2685661 h 4449429"/>
              <a:gd name="connsiteX471-10133" fmla="*/ 14493625 w 18982931"/>
              <a:gd name="connsiteY471-10134" fmla="*/ 2894508 h 4449429"/>
              <a:gd name="connsiteX472-10135" fmla="*/ 14539325 w 18982931"/>
              <a:gd name="connsiteY472-10136" fmla="*/ 2894508 h 4449429"/>
              <a:gd name="connsiteX473-10137" fmla="*/ 14539325 w 18982931"/>
              <a:gd name="connsiteY473-10138" fmla="*/ 2685661 h 4449429"/>
              <a:gd name="connsiteX474-10139" fmla="*/ 14493625 w 18982931"/>
              <a:gd name="connsiteY474-10140" fmla="*/ 2685661 h 4449429"/>
              <a:gd name="connsiteX475-10141" fmla="*/ 2875284 w 18982931"/>
              <a:gd name="connsiteY475-10142" fmla="*/ 2661196 h 4449429"/>
              <a:gd name="connsiteX476-10143" fmla="*/ 2875284 w 18982931"/>
              <a:gd name="connsiteY476-10144" fmla="*/ 3265443 h 4449429"/>
              <a:gd name="connsiteX477-10145" fmla="*/ 2913063 w 18982931"/>
              <a:gd name="connsiteY477-10146" fmla="*/ 3265443 h 4449429"/>
              <a:gd name="connsiteX478-10147" fmla="*/ 2913063 w 18982931"/>
              <a:gd name="connsiteY478-10148" fmla="*/ 2661196 h 4449429"/>
              <a:gd name="connsiteX479-10149" fmla="*/ 2875284 w 18982931"/>
              <a:gd name="connsiteY479-10150" fmla="*/ 2661196 h 4449429"/>
              <a:gd name="connsiteX480-10151" fmla="*/ 2769698 w 18982931"/>
              <a:gd name="connsiteY480-10152" fmla="*/ 2661196 h 4449429"/>
              <a:gd name="connsiteX481-10153" fmla="*/ 2769698 w 18982931"/>
              <a:gd name="connsiteY481-10154" fmla="*/ 3265443 h 4449429"/>
              <a:gd name="connsiteX482-10155" fmla="*/ 2807479 w 18982931"/>
              <a:gd name="connsiteY482-10156" fmla="*/ 3265443 h 4449429"/>
              <a:gd name="connsiteX483-10157" fmla="*/ 2807479 w 18982931"/>
              <a:gd name="connsiteY483-10158" fmla="*/ 2661196 h 4449429"/>
              <a:gd name="connsiteX484-10159" fmla="*/ 2769698 w 18982931"/>
              <a:gd name="connsiteY484-10160" fmla="*/ 2661196 h 4449429"/>
              <a:gd name="connsiteX485-10161" fmla="*/ 2664114 w 18982931"/>
              <a:gd name="connsiteY485-10162" fmla="*/ 2661196 h 4449429"/>
              <a:gd name="connsiteX486-10163" fmla="*/ 2664114 w 18982931"/>
              <a:gd name="connsiteY486-10164" fmla="*/ 3265443 h 4449429"/>
              <a:gd name="connsiteX487-10165" fmla="*/ 2701891 w 18982931"/>
              <a:gd name="connsiteY487-10166" fmla="*/ 3265443 h 4449429"/>
              <a:gd name="connsiteX488-10167" fmla="*/ 2701891 w 18982931"/>
              <a:gd name="connsiteY488-10168" fmla="*/ 2661196 h 4449429"/>
              <a:gd name="connsiteX489-10169" fmla="*/ 2664114 w 18982931"/>
              <a:gd name="connsiteY489-10170" fmla="*/ 2661196 h 4449429"/>
              <a:gd name="connsiteX490-10171" fmla="*/ 2558534 w 18982931"/>
              <a:gd name="connsiteY490-10172" fmla="*/ 2661196 h 4449429"/>
              <a:gd name="connsiteX491-10173" fmla="*/ 2558534 w 18982931"/>
              <a:gd name="connsiteY491-10174" fmla="*/ 3265443 h 4449429"/>
              <a:gd name="connsiteX492-10175" fmla="*/ 2596306 w 18982931"/>
              <a:gd name="connsiteY492-10176" fmla="*/ 3265443 h 4449429"/>
              <a:gd name="connsiteX493-10177" fmla="*/ 2596306 w 18982931"/>
              <a:gd name="connsiteY493-10178" fmla="*/ 2661196 h 4449429"/>
              <a:gd name="connsiteX494-10179" fmla="*/ 2558534 w 18982931"/>
              <a:gd name="connsiteY494-10180" fmla="*/ 2661196 h 4449429"/>
              <a:gd name="connsiteX495-10181" fmla="*/ 2980870 w 18982931"/>
              <a:gd name="connsiteY495-10182" fmla="*/ 2661194 h 4449429"/>
              <a:gd name="connsiteX496-10183" fmla="*/ 2980870 w 18982931"/>
              <a:gd name="connsiteY496-10184" fmla="*/ 3265442 h 4449429"/>
              <a:gd name="connsiteX497-10185" fmla="*/ 3018648 w 18982931"/>
              <a:gd name="connsiteY497-10186" fmla="*/ 3265442 h 4449429"/>
              <a:gd name="connsiteX498-10187" fmla="*/ 3018648 w 18982931"/>
              <a:gd name="connsiteY498-10188" fmla="*/ 2661194 h 4449429"/>
              <a:gd name="connsiteX499-10189" fmla="*/ 2980870 w 18982931"/>
              <a:gd name="connsiteY499-10190" fmla="*/ 2661194 h 4449429"/>
              <a:gd name="connsiteX500-10191" fmla="*/ 16374516 w 18982931"/>
              <a:gd name="connsiteY500-10192" fmla="*/ 2632791 h 4449429"/>
              <a:gd name="connsiteX501-10193" fmla="*/ 16374516 w 18982931"/>
              <a:gd name="connsiteY501-10194" fmla="*/ 3237039 h 4449429"/>
              <a:gd name="connsiteX502-10195" fmla="*/ 16412296 w 18982931"/>
              <a:gd name="connsiteY502-10196" fmla="*/ 3237039 h 4449429"/>
              <a:gd name="connsiteX503-10197" fmla="*/ 16412296 w 18982931"/>
              <a:gd name="connsiteY503-10198" fmla="*/ 2632791 h 4449429"/>
              <a:gd name="connsiteX504-10199" fmla="*/ 16374516 w 18982931"/>
              <a:gd name="connsiteY504-10200" fmla="*/ 2632791 h 4449429"/>
              <a:gd name="connsiteX505-10201" fmla="*/ 16268931 w 18982931"/>
              <a:gd name="connsiteY505-10202" fmla="*/ 2632791 h 4449429"/>
              <a:gd name="connsiteX506-10203" fmla="*/ 16268931 w 18982931"/>
              <a:gd name="connsiteY506-10204" fmla="*/ 3237039 h 4449429"/>
              <a:gd name="connsiteX507-10205" fmla="*/ 16306709 w 18982931"/>
              <a:gd name="connsiteY507-10206" fmla="*/ 3237039 h 4449429"/>
              <a:gd name="connsiteX508-10207" fmla="*/ 16306709 w 18982931"/>
              <a:gd name="connsiteY508-10208" fmla="*/ 2632791 h 4449429"/>
              <a:gd name="connsiteX509-10209" fmla="*/ 16268931 w 18982931"/>
              <a:gd name="connsiteY509-10210" fmla="*/ 2632791 h 4449429"/>
              <a:gd name="connsiteX510-10211" fmla="*/ 16163344 w 18982931"/>
              <a:gd name="connsiteY510-10212" fmla="*/ 2632791 h 4449429"/>
              <a:gd name="connsiteX511-10213" fmla="*/ 16163344 w 18982931"/>
              <a:gd name="connsiteY511-10214" fmla="*/ 3237039 h 4449429"/>
              <a:gd name="connsiteX512-10215" fmla="*/ 16201125 w 18982931"/>
              <a:gd name="connsiteY512-10216" fmla="*/ 3237039 h 4449429"/>
              <a:gd name="connsiteX513-10217" fmla="*/ 16201125 w 18982931"/>
              <a:gd name="connsiteY513-10218" fmla="*/ 2632791 h 4449429"/>
              <a:gd name="connsiteX514-10219" fmla="*/ 16163344 w 18982931"/>
              <a:gd name="connsiteY514-10220" fmla="*/ 2632791 h 4449429"/>
              <a:gd name="connsiteX515-10221" fmla="*/ 16057760 w 18982931"/>
              <a:gd name="connsiteY515-10222" fmla="*/ 2632791 h 4449429"/>
              <a:gd name="connsiteX516-10223" fmla="*/ 16057760 w 18982931"/>
              <a:gd name="connsiteY516-10224" fmla="*/ 3237039 h 4449429"/>
              <a:gd name="connsiteX517-10225" fmla="*/ 16095537 w 18982931"/>
              <a:gd name="connsiteY517-10226" fmla="*/ 3237039 h 4449429"/>
              <a:gd name="connsiteX518-10227" fmla="*/ 16095537 w 18982931"/>
              <a:gd name="connsiteY518-10228" fmla="*/ 2632791 h 4449429"/>
              <a:gd name="connsiteX519-10229" fmla="*/ 16057760 w 18982931"/>
              <a:gd name="connsiteY519-10230" fmla="*/ 2632791 h 4449429"/>
              <a:gd name="connsiteX520-10231" fmla="*/ 16480103 w 18982931"/>
              <a:gd name="connsiteY520-10232" fmla="*/ 2632790 h 4449429"/>
              <a:gd name="connsiteX521-10233" fmla="*/ 16480103 w 18982931"/>
              <a:gd name="connsiteY521-10234" fmla="*/ 3237037 h 4449429"/>
              <a:gd name="connsiteX522-10235" fmla="*/ 16517880 w 18982931"/>
              <a:gd name="connsiteY522-10236" fmla="*/ 3237037 h 4449429"/>
              <a:gd name="connsiteX523-10237" fmla="*/ 16517880 w 18982931"/>
              <a:gd name="connsiteY523-10238" fmla="*/ 2632790 h 4449429"/>
              <a:gd name="connsiteX524-10239" fmla="*/ 16480103 w 18982931"/>
              <a:gd name="connsiteY524-10240" fmla="*/ 2632790 h 4449429"/>
              <a:gd name="connsiteX525-10241" fmla="*/ 1596781 w 18982931"/>
              <a:gd name="connsiteY525-10242" fmla="*/ 2622561 h 4449429"/>
              <a:gd name="connsiteX526-10243" fmla="*/ 1596781 w 18982931"/>
              <a:gd name="connsiteY526-10244" fmla="*/ 2668261 h 4449429"/>
              <a:gd name="connsiteX527-10245" fmla="*/ 1805629 w 18982931"/>
              <a:gd name="connsiteY527-10246" fmla="*/ 2668261 h 4449429"/>
              <a:gd name="connsiteX528-10247" fmla="*/ 1805629 w 18982931"/>
              <a:gd name="connsiteY528-10248" fmla="*/ 2622561 h 4449429"/>
              <a:gd name="connsiteX529-10249" fmla="*/ 1596781 w 18982931"/>
              <a:gd name="connsiteY529-10250" fmla="*/ 2622561 h 4449429"/>
              <a:gd name="connsiteX530-10251" fmla="*/ 1596781 w 18982931"/>
              <a:gd name="connsiteY530-10252" fmla="*/ 2530932 h 4449429"/>
              <a:gd name="connsiteX531-10253" fmla="*/ 1596781 w 18982931"/>
              <a:gd name="connsiteY531-10254" fmla="*/ 2576632 h 4449429"/>
              <a:gd name="connsiteX532-10255" fmla="*/ 1805629 w 18982931"/>
              <a:gd name="connsiteY532-10256" fmla="*/ 2576632 h 4449429"/>
              <a:gd name="connsiteX533-10257" fmla="*/ 1805629 w 18982931"/>
              <a:gd name="connsiteY533-10258" fmla="*/ 2530932 h 4449429"/>
              <a:gd name="connsiteX534-10259" fmla="*/ 1596781 w 18982931"/>
              <a:gd name="connsiteY534-10260" fmla="*/ 2530932 h 4449429"/>
              <a:gd name="connsiteX535-10261" fmla="*/ 1596781 w 18982931"/>
              <a:gd name="connsiteY535-10262" fmla="*/ 2439301 h 4449429"/>
              <a:gd name="connsiteX536-10263" fmla="*/ 1596781 w 18982931"/>
              <a:gd name="connsiteY536-10264" fmla="*/ 2485002 h 4449429"/>
              <a:gd name="connsiteX537-10265" fmla="*/ 1805629 w 18982931"/>
              <a:gd name="connsiteY537-10266" fmla="*/ 2485002 h 4449429"/>
              <a:gd name="connsiteX538-10267" fmla="*/ 1805629 w 18982931"/>
              <a:gd name="connsiteY538-10268" fmla="*/ 2439301 h 4449429"/>
              <a:gd name="connsiteX539-10269" fmla="*/ 1596781 w 18982931"/>
              <a:gd name="connsiteY539-10270" fmla="*/ 2439301 h 4449429"/>
              <a:gd name="connsiteX540-10271" fmla="*/ 17217171 w 18982931"/>
              <a:gd name="connsiteY540-10272" fmla="*/ 2397981 h 4449429"/>
              <a:gd name="connsiteX541-10273" fmla="*/ 17217171 w 18982931"/>
              <a:gd name="connsiteY541-10274" fmla="*/ 2434557 h 4449429"/>
              <a:gd name="connsiteX542-10275" fmla="*/ 17582931 w 18982931"/>
              <a:gd name="connsiteY542-10276" fmla="*/ 2434557 h 4449429"/>
              <a:gd name="connsiteX543-10277" fmla="*/ 17582931 w 18982931"/>
              <a:gd name="connsiteY543-10278" fmla="*/ 2397981 h 4449429"/>
              <a:gd name="connsiteX544-10279" fmla="*/ 17217171 w 18982931"/>
              <a:gd name="connsiteY544-10280" fmla="*/ 2397981 h 4449429"/>
              <a:gd name="connsiteX545-10281" fmla="*/ 9762349 w 18982931"/>
              <a:gd name="connsiteY545-10282" fmla="*/ 2057780 h 4449429"/>
              <a:gd name="connsiteX546-10283" fmla="*/ 9762349 w 18982931"/>
              <a:gd name="connsiteY546-10284" fmla="*/ 2266627 h 4449429"/>
              <a:gd name="connsiteX547-10285" fmla="*/ 9808049 w 18982931"/>
              <a:gd name="connsiteY547-10286" fmla="*/ 2266627 h 4449429"/>
              <a:gd name="connsiteX548-10287" fmla="*/ 9808049 w 18982931"/>
              <a:gd name="connsiteY548-10288" fmla="*/ 2057780 h 4449429"/>
              <a:gd name="connsiteX549-10289" fmla="*/ 9762349 w 18982931"/>
              <a:gd name="connsiteY549-10290" fmla="*/ 2057780 h 4449429"/>
              <a:gd name="connsiteX550-10291" fmla="*/ 9670720 w 18982931"/>
              <a:gd name="connsiteY550-10292" fmla="*/ 2057780 h 4449429"/>
              <a:gd name="connsiteX551-10293" fmla="*/ 9670720 w 18982931"/>
              <a:gd name="connsiteY551-10294" fmla="*/ 2266627 h 4449429"/>
              <a:gd name="connsiteX552-10295" fmla="*/ 9716420 w 18982931"/>
              <a:gd name="connsiteY552-10296" fmla="*/ 2266627 h 4449429"/>
              <a:gd name="connsiteX553-10297" fmla="*/ 9716420 w 18982931"/>
              <a:gd name="connsiteY553-10298" fmla="*/ 2057780 h 4449429"/>
              <a:gd name="connsiteX554-10299" fmla="*/ 9670720 w 18982931"/>
              <a:gd name="connsiteY554-10300" fmla="*/ 2057780 h 4449429"/>
              <a:gd name="connsiteX555-10301" fmla="*/ 9579089 w 18982931"/>
              <a:gd name="connsiteY555-10302" fmla="*/ 2057780 h 4449429"/>
              <a:gd name="connsiteX556-10303" fmla="*/ 9579089 w 18982931"/>
              <a:gd name="connsiteY556-10304" fmla="*/ 2266627 h 4449429"/>
              <a:gd name="connsiteX557-10305" fmla="*/ 9624790 w 18982931"/>
              <a:gd name="connsiteY557-10306" fmla="*/ 2266627 h 4449429"/>
              <a:gd name="connsiteX558-10307" fmla="*/ 9624790 w 18982931"/>
              <a:gd name="connsiteY558-10308" fmla="*/ 2057780 h 4449429"/>
              <a:gd name="connsiteX559-10309" fmla="*/ 9579089 w 18982931"/>
              <a:gd name="connsiteY559-10310" fmla="*/ 2057780 h 4449429"/>
              <a:gd name="connsiteX560-10311" fmla="*/ 9487461 w 18982931"/>
              <a:gd name="connsiteY560-10312" fmla="*/ 2057780 h 4449429"/>
              <a:gd name="connsiteX561-10313" fmla="*/ 9487461 w 18982931"/>
              <a:gd name="connsiteY561-10314" fmla="*/ 2266627 h 4449429"/>
              <a:gd name="connsiteX562-10315" fmla="*/ 9533161 w 18982931"/>
              <a:gd name="connsiteY562-10316" fmla="*/ 2266627 h 4449429"/>
              <a:gd name="connsiteX563-10317" fmla="*/ 9533161 w 18982931"/>
              <a:gd name="connsiteY563-10318" fmla="*/ 2057780 h 4449429"/>
              <a:gd name="connsiteX564-10319" fmla="*/ 9487461 w 18982931"/>
              <a:gd name="connsiteY564-10320" fmla="*/ 2057780 h 4449429"/>
              <a:gd name="connsiteX565-10321" fmla="*/ 9395836 w 18982931"/>
              <a:gd name="connsiteY565-10322" fmla="*/ 2057780 h 4449429"/>
              <a:gd name="connsiteX566-10323" fmla="*/ 9395836 w 18982931"/>
              <a:gd name="connsiteY566-10324" fmla="*/ 2266627 h 4449429"/>
              <a:gd name="connsiteX567-10325" fmla="*/ 9441534 w 18982931"/>
              <a:gd name="connsiteY567-10326" fmla="*/ 2266627 h 4449429"/>
              <a:gd name="connsiteX568-10327" fmla="*/ 9441534 w 18982931"/>
              <a:gd name="connsiteY568-10328" fmla="*/ 2057780 h 4449429"/>
              <a:gd name="connsiteX569-10329" fmla="*/ 9395836 w 18982931"/>
              <a:gd name="connsiteY569-10330" fmla="*/ 2057780 h 4449429"/>
              <a:gd name="connsiteX570-10331" fmla="*/ 9304202 w 18982931"/>
              <a:gd name="connsiteY570-10332" fmla="*/ 2057780 h 4449429"/>
              <a:gd name="connsiteX571-10333" fmla="*/ 9304202 w 18982931"/>
              <a:gd name="connsiteY571-10334" fmla="*/ 2266627 h 4449429"/>
              <a:gd name="connsiteX572-10335" fmla="*/ 9349902 w 18982931"/>
              <a:gd name="connsiteY572-10336" fmla="*/ 2266627 h 4449429"/>
              <a:gd name="connsiteX573-10337" fmla="*/ 9349902 w 18982931"/>
              <a:gd name="connsiteY573-10338" fmla="*/ 2057780 h 4449429"/>
              <a:gd name="connsiteX574-10339" fmla="*/ 9304202 w 18982931"/>
              <a:gd name="connsiteY574-10340" fmla="*/ 2057780 h 4449429"/>
              <a:gd name="connsiteX575-10341" fmla="*/ 9212570 w 18982931"/>
              <a:gd name="connsiteY575-10342" fmla="*/ 2057780 h 4449429"/>
              <a:gd name="connsiteX576-10343" fmla="*/ 9212570 w 18982931"/>
              <a:gd name="connsiteY576-10344" fmla="*/ 2266627 h 4449429"/>
              <a:gd name="connsiteX577-10345" fmla="*/ 9258270 w 18982931"/>
              <a:gd name="connsiteY577-10346" fmla="*/ 2266627 h 4449429"/>
              <a:gd name="connsiteX578-10347" fmla="*/ 9258270 w 18982931"/>
              <a:gd name="connsiteY578-10348" fmla="*/ 2057780 h 4449429"/>
              <a:gd name="connsiteX579-10349" fmla="*/ 9212570 w 18982931"/>
              <a:gd name="connsiteY579-10350" fmla="*/ 2057780 h 4449429"/>
              <a:gd name="connsiteX580-10351" fmla="*/ 14092702 w 18982931"/>
              <a:gd name="connsiteY580-10352" fmla="*/ 1859157 h 4449429"/>
              <a:gd name="connsiteX581-10353" fmla="*/ 14092702 w 18982931"/>
              <a:gd name="connsiteY581-10354" fmla="*/ 1895733 h 4449429"/>
              <a:gd name="connsiteX582-10355" fmla="*/ 14458462 w 18982931"/>
              <a:gd name="connsiteY582-10356" fmla="*/ 1895733 h 4449429"/>
              <a:gd name="connsiteX583-10357" fmla="*/ 14458462 w 18982931"/>
              <a:gd name="connsiteY583-10358" fmla="*/ 1859157 h 4449429"/>
              <a:gd name="connsiteX584-10359" fmla="*/ 14092702 w 18982931"/>
              <a:gd name="connsiteY584-10360" fmla="*/ 1859157 h 4449429"/>
              <a:gd name="connsiteX585-10361" fmla="*/ 17871603 w 18982931"/>
              <a:gd name="connsiteY585-10362" fmla="*/ 1806939 h 4449429"/>
              <a:gd name="connsiteX586-10363" fmla="*/ 17871603 w 18982931"/>
              <a:gd name="connsiteY586-10364" fmla="*/ 1809649 h 4449429"/>
              <a:gd name="connsiteX587-10365" fmla="*/ 17871627 w 18982931"/>
              <a:gd name="connsiteY587-10366" fmla="*/ 1809649 h 4449429"/>
              <a:gd name="connsiteX588-10367" fmla="*/ 17871603 w 18982931"/>
              <a:gd name="connsiteY588-10368" fmla="*/ 1806939 h 4449429"/>
              <a:gd name="connsiteX589-10369" fmla="*/ 18172695 w 18982931"/>
              <a:gd name="connsiteY589-10370" fmla="*/ 1733739 h 4449429"/>
              <a:gd name="connsiteX590-10371" fmla="*/ 18172695 w 18982931"/>
              <a:gd name="connsiteY590-10372" fmla="*/ 1870899 h 4449429"/>
              <a:gd name="connsiteX591-10373" fmla="*/ 18209271 w 18982931"/>
              <a:gd name="connsiteY591-10374" fmla="*/ 1870899 h 4449429"/>
              <a:gd name="connsiteX592-10375" fmla="*/ 18209271 w 18982931"/>
              <a:gd name="connsiteY592-10376" fmla="*/ 1733739 h 4449429"/>
              <a:gd name="connsiteX593-10377" fmla="*/ 18172695 w 18982931"/>
              <a:gd name="connsiteY593-10378" fmla="*/ 1733739 h 4449429"/>
              <a:gd name="connsiteX594-10379" fmla="*/ 18104295 w 18982931"/>
              <a:gd name="connsiteY594-10380" fmla="*/ 1733739 h 4449429"/>
              <a:gd name="connsiteX595-10381" fmla="*/ 18104295 w 18982931"/>
              <a:gd name="connsiteY595-10382" fmla="*/ 1870899 h 4449429"/>
              <a:gd name="connsiteX596-10383" fmla="*/ 18140871 w 18982931"/>
              <a:gd name="connsiteY596-10384" fmla="*/ 1870899 h 4449429"/>
              <a:gd name="connsiteX597-10385" fmla="*/ 18140871 w 18982931"/>
              <a:gd name="connsiteY597-10386" fmla="*/ 1733739 h 4449429"/>
              <a:gd name="connsiteX598-10387" fmla="*/ 18104295 w 18982931"/>
              <a:gd name="connsiteY598-10388" fmla="*/ 1733739 h 4449429"/>
              <a:gd name="connsiteX599-10389" fmla="*/ 18035895 w 18982931"/>
              <a:gd name="connsiteY599-10390" fmla="*/ 1733739 h 4449429"/>
              <a:gd name="connsiteX600-10391" fmla="*/ 18035895 w 18982931"/>
              <a:gd name="connsiteY600-10392" fmla="*/ 1870899 h 4449429"/>
              <a:gd name="connsiteX601-10393" fmla="*/ 18072471 w 18982931"/>
              <a:gd name="connsiteY601-10394" fmla="*/ 1870899 h 4449429"/>
              <a:gd name="connsiteX602-10395" fmla="*/ 18072471 w 18982931"/>
              <a:gd name="connsiteY602-10396" fmla="*/ 1733739 h 4449429"/>
              <a:gd name="connsiteX603-10397" fmla="*/ 18035895 w 18982931"/>
              <a:gd name="connsiteY603-10398" fmla="*/ 1733739 h 4449429"/>
              <a:gd name="connsiteX604-10399" fmla="*/ 17967493 w 18982931"/>
              <a:gd name="connsiteY604-10400" fmla="*/ 1733739 h 4449429"/>
              <a:gd name="connsiteX605-10401" fmla="*/ 17967493 w 18982931"/>
              <a:gd name="connsiteY605-10402" fmla="*/ 1870899 h 4449429"/>
              <a:gd name="connsiteX606-10403" fmla="*/ 18004069 w 18982931"/>
              <a:gd name="connsiteY606-10404" fmla="*/ 1870899 h 4449429"/>
              <a:gd name="connsiteX607-10405" fmla="*/ 18004069 w 18982931"/>
              <a:gd name="connsiteY607-10406" fmla="*/ 1733739 h 4449429"/>
              <a:gd name="connsiteX608-10407" fmla="*/ 17967493 w 18982931"/>
              <a:gd name="connsiteY608-10408" fmla="*/ 1733739 h 4449429"/>
              <a:gd name="connsiteX609-10409" fmla="*/ 14251161 w 18982931"/>
              <a:gd name="connsiteY609-10410" fmla="*/ 868400 h 4449429"/>
              <a:gd name="connsiteX610-10411" fmla="*/ 14251161 w 18982931"/>
              <a:gd name="connsiteY610-10412" fmla="*/ 1005560 h 4449429"/>
              <a:gd name="connsiteX611-10413" fmla="*/ 14287737 w 18982931"/>
              <a:gd name="connsiteY611-10414" fmla="*/ 1005560 h 4449429"/>
              <a:gd name="connsiteX612-10415" fmla="*/ 14287737 w 18982931"/>
              <a:gd name="connsiteY612-10416" fmla="*/ 868400 h 4449429"/>
              <a:gd name="connsiteX613-10417" fmla="*/ 14251161 w 18982931"/>
              <a:gd name="connsiteY613-10418" fmla="*/ 868400 h 4449429"/>
              <a:gd name="connsiteX614-10419" fmla="*/ 14182760 w 18982931"/>
              <a:gd name="connsiteY614-10420" fmla="*/ 868400 h 4449429"/>
              <a:gd name="connsiteX615-10421" fmla="*/ 14182760 w 18982931"/>
              <a:gd name="connsiteY615-10422" fmla="*/ 1005560 h 4449429"/>
              <a:gd name="connsiteX616-10423" fmla="*/ 14219336 w 18982931"/>
              <a:gd name="connsiteY616-10424" fmla="*/ 1005560 h 4449429"/>
              <a:gd name="connsiteX617-10425" fmla="*/ 14219336 w 18982931"/>
              <a:gd name="connsiteY617-10426" fmla="*/ 868400 h 4449429"/>
              <a:gd name="connsiteX618-10427" fmla="*/ 14182760 w 18982931"/>
              <a:gd name="connsiteY618-10428" fmla="*/ 868400 h 4449429"/>
              <a:gd name="connsiteX619-10429" fmla="*/ 14114359 w 18982931"/>
              <a:gd name="connsiteY619-10430" fmla="*/ 868400 h 4449429"/>
              <a:gd name="connsiteX620-10431" fmla="*/ 14114359 w 18982931"/>
              <a:gd name="connsiteY620-10432" fmla="*/ 1005560 h 4449429"/>
              <a:gd name="connsiteX621-10433" fmla="*/ 14150935 w 18982931"/>
              <a:gd name="connsiteY621-10434" fmla="*/ 1005560 h 4449429"/>
              <a:gd name="connsiteX622-10435" fmla="*/ 14150935 w 18982931"/>
              <a:gd name="connsiteY622-10436" fmla="*/ 868400 h 4449429"/>
              <a:gd name="connsiteX623-10437" fmla="*/ 14114359 w 18982931"/>
              <a:gd name="connsiteY623-10438" fmla="*/ 868400 h 4449429"/>
              <a:gd name="connsiteX624-10439" fmla="*/ 4788216 w 18982931"/>
              <a:gd name="connsiteY624-10440" fmla="*/ 807315 h 4449429"/>
              <a:gd name="connsiteX625-10441" fmla="*/ 4788216 w 18982931"/>
              <a:gd name="connsiteY625-10442" fmla="*/ 944475 h 4449429"/>
              <a:gd name="connsiteX626-10443" fmla="*/ 4824792 w 18982931"/>
              <a:gd name="connsiteY626-10444" fmla="*/ 944475 h 4449429"/>
              <a:gd name="connsiteX627-10445" fmla="*/ 4824792 w 18982931"/>
              <a:gd name="connsiteY627-10446" fmla="*/ 807315 h 4449429"/>
              <a:gd name="connsiteX628-10447" fmla="*/ 4788216 w 18982931"/>
              <a:gd name="connsiteY628-10448" fmla="*/ 807315 h 4449429"/>
              <a:gd name="connsiteX629-10449" fmla="*/ 4719815 w 18982931"/>
              <a:gd name="connsiteY629-10450" fmla="*/ 807315 h 4449429"/>
              <a:gd name="connsiteX630-10451" fmla="*/ 4719815 w 18982931"/>
              <a:gd name="connsiteY630-10452" fmla="*/ 944475 h 4449429"/>
              <a:gd name="connsiteX631-10453" fmla="*/ 4756391 w 18982931"/>
              <a:gd name="connsiteY631-10454" fmla="*/ 944475 h 4449429"/>
              <a:gd name="connsiteX632-10455" fmla="*/ 4756391 w 18982931"/>
              <a:gd name="connsiteY632-10456" fmla="*/ 807315 h 4449429"/>
              <a:gd name="connsiteX633-10457" fmla="*/ 4719815 w 18982931"/>
              <a:gd name="connsiteY633-10458" fmla="*/ 807315 h 4449429"/>
              <a:gd name="connsiteX634-10459" fmla="*/ 4651414 w 18982931"/>
              <a:gd name="connsiteY634-10460" fmla="*/ 807315 h 4449429"/>
              <a:gd name="connsiteX635-10461" fmla="*/ 4651414 w 18982931"/>
              <a:gd name="connsiteY635-10462" fmla="*/ 944475 h 4449429"/>
              <a:gd name="connsiteX636-10463" fmla="*/ 4687992 w 18982931"/>
              <a:gd name="connsiteY636-10464" fmla="*/ 944475 h 4449429"/>
              <a:gd name="connsiteX637-10465" fmla="*/ 4687992 w 18982931"/>
              <a:gd name="connsiteY637-10466" fmla="*/ 807315 h 4449429"/>
              <a:gd name="connsiteX638-10467" fmla="*/ 4651414 w 18982931"/>
              <a:gd name="connsiteY638-10468" fmla="*/ 807315 h 4449429"/>
              <a:gd name="connsiteX639-10469" fmla="*/ 2212838 w 18982931"/>
              <a:gd name="connsiteY639-10470" fmla="*/ 748887 h 4449429"/>
              <a:gd name="connsiteX640-10471" fmla="*/ 2212838 w 18982931"/>
              <a:gd name="connsiteY640-10472" fmla="*/ 886047 h 4449429"/>
              <a:gd name="connsiteX641-10473" fmla="*/ 2249414 w 18982931"/>
              <a:gd name="connsiteY641-10474" fmla="*/ 886047 h 4449429"/>
              <a:gd name="connsiteX642-10475" fmla="*/ 2249414 w 18982931"/>
              <a:gd name="connsiteY642-10476" fmla="*/ 748887 h 4449429"/>
              <a:gd name="connsiteX643-10477" fmla="*/ 2212838 w 18982931"/>
              <a:gd name="connsiteY643-10478" fmla="*/ 748887 h 4449429"/>
              <a:gd name="connsiteX644-10479" fmla="*/ 2144438 w 18982931"/>
              <a:gd name="connsiteY644-10480" fmla="*/ 748887 h 4449429"/>
              <a:gd name="connsiteX645-10481" fmla="*/ 2144438 w 18982931"/>
              <a:gd name="connsiteY645-10482" fmla="*/ 886047 h 4449429"/>
              <a:gd name="connsiteX646-10483" fmla="*/ 2181014 w 18982931"/>
              <a:gd name="connsiteY646-10484" fmla="*/ 886047 h 4449429"/>
              <a:gd name="connsiteX647-10485" fmla="*/ 2181014 w 18982931"/>
              <a:gd name="connsiteY647-10486" fmla="*/ 748887 h 4449429"/>
              <a:gd name="connsiteX648-10487" fmla="*/ 2144438 w 18982931"/>
              <a:gd name="connsiteY648-10488" fmla="*/ 748887 h 4449429"/>
              <a:gd name="connsiteX649-10489" fmla="*/ 2076037 w 18982931"/>
              <a:gd name="connsiteY649-10490" fmla="*/ 748887 h 4449429"/>
              <a:gd name="connsiteX650-10491" fmla="*/ 2076037 w 18982931"/>
              <a:gd name="connsiteY650-10492" fmla="*/ 886047 h 4449429"/>
              <a:gd name="connsiteX651-10493" fmla="*/ 2112612 w 18982931"/>
              <a:gd name="connsiteY651-10494" fmla="*/ 886047 h 4449429"/>
              <a:gd name="connsiteX652-10495" fmla="*/ 2112612 w 18982931"/>
              <a:gd name="connsiteY652-10496" fmla="*/ 748887 h 4449429"/>
              <a:gd name="connsiteX653-10497" fmla="*/ 2076037 w 18982931"/>
              <a:gd name="connsiteY653-10498" fmla="*/ 748887 h 4449429"/>
              <a:gd name="connsiteX654-10499" fmla="*/ 2007635 w 18982931"/>
              <a:gd name="connsiteY654-10500" fmla="*/ 748887 h 4449429"/>
              <a:gd name="connsiteX655-10501" fmla="*/ 2007635 w 18982931"/>
              <a:gd name="connsiteY655-10502" fmla="*/ 886047 h 4449429"/>
              <a:gd name="connsiteX656-10503" fmla="*/ 2044211 w 18982931"/>
              <a:gd name="connsiteY656-10504" fmla="*/ 886047 h 4449429"/>
              <a:gd name="connsiteX657-10505" fmla="*/ 2044211 w 18982931"/>
              <a:gd name="connsiteY657-10506" fmla="*/ 748887 h 4449429"/>
              <a:gd name="connsiteX658-10507" fmla="*/ 2007635 w 18982931"/>
              <a:gd name="connsiteY658-10508" fmla="*/ 748887 h 4449429"/>
              <a:gd name="connsiteX659-10509" fmla="*/ 17088019 w 18982931"/>
              <a:gd name="connsiteY659-10510" fmla="*/ 737716 h 4449429"/>
              <a:gd name="connsiteX660-10511" fmla="*/ 17088019 w 18982931"/>
              <a:gd name="connsiteY660-10512" fmla="*/ 825107 h 4449429"/>
              <a:gd name="connsiteX661-10513" fmla="*/ 17124595 w 18982931"/>
              <a:gd name="connsiteY661-10514" fmla="*/ 825107 h 4449429"/>
              <a:gd name="connsiteX662-10515" fmla="*/ 17124595 w 18982931"/>
              <a:gd name="connsiteY662-10516" fmla="*/ 737716 h 4449429"/>
              <a:gd name="connsiteX663-10517" fmla="*/ 17088019 w 18982931"/>
              <a:gd name="connsiteY663-10518" fmla="*/ 737716 h 4449429"/>
              <a:gd name="connsiteX664-10519" fmla="*/ 17021803 w 18982931"/>
              <a:gd name="connsiteY664-10520" fmla="*/ 737716 h 4449429"/>
              <a:gd name="connsiteX665-10521" fmla="*/ 17021803 w 18982931"/>
              <a:gd name="connsiteY665-10522" fmla="*/ 825107 h 4449429"/>
              <a:gd name="connsiteX666-10523" fmla="*/ 17058379 w 18982931"/>
              <a:gd name="connsiteY666-10524" fmla="*/ 825107 h 4449429"/>
              <a:gd name="connsiteX667-10525" fmla="*/ 17058379 w 18982931"/>
              <a:gd name="connsiteY667-10526" fmla="*/ 737716 h 4449429"/>
              <a:gd name="connsiteX668-10527" fmla="*/ 17021803 w 18982931"/>
              <a:gd name="connsiteY668-10528" fmla="*/ 737716 h 4449429"/>
              <a:gd name="connsiteX669-10529" fmla="*/ 16955591 w 18982931"/>
              <a:gd name="connsiteY669-10530" fmla="*/ 737716 h 4449429"/>
              <a:gd name="connsiteX670-10531" fmla="*/ 16955591 w 18982931"/>
              <a:gd name="connsiteY670-10532" fmla="*/ 825107 h 4449429"/>
              <a:gd name="connsiteX671-10533" fmla="*/ 16992167 w 18982931"/>
              <a:gd name="connsiteY671-10534" fmla="*/ 825107 h 4449429"/>
              <a:gd name="connsiteX672-10535" fmla="*/ 16992167 w 18982931"/>
              <a:gd name="connsiteY672-10536" fmla="*/ 737716 h 4449429"/>
              <a:gd name="connsiteX673-10537" fmla="*/ 16955591 w 18982931"/>
              <a:gd name="connsiteY673-10538" fmla="*/ 737716 h 4449429"/>
              <a:gd name="connsiteX674-10539" fmla="*/ 16889375 w 18982931"/>
              <a:gd name="connsiteY674-10540" fmla="*/ 737716 h 4449429"/>
              <a:gd name="connsiteX675-10541" fmla="*/ 16889375 w 18982931"/>
              <a:gd name="connsiteY675-10542" fmla="*/ 825107 h 4449429"/>
              <a:gd name="connsiteX676-10543" fmla="*/ 16925951 w 18982931"/>
              <a:gd name="connsiteY676-10544" fmla="*/ 825107 h 4449429"/>
              <a:gd name="connsiteX677-10545" fmla="*/ 16925951 w 18982931"/>
              <a:gd name="connsiteY677-10546" fmla="*/ 737716 h 4449429"/>
              <a:gd name="connsiteX678-10547" fmla="*/ 16889375 w 18982931"/>
              <a:gd name="connsiteY678-10548" fmla="*/ 737716 h 4449429"/>
              <a:gd name="connsiteX679-10549" fmla="*/ 16823163 w 18982931"/>
              <a:gd name="connsiteY679-10550" fmla="*/ 737716 h 4449429"/>
              <a:gd name="connsiteX680-10551" fmla="*/ 16823163 w 18982931"/>
              <a:gd name="connsiteY680-10552" fmla="*/ 825107 h 4449429"/>
              <a:gd name="connsiteX681-10553" fmla="*/ 16859739 w 18982931"/>
              <a:gd name="connsiteY681-10554" fmla="*/ 825107 h 4449429"/>
              <a:gd name="connsiteX682-10555" fmla="*/ 16859739 w 18982931"/>
              <a:gd name="connsiteY682-10556" fmla="*/ 737716 h 4449429"/>
              <a:gd name="connsiteX683-10557" fmla="*/ 16823163 w 18982931"/>
              <a:gd name="connsiteY683-10558" fmla="*/ 737716 h 4449429"/>
              <a:gd name="connsiteX684-10559" fmla="*/ 16756948 w 18982931"/>
              <a:gd name="connsiteY684-10560" fmla="*/ 737716 h 4449429"/>
              <a:gd name="connsiteX685-10561" fmla="*/ 16756948 w 18982931"/>
              <a:gd name="connsiteY685-10562" fmla="*/ 825107 h 4449429"/>
              <a:gd name="connsiteX686-10563" fmla="*/ 16793523 w 18982931"/>
              <a:gd name="connsiteY686-10564" fmla="*/ 825107 h 4449429"/>
              <a:gd name="connsiteX687-10565" fmla="*/ 16793523 w 18982931"/>
              <a:gd name="connsiteY687-10566" fmla="*/ 737716 h 4449429"/>
              <a:gd name="connsiteX688-10567" fmla="*/ 16756948 w 18982931"/>
              <a:gd name="connsiteY688-10568" fmla="*/ 737716 h 4449429"/>
              <a:gd name="connsiteX689-10569" fmla="*/ 13739104 w 18982931"/>
              <a:gd name="connsiteY689-10570" fmla="*/ 0 h 4449429"/>
              <a:gd name="connsiteX690-10571" fmla="*/ 13842002 w 18982931"/>
              <a:gd name="connsiteY690-10572" fmla="*/ 0 h 4449429"/>
              <a:gd name="connsiteX691-10573" fmla="*/ 13883163 w 18982931"/>
              <a:gd name="connsiteY691-10574" fmla="*/ 428067 h 4449429"/>
              <a:gd name="connsiteX692-10575" fmla="*/ 13883163 w 18982931"/>
              <a:gd name="connsiteY692-10576" fmla="*/ 456882 h 4449429"/>
              <a:gd name="connsiteX693-10577" fmla="*/ 13907863 w 18982931"/>
              <a:gd name="connsiteY693-10578" fmla="*/ 954919 h 4449429"/>
              <a:gd name="connsiteX694-10579" fmla="*/ 13911978 w 18982931"/>
              <a:gd name="connsiteY694-10580" fmla="*/ 1679340 h 4449429"/>
              <a:gd name="connsiteX695-10581" fmla="*/ 13916091 w 18982931"/>
              <a:gd name="connsiteY695-10582" fmla="*/ 2058015 h 4449429"/>
              <a:gd name="connsiteX696-10583" fmla="*/ 13936673 w 18982931"/>
              <a:gd name="connsiteY696-10584" fmla="*/ 2086829 h 4449429"/>
              <a:gd name="connsiteX697-10585" fmla="*/ 13953138 w 18982931"/>
              <a:gd name="connsiteY697-10586" fmla="*/ 2058015 h 4449429"/>
              <a:gd name="connsiteX698-10587" fmla="*/ 13953138 w 18982931"/>
              <a:gd name="connsiteY698-10588" fmla="*/ 1955115 h 4449429"/>
              <a:gd name="connsiteX699-10589" fmla="*/ 13965483 w 18982931"/>
              <a:gd name="connsiteY699-10590" fmla="*/ 1922188 h 4449429"/>
              <a:gd name="connsiteX700-10591" fmla="*/ 13986066 w 18982931"/>
              <a:gd name="connsiteY700-10592" fmla="*/ 1876909 h 4449429"/>
              <a:gd name="connsiteX701-10593" fmla="*/ 13986066 w 18982931"/>
              <a:gd name="connsiteY701-10594" fmla="*/ 1625834 h 4449429"/>
              <a:gd name="connsiteX702-10595" fmla="*/ 14051922 w 18982931"/>
              <a:gd name="connsiteY702-10596" fmla="*/ 1617602 h 4449429"/>
              <a:gd name="connsiteX703-10597" fmla="*/ 14047992 w 18982931"/>
              <a:gd name="connsiteY703-10598" fmla="*/ 1005560 h 4449429"/>
              <a:gd name="connsiteX704-10599" fmla="*/ 14082534 w 18982931"/>
              <a:gd name="connsiteY704-10600" fmla="*/ 1005560 h 4449429"/>
              <a:gd name="connsiteX705-10601" fmla="*/ 14082534 w 18982931"/>
              <a:gd name="connsiteY705-10602" fmla="*/ 868400 h 4449429"/>
              <a:gd name="connsiteX706-10603" fmla="*/ 14047111 w 18982931"/>
              <a:gd name="connsiteY706-10604" fmla="*/ 868400 h 4449429"/>
              <a:gd name="connsiteX707-10605" fmla="*/ 14046442 w 18982931"/>
              <a:gd name="connsiteY707-10606" fmla="*/ 764191 h 4449429"/>
              <a:gd name="connsiteX708-10607" fmla="*/ 14187749 w 18982931"/>
              <a:gd name="connsiteY708-10608" fmla="*/ 436300 h 4449429"/>
              <a:gd name="connsiteX709-10609" fmla="*/ 14212445 w 18982931"/>
              <a:gd name="connsiteY709-10610" fmla="*/ 411603 h 4449429"/>
              <a:gd name="connsiteX710-10611" fmla="*/ 14410015 w 18982931"/>
              <a:gd name="connsiteY710-10612" fmla="*/ 444532 h 4449429"/>
              <a:gd name="connsiteX711-10613" fmla="*/ 14442947 w 18982931"/>
              <a:gd name="connsiteY711-10614" fmla="*/ 275776 h 4449429"/>
              <a:gd name="connsiteX712-10615" fmla="*/ 14479990 w 18982931"/>
              <a:gd name="connsiteY712-10616" fmla="*/ 246961 h 4449429"/>
              <a:gd name="connsiteX713-10617" fmla="*/ 14517032 w 18982931"/>
              <a:gd name="connsiteY713-10618" fmla="*/ 271658 h 4449429"/>
              <a:gd name="connsiteX714-10619" fmla="*/ 14574655 w 18982931"/>
              <a:gd name="connsiteY714-10620" fmla="*/ 522739 h 4449429"/>
              <a:gd name="connsiteX715-10621" fmla="*/ 14603469 w 18982931"/>
              <a:gd name="connsiteY715-10622" fmla="*/ 1123678 h 4449429"/>
              <a:gd name="connsiteX716-10623" fmla="*/ 14603469 w 18982931"/>
              <a:gd name="connsiteY716-10624" fmla="*/ 1617602 h 4449429"/>
              <a:gd name="connsiteX717-10625" fmla="*/ 14595237 w 18982931"/>
              <a:gd name="connsiteY717-10626" fmla="*/ 1683457 h 4449429"/>
              <a:gd name="connsiteX718-10627" fmla="*/ 14607589 w 18982931"/>
              <a:gd name="connsiteY718-10628" fmla="*/ 1753429 h 4449429"/>
              <a:gd name="connsiteX719-10629" fmla="*/ 14656976 w 18982931"/>
              <a:gd name="connsiteY719-10630" fmla="*/ 1753429 h 4449429"/>
              <a:gd name="connsiteX720-10631" fmla="*/ 14706369 w 18982931"/>
              <a:gd name="connsiteY720-10632" fmla="*/ 1568210 h 4449429"/>
              <a:gd name="connsiteX721-10633" fmla="*/ 14722833 w 18982931"/>
              <a:gd name="connsiteY721-10634" fmla="*/ 1568210 h 4449429"/>
              <a:gd name="connsiteX722-10635" fmla="*/ 14768111 w 18982931"/>
              <a:gd name="connsiteY722-10636" fmla="*/ 1753429 h 4449429"/>
              <a:gd name="connsiteX723-10637" fmla="*/ 14875128 w 18982931"/>
              <a:gd name="connsiteY723-10638" fmla="*/ 1753429 h 4449429"/>
              <a:gd name="connsiteX724-10639" fmla="*/ 14883360 w 18982931"/>
              <a:gd name="connsiteY724-10640" fmla="*/ 1827516 h 4449429"/>
              <a:gd name="connsiteX725-10641" fmla="*/ 14940984 w 18982931"/>
              <a:gd name="connsiteY725-10642" fmla="*/ 1827516 h 4449429"/>
              <a:gd name="connsiteX726-10643" fmla="*/ 15019191 w 18982931"/>
              <a:gd name="connsiteY726-10644" fmla="*/ 1625834 h 4449429"/>
              <a:gd name="connsiteX727-10645" fmla="*/ 15043883 w 18982931"/>
              <a:gd name="connsiteY727-10646" fmla="*/ 1090750 h 4449429"/>
              <a:gd name="connsiteX728-10647" fmla="*/ 15134436 w 18982931"/>
              <a:gd name="connsiteY728-10648" fmla="*/ 1000197 h 4449429"/>
              <a:gd name="connsiteX729-10649" fmla="*/ 15212643 w 18982931"/>
              <a:gd name="connsiteY729-10650" fmla="*/ 1078400 h 4449429"/>
              <a:gd name="connsiteX730-10651" fmla="*/ 15212643 w 18982931"/>
              <a:gd name="connsiteY730-10652" fmla="*/ 1152488 h 4449429"/>
              <a:gd name="connsiteX731-10653" fmla="*/ 15224993 w 18982931"/>
              <a:gd name="connsiteY731-10654" fmla="*/ 1119560 h 4449429"/>
              <a:gd name="connsiteX732-10655" fmla="*/ 15237338 w 18982931"/>
              <a:gd name="connsiteY732-10656" fmla="*/ 563899 h 4449429"/>
              <a:gd name="connsiteX733-10657" fmla="*/ 15290845 w 18982931"/>
              <a:gd name="connsiteY733-10658" fmla="*/ 382793 h 4449429"/>
              <a:gd name="connsiteX734-10659" fmla="*/ 15323772 w 18982931"/>
              <a:gd name="connsiteY734-10660" fmla="*/ 300473 h 4449429"/>
              <a:gd name="connsiteX735-10661" fmla="*/ 15364932 w 18982931"/>
              <a:gd name="connsiteY735-10662" fmla="*/ 259313 h 4449429"/>
              <a:gd name="connsiteX736-10663" fmla="*/ 15389634 w 18982931"/>
              <a:gd name="connsiteY736-10664" fmla="*/ 296354 h 4449429"/>
              <a:gd name="connsiteX737-10665" fmla="*/ 15401979 w 18982931"/>
              <a:gd name="connsiteY737-10666" fmla="*/ 411603 h 4449429"/>
              <a:gd name="connsiteX738-10667" fmla="*/ 15451371 w 18982931"/>
              <a:gd name="connsiteY738-10668" fmla="*/ 703843 h 4449429"/>
              <a:gd name="connsiteX739-10669" fmla="*/ 15455486 w 18982931"/>
              <a:gd name="connsiteY739-10670" fmla="*/ 1173070 h 4449429"/>
              <a:gd name="connsiteX740-10671" fmla="*/ 15455486 w 18982931"/>
              <a:gd name="connsiteY740-10672" fmla="*/ 1238927 h 4449429"/>
              <a:gd name="connsiteX741-10673" fmla="*/ 15727143 w 18982931"/>
              <a:gd name="connsiteY741-10674" fmla="*/ 1238927 h 4449429"/>
              <a:gd name="connsiteX742-10675" fmla="*/ 15727143 w 18982931"/>
              <a:gd name="connsiteY742-10676" fmla="*/ 1465306 h 4449429"/>
              <a:gd name="connsiteX743-10677" fmla="*/ 15772422 w 18982931"/>
              <a:gd name="connsiteY743-10678" fmla="*/ 1469425 h 4449429"/>
              <a:gd name="connsiteX744-10679" fmla="*/ 15850624 w 18982931"/>
              <a:gd name="connsiteY744-10680" fmla="*/ 1551745 h 4449429"/>
              <a:gd name="connsiteX745-10681" fmla="*/ 15850624 w 18982931"/>
              <a:gd name="connsiteY745-10682" fmla="*/ 2224712 h 4449429"/>
              <a:gd name="connsiteX746-10683" fmla="*/ 15923336 w 18982931"/>
              <a:gd name="connsiteY746-10684" fmla="*/ 2224712 h 4449429"/>
              <a:gd name="connsiteX747-10685" fmla="*/ 15924718 w 18982931"/>
              <a:gd name="connsiteY747-10686" fmla="*/ 2177381 h 4449429"/>
              <a:gd name="connsiteX748-10687" fmla="*/ 15982338 w 18982931"/>
              <a:gd name="connsiteY748-10688" fmla="*/ 2103294 h 4449429"/>
              <a:gd name="connsiteX749-10689" fmla="*/ 15986455 w 18982931"/>
              <a:gd name="connsiteY749-10690" fmla="*/ 2045669 h 4449429"/>
              <a:gd name="connsiteX750-10691" fmla="*/ 16002920 w 18982931"/>
              <a:gd name="connsiteY750-10692" fmla="*/ 2033319 h 4449429"/>
              <a:gd name="connsiteX751-10693" fmla="*/ 16015265 w 18982931"/>
              <a:gd name="connsiteY751-10694" fmla="*/ 2041550 h 4449429"/>
              <a:gd name="connsiteX752-10695" fmla="*/ 16056425 w 18982931"/>
              <a:gd name="connsiteY752-10696" fmla="*/ 2210310 h 4449429"/>
              <a:gd name="connsiteX753-10697" fmla="*/ 16056425 w 18982931"/>
              <a:gd name="connsiteY753-10698" fmla="*/ 2276166 h 4449429"/>
              <a:gd name="connsiteX754-10699" fmla="*/ 16077008 w 18982931"/>
              <a:gd name="connsiteY754-10700" fmla="*/ 2276166 h 4449429"/>
              <a:gd name="connsiteX755-10701" fmla="*/ 16097587 w 18982931"/>
              <a:gd name="connsiteY755-10702" fmla="*/ 1938652 h 4449429"/>
              <a:gd name="connsiteX756-10703" fmla="*/ 16122282 w 18982931"/>
              <a:gd name="connsiteY756-10704" fmla="*/ 1934533 h 4449429"/>
              <a:gd name="connsiteX757-10705" fmla="*/ 16155210 w 18982931"/>
              <a:gd name="connsiteY757-10706" fmla="*/ 1938652 h 4449429"/>
              <a:gd name="connsiteX758-10707" fmla="*/ 16155210 w 18982931"/>
              <a:gd name="connsiteY758-10708" fmla="*/ 2272048 h 4449429"/>
              <a:gd name="connsiteX759-10709" fmla="*/ 16175792 w 18982931"/>
              <a:gd name="connsiteY759-10710" fmla="*/ 2276166 h 4449429"/>
              <a:gd name="connsiteX760-10711" fmla="*/ 16192257 w 18982931"/>
              <a:gd name="connsiteY760-10712" fmla="*/ 2243238 h 4449429"/>
              <a:gd name="connsiteX761-10713" fmla="*/ 16192257 w 18982931"/>
              <a:gd name="connsiteY761-10714" fmla="*/ 1992158 h 4449429"/>
              <a:gd name="connsiteX762-10715" fmla="*/ 16192257 w 18982931"/>
              <a:gd name="connsiteY762-10716" fmla="*/ 1774011 h 4449429"/>
              <a:gd name="connsiteX763-10717" fmla="*/ 16488610 w 18982931"/>
              <a:gd name="connsiteY763-10718" fmla="*/ 1774011 h 4449429"/>
              <a:gd name="connsiteX764-10719" fmla="*/ 16538004 w 18982931"/>
              <a:gd name="connsiteY764-10720" fmla="*/ 1823403 h 4449429"/>
              <a:gd name="connsiteX765-10721" fmla="*/ 16538004 w 18982931"/>
              <a:gd name="connsiteY765-10722" fmla="*/ 2029205 h 4449429"/>
              <a:gd name="connsiteX766-10723" fmla="*/ 16550349 w 18982931"/>
              <a:gd name="connsiteY766-10724" fmla="*/ 2033319 h 4449429"/>
              <a:gd name="connsiteX767-10725" fmla="*/ 16566812 w 18982931"/>
              <a:gd name="connsiteY767-10726" fmla="*/ 1992158 h 4449429"/>
              <a:gd name="connsiteX768-10727" fmla="*/ 16570932 w 18982931"/>
              <a:gd name="connsiteY768-10728" fmla="*/ 1695804 h 4449429"/>
              <a:gd name="connsiteX769-10729" fmla="*/ 16566812 w 18982931"/>
              <a:gd name="connsiteY769-10730" fmla="*/ 773813 h 4449429"/>
              <a:gd name="connsiteX770-10731" fmla="*/ 16636788 w 18982931"/>
              <a:gd name="connsiteY770-10732" fmla="*/ 646219 h 4449429"/>
              <a:gd name="connsiteX771-10733" fmla="*/ 16723226 w 18982931"/>
              <a:gd name="connsiteY771-10734" fmla="*/ 514506 h 4449429"/>
              <a:gd name="connsiteX772-10735" fmla="*/ 16743805 w 18982931"/>
              <a:gd name="connsiteY772-10736" fmla="*/ 481577 h 4449429"/>
              <a:gd name="connsiteX773-10737" fmla="*/ 16817899 w 18982931"/>
              <a:gd name="connsiteY773-10738" fmla="*/ 329283 h 4449429"/>
              <a:gd name="connsiteX774-10739" fmla="*/ 16842595 w 18982931"/>
              <a:gd name="connsiteY774-10740" fmla="*/ 275776 h 4449429"/>
              <a:gd name="connsiteX775-10741" fmla="*/ 16859059 w 18982931"/>
              <a:gd name="connsiteY775-10742" fmla="*/ 279891 h 4449429"/>
              <a:gd name="connsiteX776-10743" fmla="*/ 16859059 w 18982931"/>
              <a:gd name="connsiteY776-10744" fmla="*/ 337515 h 4449429"/>
              <a:gd name="connsiteX777-10745" fmla="*/ 16867291 w 18982931"/>
              <a:gd name="connsiteY777-10746" fmla="*/ 382793 h 4449429"/>
              <a:gd name="connsiteX778-10747" fmla="*/ 16966075 w 18982931"/>
              <a:gd name="connsiteY778-10748" fmla="*/ 436300 h 4449429"/>
              <a:gd name="connsiteX779-10749" fmla="*/ 17031935 w 18982931"/>
              <a:gd name="connsiteY779-10750" fmla="*/ 526852 h 4449429"/>
              <a:gd name="connsiteX780-10751" fmla="*/ 17031935 w 18982931"/>
              <a:gd name="connsiteY780-10752" fmla="*/ 596826 h 4449429"/>
              <a:gd name="connsiteX781-10753" fmla="*/ 17060743 w 18982931"/>
              <a:gd name="connsiteY781-10754" fmla="*/ 600941 h 4449429"/>
              <a:gd name="connsiteX782-10755" fmla="*/ 17147183 w 18982931"/>
              <a:gd name="connsiteY782-10756" fmla="*/ 691493 h 4449429"/>
              <a:gd name="connsiteX783-10757" fmla="*/ 17147219 w 18982931"/>
              <a:gd name="connsiteY783-10758" fmla="*/ 704240 h 4449429"/>
              <a:gd name="connsiteX784-10759" fmla="*/ 17148515 w 18982931"/>
              <a:gd name="connsiteY784-10760" fmla="*/ 704240 h 4449429"/>
              <a:gd name="connsiteX785-10761" fmla="*/ 17148515 w 18982931"/>
              <a:gd name="connsiteY785-10762" fmla="*/ 880086 h 4449429"/>
              <a:gd name="connsiteX786-10763" fmla="*/ 17147731 w 18982931"/>
              <a:gd name="connsiteY786-10764" fmla="*/ 880086 h 4449429"/>
              <a:gd name="connsiteX787-10765" fmla="*/ 17151295 w 18982931"/>
              <a:gd name="connsiteY787-10766" fmla="*/ 2103294 h 4449429"/>
              <a:gd name="connsiteX788-10767" fmla="*/ 17151295 w 18982931"/>
              <a:gd name="connsiteY788-10768" fmla="*/ 2152686 h 4449429"/>
              <a:gd name="connsiteX789-10769" fmla="*/ 17225383 w 18982931"/>
              <a:gd name="connsiteY789-10770" fmla="*/ 2152686 h 4449429"/>
              <a:gd name="connsiteX790-10771" fmla="*/ 17225383 w 18982931"/>
              <a:gd name="connsiteY790-10772" fmla="*/ 1811053 h 4449429"/>
              <a:gd name="connsiteX791-10773" fmla="*/ 17307703 w 18982931"/>
              <a:gd name="connsiteY791-10774" fmla="*/ 1757546 h 4449429"/>
              <a:gd name="connsiteX792-10775" fmla="*/ 17307703 w 18982931"/>
              <a:gd name="connsiteY792-10776" fmla="*/ 1889260 h 4449429"/>
              <a:gd name="connsiteX793-10777" fmla="*/ 17336519 w 18982931"/>
              <a:gd name="connsiteY793-10778" fmla="*/ 1926302 h 4449429"/>
              <a:gd name="connsiteX794-10779" fmla="*/ 17381799 w 18982931"/>
              <a:gd name="connsiteY794-10780" fmla="*/ 1975695 h 4449429"/>
              <a:gd name="connsiteX795-10781" fmla="*/ 17381799 w 18982931"/>
              <a:gd name="connsiteY795-10782" fmla="*/ 2165031 h 4449429"/>
              <a:gd name="connsiteX796-10783" fmla="*/ 17562899 w 18982931"/>
              <a:gd name="connsiteY796-10784" fmla="*/ 2165031 h 4449429"/>
              <a:gd name="connsiteX797-10785" fmla="*/ 17562899 w 18982931"/>
              <a:gd name="connsiteY797-10786" fmla="*/ 2329673 h 4449429"/>
              <a:gd name="connsiteX798-10787" fmla="*/ 17575251 w 18982931"/>
              <a:gd name="connsiteY798-10788" fmla="*/ 2329673 h 4449429"/>
              <a:gd name="connsiteX799-10789" fmla="*/ 17575251 w 18982931"/>
              <a:gd name="connsiteY799-10790" fmla="*/ 2127989 h 4449429"/>
              <a:gd name="connsiteX800-10791" fmla="*/ 17591711 w 18982931"/>
              <a:gd name="connsiteY800-10792" fmla="*/ 1609370 h 4449429"/>
              <a:gd name="connsiteX801-10793" fmla="*/ 17604059 w 18982931"/>
              <a:gd name="connsiteY801-10794" fmla="*/ 1584673 h 4449429"/>
              <a:gd name="connsiteX802-10795" fmla="*/ 17711083 w 18982931"/>
              <a:gd name="connsiteY802-10796" fmla="*/ 1580555 h 4449429"/>
              <a:gd name="connsiteX803-10797" fmla="*/ 17735775 w 18982931"/>
              <a:gd name="connsiteY803-10798" fmla="*/ 1609370 h 4449429"/>
              <a:gd name="connsiteX804-10799" fmla="*/ 17772819 w 18982931"/>
              <a:gd name="connsiteY804-10800" fmla="*/ 1613483 h 4449429"/>
              <a:gd name="connsiteX805-10801" fmla="*/ 17768699 w 18982931"/>
              <a:gd name="connsiteY805-10802" fmla="*/ 1559977 h 4449429"/>
              <a:gd name="connsiteX806-10803" fmla="*/ 17772819 w 18982931"/>
              <a:gd name="connsiteY806-10804" fmla="*/ 1531163 h 4449429"/>
              <a:gd name="connsiteX807-10805" fmla="*/ 17797515 w 18982931"/>
              <a:gd name="connsiteY807-10806" fmla="*/ 1469425 h 4449429"/>
              <a:gd name="connsiteX808-10807" fmla="*/ 17797515 w 18982931"/>
              <a:gd name="connsiteY808-10808" fmla="*/ 1374754 h 4449429"/>
              <a:gd name="connsiteX809-10809" fmla="*/ 17813979 w 18982931"/>
              <a:gd name="connsiteY809-10810" fmla="*/ 1374754 h 4449429"/>
              <a:gd name="connsiteX810-10811" fmla="*/ 17834559 w 18982931"/>
              <a:gd name="connsiteY810-10812" fmla="*/ 1424146 h 4449429"/>
              <a:gd name="connsiteX811-10813" fmla="*/ 17912763 w 18982931"/>
              <a:gd name="connsiteY811-10814" fmla="*/ 1378872 h 4449429"/>
              <a:gd name="connsiteX812-10815" fmla="*/ 18069171 w 18982931"/>
              <a:gd name="connsiteY812-10816" fmla="*/ 1415914 h 4449429"/>
              <a:gd name="connsiteX813-10817" fmla="*/ 18069171 w 18982931"/>
              <a:gd name="connsiteY813-10818" fmla="*/ 1576442 h 4449429"/>
              <a:gd name="connsiteX814-10819" fmla="*/ 18237927 w 18982931"/>
              <a:gd name="connsiteY814-10820" fmla="*/ 1576442 h 4449429"/>
              <a:gd name="connsiteX815-10821" fmla="*/ 18237927 w 18982931"/>
              <a:gd name="connsiteY815-10822" fmla="*/ 1642297 h 4449429"/>
              <a:gd name="connsiteX816-10823" fmla="*/ 18270859 w 18982931"/>
              <a:gd name="connsiteY816-10824" fmla="*/ 1691690 h 4449429"/>
              <a:gd name="connsiteX817-10825" fmla="*/ 18270859 w 18982931"/>
              <a:gd name="connsiteY817-10826" fmla="*/ 1704036 h 4449429"/>
              <a:gd name="connsiteX818-10827" fmla="*/ 18274975 w 18982931"/>
              <a:gd name="connsiteY818-10828" fmla="*/ 1926302 h 4449429"/>
              <a:gd name="connsiteX819-10829" fmla="*/ 18279087 w 18982931"/>
              <a:gd name="connsiteY819-10830" fmla="*/ 1938652 h 4449429"/>
              <a:gd name="connsiteX820-10831" fmla="*/ 18320247 w 18982931"/>
              <a:gd name="connsiteY820-10832" fmla="*/ 1934533 h 4449429"/>
              <a:gd name="connsiteX821-10833" fmla="*/ 18320247 w 18982931"/>
              <a:gd name="connsiteY821-10834" fmla="*/ 1144256 h 4449429"/>
              <a:gd name="connsiteX822-10835" fmla="*/ 18303783 w 18982931"/>
              <a:gd name="connsiteY822-10836" fmla="*/ 1111328 h 4449429"/>
              <a:gd name="connsiteX823-10837" fmla="*/ 18287323 w 18982931"/>
              <a:gd name="connsiteY823-10838" fmla="*/ 1024893 h 4449429"/>
              <a:gd name="connsiteX824-10839" fmla="*/ 18336711 w 18982931"/>
              <a:gd name="connsiteY824-10840" fmla="*/ 1000197 h 4449429"/>
              <a:gd name="connsiteX825-10841" fmla="*/ 18361407 w 18982931"/>
              <a:gd name="connsiteY825-10842" fmla="*/ 996079 h 4449429"/>
              <a:gd name="connsiteX826-10843" fmla="*/ 18373759 w 18982931"/>
              <a:gd name="connsiteY826-10844" fmla="*/ 946687 h 4449429"/>
              <a:gd name="connsiteX827-10845" fmla="*/ 18534287 w 18982931"/>
              <a:gd name="connsiteY827-10846" fmla="*/ 946687 h 4449429"/>
              <a:gd name="connsiteX828-10847" fmla="*/ 18563095 w 18982931"/>
              <a:gd name="connsiteY828-10848" fmla="*/ 798510 h 4449429"/>
              <a:gd name="connsiteX829-10849" fmla="*/ 18731851 w 18982931"/>
              <a:gd name="connsiteY829-10850" fmla="*/ 806742 h 4449429"/>
              <a:gd name="connsiteX830-10851" fmla="*/ 18773011 w 18982931"/>
              <a:gd name="connsiteY830-10852" fmla="*/ 798510 h 4449429"/>
              <a:gd name="connsiteX831-10853" fmla="*/ 18822407 w 18982931"/>
              <a:gd name="connsiteY831-10854" fmla="*/ 893180 h 4449429"/>
              <a:gd name="connsiteX832-10855" fmla="*/ 18822407 w 18982931"/>
              <a:gd name="connsiteY832-10856" fmla="*/ 963151 h 4449429"/>
              <a:gd name="connsiteX833-10857" fmla="*/ 18982931 w 18982931"/>
              <a:gd name="connsiteY833-10858" fmla="*/ 983734 h 4449429"/>
              <a:gd name="connsiteX834-10859" fmla="*/ 18982931 w 18982931"/>
              <a:gd name="connsiteY834-10860" fmla="*/ 4449429 h 4449429"/>
              <a:gd name="connsiteX835-10861" fmla="*/ 11998023 w 18982931"/>
              <a:gd name="connsiteY835-10862" fmla="*/ 4449429 h 4449429"/>
              <a:gd name="connsiteX836-10863" fmla="*/ 11995198 w 18982931"/>
              <a:gd name="connsiteY836-10864" fmla="*/ 4429646 h 4449429"/>
              <a:gd name="connsiteX837-10865" fmla="*/ 11992726 w 18982931"/>
              <a:gd name="connsiteY837-10866" fmla="*/ 4449425 h 4449429"/>
              <a:gd name="connsiteX838-10867" fmla="*/ 8153658 w 18982931"/>
              <a:gd name="connsiteY838-10868" fmla="*/ 4449425 h 4449429"/>
              <a:gd name="connsiteX839-10869" fmla="*/ 8153658 w 18982931"/>
              <a:gd name="connsiteY839-10870" fmla="*/ 4449429 h 4449429"/>
              <a:gd name="connsiteX840-10871" fmla="*/ 6861227 w 18982931"/>
              <a:gd name="connsiteY840-10872" fmla="*/ 4449429 h 4449429"/>
              <a:gd name="connsiteX841-10873" fmla="*/ 6859697 w 18982931"/>
              <a:gd name="connsiteY841-10874" fmla="*/ 4432598 h 4449429"/>
              <a:gd name="connsiteX842-10875" fmla="*/ 6858292 w 18982931"/>
              <a:gd name="connsiteY842-10876" fmla="*/ 4449425 h 4449429"/>
              <a:gd name="connsiteX843-10877" fmla="*/ 7922 w 18982931"/>
              <a:gd name="connsiteY843-10878" fmla="*/ 4440866 h 4449429"/>
              <a:gd name="connsiteX844-10879" fmla="*/ 0 w 18982931"/>
              <a:gd name="connsiteY844-10880" fmla="*/ 1181446 h 4449429"/>
              <a:gd name="connsiteX845-10881" fmla="*/ 169756 w 18982931"/>
              <a:gd name="connsiteY845-10882" fmla="*/ 979616 h 4449429"/>
              <a:gd name="connsiteX846-10883" fmla="*/ 301466 w 18982931"/>
              <a:gd name="connsiteY846-10884" fmla="*/ 971384 h 4449429"/>
              <a:gd name="connsiteX847-10885" fmla="*/ 301466 w 18982931"/>
              <a:gd name="connsiteY847-10886" fmla="*/ 909640 h 4449429"/>
              <a:gd name="connsiteX848-10887" fmla="*/ 346746 w 18982931"/>
              <a:gd name="connsiteY848-10888" fmla="*/ 810855 h 4449429"/>
              <a:gd name="connsiteX849-10889" fmla="*/ 571541 w 18982931"/>
              <a:gd name="connsiteY849-10890" fmla="*/ 799909 h 4449429"/>
              <a:gd name="connsiteX850-10891" fmla="*/ 581356 w 18982931"/>
              <a:gd name="connsiteY850-10892" fmla="*/ 963151 h 4449429"/>
              <a:gd name="connsiteX851-10893" fmla="*/ 737766 w 18982931"/>
              <a:gd name="connsiteY851-10894" fmla="*/ 963151 h 4449429"/>
              <a:gd name="connsiteX852-10895" fmla="*/ 750116 w 18982931"/>
              <a:gd name="connsiteY852-10896" fmla="*/ 1012543 h 4449429"/>
              <a:gd name="connsiteX853-10897" fmla="*/ 778926 w 18982931"/>
              <a:gd name="connsiteY853-10898" fmla="*/ 1016657 h 4449429"/>
              <a:gd name="connsiteX854-10899" fmla="*/ 820087 w 18982931"/>
              <a:gd name="connsiteY854-10900" fmla="*/ 1041353 h 4449429"/>
              <a:gd name="connsiteX855-10901" fmla="*/ 820087 w 18982931"/>
              <a:gd name="connsiteY855-10902" fmla="*/ 1119560 h 4449429"/>
              <a:gd name="connsiteX856-10903" fmla="*/ 791276 w 18982931"/>
              <a:gd name="connsiteY856-10904" fmla="*/ 1193648 h 4449429"/>
              <a:gd name="connsiteX857-10905" fmla="*/ 791276 w 18982931"/>
              <a:gd name="connsiteY857-10906" fmla="*/ 1580555 h 4449429"/>
              <a:gd name="connsiteX858-10907" fmla="*/ 791276 w 18982931"/>
              <a:gd name="connsiteY858-10908" fmla="*/ 1955112 h 4449429"/>
              <a:gd name="connsiteX859-10909" fmla="*/ 840669 w 18982931"/>
              <a:gd name="connsiteY859-10910" fmla="*/ 1950998 h 4449429"/>
              <a:gd name="connsiteX860-10911" fmla="*/ 844783 w 18982931"/>
              <a:gd name="connsiteY860-10912" fmla="*/ 1720500 h 4449429"/>
              <a:gd name="connsiteX861-10913" fmla="*/ 873596 w 18982931"/>
              <a:gd name="connsiteY861-10914" fmla="*/ 1597020 h 4449429"/>
              <a:gd name="connsiteX862-10915" fmla="*/ 906526 w 18982931"/>
              <a:gd name="connsiteY862-10916" fmla="*/ 1584670 h 4449429"/>
              <a:gd name="connsiteX863-10917" fmla="*/ 1034120 w 18982931"/>
              <a:gd name="connsiteY863-10918" fmla="*/ 1584670 h 4449429"/>
              <a:gd name="connsiteX864-10919" fmla="*/ 1034120 w 18982931"/>
              <a:gd name="connsiteY864-10920" fmla="*/ 1420028 h 4449429"/>
              <a:gd name="connsiteX865-10921" fmla="*/ 1190528 w 18982931"/>
              <a:gd name="connsiteY865-10922" fmla="*/ 1378868 h 4449429"/>
              <a:gd name="connsiteX866-10923" fmla="*/ 1211112 w 18982931"/>
              <a:gd name="connsiteY866-10924" fmla="*/ 1424146 h 4449429"/>
              <a:gd name="connsiteX867-10925" fmla="*/ 1260505 w 18982931"/>
              <a:gd name="connsiteY867-10926" fmla="*/ 1424146 h 4449429"/>
              <a:gd name="connsiteX868-10927" fmla="*/ 1276969 w 18982931"/>
              <a:gd name="connsiteY868-10928" fmla="*/ 1387099 h 4449429"/>
              <a:gd name="connsiteX869-10929" fmla="*/ 1289312 w 18982931"/>
              <a:gd name="connsiteY869-10930" fmla="*/ 1395331 h 4449429"/>
              <a:gd name="connsiteX870-10931" fmla="*/ 1322242 w 18982931"/>
              <a:gd name="connsiteY870-10932" fmla="*/ 1559973 h 4449429"/>
              <a:gd name="connsiteX871-10933" fmla="*/ 1318126 w 18982931"/>
              <a:gd name="connsiteY871-10934" fmla="*/ 1576437 h 4449429"/>
              <a:gd name="connsiteX872-10935" fmla="*/ 1326360 w 18982931"/>
              <a:gd name="connsiteY872-10936" fmla="*/ 1621715 h 4449429"/>
              <a:gd name="connsiteX873-10937" fmla="*/ 1359290 w 18982931"/>
              <a:gd name="connsiteY873-10938" fmla="*/ 1597020 h 4449429"/>
              <a:gd name="connsiteX874-10939" fmla="*/ 1375751 w 18982931"/>
              <a:gd name="connsiteY874-10940" fmla="*/ 1588787 h 4449429"/>
              <a:gd name="connsiteX875-10941" fmla="*/ 1486884 w 18982931"/>
              <a:gd name="connsiteY875-10942" fmla="*/ 1588787 h 4449429"/>
              <a:gd name="connsiteX876-10943" fmla="*/ 1507466 w 18982931"/>
              <a:gd name="connsiteY876-10944" fmla="*/ 2337905 h 4449429"/>
              <a:gd name="connsiteX877-10945" fmla="*/ 1523929 w 18982931"/>
              <a:gd name="connsiteY877-10946" fmla="*/ 2337905 h 4449429"/>
              <a:gd name="connsiteX878-10947" fmla="*/ 1523929 w 18982931"/>
              <a:gd name="connsiteY878-10948" fmla="*/ 2169146 h 4449429"/>
              <a:gd name="connsiteX879-10949" fmla="*/ 1692685 w 18982931"/>
              <a:gd name="connsiteY879-10950" fmla="*/ 2169146 h 4449429"/>
              <a:gd name="connsiteX880-10951" fmla="*/ 1692685 w 18982931"/>
              <a:gd name="connsiteY880-10952" fmla="*/ 2020968 h 4449429"/>
              <a:gd name="connsiteX881-10953" fmla="*/ 1766772 w 18982931"/>
              <a:gd name="connsiteY881-10954" fmla="*/ 1922183 h 4449429"/>
              <a:gd name="connsiteX882-10955" fmla="*/ 1766772 w 18982931"/>
              <a:gd name="connsiteY882-10956" fmla="*/ 1757542 h 4449429"/>
              <a:gd name="connsiteX883-10957" fmla="*/ 1849095 w 18982931"/>
              <a:gd name="connsiteY883-10958" fmla="*/ 1757542 h 4449429"/>
              <a:gd name="connsiteX884-10959" fmla="*/ 1849095 w 18982931"/>
              <a:gd name="connsiteY884-10960" fmla="*/ 2156799 h 4449429"/>
              <a:gd name="connsiteX885-10961" fmla="*/ 1919070 w 18982931"/>
              <a:gd name="connsiteY885-10962" fmla="*/ 2156799 h 4449429"/>
              <a:gd name="connsiteX886-10963" fmla="*/ 1919070 w 18982931"/>
              <a:gd name="connsiteY886-10964" fmla="*/ 1864559 h 4449429"/>
              <a:gd name="connsiteX887-10965" fmla="*/ 1919070 w 18982931"/>
              <a:gd name="connsiteY887-10966" fmla="*/ 695608 h 4449429"/>
              <a:gd name="connsiteX888-10967" fmla="*/ 2005504 w 18982931"/>
              <a:gd name="connsiteY888-10968" fmla="*/ 609173 h 4449429"/>
              <a:gd name="connsiteX889-10969" fmla="*/ 2026085 w 18982931"/>
              <a:gd name="connsiteY889-10970" fmla="*/ 605054 h 4449429"/>
              <a:gd name="connsiteX890-10971" fmla="*/ 2100174 w 18982931"/>
              <a:gd name="connsiteY890-10972" fmla="*/ 448645 h 4449429"/>
              <a:gd name="connsiteX891-10973" fmla="*/ 2137215 w 18982931"/>
              <a:gd name="connsiteY891-10974" fmla="*/ 407485 h 4449429"/>
              <a:gd name="connsiteX892-10975" fmla="*/ 2194840 w 18982931"/>
              <a:gd name="connsiteY892-10976" fmla="*/ 337515 h 4449429"/>
              <a:gd name="connsiteX893-10977" fmla="*/ 2198958 w 18982931"/>
              <a:gd name="connsiteY893-10978" fmla="*/ 292236 h 4449429"/>
              <a:gd name="connsiteX894-10979" fmla="*/ 2240121 w 18982931"/>
              <a:gd name="connsiteY894-10980" fmla="*/ 358093 h 4449429"/>
              <a:gd name="connsiteX895-10981" fmla="*/ 2273047 w 18982931"/>
              <a:gd name="connsiteY895-10982" fmla="*/ 444532 h 4449429"/>
              <a:gd name="connsiteX896-10983" fmla="*/ 2330670 w 18982931"/>
              <a:gd name="connsiteY896-10984" fmla="*/ 563894 h 4449429"/>
              <a:gd name="connsiteX897-10985" fmla="*/ 2351248 w 18982931"/>
              <a:gd name="connsiteY897-10986" fmla="*/ 613286 h 4449429"/>
              <a:gd name="connsiteX898-10987" fmla="*/ 2429455 w 18982931"/>
              <a:gd name="connsiteY898-10988" fmla="*/ 675029 h 4449429"/>
              <a:gd name="connsiteX899-10989" fmla="*/ 2470614 w 18982931"/>
              <a:gd name="connsiteY899-10990" fmla="*/ 757350 h 4449429"/>
              <a:gd name="connsiteX900-10991" fmla="*/ 2470614 w 18982931"/>
              <a:gd name="connsiteY900-10992" fmla="*/ 1086631 h 4449429"/>
              <a:gd name="connsiteX901-10993" fmla="*/ 2470614 w 18982931"/>
              <a:gd name="connsiteY901-10994" fmla="*/ 2008622 h 4449429"/>
              <a:gd name="connsiteX902-10995" fmla="*/ 2487080 w 18982931"/>
              <a:gd name="connsiteY902-10996" fmla="*/ 2053897 h 4449429"/>
              <a:gd name="connsiteX903-10997" fmla="*/ 2499426 w 18982931"/>
              <a:gd name="connsiteY903-10998" fmla="*/ 1897488 h 4449429"/>
              <a:gd name="connsiteX904-10999" fmla="*/ 2602322 w 18982931"/>
              <a:gd name="connsiteY904-11000" fmla="*/ 1798703 h 4449429"/>
              <a:gd name="connsiteX905-11001" fmla="*/ 2836935 w 18982931"/>
              <a:gd name="connsiteY905-11002" fmla="*/ 1798703 h 4449429"/>
              <a:gd name="connsiteX906-11003" fmla="*/ 2836935 w 18982931"/>
              <a:gd name="connsiteY906-11004" fmla="*/ 1860446 h 4449429"/>
              <a:gd name="connsiteX907-11005" fmla="*/ 2836935 w 18982931"/>
              <a:gd name="connsiteY907-11006" fmla="*/ 2263816 h 4449429"/>
              <a:gd name="connsiteX908-11007" fmla="*/ 2845169 w 18982931"/>
              <a:gd name="connsiteY908-11008" fmla="*/ 2304976 h 4449429"/>
              <a:gd name="connsiteX909-11009" fmla="*/ 2861629 w 18982931"/>
              <a:gd name="connsiteY909-11010" fmla="*/ 2300858 h 4449429"/>
              <a:gd name="connsiteX910-11011" fmla="*/ 2861629 w 18982931"/>
              <a:gd name="connsiteY910-11012" fmla="*/ 2247351 h 4449429"/>
              <a:gd name="connsiteX911-11013" fmla="*/ 2869861 w 18982931"/>
              <a:gd name="connsiteY911-11014" fmla="*/ 1996272 h 4449429"/>
              <a:gd name="connsiteX912-11015" fmla="*/ 2923374 w 18982931"/>
              <a:gd name="connsiteY912-11016" fmla="*/ 1967462 h 4449429"/>
              <a:gd name="connsiteX913-11017" fmla="*/ 2939836 w 18982931"/>
              <a:gd name="connsiteY913-11018" fmla="*/ 2300858 h 4449429"/>
              <a:gd name="connsiteX914-11019" fmla="*/ 2956300 w 18982931"/>
              <a:gd name="connsiteY914-11020" fmla="*/ 2300858 h 4449429"/>
              <a:gd name="connsiteX915-11021" fmla="*/ 2989230 w 18982931"/>
              <a:gd name="connsiteY915-11022" fmla="*/ 2111521 h 4449429"/>
              <a:gd name="connsiteX916-11023" fmla="*/ 3018038 w 18982931"/>
              <a:gd name="connsiteY916-11024" fmla="*/ 2058015 h 4449429"/>
              <a:gd name="connsiteX917-11025" fmla="*/ 3034502 w 18982931"/>
              <a:gd name="connsiteY917-11026" fmla="*/ 2123871 h 4449429"/>
              <a:gd name="connsiteX918-11027" fmla="*/ 3038620 w 18982931"/>
              <a:gd name="connsiteY918-11028" fmla="*/ 2132104 h 4449429"/>
              <a:gd name="connsiteX919-11029" fmla="*/ 3088018 w 18982931"/>
              <a:gd name="connsiteY919-11030" fmla="*/ 2140336 h 4449429"/>
              <a:gd name="connsiteX920-11031" fmla="*/ 3095320 w 18982931"/>
              <a:gd name="connsiteY920-11032" fmla="*/ 2275334 h 4449429"/>
              <a:gd name="connsiteX921-11033" fmla="*/ 3162101 w 18982931"/>
              <a:gd name="connsiteY921-11034" fmla="*/ 2275334 h 4449429"/>
              <a:gd name="connsiteX922-11035" fmla="*/ 3162101 w 18982931"/>
              <a:gd name="connsiteY922-11036" fmla="*/ 1580555 h 4449429"/>
              <a:gd name="connsiteX923-11037" fmla="*/ 3162101 w 18982931"/>
              <a:gd name="connsiteY923-11038" fmla="*/ 1531163 h 4449429"/>
              <a:gd name="connsiteX924-11039" fmla="*/ 3199146 w 18982931"/>
              <a:gd name="connsiteY924-11040" fmla="*/ 1498235 h 4449429"/>
              <a:gd name="connsiteX925-11041" fmla="*/ 3281469 w 18982931"/>
              <a:gd name="connsiteY925-11042" fmla="*/ 1498235 h 4449429"/>
              <a:gd name="connsiteX926-11043" fmla="*/ 3281469 w 18982931"/>
              <a:gd name="connsiteY926-11044" fmla="*/ 1325362 h 4449429"/>
              <a:gd name="connsiteX927-11045" fmla="*/ 3343207 w 18982931"/>
              <a:gd name="connsiteY927-11046" fmla="*/ 1263619 h 4449429"/>
              <a:gd name="connsiteX928-11047" fmla="*/ 3544891 w 18982931"/>
              <a:gd name="connsiteY928-11048" fmla="*/ 1263619 h 4449429"/>
              <a:gd name="connsiteX929-11049" fmla="*/ 3544891 w 18982931"/>
              <a:gd name="connsiteY929-11050" fmla="*/ 712071 h 4449429"/>
              <a:gd name="connsiteX930-11051" fmla="*/ 3561357 w 18982931"/>
              <a:gd name="connsiteY930-11052" fmla="*/ 555662 h 4449429"/>
              <a:gd name="connsiteX931-11053" fmla="*/ 3606633 w 18982931"/>
              <a:gd name="connsiteY931-11054" fmla="*/ 316933 h 4449429"/>
              <a:gd name="connsiteX932-11055" fmla="*/ 3614865 w 18982931"/>
              <a:gd name="connsiteY932-11056" fmla="*/ 279891 h 4449429"/>
              <a:gd name="connsiteX933-11057" fmla="*/ 3676603 w 18982931"/>
              <a:gd name="connsiteY933-11058" fmla="*/ 341628 h 4449429"/>
              <a:gd name="connsiteX934-11059" fmla="*/ 3684835 w 18982931"/>
              <a:gd name="connsiteY934-11060" fmla="*/ 386907 h 4449429"/>
              <a:gd name="connsiteX935-11061" fmla="*/ 3742460 w 18982931"/>
              <a:gd name="connsiteY935-11062" fmla="*/ 481574 h 4449429"/>
              <a:gd name="connsiteX936-11063" fmla="*/ 3763042 w 18982931"/>
              <a:gd name="connsiteY936-11064" fmla="*/ 703838 h 4449429"/>
              <a:gd name="connsiteX937-11065" fmla="*/ 3763042 w 18982931"/>
              <a:gd name="connsiteY937-11066" fmla="*/ 1144256 h 4449429"/>
              <a:gd name="connsiteX938-11067" fmla="*/ 3771275 w 18982931"/>
              <a:gd name="connsiteY938-11068" fmla="*/ 1181298 h 4449429"/>
              <a:gd name="connsiteX939-11069" fmla="*/ 3775390 w 18982931"/>
              <a:gd name="connsiteY939-11070" fmla="*/ 1115443 h 4449429"/>
              <a:gd name="connsiteX940-11071" fmla="*/ 3923568 w 18982931"/>
              <a:gd name="connsiteY940-11072" fmla="*/ 996079 h 4449429"/>
              <a:gd name="connsiteX941-11073" fmla="*/ 3940029 w 18982931"/>
              <a:gd name="connsiteY941-11074" fmla="*/ 1020776 h 4449429"/>
              <a:gd name="connsiteX942-11075" fmla="*/ 3960611 w 18982931"/>
              <a:gd name="connsiteY942-11076" fmla="*/ 1321244 h 4449429"/>
              <a:gd name="connsiteX943-11077" fmla="*/ 3960611 w 18982931"/>
              <a:gd name="connsiteY943-11078" fmla="*/ 1584670 h 4449429"/>
              <a:gd name="connsiteX944-11079" fmla="*/ 3977076 w 18982931"/>
              <a:gd name="connsiteY944-11080" fmla="*/ 1625830 h 4449429"/>
              <a:gd name="connsiteX945-11081" fmla="*/ 4010007 w 18982931"/>
              <a:gd name="connsiteY945-11082" fmla="*/ 1666990 h 4449429"/>
              <a:gd name="connsiteX946-11083" fmla="*/ 4055279 w 18982931"/>
              <a:gd name="connsiteY946-11084" fmla="*/ 1819286 h 4449429"/>
              <a:gd name="connsiteX947-11085" fmla="*/ 4104670 w 18982931"/>
              <a:gd name="connsiteY947-11086" fmla="*/ 1819286 h 4449429"/>
              <a:gd name="connsiteX948-11087" fmla="*/ 4108788 w 18982931"/>
              <a:gd name="connsiteY948-11088" fmla="*/ 1741079 h 4449429"/>
              <a:gd name="connsiteX949-11089" fmla="*/ 4211689 w 18982931"/>
              <a:gd name="connsiteY949-11090" fmla="*/ 1741079 h 4449429"/>
              <a:gd name="connsiteX950-11091" fmla="*/ 4252847 w 18982931"/>
              <a:gd name="connsiteY950-11092" fmla="*/ 1559973 h 4449429"/>
              <a:gd name="connsiteX951-11093" fmla="*/ 4265197 w 18982931"/>
              <a:gd name="connsiteY951-11094" fmla="*/ 1559973 h 4449429"/>
              <a:gd name="connsiteX952-11095" fmla="*/ 4277546 w 18982931"/>
              <a:gd name="connsiteY952-11096" fmla="*/ 1592900 h 4449429"/>
              <a:gd name="connsiteX953-11097" fmla="*/ 4302239 w 18982931"/>
              <a:gd name="connsiteY953-11098" fmla="*/ 1708150 h 4449429"/>
              <a:gd name="connsiteX954-11099" fmla="*/ 4368100 w 18982931"/>
              <a:gd name="connsiteY954-11100" fmla="*/ 1741079 h 4449429"/>
              <a:gd name="connsiteX955-11101" fmla="*/ 4363984 w 18982931"/>
              <a:gd name="connsiteY955-11102" fmla="*/ 1634062 h 4449429"/>
              <a:gd name="connsiteX956-11103" fmla="*/ 4372218 w 18982931"/>
              <a:gd name="connsiteY956-11104" fmla="*/ 839670 h 4449429"/>
              <a:gd name="connsiteX957-11105" fmla="*/ 4442184 w 18982931"/>
              <a:gd name="connsiteY957-11106" fmla="*/ 279891 h 4449429"/>
              <a:gd name="connsiteX958-11107" fmla="*/ 4479230 w 18982931"/>
              <a:gd name="connsiteY958-11108" fmla="*/ 234611 h 4449429"/>
              <a:gd name="connsiteX959-11109" fmla="*/ 4520394 w 18982931"/>
              <a:gd name="connsiteY959-11110" fmla="*/ 284004 h 4449429"/>
              <a:gd name="connsiteX960-11111" fmla="*/ 4549200 w 18982931"/>
              <a:gd name="connsiteY960-11112" fmla="*/ 440413 h 4449429"/>
              <a:gd name="connsiteX961-11113" fmla="*/ 4680914 w 18982931"/>
              <a:gd name="connsiteY961-11114" fmla="*/ 395140 h 4449429"/>
              <a:gd name="connsiteX962-11115" fmla="*/ 4759121 w 18982931"/>
              <a:gd name="connsiteY962-11116" fmla="*/ 460995 h 4449429"/>
              <a:gd name="connsiteX963-11117" fmla="*/ 4771466 w 18982931"/>
              <a:gd name="connsiteY963-11118" fmla="*/ 493924 h 4449429"/>
              <a:gd name="connsiteX964-11119" fmla="*/ 4888657 w 18982931"/>
              <a:gd name="connsiteY964-11120" fmla="*/ 747622 h 4449429"/>
              <a:gd name="connsiteX965-11121" fmla="*/ 4888893 w 18982931"/>
              <a:gd name="connsiteY965-11122" fmla="*/ 807315 h 4449429"/>
              <a:gd name="connsiteX966-11123" fmla="*/ 4856617 w 18982931"/>
              <a:gd name="connsiteY966-11124" fmla="*/ 807315 h 4449429"/>
              <a:gd name="connsiteX967-11125" fmla="*/ 4856617 w 18982931"/>
              <a:gd name="connsiteY967-11126" fmla="*/ 944475 h 4449429"/>
              <a:gd name="connsiteX968-11127" fmla="*/ 4888332 w 18982931"/>
              <a:gd name="connsiteY968-11128" fmla="*/ 944475 h 4449429"/>
              <a:gd name="connsiteX969-11129" fmla="*/ 4888325 w 18982931"/>
              <a:gd name="connsiteY969-11130" fmla="*/ 945600 h 4449429"/>
              <a:gd name="connsiteX970-11131" fmla="*/ 4890835 w 18982931"/>
              <a:gd name="connsiteY970-11132" fmla="*/ 1609365 h 4449429"/>
              <a:gd name="connsiteX971-11133" fmla="*/ 4952574 w 18982931"/>
              <a:gd name="connsiteY971-11134" fmla="*/ 1617597 h 4449429"/>
              <a:gd name="connsiteX972-11135" fmla="*/ 4952574 w 18982931"/>
              <a:gd name="connsiteY972-11136" fmla="*/ 1868678 h 4449429"/>
              <a:gd name="connsiteX973-11137" fmla="*/ 4956691 w 18982931"/>
              <a:gd name="connsiteY973-11138" fmla="*/ 1905720 h 4449429"/>
              <a:gd name="connsiteX974-11139" fmla="*/ 4981387 w 18982931"/>
              <a:gd name="connsiteY974-11140" fmla="*/ 1967462 h 4449429"/>
              <a:gd name="connsiteX975-11141" fmla="*/ 4981387 w 18982931"/>
              <a:gd name="connsiteY975-11142" fmla="*/ 2058015 h 4449429"/>
              <a:gd name="connsiteX976-11143" fmla="*/ 5001966 w 18982931"/>
              <a:gd name="connsiteY976-11144" fmla="*/ 2086824 h 4449429"/>
              <a:gd name="connsiteX977-11145" fmla="*/ 5018429 w 18982931"/>
              <a:gd name="connsiteY977-11146" fmla="*/ 2078592 h 4449429"/>
              <a:gd name="connsiteX978-11147" fmla="*/ 5018429 w 18982931"/>
              <a:gd name="connsiteY978-11148" fmla="*/ 1881023 h 4449429"/>
              <a:gd name="connsiteX979-11149" fmla="*/ 5018429 w 18982931"/>
              <a:gd name="connsiteY979-11150" fmla="*/ 1366522 h 4449429"/>
              <a:gd name="connsiteX980-11151" fmla="*/ 5034894 w 18982931"/>
              <a:gd name="connsiteY980-11152" fmla="*/ 864367 h 4449429"/>
              <a:gd name="connsiteX981-11153" fmla="*/ 5067821 w 18982931"/>
              <a:gd name="connsiteY981-11154" fmla="*/ 197569 h 4449429"/>
              <a:gd name="connsiteX982-11155" fmla="*/ 5080173 w 18982931"/>
              <a:gd name="connsiteY982-11156" fmla="*/ 102899 h 4449429"/>
              <a:gd name="connsiteX983-11157" fmla="*/ 5216000 w 18982931"/>
              <a:gd name="connsiteY983-11158" fmla="*/ 37042 h 4449429"/>
              <a:gd name="connsiteX984-11159" fmla="*/ 5248927 w 18982931"/>
              <a:gd name="connsiteY984-11160" fmla="*/ 69972 h 4449429"/>
              <a:gd name="connsiteX985-11161" fmla="*/ 5372409 w 18982931"/>
              <a:gd name="connsiteY985-11162" fmla="*/ 69972 h 4449429"/>
              <a:gd name="connsiteX986-11163" fmla="*/ 5434151 w 18982931"/>
              <a:gd name="connsiteY986-11164" fmla="*/ 131714 h 4449429"/>
              <a:gd name="connsiteX987-11165" fmla="*/ 5434151 w 18982931"/>
              <a:gd name="connsiteY987-11166" fmla="*/ 382788 h 4449429"/>
              <a:gd name="connsiteX988-11167" fmla="*/ 5434151 w 18982931"/>
              <a:gd name="connsiteY988-11168" fmla="*/ 683261 h 4449429"/>
              <a:gd name="connsiteX989-11169" fmla="*/ 5545282 w 18982931"/>
              <a:gd name="connsiteY989-11170" fmla="*/ 687375 h 4449429"/>
              <a:gd name="connsiteX990-11171" fmla="*/ 5545282 w 18982931"/>
              <a:gd name="connsiteY990-11172" fmla="*/ 1045471 h 4449429"/>
              <a:gd name="connsiteX991-11173" fmla="*/ 5676994 w 18982931"/>
              <a:gd name="connsiteY991-11174" fmla="*/ 1045471 h 4449429"/>
              <a:gd name="connsiteX992-11175" fmla="*/ 5685227 w 18982931"/>
              <a:gd name="connsiteY992-11176" fmla="*/ 1103096 h 4449429"/>
              <a:gd name="connsiteX993-11177" fmla="*/ 5759314 w 18982931"/>
              <a:gd name="connsiteY993-11178" fmla="*/ 1193648 h 4449429"/>
              <a:gd name="connsiteX994-11179" fmla="*/ 5759314 w 18982931"/>
              <a:gd name="connsiteY994-11180" fmla="*/ 1395331 h 4449429"/>
              <a:gd name="connsiteX995-11181" fmla="*/ 5825171 w 18982931"/>
              <a:gd name="connsiteY995-11182" fmla="*/ 1395331 h 4449429"/>
              <a:gd name="connsiteX996-11183" fmla="*/ 5903378 w 18982931"/>
              <a:gd name="connsiteY996-11184" fmla="*/ 1477653 h 4449429"/>
              <a:gd name="connsiteX997-11185" fmla="*/ 5903378 w 18982931"/>
              <a:gd name="connsiteY997-11186" fmla="*/ 1918070 h 4449429"/>
              <a:gd name="connsiteX998-11187" fmla="*/ 5936306 w 18982931"/>
              <a:gd name="connsiteY998-11188" fmla="*/ 1975695 h 4449429"/>
              <a:gd name="connsiteX999-11189" fmla="*/ 5965115 w 18982931"/>
              <a:gd name="connsiteY999-11190" fmla="*/ 1275969 h 4449429"/>
              <a:gd name="connsiteX1000-11191" fmla="*/ 5969235 w 18982931"/>
              <a:gd name="connsiteY1000-11192" fmla="*/ 1238922 h 4449429"/>
              <a:gd name="connsiteX1001-11193" fmla="*/ 6166804 w 18982931"/>
              <a:gd name="connsiteY1001-11194" fmla="*/ 1238922 h 4449429"/>
              <a:gd name="connsiteX1002-11195" fmla="*/ 6216196 w 18982931"/>
              <a:gd name="connsiteY1002-11196" fmla="*/ 1288315 h 4449429"/>
              <a:gd name="connsiteX1003-11197" fmla="*/ 6236774 w 18982931"/>
              <a:gd name="connsiteY1003-11198" fmla="*/ 1428261 h 4449429"/>
              <a:gd name="connsiteX1004-11199" fmla="*/ 6273821 w 18982931"/>
              <a:gd name="connsiteY1004-11200" fmla="*/ 1498235 h 4449429"/>
              <a:gd name="connsiteX1005-11201" fmla="*/ 6273821 w 18982931"/>
              <a:gd name="connsiteY1005-11202" fmla="*/ 2230888 h 4449429"/>
              <a:gd name="connsiteX1006-11203" fmla="*/ 6277935 w 18982931"/>
              <a:gd name="connsiteY1006-11204" fmla="*/ 2280280 h 4449429"/>
              <a:gd name="connsiteX1007-11205" fmla="*/ 6319095 w 18982931"/>
              <a:gd name="connsiteY1007-11206" fmla="*/ 2193841 h 4449429"/>
              <a:gd name="connsiteX1008-11207" fmla="*/ 6364373 w 18982931"/>
              <a:gd name="connsiteY1008-11208" fmla="*/ 2288513 h 4449429"/>
              <a:gd name="connsiteX1009-11209" fmla="*/ 6389068 w 18982931"/>
              <a:gd name="connsiteY1009-11210" fmla="*/ 2313208 h 4449429"/>
              <a:gd name="connsiteX1010-11211" fmla="*/ 6541355 w 18982931"/>
              <a:gd name="connsiteY1010-11212" fmla="*/ 2313208 h 4449429"/>
              <a:gd name="connsiteX1011-11213" fmla="*/ 6541355 w 18982931"/>
              <a:gd name="connsiteY1011-11214" fmla="*/ 2148567 h 4449429"/>
              <a:gd name="connsiteX1012-11215" fmla="*/ 6660723 w 18982931"/>
              <a:gd name="connsiteY1012-11216" fmla="*/ 2148567 h 4449429"/>
              <a:gd name="connsiteX1013-11217" fmla="*/ 6660723 w 18982931"/>
              <a:gd name="connsiteY1013-11218" fmla="*/ 2259698 h 4449429"/>
              <a:gd name="connsiteX1014-11219" fmla="*/ 6705999 w 18982931"/>
              <a:gd name="connsiteY1014-11220" fmla="*/ 2551938 h 4449429"/>
              <a:gd name="connsiteX1015-11221" fmla="*/ 6714228 w 18982931"/>
              <a:gd name="connsiteY1015-11222" fmla="*/ 2580748 h 4449429"/>
              <a:gd name="connsiteX1016-11223" fmla="*/ 6722461 w 18982931"/>
              <a:gd name="connsiteY1016-11224" fmla="*/ 2576634 h 4449429"/>
              <a:gd name="connsiteX1017-11225" fmla="*/ 6751278 w 18982931"/>
              <a:gd name="connsiteY1017-11226" fmla="*/ 2263816 h 4449429"/>
              <a:gd name="connsiteX1018-11227" fmla="*/ 6800669 w 18982931"/>
              <a:gd name="connsiteY1018-11228" fmla="*/ 2255583 h 4449429"/>
              <a:gd name="connsiteX1019-11229" fmla="*/ 6837709 w 18982931"/>
              <a:gd name="connsiteY1019-11230" fmla="*/ 2181496 h 4449429"/>
              <a:gd name="connsiteX1020-11231" fmla="*/ 6841831 w 18982931"/>
              <a:gd name="connsiteY1020-11232" fmla="*/ 2152681 h 4449429"/>
              <a:gd name="connsiteX1021-11233" fmla="*/ 6845941 w 18982931"/>
              <a:gd name="connsiteY1021-11234" fmla="*/ 2115639 h 4449429"/>
              <a:gd name="connsiteX1022-11235" fmla="*/ 6857139 w 18982931"/>
              <a:gd name="connsiteY1022-11236" fmla="*/ 2115639 h 4449429"/>
              <a:gd name="connsiteX1023-11237" fmla="*/ 6899298 w 18982931"/>
              <a:gd name="connsiteY1023-11238" fmla="*/ 2109470 h 4449429"/>
              <a:gd name="connsiteX1024-11239" fmla="*/ 6922965 w 18982931"/>
              <a:gd name="connsiteY1024-11240" fmla="*/ 2140339 h 4449429"/>
              <a:gd name="connsiteX1025-11241" fmla="*/ 7009406 w 18982931"/>
              <a:gd name="connsiteY1025-11242" fmla="*/ 2070365 h 4449429"/>
              <a:gd name="connsiteX1026-11243" fmla="*/ 7145231 w 18982931"/>
              <a:gd name="connsiteY1026-11244" fmla="*/ 2066247 h 4449429"/>
              <a:gd name="connsiteX1027-11245" fmla="*/ 7145231 w 18982931"/>
              <a:gd name="connsiteY1027-11246" fmla="*/ 1901605 h 4449429"/>
              <a:gd name="connsiteX1028-11247" fmla="*/ 7145231 w 18982931"/>
              <a:gd name="connsiteY1028-11248" fmla="*/ 1769896 h 4449429"/>
              <a:gd name="connsiteX1029-11249" fmla="*/ 7215204 w 18982931"/>
              <a:gd name="connsiteY1029-11250" fmla="*/ 1597024 h 4449429"/>
              <a:gd name="connsiteX1030-11251" fmla="*/ 7285174 w 18982931"/>
              <a:gd name="connsiteY1030-11252" fmla="*/ 1753433 h 4449429"/>
              <a:gd name="connsiteX1031-11253" fmla="*/ 7297524 w 18982931"/>
              <a:gd name="connsiteY1031-11254" fmla="*/ 2062134 h 4449429"/>
              <a:gd name="connsiteX1032-11255" fmla="*/ 7367494 w 18982931"/>
              <a:gd name="connsiteY1032-11256" fmla="*/ 2066247 h 4449429"/>
              <a:gd name="connsiteX1033-11257" fmla="*/ 7371610 w 18982931"/>
              <a:gd name="connsiteY1033-11258" fmla="*/ 2148567 h 4449429"/>
              <a:gd name="connsiteX1034-11259" fmla="*/ 7462167 w 18982931"/>
              <a:gd name="connsiteY1034-11260" fmla="*/ 2148567 h 4449429"/>
              <a:gd name="connsiteX1035-11261" fmla="*/ 7462167 w 18982931"/>
              <a:gd name="connsiteY1035-11262" fmla="*/ 2095061 h 4449429"/>
              <a:gd name="connsiteX1036-11263" fmla="*/ 7462167 w 18982931"/>
              <a:gd name="connsiteY1036-11264" fmla="*/ 1597024 h 4449429"/>
              <a:gd name="connsiteX1037-11265" fmla="*/ 7482743 w 18982931"/>
              <a:gd name="connsiteY1037-11266" fmla="*/ 1008430 h 4449429"/>
              <a:gd name="connsiteX1038-11267" fmla="*/ 7495096 w 18982931"/>
              <a:gd name="connsiteY1038-11268" fmla="*/ 921991 h 4449429"/>
              <a:gd name="connsiteX1039-11269" fmla="*/ 7536254 w 18982931"/>
              <a:gd name="connsiteY1039-11270" fmla="*/ 934341 h 4449429"/>
              <a:gd name="connsiteX1040-11271" fmla="*/ 7577416 w 18982931"/>
              <a:gd name="connsiteY1040-11272" fmla="*/ 563899 h 4449429"/>
              <a:gd name="connsiteX1041-11273" fmla="*/ 7589759 w 18982931"/>
              <a:gd name="connsiteY1041-11274" fmla="*/ 563899 h 4449429"/>
              <a:gd name="connsiteX1042-11275" fmla="*/ 7639153 w 18982931"/>
              <a:gd name="connsiteY1042-11276" fmla="*/ 975501 h 4449429"/>
              <a:gd name="connsiteX1043-11277" fmla="*/ 7655614 w 18982931"/>
              <a:gd name="connsiteY1043-11278" fmla="*/ 926109 h 4449429"/>
              <a:gd name="connsiteX1044-11279" fmla="*/ 7667968 w 18982931"/>
              <a:gd name="connsiteY1044-11280" fmla="*/ 926109 h 4449429"/>
              <a:gd name="connsiteX1045-11281" fmla="*/ 7676196 w 18982931"/>
              <a:gd name="connsiteY1045-11282" fmla="*/ 1037243 h 4449429"/>
              <a:gd name="connsiteX1046-11283" fmla="*/ 7676196 w 18982931"/>
              <a:gd name="connsiteY1046-11284" fmla="*/ 2049787 h 4449429"/>
              <a:gd name="connsiteX1047-11285" fmla="*/ 7705009 w 18982931"/>
              <a:gd name="connsiteY1047-11286" fmla="*/ 2267935 h 4449429"/>
              <a:gd name="connsiteX1048-11287" fmla="*/ 7750287 w 18982931"/>
              <a:gd name="connsiteY1048-11288" fmla="*/ 2469622 h 4449429"/>
              <a:gd name="connsiteX1049-11289" fmla="*/ 7849072 w 18982931"/>
              <a:gd name="connsiteY1049-11290" fmla="*/ 2469622 h 4449429"/>
              <a:gd name="connsiteX1050-11291" fmla="*/ 7849072 w 18982931"/>
              <a:gd name="connsiteY1050-11292" fmla="*/ 2284398 h 4449429"/>
              <a:gd name="connsiteX1051-11293" fmla="*/ 7919042 w 18982931"/>
              <a:gd name="connsiteY1051-11294" fmla="*/ 2284398 h 4449429"/>
              <a:gd name="connsiteX1052-11295" fmla="*/ 7919042 w 18982931"/>
              <a:gd name="connsiteY1052-11296" fmla="*/ 2473736 h 4449429"/>
              <a:gd name="connsiteX1053-11297" fmla="*/ 8108380 w 18982931"/>
              <a:gd name="connsiteY1053-11298" fmla="*/ 2473736 h 4449429"/>
              <a:gd name="connsiteX1054-11299" fmla="*/ 8142338 w 18982931"/>
              <a:gd name="connsiteY1054-11300" fmla="*/ 2481454 h 4449429"/>
              <a:gd name="connsiteX1055-11301" fmla="*/ 8144242 w 18982931"/>
              <a:gd name="connsiteY1055-11302" fmla="*/ 2485067 h 4449429"/>
              <a:gd name="connsiteX1056-11303" fmla="*/ 8144242 w 18982931"/>
              <a:gd name="connsiteY1056-11304" fmla="*/ 1280084 h 4449429"/>
              <a:gd name="connsiteX1057-11305" fmla="*/ 8189518 w 18982931"/>
              <a:gd name="connsiteY1057-11306" fmla="*/ 1115443 h 4449429"/>
              <a:gd name="connsiteX1058-11307" fmla="*/ 8230679 w 18982931"/>
              <a:gd name="connsiteY1058-11308" fmla="*/ 1090746 h 4449429"/>
              <a:gd name="connsiteX1059-11309" fmla="*/ 8477642 w 18982931"/>
              <a:gd name="connsiteY1059-11310" fmla="*/ 1090746 h 4449429"/>
              <a:gd name="connsiteX1060-11311" fmla="*/ 8518799 w 18982931"/>
              <a:gd name="connsiteY1060-11312" fmla="*/ 1111328 h 4449429"/>
              <a:gd name="connsiteX1061-11313" fmla="*/ 8568194 w 18982931"/>
              <a:gd name="connsiteY1061-11314" fmla="*/ 1288315 h 4449429"/>
              <a:gd name="connsiteX1062-11315" fmla="*/ 8572304 w 18982931"/>
              <a:gd name="connsiteY1062-11316" fmla="*/ 2152681 h 4449429"/>
              <a:gd name="connsiteX1063-11317" fmla="*/ 8572304 w 18982931"/>
              <a:gd name="connsiteY1063-11318" fmla="*/ 2222656 h 4449429"/>
              <a:gd name="connsiteX1064-11319" fmla="*/ 8827499 w 18982931"/>
              <a:gd name="connsiteY1064-11320" fmla="*/ 2222656 h 4449429"/>
              <a:gd name="connsiteX1065-11321" fmla="*/ 8827499 w 18982931"/>
              <a:gd name="connsiteY1065-11322" fmla="*/ 2053897 h 4449429"/>
              <a:gd name="connsiteX1066-11323" fmla="*/ 8827499 w 18982931"/>
              <a:gd name="connsiteY1066-11324" fmla="*/ 1996272 h 4449429"/>
              <a:gd name="connsiteX1067-11325" fmla="*/ 8926285 w 18982931"/>
              <a:gd name="connsiteY1067-11326" fmla="*/ 1876910 h 4449429"/>
              <a:gd name="connsiteX1068-11327" fmla="*/ 8926285 w 18982931"/>
              <a:gd name="connsiteY1068-11328" fmla="*/ 1757542 h 4449429"/>
              <a:gd name="connsiteX1069-11329" fmla="*/ 8926285 w 18982931"/>
              <a:gd name="connsiteY1069-11330" fmla="*/ 1527045 h 4449429"/>
              <a:gd name="connsiteX1070-11331" fmla="*/ 8950980 w 18982931"/>
              <a:gd name="connsiteY1070-11332" fmla="*/ 1432378 h 4449429"/>
              <a:gd name="connsiteX1071-11333" fmla="*/ 8950980 w 18982931"/>
              <a:gd name="connsiteY1071-11334" fmla="*/ 1424146 h 4449429"/>
              <a:gd name="connsiteX1072-11335" fmla="*/ 8983911 w 18982931"/>
              <a:gd name="connsiteY1072-11336" fmla="*/ 1107210 h 4449429"/>
              <a:gd name="connsiteX1073-11337" fmla="*/ 8992140 w 18982931"/>
              <a:gd name="connsiteY1073-11338" fmla="*/ 1049586 h 4449429"/>
              <a:gd name="connsiteX1074-11339" fmla="*/ 9012723 w 18982931"/>
              <a:gd name="connsiteY1074-11340" fmla="*/ 1049586 h 4449429"/>
              <a:gd name="connsiteX1075-11341" fmla="*/ 9049767 w 18982931"/>
              <a:gd name="connsiteY1075-11342" fmla="*/ 1325362 h 4449429"/>
              <a:gd name="connsiteX1076-11343" fmla="*/ 9115624 w 18982931"/>
              <a:gd name="connsiteY1076-11344" fmla="*/ 1329476 h 4449429"/>
              <a:gd name="connsiteX1077-11345" fmla="*/ 9165014 w 18982931"/>
              <a:gd name="connsiteY1077-11346" fmla="*/ 1436493 h 4449429"/>
              <a:gd name="connsiteX1078-11347" fmla="*/ 9181479 w 18982931"/>
              <a:gd name="connsiteY1078-11348" fmla="*/ 1494116 h 4449429"/>
              <a:gd name="connsiteX1079-11349" fmla="*/ 9181479 w 18982931"/>
              <a:gd name="connsiteY1079-11350" fmla="*/ 1823399 h 4449429"/>
              <a:gd name="connsiteX1080-11351" fmla="*/ 9181479 w 18982931"/>
              <a:gd name="connsiteY1080-11352" fmla="*/ 1881023 h 4449429"/>
              <a:gd name="connsiteX1081-11353" fmla="*/ 9280267 w 18982931"/>
              <a:gd name="connsiteY1081-11354" fmla="*/ 1881023 h 4449429"/>
              <a:gd name="connsiteX1082-11355" fmla="*/ 9280267 w 18982931"/>
              <a:gd name="connsiteY1082-11356" fmla="*/ 1815166 h 4449429"/>
              <a:gd name="connsiteX1083-11357" fmla="*/ 9280267 w 18982931"/>
              <a:gd name="connsiteY1083-11358" fmla="*/ 304587 h 4449429"/>
              <a:gd name="connsiteX1084-11359" fmla="*/ 9346122 w 18982931"/>
              <a:gd name="connsiteY1084-11360" fmla="*/ 238731 h 4449429"/>
              <a:gd name="connsiteX1085-11361" fmla="*/ 9453137 w 18982931"/>
              <a:gd name="connsiteY1085-11362" fmla="*/ 341628 h 4449429"/>
              <a:gd name="connsiteX1086-11363" fmla="*/ 9453137 w 18982931"/>
              <a:gd name="connsiteY1086-11364" fmla="*/ 1815166 h 4449429"/>
              <a:gd name="connsiteX1087-11365" fmla="*/ 9453137 w 18982931"/>
              <a:gd name="connsiteY1087-11366" fmla="*/ 1876910 h 4449429"/>
              <a:gd name="connsiteX1088-11367" fmla="*/ 9551919 w 18982931"/>
              <a:gd name="connsiteY1088-11368" fmla="*/ 1876910 h 4449429"/>
              <a:gd name="connsiteX1089-11369" fmla="*/ 9551919 w 18982931"/>
              <a:gd name="connsiteY1089-11370" fmla="*/ 1724614 h 4449429"/>
              <a:gd name="connsiteX1090-11371" fmla="*/ 9551919 w 18982931"/>
              <a:gd name="connsiteY1090-11372" fmla="*/ 1481771 h 4449429"/>
              <a:gd name="connsiteX1091-11373" fmla="*/ 9597198 w 18982931"/>
              <a:gd name="connsiteY1091-11374" fmla="*/ 1374754 h 4449429"/>
              <a:gd name="connsiteX1092-11375" fmla="*/ 9613662 w 18982931"/>
              <a:gd name="connsiteY1092-11376" fmla="*/ 1325362 h 4449429"/>
              <a:gd name="connsiteX1093-11377" fmla="*/ 9683632 w 18982931"/>
              <a:gd name="connsiteY1093-11378" fmla="*/ 1325362 h 4449429"/>
              <a:gd name="connsiteX1094-11379" fmla="*/ 9683632 w 18982931"/>
              <a:gd name="connsiteY1094-11380" fmla="*/ 1522931 h 4449429"/>
              <a:gd name="connsiteX1095-11381" fmla="*/ 9819464 w 18982931"/>
              <a:gd name="connsiteY1095-11382" fmla="*/ 1522931 h 4449429"/>
              <a:gd name="connsiteX1096-11383" fmla="*/ 9819464 w 18982931"/>
              <a:gd name="connsiteY1096-11384" fmla="*/ 1720501 h 4449429"/>
              <a:gd name="connsiteX1097-11385" fmla="*/ 9819464 w 18982931"/>
              <a:gd name="connsiteY1097-11386" fmla="*/ 1835749 h 4449429"/>
              <a:gd name="connsiteX1098-11387" fmla="*/ 9868856 w 18982931"/>
              <a:gd name="connsiteY1098-11388" fmla="*/ 1885142 h 4449429"/>
              <a:gd name="connsiteX1099-11389" fmla="*/ 9922361 w 18982931"/>
              <a:gd name="connsiteY1099-11390" fmla="*/ 1938648 h 4449429"/>
              <a:gd name="connsiteX1100-11391" fmla="*/ 9922361 w 18982931"/>
              <a:gd name="connsiteY1100-11392" fmla="*/ 2226770 h 4449429"/>
              <a:gd name="connsiteX1101-11393" fmla="*/ 10189906 w 18982931"/>
              <a:gd name="connsiteY1101-11394" fmla="*/ 2226770 h 4449429"/>
              <a:gd name="connsiteX1102-11395" fmla="*/ 10189906 w 18982931"/>
              <a:gd name="connsiteY1102-11396" fmla="*/ 1864559 h 4449429"/>
              <a:gd name="connsiteX1103-11397" fmla="*/ 10251644 w 18982931"/>
              <a:gd name="connsiteY1103-11398" fmla="*/ 1852213 h 4449429"/>
              <a:gd name="connsiteX1104-11399" fmla="*/ 10251644 w 18982931"/>
              <a:gd name="connsiteY1104-11400" fmla="*/ 1465306 h 4449429"/>
              <a:gd name="connsiteX1105-11401" fmla="*/ 10198137 w 18982931"/>
              <a:gd name="connsiteY1105-11402" fmla="*/ 1461188 h 4449429"/>
              <a:gd name="connsiteX1106-11403" fmla="*/ 10198137 w 18982931"/>
              <a:gd name="connsiteY1106-11404" fmla="*/ 1317129 h 4449429"/>
              <a:gd name="connsiteX1107-11405" fmla="*/ 10572694 w 18982931"/>
              <a:gd name="connsiteY1107-11406" fmla="*/ 1317129 h 4449429"/>
              <a:gd name="connsiteX1108-11407" fmla="*/ 10572694 w 18982931"/>
              <a:gd name="connsiteY1108-11408" fmla="*/ 2140336 h 4449429"/>
              <a:gd name="connsiteX1109-11409" fmla="*/ 10642669 w 18982931"/>
              <a:gd name="connsiteY1109-11410" fmla="*/ 2144449 h 4449429"/>
              <a:gd name="connsiteX1110-11411" fmla="*/ 10642669 w 18982931"/>
              <a:gd name="connsiteY1110-11412" fmla="*/ 2477849 h 4449429"/>
              <a:gd name="connsiteX1111-11413" fmla="*/ 10885512 w 18982931"/>
              <a:gd name="connsiteY1111-11414" fmla="*/ 2477849 h 4449429"/>
              <a:gd name="connsiteX1112-11415" fmla="*/ 10885512 w 18982931"/>
              <a:gd name="connsiteY1112-11416" fmla="*/ 2292626 h 4449429"/>
              <a:gd name="connsiteX1113-11417" fmla="*/ 10959601 w 18982931"/>
              <a:gd name="connsiteY1113-11418" fmla="*/ 2292626 h 4449429"/>
              <a:gd name="connsiteX1114-11419" fmla="*/ 10959601 w 18982931"/>
              <a:gd name="connsiteY1114-11420" fmla="*/ 2477849 h 4449429"/>
              <a:gd name="connsiteX1115-11421" fmla="*/ 11066618 w 18982931"/>
              <a:gd name="connsiteY1115-11422" fmla="*/ 2477849 h 4449429"/>
              <a:gd name="connsiteX1116-11423" fmla="*/ 11107778 w 18982931"/>
              <a:gd name="connsiteY1116-11424" fmla="*/ 2284395 h 4449429"/>
              <a:gd name="connsiteX1117-11425" fmla="*/ 11136593 w 18982931"/>
              <a:gd name="connsiteY1117-11426" fmla="*/ 2053897 h 4449429"/>
              <a:gd name="connsiteX1118-11427" fmla="*/ 11136593 w 18982931"/>
              <a:gd name="connsiteY1118-11428" fmla="*/ 1061936 h 4449429"/>
              <a:gd name="connsiteX1119-11429" fmla="*/ 11148938 w 18982931"/>
              <a:gd name="connsiteY1119-11430" fmla="*/ 938454 h 4449429"/>
              <a:gd name="connsiteX1120-11431" fmla="*/ 11161288 w 18982931"/>
              <a:gd name="connsiteY1120-11432" fmla="*/ 938454 h 4449429"/>
              <a:gd name="connsiteX1121-11433" fmla="*/ 11177753 w 18982931"/>
              <a:gd name="connsiteY1121-11434" fmla="*/ 983729 h 4449429"/>
              <a:gd name="connsiteX1122-11435" fmla="*/ 11231258 w 18982931"/>
              <a:gd name="connsiteY1122-11436" fmla="*/ 572126 h 4449429"/>
              <a:gd name="connsiteX1123-11437" fmla="*/ 11243610 w 18982931"/>
              <a:gd name="connsiteY1123-11438" fmla="*/ 572126 h 4449429"/>
              <a:gd name="connsiteX1124-11439" fmla="*/ 11284770 w 18982931"/>
              <a:gd name="connsiteY1124-11440" fmla="*/ 946687 h 4449429"/>
              <a:gd name="connsiteX1125-11441" fmla="*/ 11325929 w 18982931"/>
              <a:gd name="connsiteY1125-11442" fmla="*/ 934337 h 4449429"/>
              <a:gd name="connsiteX1126-11443" fmla="*/ 11342394 w 18982931"/>
              <a:gd name="connsiteY1126-11444" fmla="*/ 1061936 h 4449429"/>
              <a:gd name="connsiteX1127-11445" fmla="*/ 11342394 w 18982931"/>
              <a:gd name="connsiteY1127-11446" fmla="*/ 1300666 h 4449429"/>
              <a:gd name="connsiteX1128-11447" fmla="*/ 11358857 w 18982931"/>
              <a:gd name="connsiteY1128-11448" fmla="*/ 2132104 h 4449429"/>
              <a:gd name="connsiteX1129-11449" fmla="*/ 11362976 w 18982931"/>
              <a:gd name="connsiteY1129-11450" fmla="*/ 2165031 h 4449429"/>
              <a:gd name="connsiteX1130-11451" fmla="*/ 11453524 w 18982931"/>
              <a:gd name="connsiteY1130-11452" fmla="*/ 2165031 h 4449429"/>
              <a:gd name="connsiteX1131-11453" fmla="*/ 11457643 w 18982931"/>
              <a:gd name="connsiteY1131-11454" fmla="*/ 2082711 h 4449429"/>
              <a:gd name="connsiteX1132-11455" fmla="*/ 11535845 w 18982931"/>
              <a:gd name="connsiteY1132-11456" fmla="*/ 2078592 h 4449429"/>
              <a:gd name="connsiteX1133-11457" fmla="*/ 11535845 w 18982931"/>
              <a:gd name="connsiteY1133-11458" fmla="*/ 2004505 h 4449429"/>
              <a:gd name="connsiteX1134-11459" fmla="*/ 11548195 w 18982931"/>
              <a:gd name="connsiteY1134-11460" fmla="*/ 1736964 h 4449429"/>
              <a:gd name="connsiteX1135-11461" fmla="*/ 11609938 w 18982931"/>
              <a:gd name="connsiteY1135-11462" fmla="*/ 1609365 h 4449429"/>
              <a:gd name="connsiteX1136-11463" fmla="*/ 11688140 w 18982931"/>
              <a:gd name="connsiteY1136-11464" fmla="*/ 1765774 h 4449429"/>
              <a:gd name="connsiteX1137-11465" fmla="*/ 11688140 w 18982931"/>
              <a:gd name="connsiteY1137-11466" fmla="*/ 2082711 h 4449429"/>
              <a:gd name="connsiteX1138-11467" fmla="*/ 11910406 w 18982931"/>
              <a:gd name="connsiteY1138-11468" fmla="*/ 2148567 h 4449429"/>
              <a:gd name="connsiteX1139-11469" fmla="*/ 11988608 w 18982931"/>
              <a:gd name="connsiteY1139-11470" fmla="*/ 2119754 h 4449429"/>
              <a:gd name="connsiteX1140-11471" fmla="*/ 11991181 w 18982931"/>
              <a:gd name="connsiteY1140-11472" fmla="*/ 2153197 h 4449429"/>
              <a:gd name="connsiteX1141-11473" fmla="*/ 11993908 w 18982931"/>
              <a:gd name="connsiteY1141-11474" fmla="*/ 2158900 h 4449429"/>
              <a:gd name="connsiteX1142-11475" fmla="*/ 11993908 w 18982931"/>
              <a:gd name="connsiteY1142-11476" fmla="*/ 2156799 h 4449429"/>
              <a:gd name="connsiteX1143-11477" fmla="*/ 11998023 w 18982931"/>
              <a:gd name="connsiteY1143-11478" fmla="*/ 2115639 h 4449429"/>
              <a:gd name="connsiteX1144-11479" fmla="*/ 12010373 w 18982931"/>
              <a:gd name="connsiteY1144-11480" fmla="*/ 2115639 h 4449429"/>
              <a:gd name="connsiteX1145-11481" fmla="*/ 12014490 w 18982931"/>
              <a:gd name="connsiteY1145-11482" fmla="*/ 2185614 h 4449429"/>
              <a:gd name="connsiteX1146-11483" fmla="*/ 12055650 w 18982931"/>
              <a:gd name="connsiteY1146-11484" fmla="*/ 2259703 h 4449429"/>
              <a:gd name="connsiteX1147-11485" fmla="*/ 12109157 w 18982931"/>
              <a:gd name="connsiteY1147-11486" fmla="*/ 2267933 h 4449429"/>
              <a:gd name="connsiteX1148-11487" fmla="*/ 12137972 w 18982931"/>
              <a:gd name="connsiteY1148-11488" fmla="*/ 2580753 h 4449429"/>
              <a:gd name="connsiteX1149-11489" fmla="*/ 12150317 w 18982931"/>
              <a:gd name="connsiteY1149-11490" fmla="*/ 2580753 h 4449429"/>
              <a:gd name="connsiteX1150-11491" fmla="*/ 12179132 w 18982931"/>
              <a:gd name="connsiteY1150-11492" fmla="*/ 2411992 h 4449429"/>
              <a:gd name="connsiteX1151-11493" fmla="*/ 12207942 w 18982931"/>
              <a:gd name="connsiteY1151-11494" fmla="*/ 2160917 h 4449429"/>
              <a:gd name="connsiteX1152-11495" fmla="*/ 12216174 w 18982931"/>
              <a:gd name="connsiteY1152-11496" fmla="*/ 2152686 h 4449429"/>
              <a:gd name="connsiteX1153-11497" fmla="*/ 12331423 w 18982931"/>
              <a:gd name="connsiteY1153-11498" fmla="*/ 2152686 h 4449429"/>
              <a:gd name="connsiteX1154-11499" fmla="*/ 12331423 w 18982931"/>
              <a:gd name="connsiteY1154-11500" fmla="*/ 2317327 h 4449429"/>
              <a:gd name="connsiteX1155-11501" fmla="*/ 12496064 w 18982931"/>
              <a:gd name="connsiteY1155-11502" fmla="*/ 2313208 h 4449429"/>
              <a:gd name="connsiteX1156-11503" fmla="*/ 12557802 w 18982931"/>
              <a:gd name="connsiteY1156-11504" fmla="*/ 2210310 h 4449429"/>
              <a:gd name="connsiteX1157-11505" fmla="*/ 12566034 w 18982931"/>
              <a:gd name="connsiteY1157-11506" fmla="*/ 2206191 h 4449429"/>
              <a:gd name="connsiteX1158-11507" fmla="*/ 12598962 w 18982931"/>
              <a:gd name="connsiteY1158-11508" fmla="*/ 2267933 h 4449429"/>
              <a:gd name="connsiteX1159-11509" fmla="*/ 12607194 w 18982931"/>
              <a:gd name="connsiteY1159-11510" fmla="*/ 2263816 h 4449429"/>
              <a:gd name="connsiteX1160-11511" fmla="*/ 12607194 w 18982931"/>
              <a:gd name="connsiteY1160-11512" fmla="*/ 1461193 h 4449429"/>
              <a:gd name="connsiteX1161-11513" fmla="*/ 12677169 w 18982931"/>
              <a:gd name="connsiteY1161-11514" fmla="*/ 1230695 h 4449429"/>
              <a:gd name="connsiteX1162-11515" fmla="*/ 12920017 w 18982931"/>
              <a:gd name="connsiteY1162-11516" fmla="*/ 1230695 h 4449429"/>
              <a:gd name="connsiteX1163-11517" fmla="*/ 12948827 w 18982931"/>
              <a:gd name="connsiteY1163-11518" fmla="*/ 1490003 h 4449429"/>
              <a:gd name="connsiteX1164-11519" fmla="*/ 12948827 w 18982931"/>
              <a:gd name="connsiteY1164-11520" fmla="*/ 1909838 h 4449429"/>
              <a:gd name="connsiteX1165-11521" fmla="*/ 12948827 w 18982931"/>
              <a:gd name="connsiteY1165-11522" fmla="*/ 1975695 h 4449429"/>
              <a:gd name="connsiteX1166-11523" fmla="*/ 12969405 w 18982931"/>
              <a:gd name="connsiteY1166-11524" fmla="*/ 1979812 h 4449429"/>
              <a:gd name="connsiteX1167-11525" fmla="*/ 12989987 w 18982931"/>
              <a:gd name="connsiteY1167-11526" fmla="*/ 1913955 h 4449429"/>
              <a:gd name="connsiteX1168-11527" fmla="*/ 12989987 w 18982931"/>
              <a:gd name="connsiteY1168-11528" fmla="*/ 1469425 h 4449429"/>
              <a:gd name="connsiteX1169-11529" fmla="*/ 13064076 w 18982931"/>
              <a:gd name="connsiteY1169-11530" fmla="*/ 1395336 h 4449429"/>
              <a:gd name="connsiteX1170-11531" fmla="*/ 13146396 w 18982931"/>
              <a:gd name="connsiteY1170-11532" fmla="*/ 1395336 h 4449429"/>
              <a:gd name="connsiteX1171-11533" fmla="*/ 13146396 w 18982931"/>
              <a:gd name="connsiteY1171-11534" fmla="*/ 1111328 h 4449429"/>
              <a:gd name="connsiteX1172-11535" fmla="*/ 13216366 w 18982931"/>
              <a:gd name="connsiteY1172-11536" fmla="*/ 1103096 h 4449429"/>
              <a:gd name="connsiteX1173-11537" fmla="*/ 13228716 w 18982931"/>
              <a:gd name="connsiteY1173-11538" fmla="*/ 1041358 h 4449429"/>
              <a:gd name="connsiteX1174-11539" fmla="*/ 13368662 w 18982931"/>
              <a:gd name="connsiteY1174-11540" fmla="*/ 1041358 h 4449429"/>
              <a:gd name="connsiteX1175-11541" fmla="*/ 13368662 w 18982931"/>
              <a:gd name="connsiteY1175-11542" fmla="*/ 687379 h 4449429"/>
              <a:gd name="connsiteX1176-11543" fmla="*/ 13483911 w 18982931"/>
              <a:gd name="connsiteY1176-11544" fmla="*/ 687379 h 4449429"/>
              <a:gd name="connsiteX1177-11545" fmla="*/ 13483911 w 18982931"/>
              <a:gd name="connsiteY1177-11546" fmla="*/ 617404 h 4449429"/>
              <a:gd name="connsiteX1178-11547" fmla="*/ 13483911 w 18982931"/>
              <a:gd name="connsiteY1178-11548" fmla="*/ 131714 h 4449429"/>
              <a:gd name="connsiteX1179-11549" fmla="*/ 13541534 w 18982931"/>
              <a:gd name="connsiteY1179-11550" fmla="*/ 74089 h 4449429"/>
              <a:gd name="connsiteX1180-11551" fmla="*/ 13685593 w 18982931"/>
              <a:gd name="connsiteY1180-11552" fmla="*/ 74089 h 4449429"/>
              <a:gd name="connsiteX1181-11553" fmla="*/ 13730872 w 18982931"/>
              <a:gd name="connsiteY1181-11554" fmla="*/ 49392 h 4449429"/>
              <a:gd name="connsiteX1182-11555" fmla="*/ 13739104 w 18982931"/>
              <a:gd name="connsiteY1182-11556" fmla="*/ 0 h 4449429"/>
              <a:gd name="connsiteX0-11557" fmla="*/ 16404499 w 18982931"/>
              <a:gd name="connsiteY0-11558" fmla="*/ 4309270 h 4449429"/>
              <a:gd name="connsiteX1-11559" fmla="*/ 16404499 w 18982931"/>
              <a:gd name="connsiteY1-11560" fmla="*/ 4366104 h 4449429"/>
              <a:gd name="connsiteX2-11561" fmla="*/ 16461332 w 18982931"/>
              <a:gd name="connsiteY2-11562" fmla="*/ 4366104 h 4449429"/>
              <a:gd name="connsiteX3-11563" fmla="*/ 16461332 w 18982931"/>
              <a:gd name="connsiteY3-11564" fmla="*/ 4309270 h 4449429"/>
              <a:gd name="connsiteX4-11565" fmla="*/ 16404499 w 18982931"/>
              <a:gd name="connsiteY4-11566" fmla="*/ 4309270 h 4449429"/>
              <a:gd name="connsiteX5-11567" fmla="*/ 16292444 w 18982931"/>
              <a:gd name="connsiteY5-11568" fmla="*/ 4309270 h 4449429"/>
              <a:gd name="connsiteX6-11569" fmla="*/ 16292444 w 18982931"/>
              <a:gd name="connsiteY6-11570" fmla="*/ 4366104 h 4449429"/>
              <a:gd name="connsiteX7-11571" fmla="*/ 16349278 w 18982931"/>
              <a:gd name="connsiteY7-11572" fmla="*/ 4366104 h 4449429"/>
              <a:gd name="connsiteX8-11573" fmla="*/ 16349278 w 18982931"/>
              <a:gd name="connsiteY8-11574" fmla="*/ 4309270 h 4449429"/>
              <a:gd name="connsiteX9-11575" fmla="*/ 16292444 w 18982931"/>
              <a:gd name="connsiteY9-11576" fmla="*/ 4309270 h 4449429"/>
              <a:gd name="connsiteX10-11577" fmla="*/ 16180390 w 18982931"/>
              <a:gd name="connsiteY10-11578" fmla="*/ 4309270 h 4449429"/>
              <a:gd name="connsiteX11-11579" fmla="*/ 16180390 w 18982931"/>
              <a:gd name="connsiteY11-11580" fmla="*/ 4366104 h 4449429"/>
              <a:gd name="connsiteX12-11581" fmla="*/ 16237224 w 18982931"/>
              <a:gd name="connsiteY12-11582" fmla="*/ 4366104 h 4449429"/>
              <a:gd name="connsiteX13-11583" fmla="*/ 16237224 w 18982931"/>
              <a:gd name="connsiteY13-11584" fmla="*/ 4309270 h 4449429"/>
              <a:gd name="connsiteX14-11585" fmla="*/ 16180390 w 18982931"/>
              <a:gd name="connsiteY14-11586" fmla="*/ 4309270 h 4449429"/>
              <a:gd name="connsiteX15-11587" fmla="*/ 2813944 w 18982931"/>
              <a:gd name="connsiteY15-11588" fmla="*/ 4309269 h 4449429"/>
              <a:gd name="connsiteX16-11589" fmla="*/ 2813944 w 18982931"/>
              <a:gd name="connsiteY16-11590" fmla="*/ 4366102 h 4449429"/>
              <a:gd name="connsiteX17-11591" fmla="*/ 2870780 w 18982931"/>
              <a:gd name="connsiteY17-11592" fmla="*/ 4366102 h 4449429"/>
              <a:gd name="connsiteX18-11593" fmla="*/ 2870780 w 18982931"/>
              <a:gd name="connsiteY18-11594" fmla="*/ 4309269 h 4449429"/>
              <a:gd name="connsiteX19-11595" fmla="*/ 2813944 w 18982931"/>
              <a:gd name="connsiteY19-11596" fmla="*/ 4309269 h 4449429"/>
              <a:gd name="connsiteX20-11597" fmla="*/ 2701890 w 18982931"/>
              <a:gd name="connsiteY20-11598" fmla="*/ 4309269 h 4449429"/>
              <a:gd name="connsiteX21-11599" fmla="*/ 2701890 w 18982931"/>
              <a:gd name="connsiteY21-11600" fmla="*/ 4366102 h 4449429"/>
              <a:gd name="connsiteX22-11601" fmla="*/ 2758723 w 18982931"/>
              <a:gd name="connsiteY22-11602" fmla="*/ 4366102 h 4449429"/>
              <a:gd name="connsiteX23-11603" fmla="*/ 2758723 w 18982931"/>
              <a:gd name="connsiteY23-11604" fmla="*/ 4309269 h 4449429"/>
              <a:gd name="connsiteX24-11605" fmla="*/ 2701890 w 18982931"/>
              <a:gd name="connsiteY24-11606" fmla="*/ 4309269 h 4449429"/>
              <a:gd name="connsiteX25-11607" fmla="*/ 2589843 w 18982931"/>
              <a:gd name="connsiteY25-11608" fmla="*/ 4309269 h 4449429"/>
              <a:gd name="connsiteX26-11609" fmla="*/ 2589843 w 18982931"/>
              <a:gd name="connsiteY26-11610" fmla="*/ 4366102 h 4449429"/>
              <a:gd name="connsiteX27-11611" fmla="*/ 2646669 w 18982931"/>
              <a:gd name="connsiteY27-11612" fmla="*/ 4366102 h 4449429"/>
              <a:gd name="connsiteX28-11613" fmla="*/ 2646669 w 18982931"/>
              <a:gd name="connsiteY28-11614" fmla="*/ 4309269 h 4449429"/>
              <a:gd name="connsiteX29-11615" fmla="*/ 2589843 w 18982931"/>
              <a:gd name="connsiteY29-11616" fmla="*/ 4309269 h 4449429"/>
              <a:gd name="connsiteX30-11617" fmla="*/ 16404499 w 18982931"/>
              <a:gd name="connsiteY30-11618" fmla="*/ 4163982 h 4449429"/>
              <a:gd name="connsiteX31-11619" fmla="*/ 16404499 w 18982931"/>
              <a:gd name="connsiteY31-11620" fmla="*/ 4220816 h 4449429"/>
              <a:gd name="connsiteX32-11621" fmla="*/ 16461332 w 18982931"/>
              <a:gd name="connsiteY32-11622" fmla="*/ 4220816 h 4449429"/>
              <a:gd name="connsiteX33-11623" fmla="*/ 16461332 w 18982931"/>
              <a:gd name="connsiteY33-11624" fmla="*/ 4163982 h 4449429"/>
              <a:gd name="connsiteX34-11625" fmla="*/ 16404499 w 18982931"/>
              <a:gd name="connsiteY34-11626" fmla="*/ 4163982 h 4449429"/>
              <a:gd name="connsiteX35-11627" fmla="*/ 16292444 w 18982931"/>
              <a:gd name="connsiteY35-11628" fmla="*/ 4163982 h 4449429"/>
              <a:gd name="connsiteX36-11629" fmla="*/ 16292444 w 18982931"/>
              <a:gd name="connsiteY36-11630" fmla="*/ 4220816 h 4449429"/>
              <a:gd name="connsiteX37-11631" fmla="*/ 16349278 w 18982931"/>
              <a:gd name="connsiteY37-11632" fmla="*/ 4220816 h 4449429"/>
              <a:gd name="connsiteX38-11633" fmla="*/ 16349278 w 18982931"/>
              <a:gd name="connsiteY38-11634" fmla="*/ 4163982 h 4449429"/>
              <a:gd name="connsiteX39-11635" fmla="*/ 16292444 w 18982931"/>
              <a:gd name="connsiteY39-11636" fmla="*/ 4163982 h 4449429"/>
              <a:gd name="connsiteX40-11637" fmla="*/ 16180390 w 18982931"/>
              <a:gd name="connsiteY40-11638" fmla="*/ 4163982 h 4449429"/>
              <a:gd name="connsiteX41-11639" fmla="*/ 16180390 w 18982931"/>
              <a:gd name="connsiteY41-11640" fmla="*/ 4220816 h 4449429"/>
              <a:gd name="connsiteX42-11641" fmla="*/ 16237224 w 18982931"/>
              <a:gd name="connsiteY42-11642" fmla="*/ 4220816 h 4449429"/>
              <a:gd name="connsiteX43-11643" fmla="*/ 16237224 w 18982931"/>
              <a:gd name="connsiteY43-11644" fmla="*/ 4163982 h 4449429"/>
              <a:gd name="connsiteX44-11645" fmla="*/ 16180390 w 18982931"/>
              <a:gd name="connsiteY44-11646" fmla="*/ 4163982 h 4449429"/>
              <a:gd name="connsiteX45-11647" fmla="*/ 2813944 w 18982931"/>
              <a:gd name="connsiteY45-11648" fmla="*/ 4163981 h 4449429"/>
              <a:gd name="connsiteX46-11649" fmla="*/ 2813944 w 18982931"/>
              <a:gd name="connsiteY46-11650" fmla="*/ 4220814 h 4449429"/>
              <a:gd name="connsiteX47-11651" fmla="*/ 2870780 w 18982931"/>
              <a:gd name="connsiteY47-11652" fmla="*/ 4220814 h 4449429"/>
              <a:gd name="connsiteX48-11653" fmla="*/ 2870780 w 18982931"/>
              <a:gd name="connsiteY48-11654" fmla="*/ 4163981 h 4449429"/>
              <a:gd name="connsiteX49-11655" fmla="*/ 2813944 w 18982931"/>
              <a:gd name="connsiteY49-11656" fmla="*/ 4163981 h 4449429"/>
              <a:gd name="connsiteX50-11657" fmla="*/ 2701890 w 18982931"/>
              <a:gd name="connsiteY50-11658" fmla="*/ 4163981 h 4449429"/>
              <a:gd name="connsiteX51-11659" fmla="*/ 2701890 w 18982931"/>
              <a:gd name="connsiteY51-11660" fmla="*/ 4220814 h 4449429"/>
              <a:gd name="connsiteX52-11661" fmla="*/ 2758723 w 18982931"/>
              <a:gd name="connsiteY52-11662" fmla="*/ 4220814 h 4449429"/>
              <a:gd name="connsiteX53-11663" fmla="*/ 2758723 w 18982931"/>
              <a:gd name="connsiteY53-11664" fmla="*/ 4163981 h 4449429"/>
              <a:gd name="connsiteX54-11665" fmla="*/ 2701890 w 18982931"/>
              <a:gd name="connsiteY54-11666" fmla="*/ 4163981 h 4449429"/>
              <a:gd name="connsiteX55-11667" fmla="*/ 2589843 w 18982931"/>
              <a:gd name="connsiteY55-11668" fmla="*/ 4163981 h 4449429"/>
              <a:gd name="connsiteX56-11669" fmla="*/ 2589843 w 18982931"/>
              <a:gd name="connsiteY56-11670" fmla="*/ 4220814 h 4449429"/>
              <a:gd name="connsiteX57-11671" fmla="*/ 2646669 w 18982931"/>
              <a:gd name="connsiteY57-11672" fmla="*/ 4220814 h 4449429"/>
              <a:gd name="connsiteX58-11673" fmla="*/ 2646669 w 18982931"/>
              <a:gd name="connsiteY58-11674" fmla="*/ 4163981 h 4449429"/>
              <a:gd name="connsiteX59-11675" fmla="*/ 2589843 w 18982931"/>
              <a:gd name="connsiteY59-11676" fmla="*/ 4163981 h 4449429"/>
              <a:gd name="connsiteX60-11677" fmla="*/ 9851983 w 18982931"/>
              <a:gd name="connsiteY60-11678" fmla="*/ 4073253 h 4449429"/>
              <a:gd name="connsiteX61-11679" fmla="*/ 9851983 w 18982931"/>
              <a:gd name="connsiteY61-11680" fmla="*/ 4282100 h 4449429"/>
              <a:gd name="connsiteX62-11681" fmla="*/ 9897683 w 18982931"/>
              <a:gd name="connsiteY62-11682" fmla="*/ 4282100 h 4449429"/>
              <a:gd name="connsiteX63-11683" fmla="*/ 9897683 w 18982931"/>
              <a:gd name="connsiteY63-11684" fmla="*/ 4073253 h 4449429"/>
              <a:gd name="connsiteX64-11685" fmla="*/ 9851983 w 18982931"/>
              <a:gd name="connsiteY64-11686" fmla="*/ 4073253 h 4449429"/>
              <a:gd name="connsiteX65-11687" fmla="*/ 9760354 w 18982931"/>
              <a:gd name="connsiteY65-11688" fmla="*/ 4073253 h 4449429"/>
              <a:gd name="connsiteX66-11689" fmla="*/ 9760354 w 18982931"/>
              <a:gd name="connsiteY66-11690" fmla="*/ 4282100 h 4449429"/>
              <a:gd name="connsiteX67-11691" fmla="*/ 9806054 w 18982931"/>
              <a:gd name="connsiteY67-11692" fmla="*/ 4282100 h 4449429"/>
              <a:gd name="connsiteX68-11693" fmla="*/ 9806054 w 18982931"/>
              <a:gd name="connsiteY68-11694" fmla="*/ 4073253 h 4449429"/>
              <a:gd name="connsiteX69-11695" fmla="*/ 9760354 w 18982931"/>
              <a:gd name="connsiteY69-11696" fmla="*/ 4073253 h 4449429"/>
              <a:gd name="connsiteX70-11697" fmla="*/ 9668723 w 18982931"/>
              <a:gd name="connsiteY70-11698" fmla="*/ 4073253 h 4449429"/>
              <a:gd name="connsiteX71-11699" fmla="*/ 9668723 w 18982931"/>
              <a:gd name="connsiteY71-11700" fmla="*/ 4282100 h 4449429"/>
              <a:gd name="connsiteX72-11701" fmla="*/ 9714423 w 18982931"/>
              <a:gd name="connsiteY72-11702" fmla="*/ 4282100 h 4449429"/>
              <a:gd name="connsiteX73-11703" fmla="*/ 9714423 w 18982931"/>
              <a:gd name="connsiteY73-11704" fmla="*/ 4073253 h 4449429"/>
              <a:gd name="connsiteX74-11705" fmla="*/ 9668723 w 18982931"/>
              <a:gd name="connsiteY74-11706" fmla="*/ 4073253 h 4449429"/>
              <a:gd name="connsiteX75-11707" fmla="*/ 9577094 w 18982931"/>
              <a:gd name="connsiteY75-11708" fmla="*/ 4073253 h 4449429"/>
              <a:gd name="connsiteX76-11709" fmla="*/ 9577094 w 18982931"/>
              <a:gd name="connsiteY76-11710" fmla="*/ 4282100 h 4449429"/>
              <a:gd name="connsiteX77-11711" fmla="*/ 9622794 w 18982931"/>
              <a:gd name="connsiteY77-11712" fmla="*/ 4282100 h 4449429"/>
              <a:gd name="connsiteX78-11713" fmla="*/ 9622794 w 18982931"/>
              <a:gd name="connsiteY78-11714" fmla="*/ 4073253 h 4449429"/>
              <a:gd name="connsiteX79-11715" fmla="*/ 9577094 w 18982931"/>
              <a:gd name="connsiteY79-11716" fmla="*/ 4073253 h 4449429"/>
              <a:gd name="connsiteX80-11717" fmla="*/ 9485470 w 18982931"/>
              <a:gd name="connsiteY80-11718" fmla="*/ 4073253 h 4449429"/>
              <a:gd name="connsiteX81-11719" fmla="*/ 9485470 w 18982931"/>
              <a:gd name="connsiteY81-11720" fmla="*/ 4282100 h 4449429"/>
              <a:gd name="connsiteX82-11721" fmla="*/ 9531165 w 18982931"/>
              <a:gd name="connsiteY82-11722" fmla="*/ 4282100 h 4449429"/>
              <a:gd name="connsiteX83-11723" fmla="*/ 9531165 w 18982931"/>
              <a:gd name="connsiteY83-11724" fmla="*/ 4073253 h 4449429"/>
              <a:gd name="connsiteX84-11725" fmla="*/ 9485470 w 18982931"/>
              <a:gd name="connsiteY84-11726" fmla="*/ 4073253 h 4449429"/>
              <a:gd name="connsiteX85-11727" fmla="*/ 9393836 w 18982931"/>
              <a:gd name="connsiteY85-11728" fmla="*/ 4073253 h 4449429"/>
              <a:gd name="connsiteX86-11729" fmla="*/ 9393836 w 18982931"/>
              <a:gd name="connsiteY86-11730" fmla="*/ 4282100 h 4449429"/>
              <a:gd name="connsiteX87-11731" fmla="*/ 9439536 w 18982931"/>
              <a:gd name="connsiteY87-11732" fmla="*/ 4282100 h 4449429"/>
              <a:gd name="connsiteX88-11733" fmla="*/ 9439536 w 18982931"/>
              <a:gd name="connsiteY88-11734" fmla="*/ 4073253 h 4449429"/>
              <a:gd name="connsiteX89-11735" fmla="*/ 9393836 w 18982931"/>
              <a:gd name="connsiteY89-11736" fmla="*/ 4073253 h 4449429"/>
              <a:gd name="connsiteX90-11737" fmla="*/ 9302203 w 18982931"/>
              <a:gd name="connsiteY90-11738" fmla="*/ 4073253 h 4449429"/>
              <a:gd name="connsiteX91-11739" fmla="*/ 9302203 w 18982931"/>
              <a:gd name="connsiteY91-11740" fmla="*/ 4282100 h 4449429"/>
              <a:gd name="connsiteX92-11741" fmla="*/ 9347904 w 18982931"/>
              <a:gd name="connsiteY92-11742" fmla="*/ 4282100 h 4449429"/>
              <a:gd name="connsiteX93-11743" fmla="*/ 9347904 w 18982931"/>
              <a:gd name="connsiteY93-11744" fmla="*/ 4073253 h 4449429"/>
              <a:gd name="connsiteX94-11745" fmla="*/ 9302203 w 18982931"/>
              <a:gd name="connsiteY94-11746" fmla="*/ 4073253 h 4449429"/>
              <a:gd name="connsiteX95-11747" fmla="*/ 16404499 w 18982931"/>
              <a:gd name="connsiteY95-11748" fmla="*/ 4018694 h 4449429"/>
              <a:gd name="connsiteX96-11749" fmla="*/ 16404499 w 18982931"/>
              <a:gd name="connsiteY96-11750" fmla="*/ 4075528 h 4449429"/>
              <a:gd name="connsiteX97-11751" fmla="*/ 16461332 w 18982931"/>
              <a:gd name="connsiteY97-11752" fmla="*/ 4075528 h 4449429"/>
              <a:gd name="connsiteX98-11753" fmla="*/ 16461332 w 18982931"/>
              <a:gd name="connsiteY98-11754" fmla="*/ 4018694 h 4449429"/>
              <a:gd name="connsiteX99-11755" fmla="*/ 16404499 w 18982931"/>
              <a:gd name="connsiteY99-11756" fmla="*/ 4018694 h 4449429"/>
              <a:gd name="connsiteX100-11757" fmla="*/ 16292444 w 18982931"/>
              <a:gd name="connsiteY100-11758" fmla="*/ 4018694 h 4449429"/>
              <a:gd name="connsiteX101-11759" fmla="*/ 16292444 w 18982931"/>
              <a:gd name="connsiteY101-11760" fmla="*/ 4075528 h 4449429"/>
              <a:gd name="connsiteX102-11761" fmla="*/ 16349278 w 18982931"/>
              <a:gd name="connsiteY102-11762" fmla="*/ 4075528 h 4449429"/>
              <a:gd name="connsiteX103-11763" fmla="*/ 16349278 w 18982931"/>
              <a:gd name="connsiteY103-11764" fmla="*/ 4018694 h 4449429"/>
              <a:gd name="connsiteX104-11765" fmla="*/ 16292444 w 18982931"/>
              <a:gd name="connsiteY104-11766" fmla="*/ 4018694 h 4449429"/>
              <a:gd name="connsiteX105-11767" fmla="*/ 16180390 w 18982931"/>
              <a:gd name="connsiteY105-11768" fmla="*/ 4018694 h 4449429"/>
              <a:gd name="connsiteX106-11769" fmla="*/ 16180390 w 18982931"/>
              <a:gd name="connsiteY106-11770" fmla="*/ 4075528 h 4449429"/>
              <a:gd name="connsiteX107-11771" fmla="*/ 16237224 w 18982931"/>
              <a:gd name="connsiteY107-11772" fmla="*/ 4075528 h 4449429"/>
              <a:gd name="connsiteX108-11773" fmla="*/ 16237224 w 18982931"/>
              <a:gd name="connsiteY108-11774" fmla="*/ 4018694 h 4449429"/>
              <a:gd name="connsiteX109-11775" fmla="*/ 16180390 w 18982931"/>
              <a:gd name="connsiteY109-11776" fmla="*/ 4018694 h 4449429"/>
              <a:gd name="connsiteX110-11777" fmla="*/ 2813944 w 18982931"/>
              <a:gd name="connsiteY110-11778" fmla="*/ 4018692 h 4449429"/>
              <a:gd name="connsiteX111-11779" fmla="*/ 2813944 w 18982931"/>
              <a:gd name="connsiteY111-11780" fmla="*/ 4075526 h 4449429"/>
              <a:gd name="connsiteX112-11781" fmla="*/ 2870780 w 18982931"/>
              <a:gd name="connsiteY112-11782" fmla="*/ 4075526 h 4449429"/>
              <a:gd name="connsiteX113-11783" fmla="*/ 2870780 w 18982931"/>
              <a:gd name="connsiteY113-11784" fmla="*/ 4018692 h 4449429"/>
              <a:gd name="connsiteX114-11785" fmla="*/ 2813944 w 18982931"/>
              <a:gd name="connsiteY114-11786" fmla="*/ 4018692 h 4449429"/>
              <a:gd name="connsiteX115-11787" fmla="*/ 2701890 w 18982931"/>
              <a:gd name="connsiteY115-11788" fmla="*/ 4018692 h 4449429"/>
              <a:gd name="connsiteX116-11789" fmla="*/ 2701890 w 18982931"/>
              <a:gd name="connsiteY116-11790" fmla="*/ 4075526 h 4449429"/>
              <a:gd name="connsiteX117-11791" fmla="*/ 2758723 w 18982931"/>
              <a:gd name="connsiteY117-11792" fmla="*/ 4075526 h 4449429"/>
              <a:gd name="connsiteX118-11793" fmla="*/ 2758723 w 18982931"/>
              <a:gd name="connsiteY118-11794" fmla="*/ 4018692 h 4449429"/>
              <a:gd name="connsiteX119-11795" fmla="*/ 2701890 w 18982931"/>
              <a:gd name="connsiteY119-11796" fmla="*/ 4018692 h 4449429"/>
              <a:gd name="connsiteX120-11797" fmla="*/ 2589843 w 18982931"/>
              <a:gd name="connsiteY120-11798" fmla="*/ 4018692 h 4449429"/>
              <a:gd name="connsiteX121-11799" fmla="*/ 2589843 w 18982931"/>
              <a:gd name="connsiteY121-11800" fmla="*/ 4075526 h 4449429"/>
              <a:gd name="connsiteX122-11801" fmla="*/ 2646669 w 18982931"/>
              <a:gd name="connsiteY122-11802" fmla="*/ 4075526 h 4449429"/>
              <a:gd name="connsiteX123-11803" fmla="*/ 2646669 w 18982931"/>
              <a:gd name="connsiteY123-11804" fmla="*/ 4018692 h 4449429"/>
              <a:gd name="connsiteX124-11805" fmla="*/ 2589843 w 18982931"/>
              <a:gd name="connsiteY124-11806" fmla="*/ 4018692 h 4449429"/>
              <a:gd name="connsiteX125-11807" fmla="*/ 16404499 w 18982931"/>
              <a:gd name="connsiteY125-11808" fmla="*/ 3873406 h 4449429"/>
              <a:gd name="connsiteX126-11809" fmla="*/ 16404499 w 18982931"/>
              <a:gd name="connsiteY126-11810" fmla="*/ 3930240 h 4449429"/>
              <a:gd name="connsiteX127-11811" fmla="*/ 16461332 w 18982931"/>
              <a:gd name="connsiteY127-11812" fmla="*/ 3930240 h 4449429"/>
              <a:gd name="connsiteX128-11813" fmla="*/ 16461332 w 18982931"/>
              <a:gd name="connsiteY128-11814" fmla="*/ 3873406 h 4449429"/>
              <a:gd name="connsiteX129-11815" fmla="*/ 16404499 w 18982931"/>
              <a:gd name="connsiteY129-11816" fmla="*/ 3873406 h 4449429"/>
              <a:gd name="connsiteX130-11817" fmla="*/ 16292444 w 18982931"/>
              <a:gd name="connsiteY130-11818" fmla="*/ 3873406 h 4449429"/>
              <a:gd name="connsiteX131-11819" fmla="*/ 16292444 w 18982931"/>
              <a:gd name="connsiteY131-11820" fmla="*/ 3930240 h 4449429"/>
              <a:gd name="connsiteX132-11821" fmla="*/ 16349278 w 18982931"/>
              <a:gd name="connsiteY132-11822" fmla="*/ 3930240 h 4449429"/>
              <a:gd name="connsiteX133-11823" fmla="*/ 16349278 w 18982931"/>
              <a:gd name="connsiteY133-11824" fmla="*/ 3873406 h 4449429"/>
              <a:gd name="connsiteX134-11825" fmla="*/ 16292444 w 18982931"/>
              <a:gd name="connsiteY134-11826" fmla="*/ 3873406 h 4449429"/>
              <a:gd name="connsiteX135-11827" fmla="*/ 16180390 w 18982931"/>
              <a:gd name="connsiteY135-11828" fmla="*/ 3873406 h 4449429"/>
              <a:gd name="connsiteX136-11829" fmla="*/ 16180390 w 18982931"/>
              <a:gd name="connsiteY136-11830" fmla="*/ 3930240 h 4449429"/>
              <a:gd name="connsiteX137-11831" fmla="*/ 16237224 w 18982931"/>
              <a:gd name="connsiteY137-11832" fmla="*/ 3930240 h 4449429"/>
              <a:gd name="connsiteX138-11833" fmla="*/ 16237224 w 18982931"/>
              <a:gd name="connsiteY138-11834" fmla="*/ 3873406 h 4449429"/>
              <a:gd name="connsiteX139-11835" fmla="*/ 16180390 w 18982931"/>
              <a:gd name="connsiteY139-11836" fmla="*/ 3873406 h 4449429"/>
              <a:gd name="connsiteX140-11837" fmla="*/ 2813944 w 18982931"/>
              <a:gd name="connsiteY140-11838" fmla="*/ 3873404 h 4449429"/>
              <a:gd name="connsiteX141-11839" fmla="*/ 2813944 w 18982931"/>
              <a:gd name="connsiteY141-11840" fmla="*/ 3930238 h 4449429"/>
              <a:gd name="connsiteX142-11841" fmla="*/ 2870780 w 18982931"/>
              <a:gd name="connsiteY142-11842" fmla="*/ 3930238 h 4449429"/>
              <a:gd name="connsiteX143-11843" fmla="*/ 2870780 w 18982931"/>
              <a:gd name="connsiteY143-11844" fmla="*/ 3873404 h 4449429"/>
              <a:gd name="connsiteX144-11845" fmla="*/ 2813944 w 18982931"/>
              <a:gd name="connsiteY144-11846" fmla="*/ 3873404 h 4449429"/>
              <a:gd name="connsiteX145-11847" fmla="*/ 2701890 w 18982931"/>
              <a:gd name="connsiteY145-11848" fmla="*/ 3873404 h 4449429"/>
              <a:gd name="connsiteX146-11849" fmla="*/ 2701890 w 18982931"/>
              <a:gd name="connsiteY146-11850" fmla="*/ 3930238 h 4449429"/>
              <a:gd name="connsiteX147-11851" fmla="*/ 2758723 w 18982931"/>
              <a:gd name="connsiteY147-11852" fmla="*/ 3930238 h 4449429"/>
              <a:gd name="connsiteX148-11853" fmla="*/ 2758723 w 18982931"/>
              <a:gd name="connsiteY148-11854" fmla="*/ 3873404 h 4449429"/>
              <a:gd name="connsiteX149-11855" fmla="*/ 2701890 w 18982931"/>
              <a:gd name="connsiteY149-11856" fmla="*/ 3873404 h 4449429"/>
              <a:gd name="connsiteX150-11857" fmla="*/ 2589843 w 18982931"/>
              <a:gd name="connsiteY150-11858" fmla="*/ 3873404 h 4449429"/>
              <a:gd name="connsiteX151-11859" fmla="*/ 2589843 w 18982931"/>
              <a:gd name="connsiteY151-11860" fmla="*/ 3930238 h 4449429"/>
              <a:gd name="connsiteX152-11861" fmla="*/ 2646669 w 18982931"/>
              <a:gd name="connsiteY152-11862" fmla="*/ 3930238 h 4449429"/>
              <a:gd name="connsiteX153-11863" fmla="*/ 2646669 w 18982931"/>
              <a:gd name="connsiteY153-11864" fmla="*/ 3873404 h 4449429"/>
              <a:gd name="connsiteX154-11865" fmla="*/ 2589843 w 18982931"/>
              <a:gd name="connsiteY154-11866" fmla="*/ 3873404 h 4449429"/>
              <a:gd name="connsiteX155-11867" fmla="*/ 17351339 w 18982931"/>
              <a:gd name="connsiteY155-11868" fmla="*/ 3769299 h 4449429"/>
              <a:gd name="connsiteX156-11869" fmla="*/ 17351339 w 18982931"/>
              <a:gd name="connsiteY156-11870" fmla="*/ 3815000 h 4449429"/>
              <a:gd name="connsiteX157-11871" fmla="*/ 17560187 w 18982931"/>
              <a:gd name="connsiteY157-11872" fmla="*/ 3815000 h 4449429"/>
              <a:gd name="connsiteX158-11873" fmla="*/ 17560187 w 18982931"/>
              <a:gd name="connsiteY158-11874" fmla="*/ 3769299 h 4449429"/>
              <a:gd name="connsiteX159-11875" fmla="*/ 17351339 w 18982931"/>
              <a:gd name="connsiteY159-11876" fmla="*/ 3769299 h 4449429"/>
              <a:gd name="connsiteX160-11877" fmla="*/ 16404499 w 18982931"/>
              <a:gd name="connsiteY160-11878" fmla="*/ 3728118 h 4449429"/>
              <a:gd name="connsiteX161-11879" fmla="*/ 16404499 w 18982931"/>
              <a:gd name="connsiteY161-11880" fmla="*/ 3784951 h 4449429"/>
              <a:gd name="connsiteX162-11881" fmla="*/ 16461332 w 18982931"/>
              <a:gd name="connsiteY162-11882" fmla="*/ 3784951 h 4449429"/>
              <a:gd name="connsiteX163-11883" fmla="*/ 16461332 w 18982931"/>
              <a:gd name="connsiteY163-11884" fmla="*/ 3728118 h 4449429"/>
              <a:gd name="connsiteX164-11885" fmla="*/ 16404499 w 18982931"/>
              <a:gd name="connsiteY164-11886" fmla="*/ 3728118 h 4449429"/>
              <a:gd name="connsiteX165-11887" fmla="*/ 16292444 w 18982931"/>
              <a:gd name="connsiteY165-11888" fmla="*/ 3728118 h 4449429"/>
              <a:gd name="connsiteX166-11889" fmla="*/ 16292444 w 18982931"/>
              <a:gd name="connsiteY166-11890" fmla="*/ 3784951 h 4449429"/>
              <a:gd name="connsiteX167-11891" fmla="*/ 16349278 w 18982931"/>
              <a:gd name="connsiteY167-11892" fmla="*/ 3784951 h 4449429"/>
              <a:gd name="connsiteX168-11893" fmla="*/ 16349278 w 18982931"/>
              <a:gd name="connsiteY168-11894" fmla="*/ 3728118 h 4449429"/>
              <a:gd name="connsiteX169-11895" fmla="*/ 16292444 w 18982931"/>
              <a:gd name="connsiteY169-11896" fmla="*/ 3728118 h 4449429"/>
              <a:gd name="connsiteX170-11897" fmla="*/ 16180390 w 18982931"/>
              <a:gd name="connsiteY170-11898" fmla="*/ 3728118 h 4449429"/>
              <a:gd name="connsiteX171-11899" fmla="*/ 16180390 w 18982931"/>
              <a:gd name="connsiteY171-11900" fmla="*/ 3784951 h 4449429"/>
              <a:gd name="connsiteX172-11901" fmla="*/ 16237224 w 18982931"/>
              <a:gd name="connsiteY172-11902" fmla="*/ 3784951 h 4449429"/>
              <a:gd name="connsiteX173-11903" fmla="*/ 16237224 w 18982931"/>
              <a:gd name="connsiteY173-11904" fmla="*/ 3728118 h 4449429"/>
              <a:gd name="connsiteX174-11905" fmla="*/ 16180390 w 18982931"/>
              <a:gd name="connsiteY174-11906" fmla="*/ 3728118 h 4449429"/>
              <a:gd name="connsiteX175-11907" fmla="*/ 2813944 w 18982931"/>
              <a:gd name="connsiteY175-11908" fmla="*/ 3728116 h 4449429"/>
              <a:gd name="connsiteX176-11909" fmla="*/ 2813944 w 18982931"/>
              <a:gd name="connsiteY176-11910" fmla="*/ 3784950 h 4449429"/>
              <a:gd name="connsiteX177-11911" fmla="*/ 2870780 w 18982931"/>
              <a:gd name="connsiteY177-11912" fmla="*/ 3784950 h 4449429"/>
              <a:gd name="connsiteX178-11913" fmla="*/ 2870780 w 18982931"/>
              <a:gd name="connsiteY178-11914" fmla="*/ 3728116 h 4449429"/>
              <a:gd name="connsiteX179-11915" fmla="*/ 2813944 w 18982931"/>
              <a:gd name="connsiteY179-11916" fmla="*/ 3728116 h 4449429"/>
              <a:gd name="connsiteX180-11917" fmla="*/ 2701891 w 18982931"/>
              <a:gd name="connsiteY180-11918" fmla="*/ 3728116 h 4449429"/>
              <a:gd name="connsiteX181-11919" fmla="*/ 2701891 w 18982931"/>
              <a:gd name="connsiteY181-11920" fmla="*/ 3784950 h 4449429"/>
              <a:gd name="connsiteX182-11921" fmla="*/ 2758730 w 18982931"/>
              <a:gd name="connsiteY182-11922" fmla="*/ 3784950 h 4449429"/>
              <a:gd name="connsiteX183-11923" fmla="*/ 2758730 w 18982931"/>
              <a:gd name="connsiteY183-11924" fmla="*/ 3728116 h 4449429"/>
              <a:gd name="connsiteX184-11925" fmla="*/ 2701891 w 18982931"/>
              <a:gd name="connsiteY184-11926" fmla="*/ 3728116 h 4449429"/>
              <a:gd name="connsiteX185-11927" fmla="*/ 2589845 w 18982931"/>
              <a:gd name="connsiteY185-11928" fmla="*/ 3728116 h 4449429"/>
              <a:gd name="connsiteX186-11929" fmla="*/ 2589845 w 18982931"/>
              <a:gd name="connsiteY186-11930" fmla="*/ 3784950 h 4449429"/>
              <a:gd name="connsiteX187-11931" fmla="*/ 2646671 w 18982931"/>
              <a:gd name="connsiteY187-11932" fmla="*/ 3784950 h 4449429"/>
              <a:gd name="connsiteX188-11933" fmla="*/ 2646671 w 18982931"/>
              <a:gd name="connsiteY188-11934" fmla="*/ 3728116 h 4449429"/>
              <a:gd name="connsiteX189-11935" fmla="*/ 2589845 w 18982931"/>
              <a:gd name="connsiteY189-11936" fmla="*/ 3728116 h 4449429"/>
              <a:gd name="connsiteX190-11937" fmla="*/ 17351339 w 18982931"/>
              <a:gd name="connsiteY190-11938" fmla="*/ 3677667 h 4449429"/>
              <a:gd name="connsiteX191-11939" fmla="*/ 17351339 w 18982931"/>
              <a:gd name="connsiteY191-11940" fmla="*/ 3723368 h 4449429"/>
              <a:gd name="connsiteX192-11941" fmla="*/ 17560187 w 18982931"/>
              <a:gd name="connsiteY192-11942" fmla="*/ 3723368 h 4449429"/>
              <a:gd name="connsiteX193-11943" fmla="*/ 17560187 w 18982931"/>
              <a:gd name="connsiteY193-11944" fmla="*/ 3677667 h 4449429"/>
              <a:gd name="connsiteX194-11945" fmla="*/ 17351339 w 18982931"/>
              <a:gd name="connsiteY194-11946" fmla="*/ 3677667 h 4449429"/>
              <a:gd name="connsiteX195-11947" fmla="*/ 12612246 w 18982931"/>
              <a:gd name="connsiteY195-11948" fmla="*/ 3645952 h 4449429"/>
              <a:gd name="connsiteX196-11949" fmla="*/ 12612246 w 18982931"/>
              <a:gd name="connsiteY196-11950" fmla="*/ 3702785 h 4449429"/>
              <a:gd name="connsiteX197-11951" fmla="*/ 12669079 w 18982931"/>
              <a:gd name="connsiteY197-11952" fmla="*/ 3702785 h 4449429"/>
              <a:gd name="connsiteX198-11953" fmla="*/ 12669079 w 18982931"/>
              <a:gd name="connsiteY198-11954" fmla="*/ 3645952 h 4449429"/>
              <a:gd name="connsiteX199-11955" fmla="*/ 12612246 w 18982931"/>
              <a:gd name="connsiteY199-11956" fmla="*/ 3645952 h 4449429"/>
              <a:gd name="connsiteX200-11957" fmla="*/ 12500191 w 18982931"/>
              <a:gd name="connsiteY200-11958" fmla="*/ 3645952 h 4449429"/>
              <a:gd name="connsiteX201-11959" fmla="*/ 12500191 w 18982931"/>
              <a:gd name="connsiteY201-11960" fmla="*/ 3702785 h 4449429"/>
              <a:gd name="connsiteX202-11961" fmla="*/ 12557025 w 18982931"/>
              <a:gd name="connsiteY202-11962" fmla="*/ 3702785 h 4449429"/>
              <a:gd name="connsiteX203-11963" fmla="*/ 12557025 w 18982931"/>
              <a:gd name="connsiteY203-11964" fmla="*/ 3645952 h 4449429"/>
              <a:gd name="connsiteX204-11965" fmla="*/ 12500191 w 18982931"/>
              <a:gd name="connsiteY204-11966" fmla="*/ 3645952 h 4449429"/>
              <a:gd name="connsiteX205-11967" fmla="*/ 12388137 w 18982931"/>
              <a:gd name="connsiteY205-11968" fmla="*/ 3645952 h 4449429"/>
              <a:gd name="connsiteX206-11969" fmla="*/ 12388137 w 18982931"/>
              <a:gd name="connsiteY206-11970" fmla="*/ 3702785 h 4449429"/>
              <a:gd name="connsiteX207-11971" fmla="*/ 12444971 w 18982931"/>
              <a:gd name="connsiteY207-11972" fmla="*/ 3702785 h 4449429"/>
              <a:gd name="connsiteX208-11973" fmla="*/ 12444971 w 18982931"/>
              <a:gd name="connsiteY208-11974" fmla="*/ 3645952 h 4449429"/>
              <a:gd name="connsiteX209-11975" fmla="*/ 12388137 w 18982931"/>
              <a:gd name="connsiteY209-11976" fmla="*/ 3645952 h 4449429"/>
              <a:gd name="connsiteX210-11977" fmla="*/ 17351339 w 18982931"/>
              <a:gd name="connsiteY210-11978" fmla="*/ 3586038 h 4449429"/>
              <a:gd name="connsiteX211-11979" fmla="*/ 17351339 w 18982931"/>
              <a:gd name="connsiteY211-11980" fmla="*/ 3631739 h 4449429"/>
              <a:gd name="connsiteX212-11981" fmla="*/ 17560187 w 18982931"/>
              <a:gd name="connsiteY212-11982" fmla="*/ 3631739 h 4449429"/>
              <a:gd name="connsiteX213-11983" fmla="*/ 17560187 w 18982931"/>
              <a:gd name="connsiteY213-11984" fmla="*/ 3586038 h 4449429"/>
              <a:gd name="connsiteX214-11985" fmla="*/ 17351339 w 18982931"/>
              <a:gd name="connsiteY214-11986" fmla="*/ 3586038 h 4449429"/>
              <a:gd name="connsiteX215-11987" fmla="*/ 16404499 w 18982931"/>
              <a:gd name="connsiteY215-11988" fmla="*/ 3582830 h 4449429"/>
              <a:gd name="connsiteX216-11989" fmla="*/ 16404499 w 18982931"/>
              <a:gd name="connsiteY216-11990" fmla="*/ 3639663 h 4449429"/>
              <a:gd name="connsiteX217-11991" fmla="*/ 16461332 w 18982931"/>
              <a:gd name="connsiteY217-11992" fmla="*/ 3639663 h 4449429"/>
              <a:gd name="connsiteX218-11993" fmla="*/ 16461332 w 18982931"/>
              <a:gd name="connsiteY218-11994" fmla="*/ 3582830 h 4449429"/>
              <a:gd name="connsiteX219-11995" fmla="*/ 16404499 w 18982931"/>
              <a:gd name="connsiteY219-11996" fmla="*/ 3582830 h 4449429"/>
              <a:gd name="connsiteX220-11997" fmla="*/ 16292444 w 18982931"/>
              <a:gd name="connsiteY220-11998" fmla="*/ 3582830 h 4449429"/>
              <a:gd name="connsiteX221-11999" fmla="*/ 16292444 w 18982931"/>
              <a:gd name="connsiteY221-12000" fmla="*/ 3639663 h 4449429"/>
              <a:gd name="connsiteX222-12001" fmla="*/ 16349278 w 18982931"/>
              <a:gd name="connsiteY222-12002" fmla="*/ 3639663 h 4449429"/>
              <a:gd name="connsiteX223-12003" fmla="*/ 16349278 w 18982931"/>
              <a:gd name="connsiteY223-12004" fmla="*/ 3582830 h 4449429"/>
              <a:gd name="connsiteX224-12005" fmla="*/ 16292444 w 18982931"/>
              <a:gd name="connsiteY224-12006" fmla="*/ 3582830 h 4449429"/>
              <a:gd name="connsiteX225-12007" fmla="*/ 16180390 w 18982931"/>
              <a:gd name="connsiteY225-12008" fmla="*/ 3582830 h 4449429"/>
              <a:gd name="connsiteX226-12009" fmla="*/ 16180390 w 18982931"/>
              <a:gd name="connsiteY226-12010" fmla="*/ 3639663 h 4449429"/>
              <a:gd name="connsiteX227-12011" fmla="*/ 16237224 w 18982931"/>
              <a:gd name="connsiteY227-12012" fmla="*/ 3639663 h 4449429"/>
              <a:gd name="connsiteX228-12013" fmla="*/ 16237224 w 18982931"/>
              <a:gd name="connsiteY228-12014" fmla="*/ 3582830 h 4449429"/>
              <a:gd name="connsiteX229-12015" fmla="*/ 16180390 w 18982931"/>
              <a:gd name="connsiteY229-12016" fmla="*/ 3582830 h 4449429"/>
              <a:gd name="connsiteX230-12017" fmla="*/ 2813944 w 18982931"/>
              <a:gd name="connsiteY230-12018" fmla="*/ 3582828 h 4449429"/>
              <a:gd name="connsiteX231-12019" fmla="*/ 2813944 w 18982931"/>
              <a:gd name="connsiteY231-12020" fmla="*/ 3639662 h 4449429"/>
              <a:gd name="connsiteX232-12021" fmla="*/ 2870780 w 18982931"/>
              <a:gd name="connsiteY232-12022" fmla="*/ 3639662 h 4449429"/>
              <a:gd name="connsiteX233-12023" fmla="*/ 2870780 w 18982931"/>
              <a:gd name="connsiteY233-12024" fmla="*/ 3582828 h 4449429"/>
              <a:gd name="connsiteX234-12025" fmla="*/ 2813944 w 18982931"/>
              <a:gd name="connsiteY234-12026" fmla="*/ 3582828 h 4449429"/>
              <a:gd name="connsiteX235-12027" fmla="*/ 2701891 w 18982931"/>
              <a:gd name="connsiteY235-12028" fmla="*/ 3582828 h 4449429"/>
              <a:gd name="connsiteX236-12029" fmla="*/ 2701891 w 18982931"/>
              <a:gd name="connsiteY236-12030" fmla="*/ 3639662 h 4449429"/>
              <a:gd name="connsiteX237-12031" fmla="*/ 2758730 w 18982931"/>
              <a:gd name="connsiteY237-12032" fmla="*/ 3639662 h 4449429"/>
              <a:gd name="connsiteX238-12033" fmla="*/ 2758730 w 18982931"/>
              <a:gd name="connsiteY238-12034" fmla="*/ 3582828 h 4449429"/>
              <a:gd name="connsiteX239-12035" fmla="*/ 2701891 w 18982931"/>
              <a:gd name="connsiteY239-12036" fmla="*/ 3582828 h 4449429"/>
              <a:gd name="connsiteX240-12037" fmla="*/ 2589845 w 18982931"/>
              <a:gd name="connsiteY240-12038" fmla="*/ 3582828 h 4449429"/>
              <a:gd name="connsiteX241-12039" fmla="*/ 2589845 w 18982931"/>
              <a:gd name="connsiteY241-12040" fmla="*/ 3639662 h 4449429"/>
              <a:gd name="connsiteX242-12041" fmla="*/ 2646671 w 18982931"/>
              <a:gd name="connsiteY242-12042" fmla="*/ 3639662 h 4449429"/>
              <a:gd name="connsiteX243-12043" fmla="*/ 2646671 w 18982931"/>
              <a:gd name="connsiteY243-12044" fmla="*/ 3582828 h 4449429"/>
              <a:gd name="connsiteX244-12045" fmla="*/ 2589845 w 18982931"/>
              <a:gd name="connsiteY244-12046" fmla="*/ 3582828 h 4449429"/>
              <a:gd name="connsiteX245-12047" fmla="*/ 12612246 w 18982931"/>
              <a:gd name="connsiteY245-12048" fmla="*/ 3500664 h 4449429"/>
              <a:gd name="connsiteX246-12049" fmla="*/ 12612246 w 18982931"/>
              <a:gd name="connsiteY246-12050" fmla="*/ 3557497 h 4449429"/>
              <a:gd name="connsiteX247-12051" fmla="*/ 12669079 w 18982931"/>
              <a:gd name="connsiteY247-12052" fmla="*/ 3557497 h 4449429"/>
              <a:gd name="connsiteX248-12053" fmla="*/ 12669079 w 18982931"/>
              <a:gd name="connsiteY248-12054" fmla="*/ 3500664 h 4449429"/>
              <a:gd name="connsiteX249-12055" fmla="*/ 12612246 w 18982931"/>
              <a:gd name="connsiteY249-12056" fmla="*/ 3500664 h 4449429"/>
              <a:gd name="connsiteX250-12057" fmla="*/ 12500191 w 18982931"/>
              <a:gd name="connsiteY250-12058" fmla="*/ 3500664 h 4449429"/>
              <a:gd name="connsiteX251-12059" fmla="*/ 12500191 w 18982931"/>
              <a:gd name="connsiteY251-12060" fmla="*/ 3557497 h 4449429"/>
              <a:gd name="connsiteX252-12061" fmla="*/ 12557025 w 18982931"/>
              <a:gd name="connsiteY252-12062" fmla="*/ 3557497 h 4449429"/>
              <a:gd name="connsiteX253-12063" fmla="*/ 12557025 w 18982931"/>
              <a:gd name="connsiteY253-12064" fmla="*/ 3500664 h 4449429"/>
              <a:gd name="connsiteX254-12065" fmla="*/ 12500191 w 18982931"/>
              <a:gd name="connsiteY254-12066" fmla="*/ 3500664 h 4449429"/>
              <a:gd name="connsiteX255-12067" fmla="*/ 12388137 w 18982931"/>
              <a:gd name="connsiteY255-12068" fmla="*/ 3500664 h 4449429"/>
              <a:gd name="connsiteX256-12069" fmla="*/ 12388137 w 18982931"/>
              <a:gd name="connsiteY256-12070" fmla="*/ 3557497 h 4449429"/>
              <a:gd name="connsiteX257-12071" fmla="*/ 12444971 w 18982931"/>
              <a:gd name="connsiteY257-12072" fmla="*/ 3557497 h 4449429"/>
              <a:gd name="connsiteX258-12073" fmla="*/ 12444971 w 18982931"/>
              <a:gd name="connsiteY258-12074" fmla="*/ 3500664 h 4449429"/>
              <a:gd name="connsiteX259-12075" fmla="*/ 12388137 w 18982931"/>
              <a:gd name="connsiteY259-12076" fmla="*/ 3500664 h 4449429"/>
              <a:gd name="connsiteX260-12077" fmla="*/ 17351339 w 18982931"/>
              <a:gd name="connsiteY260-12078" fmla="*/ 3492933 h 4449429"/>
              <a:gd name="connsiteX261-12079" fmla="*/ 17351339 w 18982931"/>
              <a:gd name="connsiteY261-12080" fmla="*/ 3538633 h 4449429"/>
              <a:gd name="connsiteX262-12081" fmla="*/ 17560187 w 18982931"/>
              <a:gd name="connsiteY262-12082" fmla="*/ 3538633 h 4449429"/>
              <a:gd name="connsiteX263-12083" fmla="*/ 17560187 w 18982931"/>
              <a:gd name="connsiteY263-12084" fmla="*/ 3492933 h 4449429"/>
              <a:gd name="connsiteX264-12085" fmla="*/ 17351339 w 18982931"/>
              <a:gd name="connsiteY264-12086" fmla="*/ 3492933 h 4449429"/>
              <a:gd name="connsiteX265-12087" fmla="*/ 17351339 w 18982931"/>
              <a:gd name="connsiteY265-12088" fmla="*/ 3401301 h 4449429"/>
              <a:gd name="connsiteX266-12089" fmla="*/ 17351339 w 18982931"/>
              <a:gd name="connsiteY266-12090" fmla="*/ 3447001 h 4449429"/>
              <a:gd name="connsiteX267-12091" fmla="*/ 17560187 w 18982931"/>
              <a:gd name="connsiteY267-12092" fmla="*/ 3447001 h 4449429"/>
              <a:gd name="connsiteX268-12093" fmla="*/ 17560187 w 18982931"/>
              <a:gd name="connsiteY268-12094" fmla="*/ 3401301 h 4449429"/>
              <a:gd name="connsiteX269-12095" fmla="*/ 17351339 w 18982931"/>
              <a:gd name="connsiteY269-12096" fmla="*/ 3401301 h 4449429"/>
              <a:gd name="connsiteX270-12097" fmla="*/ 1596781 w 18982931"/>
              <a:gd name="connsiteY270-12098" fmla="*/ 3357078 h 4449429"/>
              <a:gd name="connsiteX271-12099" fmla="*/ 1596781 w 18982931"/>
              <a:gd name="connsiteY271-12100" fmla="*/ 3402779 h 4449429"/>
              <a:gd name="connsiteX272-12101" fmla="*/ 1805629 w 18982931"/>
              <a:gd name="connsiteY272-12102" fmla="*/ 3402779 h 4449429"/>
              <a:gd name="connsiteX273-12103" fmla="*/ 1805629 w 18982931"/>
              <a:gd name="connsiteY273-12104" fmla="*/ 3357078 h 4449429"/>
              <a:gd name="connsiteX274-12105" fmla="*/ 1596781 w 18982931"/>
              <a:gd name="connsiteY274-12106" fmla="*/ 3357078 h 4449429"/>
              <a:gd name="connsiteX275-12107" fmla="*/ 12612246 w 18982931"/>
              <a:gd name="connsiteY275-12108" fmla="*/ 3355375 h 4449429"/>
              <a:gd name="connsiteX276-12109" fmla="*/ 12612246 w 18982931"/>
              <a:gd name="connsiteY276-12110" fmla="*/ 3412209 h 4449429"/>
              <a:gd name="connsiteX277-12111" fmla="*/ 12669079 w 18982931"/>
              <a:gd name="connsiteY277-12112" fmla="*/ 3412209 h 4449429"/>
              <a:gd name="connsiteX278-12113" fmla="*/ 12669079 w 18982931"/>
              <a:gd name="connsiteY278-12114" fmla="*/ 3355375 h 4449429"/>
              <a:gd name="connsiteX279-12115" fmla="*/ 12612246 w 18982931"/>
              <a:gd name="connsiteY279-12116" fmla="*/ 3355375 h 4449429"/>
              <a:gd name="connsiteX280-12117" fmla="*/ 12500191 w 18982931"/>
              <a:gd name="connsiteY280-12118" fmla="*/ 3355375 h 4449429"/>
              <a:gd name="connsiteX281-12119" fmla="*/ 12500191 w 18982931"/>
              <a:gd name="connsiteY281-12120" fmla="*/ 3412209 h 4449429"/>
              <a:gd name="connsiteX282-12121" fmla="*/ 12557025 w 18982931"/>
              <a:gd name="connsiteY282-12122" fmla="*/ 3412209 h 4449429"/>
              <a:gd name="connsiteX283-12123" fmla="*/ 12557025 w 18982931"/>
              <a:gd name="connsiteY283-12124" fmla="*/ 3355375 h 4449429"/>
              <a:gd name="connsiteX284-12125" fmla="*/ 12500191 w 18982931"/>
              <a:gd name="connsiteY284-12126" fmla="*/ 3355375 h 4449429"/>
              <a:gd name="connsiteX285-12127" fmla="*/ 12388137 w 18982931"/>
              <a:gd name="connsiteY285-12128" fmla="*/ 3355375 h 4449429"/>
              <a:gd name="connsiteX286-12129" fmla="*/ 12388137 w 18982931"/>
              <a:gd name="connsiteY286-12130" fmla="*/ 3412209 h 4449429"/>
              <a:gd name="connsiteX287-12131" fmla="*/ 12444971 w 18982931"/>
              <a:gd name="connsiteY287-12132" fmla="*/ 3412209 h 4449429"/>
              <a:gd name="connsiteX288-12133" fmla="*/ 12444971 w 18982931"/>
              <a:gd name="connsiteY288-12134" fmla="*/ 3355375 h 4449429"/>
              <a:gd name="connsiteX289-12135" fmla="*/ 12388137 w 18982931"/>
              <a:gd name="connsiteY289-12136" fmla="*/ 3355375 h 4449429"/>
              <a:gd name="connsiteX290-12137" fmla="*/ 17351339 w 18982931"/>
              <a:gd name="connsiteY290-12138" fmla="*/ 3309670 h 4449429"/>
              <a:gd name="connsiteX291-12139" fmla="*/ 17351339 w 18982931"/>
              <a:gd name="connsiteY291-12140" fmla="*/ 3355371 h 4449429"/>
              <a:gd name="connsiteX292-12141" fmla="*/ 17560187 w 18982931"/>
              <a:gd name="connsiteY292-12142" fmla="*/ 3355371 h 4449429"/>
              <a:gd name="connsiteX293-12143" fmla="*/ 17560187 w 18982931"/>
              <a:gd name="connsiteY293-12144" fmla="*/ 3309670 h 4449429"/>
              <a:gd name="connsiteX294-12145" fmla="*/ 17351339 w 18982931"/>
              <a:gd name="connsiteY294-12146" fmla="*/ 3309670 h 4449429"/>
              <a:gd name="connsiteX295-12147" fmla="*/ 1596781 w 18982931"/>
              <a:gd name="connsiteY295-12148" fmla="*/ 3265446 h 4449429"/>
              <a:gd name="connsiteX296-12149" fmla="*/ 1596781 w 18982931"/>
              <a:gd name="connsiteY296-12150" fmla="*/ 3311147 h 4449429"/>
              <a:gd name="connsiteX297-12151" fmla="*/ 1805629 w 18982931"/>
              <a:gd name="connsiteY297-12152" fmla="*/ 3311147 h 4449429"/>
              <a:gd name="connsiteX298-12153" fmla="*/ 1805629 w 18982931"/>
              <a:gd name="connsiteY298-12154" fmla="*/ 3265446 h 4449429"/>
              <a:gd name="connsiteX299-12155" fmla="*/ 1596781 w 18982931"/>
              <a:gd name="connsiteY299-12156" fmla="*/ 3265446 h 4449429"/>
              <a:gd name="connsiteX300-12157" fmla="*/ 17351339 w 18982931"/>
              <a:gd name="connsiteY300-12158" fmla="*/ 3218041 h 4449429"/>
              <a:gd name="connsiteX301-12159" fmla="*/ 17351339 w 18982931"/>
              <a:gd name="connsiteY301-12160" fmla="*/ 3263742 h 4449429"/>
              <a:gd name="connsiteX302-12161" fmla="*/ 17560187 w 18982931"/>
              <a:gd name="connsiteY302-12162" fmla="*/ 3263742 h 4449429"/>
              <a:gd name="connsiteX303-12163" fmla="*/ 17560187 w 18982931"/>
              <a:gd name="connsiteY303-12164" fmla="*/ 3218041 h 4449429"/>
              <a:gd name="connsiteX304-12165" fmla="*/ 17351339 w 18982931"/>
              <a:gd name="connsiteY304-12166" fmla="*/ 3218041 h 4449429"/>
              <a:gd name="connsiteX305-12167" fmla="*/ 12612246 w 18982931"/>
              <a:gd name="connsiteY305-12168" fmla="*/ 3210087 h 4449429"/>
              <a:gd name="connsiteX306-12169" fmla="*/ 12612246 w 18982931"/>
              <a:gd name="connsiteY306-12170" fmla="*/ 3266921 h 4449429"/>
              <a:gd name="connsiteX307-12171" fmla="*/ 12669079 w 18982931"/>
              <a:gd name="connsiteY307-12172" fmla="*/ 3266921 h 4449429"/>
              <a:gd name="connsiteX308-12173" fmla="*/ 12669079 w 18982931"/>
              <a:gd name="connsiteY308-12174" fmla="*/ 3210087 h 4449429"/>
              <a:gd name="connsiteX309-12175" fmla="*/ 12612246 w 18982931"/>
              <a:gd name="connsiteY309-12176" fmla="*/ 3210087 h 4449429"/>
              <a:gd name="connsiteX310-12177" fmla="*/ 12500191 w 18982931"/>
              <a:gd name="connsiteY310-12178" fmla="*/ 3210087 h 4449429"/>
              <a:gd name="connsiteX311-12179" fmla="*/ 12500191 w 18982931"/>
              <a:gd name="connsiteY311-12180" fmla="*/ 3266921 h 4449429"/>
              <a:gd name="connsiteX312-12181" fmla="*/ 12557025 w 18982931"/>
              <a:gd name="connsiteY312-12182" fmla="*/ 3266921 h 4449429"/>
              <a:gd name="connsiteX313-12183" fmla="*/ 12557025 w 18982931"/>
              <a:gd name="connsiteY313-12184" fmla="*/ 3210087 h 4449429"/>
              <a:gd name="connsiteX314-12185" fmla="*/ 12500191 w 18982931"/>
              <a:gd name="connsiteY314-12186" fmla="*/ 3210087 h 4449429"/>
              <a:gd name="connsiteX315-12187" fmla="*/ 12388137 w 18982931"/>
              <a:gd name="connsiteY315-12188" fmla="*/ 3210087 h 4449429"/>
              <a:gd name="connsiteX316-12189" fmla="*/ 12388137 w 18982931"/>
              <a:gd name="connsiteY316-12190" fmla="*/ 3266921 h 4449429"/>
              <a:gd name="connsiteX317-12191" fmla="*/ 12444971 w 18982931"/>
              <a:gd name="connsiteY317-12192" fmla="*/ 3266921 h 4449429"/>
              <a:gd name="connsiteX318-12193" fmla="*/ 12444971 w 18982931"/>
              <a:gd name="connsiteY318-12194" fmla="*/ 3210087 h 4449429"/>
              <a:gd name="connsiteX319-12195" fmla="*/ 12388137 w 18982931"/>
              <a:gd name="connsiteY319-12196" fmla="*/ 3210087 h 4449429"/>
              <a:gd name="connsiteX320-12197" fmla="*/ 1596781 w 18982931"/>
              <a:gd name="connsiteY320-12198" fmla="*/ 3173817 h 4449429"/>
              <a:gd name="connsiteX321-12199" fmla="*/ 1596781 w 18982931"/>
              <a:gd name="connsiteY321-12200" fmla="*/ 3219518 h 4449429"/>
              <a:gd name="connsiteX322-12201" fmla="*/ 1805629 w 18982931"/>
              <a:gd name="connsiteY322-12202" fmla="*/ 3219518 h 4449429"/>
              <a:gd name="connsiteX323-12203" fmla="*/ 1805629 w 18982931"/>
              <a:gd name="connsiteY323-12204" fmla="*/ 3173817 h 4449429"/>
              <a:gd name="connsiteX324-12205" fmla="*/ 1596781 w 18982931"/>
              <a:gd name="connsiteY324-12206" fmla="*/ 3173817 h 4449429"/>
              <a:gd name="connsiteX325-12207" fmla="*/ 17351339 w 18982931"/>
              <a:gd name="connsiteY325-12208" fmla="*/ 3126412 h 4449429"/>
              <a:gd name="connsiteX326-12209" fmla="*/ 17351339 w 18982931"/>
              <a:gd name="connsiteY326-12210" fmla="*/ 3172113 h 4449429"/>
              <a:gd name="connsiteX327-12211" fmla="*/ 17560187 w 18982931"/>
              <a:gd name="connsiteY327-12212" fmla="*/ 3172113 h 4449429"/>
              <a:gd name="connsiteX328-12213" fmla="*/ 17560187 w 18982931"/>
              <a:gd name="connsiteY328-12214" fmla="*/ 3126412 h 4449429"/>
              <a:gd name="connsiteX329-12215" fmla="*/ 17351339 w 18982931"/>
              <a:gd name="connsiteY329-12216" fmla="*/ 3126412 h 4449429"/>
              <a:gd name="connsiteX330-12217" fmla="*/ 1596781 w 18982931"/>
              <a:gd name="connsiteY330-12218" fmla="*/ 3080712 h 4449429"/>
              <a:gd name="connsiteX331-12219" fmla="*/ 1596781 w 18982931"/>
              <a:gd name="connsiteY331-12220" fmla="*/ 3126412 h 4449429"/>
              <a:gd name="connsiteX332-12221" fmla="*/ 1805629 w 18982931"/>
              <a:gd name="connsiteY332-12222" fmla="*/ 3126412 h 4449429"/>
              <a:gd name="connsiteX333-12223" fmla="*/ 1805629 w 18982931"/>
              <a:gd name="connsiteY333-12224" fmla="*/ 3080712 h 4449429"/>
              <a:gd name="connsiteX334-12225" fmla="*/ 1596781 w 18982931"/>
              <a:gd name="connsiteY334-12226" fmla="*/ 3080712 h 4449429"/>
              <a:gd name="connsiteX335-12227" fmla="*/ 12612246 w 18982931"/>
              <a:gd name="connsiteY335-12228" fmla="*/ 3064799 h 4449429"/>
              <a:gd name="connsiteX336-12229" fmla="*/ 12612246 w 18982931"/>
              <a:gd name="connsiteY336-12230" fmla="*/ 3121633 h 4449429"/>
              <a:gd name="connsiteX337-12231" fmla="*/ 12669079 w 18982931"/>
              <a:gd name="connsiteY337-12232" fmla="*/ 3121633 h 4449429"/>
              <a:gd name="connsiteX338-12233" fmla="*/ 12669079 w 18982931"/>
              <a:gd name="connsiteY338-12234" fmla="*/ 3064799 h 4449429"/>
              <a:gd name="connsiteX339-12235" fmla="*/ 12612246 w 18982931"/>
              <a:gd name="connsiteY339-12236" fmla="*/ 3064799 h 4449429"/>
              <a:gd name="connsiteX340-12237" fmla="*/ 12500191 w 18982931"/>
              <a:gd name="connsiteY340-12238" fmla="*/ 3064799 h 4449429"/>
              <a:gd name="connsiteX341-12239" fmla="*/ 12500191 w 18982931"/>
              <a:gd name="connsiteY341-12240" fmla="*/ 3121633 h 4449429"/>
              <a:gd name="connsiteX342-12241" fmla="*/ 12557025 w 18982931"/>
              <a:gd name="connsiteY342-12242" fmla="*/ 3121633 h 4449429"/>
              <a:gd name="connsiteX343-12243" fmla="*/ 12557025 w 18982931"/>
              <a:gd name="connsiteY343-12244" fmla="*/ 3064799 h 4449429"/>
              <a:gd name="connsiteX344-12245" fmla="*/ 12500191 w 18982931"/>
              <a:gd name="connsiteY344-12246" fmla="*/ 3064799 h 4449429"/>
              <a:gd name="connsiteX345-12247" fmla="*/ 12388137 w 18982931"/>
              <a:gd name="connsiteY345-12248" fmla="*/ 3064799 h 4449429"/>
              <a:gd name="connsiteX346-12249" fmla="*/ 12388137 w 18982931"/>
              <a:gd name="connsiteY346-12250" fmla="*/ 3121633 h 4449429"/>
              <a:gd name="connsiteX347-12251" fmla="*/ 12444971 w 18982931"/>
              <a:gd name="connsiteY347-12252" fmla="*/ 3121633 h 4449429"/>
              <a:gd name="connsiteX348-12253" fmla="*/ 12444971 w 18982931"/>
              <a:gd name="connsiteY348-12254" fmla="*/ 3064799 h 4449429"/>
              <a:gd name="connsiteX349-12255" fmla="*/ 12388137 w 18982931"/>
              <a:gd name="connsiteY349-12256" fmla="*/ 3064799 h 4449429"/>
              <a:gd name="connsiteX350-12257" fmla="*/ 17351339 w 18982931"/>
              <a:gd name="connsiteY350-12258" fmla="*/ 3034782 h 4449429"/>
              <a:gd name="connsiteX351-12259" fmla="*/ 17351339 w 18982931"/>
              <a:gd name="connsiteY351-12260" fmla="*/ 3080482 h 4449429"/>
              <a:gd name="connsiteX352-12261" fmla="*/ 17560187 w 18982931"/>
              <a:gd name="connsiteY352-12262" fmla="*/ 3080482 h 4449429"/>
              <a:gd name="connsiteX353-12263" fmla="*/ 17560187 w 18982931"/>
              <a:gd name="connsiteY353-12264" fmla="*/ 3034782 h 4449429"/>
              <a:gd name="connsiteX354-12265" fmla="*/ 17351339 w 18982931"/>
              <a:gd name="connsiteY354-12266" fmla="*/ 3034782 h 4449429"/>
              <a:gd name="connsiteX355-12267" fmla="*/ 1596781 w 18982931"/>
              <a:gd name="connsiteY355-12268" fmla="*/ 2989080 h 4449429"/>
              <a:gd name="connsiteX356-12269" fmla="*/ 1596781 w 18982931"/>
              <a:gd name="connsiteY356-12270" fmla="*/ 3034780 h 4449429"/>
              <a:gd name="connsiteX357-12271" fmla="*/ 1805629 w 18982931"/>
              <a:gd name="connsiteY357-12272" fmla="*/ 3034780 h 4449429"/>
              <a:gd name="connsiteX358-12273" fmla="*/ 1805629 w 18982931"/>
              <a:gd name="connsiteY358-12274" fmla="*/ 2989080 h 4449429"/>
              <a:gd name="connsiteX359-12275" fmla="*/ 1596781 w 18982931"/>
              <a:gd name="connsiteY359-12276" fmla="*/ 2989080 h 4449429"/>
              <a:gd name="connsiteX360-12277" fmla="*/ 17351339 w 18982931"/>
              <a:gd name="connsiteY360-12278" fmla="*/ 2943153 h 4449429"/>
              <a:gd name="connsiteX361-12279" fmla="*/ 17351339 w 18982931"/>
              <a:gd name="connsiteY361-12280" fmla="*/ 2988853 h 4449429"/>
              <a:gd name="connsiteX362-12281" fmla="*/ 17560187 w 18982931"/>
              <a:gd name="connsiteY362-12282" fmla="*/ 2988853 h 4449429"/>
              <a:gd name="connsiteX363-12283" fmla="*/ 17560187 w 18982931"/>
              <a:gd name="connsiteY363-12284" fmla="*/ 2943153 h 4449429"/>
              <a:gd name="connsiteX364-12285" fmla="*/ 17351339 w 18982931"/>
              <a:gd name="connsiteY364-12286" fmla="*/ 2943153 h 4449429"/>
              <a:gd name="connsiteX365-12287" fmla="*/ 12612246 w 18982931"/>
              <a:gd name="connsiteY365-12288" fmla="*/ 2919511 h 4449429"/>
              <a:gd name="connsiteX366-12289" fmla="*/ 12612246 w 18982931"/>
              <a:gd name="connsiteY366-12290" fmla="*/ 2976345 h 4449429"/>
              <a:gd name="connsiteX367-12291" fmla="*/ 12669079 w 18982931"/>
              <a:gd name="connsiteY367-12292" fmla="*/ 2976345 h 4449429"/>
              <a:gd name="connsiteX368-12293" fmla="*/ 12669079 w 18982931"/>
              <a:gd name="connsiteY368-12294" fmla="*/ 2919511 h 4449429"/>
              <a:gd name="connsiteX369-12295" fmla="*/ 12612246 w 18982931"/>
              <a:gd name="connsiteY369-12296" fmla="*/ 2919511 h 4449429"/>
              <a:gd name="connsiteX370-12297" fmla="*/ 12500191 w 18982931"/>
              <a:gd name="connsiteY370-12298" fmla="*/ 2919511 h 4449429"/>
              <a:gd name="connsiteX371-12299" fmla="*/ 12500191 w 18982931"/>
              <a:gd name="connsiteY371-12300" fmla="*/ 2976345 h 4449429"/>
              <a:gd name="connsiteX372-12301" fmla="*/ 12557025 w 18982931"/>
              <a:gd name="connsiteY372-12302" fmla="*/ 2976345 h 4449429"/>
              <a:gd name="connsiteX373-12303" fmla="*/ 12557025 w 18982931"/>
              <a:gd name="connsiteY373-12304" fmla="*/ 2919511 h 4449429"/>
              <a:gd name="connsiteX374-12305" fmla="*/ 12500191 w 18982931"/>
              <a:gd name="connsiteY374-12306" fmla="*/ 2919511 h 4449429"/>
              <a:gd name="connsiteX375-12307" fmla="*/ 12388137 w 18982931"/>
              <a:gd name="connsiteY375-12308" fmla="*/ 2919511 h 4449429"/>
              <a:gd name="connsiteX376-12309" fmla="*/ 12388137 w 18982931"/>
              <a:gd name="connsiteY376-12310" fmla="*/ 2976345 h 4449429"/>
              <a:gd name="connsiteX377-12311" fmla="*/ 12444971 w 18982931"/>
              <a:gd name="connsiteY377-12312" fmla="*/ 2976345 h 4449429"/>
              <a:gd name="connsiteX378-12313" fmla="*/ 12444971 w 18982931"/>
              <a:gd name="connsiteY378-12314" fmla="*/ 2919511 h 4449429"/>
              <a:gd name="connsiteX379-12315" fmla="*/ 12388137 w 18982931"/>
              <a:gd name="connsiteY379-12316" fmla="*/ 2919511 h 4449429"/>
              <a:gd name="connsiteX380-12317" fmla="*/ 1596781 w 18982931"/>
              <a:gd name="connsiteY380-12318" fmla="*/ 2897450 h 4449429"/>
              <a:gd name="connsiteX381-12319" fmla="*/ 1596781 w 18982931"/>
              <a:gd name="connsiteY381-12320" fmla="*/ 2943150 h 4449429"/>
              <a:gd name="connsiteX382-12321" fmla="*/ 1805629 w 18982931"/>
              <a:gd name="connsiteY382-12322" fmla="*/ 2943150 h 4449429"/>
              <a:gd name="connsiteX383-12323" fmla="*/ 1805629 w 18982931"/>
              <a:gd name="connsiteY383-12324" fmla="*/ 2897450 h 4449429"/>
              <a:gd name="connsiteX384-12325" fmla="*/ 1596781 w 18982931"/>
              <a:gd name="connsiteY384-12326" fmla="*/ 2897450 h 4449429"/>
              <a:gd name="connsiteX385-12327" fmla="*/ 17351339 w 18982931"/>
              <a:gd name="connsiteY385-12328" fmla="*/ 2851522 h 4449429"/>
              <a:gd name="connsiteX386-12329" fmla="*/ 17351339 w 18982931"/>
              <a:gd name="connsiteY386-12330" fmla="*/ 2897223 h 4449429"/>
              <a:gd name="connsiteX387-12331" fmla="*/ 17560187 w 18982931"/>
              <a:gd name="connsiteY387-12332" fmla="*/ 2897223 h 4449429"/>
              <a:gd name="connsiteX388-12333" fmla="*/ 17560187 w 18982931"/>
              <a:gd name="connsiteY388-12334" fmla="*/ 2851522 h 4449429"/>
              <a:gd name="connsiteX389-12335" fmla="*/ 17351339 w 18982931"/>
              <a:gd name="connsiteY389-12336" fmla="*/ 2851522 h 4449429"/>
              <a:gd name="connsiteX390-12337" fmla="*/ 1596781 w 18982931"/>
              <a:gd name="connsiteY390-12338" fmla="*/ 2805821 h 4449429"/>
              <a:gd name="connsiteX391-12339" fmla="*/ 1596781 w 18982931"/>
              <a:gd name="connsiteY391-12340" fmla="*/ 2851521 h 4449429"/>
              <a:gd name="connsiteX392-12341" fmla="*/ 1805629 w 18982931"/>
              <a:gd name="connsiteY392-12342" fmla="*/ 2851521 h 4449429"/>
              <a:gd name="connsiteX393-12343" fmla="*/ 1805629 w 18982931"/>
              <a:gd name="connsiteY393-12344" fmla="*/ 2805821 h 4449429"/>
              <a:gd name="connsiteX394-12345" fmla="*/ 1596781 w 18982931"/>
              <a:gd name="connsiteY394-12346" fmla="*/ 2805821 h 4449429"/>
              <a:gd name="connsiteX395-12347" fmla="*/ 1596781 w 18982931"/>
              <a:gd name="connsiteY395-12348" fmla="*/ 2714192 h 4449429"/>
              <a:gd name="connsiteX396-12349" fmla="*/ 1596781 w 18982931"/>
              <a:gd name="connsiteY396-12350" fmla="*/ 2759892 h 4449429"/>
              <a:gd name="connsiteX397-12351" fmla="*/ 1805629 w 18982931"/>
              <a:gd name="connsiteY397-12352" fmla="*/ 2759892 h 4449429"/>
              <a:gd name="connsiteX398-12353" fmla="*/ 1805629 w 18982931"/>
              <a:gd name="connsiteY398-12354" fmla="*/ 2714192 h 4449429"/>
              <a:gd name="connsiteX399-12355" fmla="*/ 1596781 w 18982931"/>
              <a:gd name="connsiteY399-12356" fmla="*/ 2714192 h 4449429"/>
              <a:gd name="connsiteX400-12357" fmla="*/ 4422120 w 18982931"/>
              <a:gd name="connsiteY400-12358" fmla="*/ 2688604 h 4449429"/>
              <a:gd name="connsiteX401-12359" fmla="*/ 4422120 w 18982931"/>
              <a:gd name="connsiteY401-12360" fmla="*/ 2851522 h 4449429"/>
              <a:gd name="connsiteX402-12361" fmla="*/ 4459897 w 18982931"/>
              <a:gd name="connsiteY402-12362" fmla="*/ 2851522 h 4449429"/>
              <a:gd name="connsiteX403-12363" fmla="*/ 4459897 w 18982931"/>
              <a:gd name="connsiteY403-12364" fmla="*/ 2688604 h 4449429"/>
              <a:gd name="connsiteX404-12365" fmla="*/ 4422120 w 18982931"/>
              <a:gd name="connsiteY404-12366" fmla="*/ 2688604 h 4449429"/>
              <a:gd name="connsiteX405-12367" fmla="*/ 4346370 w 18982931"/>
              <a:gd name="connsiteY405-12368" fmla="*/ 2688604 h 4449429"/>
              <a:gd name="connsiteX406-12369" fmla="*/ 4346370 w 18982931"/>
              <a:gd name="connsiteY406-12370" fmla="*/ 2851522 h 4449429"/>
              <a:gd name="connsiteX407-12371" fmla="*/ 4384149 w 18982931"/>
              <a:gd name="connsiteY407-12372" fmla="*/ 2851522 h 4449429"/>
              <a:gd name="connsiteX408-12373" fmla="*/ 4384149 w 18982931"/>
              <a:gd name="connsiteY408-12374" fmla="*/ 2688604 h 4449429"/>
              <a:gd name="connsiteX409-12375" fmla="*/ 4346370 w 18982931"/>
              <a:gd name="connsiteY409-12376" fmla="*/ 2688604 h 4449429"/>
              <a:gd name="connsiteX410-12377" fmla="*/ 4270624 w 18982931"/>
              <a:gd name="connsiteY410-12378" fmla="*/ 2688604 h 4449429"/>
              <a:gd name="connsiteX411-12379" fmla="*/ 4270624 w 18982931"/>
              <a:gd name="connsiteY411-12380" fmla="*/ 2851522 h 4449429"/>
              <a:gd name="connsiteX412-12381" fmla="*/ 4308407 w 18982931"/>
              <a:gd name="connsiteY412-12382" fmla="*/ 2851522 h 4449429"/>
              <a:gd name="connsiteX413-12383" fmla="*/ 4308407 w 18982931"/>
              <a:gd name="connsiteY413-12384" fmla="*/ 2688604 h 4449429"/>
              <a:gd name="connsiteX414-12385" fmla="*/ 4270624 w 18982931"/>
              <a:gd name="connsiteY414-12386" fmla="*/ 2688604 h 4449429"/>
              <a:gd name="connsiteX415-12387" fmla="*/ 4194881 w 18982931"/>
              <a:gd name="connsiteY415-12388" fmla="*/ 2688604 h 4449429"/>
              <a:gd name="connsiteX416-12389" fmla="*/ 4194881 w 18982931"/>
              <a:gd name="connsiteY416-12390" fmla="*/ 2851522 h 4449429"/>
              <a:gd name="connsiteX417-12391" fmla="*/ 4232658 w 18982931"/>
              <a:gd name="connsiteY417-12392" fmla="*/ 2851522 h 4449429"/>
              <a:gd name="connsiteX418-12393" fmla="*/ 4232658 w 18982931"/>
              <a:gd name="connsiteY418-12394" fmla="*/ 2688604 h 4449429"/>
              <a:gd name="connsiteX419-12395" fmla="*/ 4194881 w 18982931"/>
              <a:gd name="connsiteY419-12396" fmla="*/ 2688604 h 4449429"/>
              <a:gd name="connsiteX420-12397" fmla="*/ 4119132 w 18982931"/>
              <a:gd name="connsiteY420-12398" fmla="*/ 2688604 h 4449429"/>
              <a:gd name="connsiteX421-12399" fmla="*/ 4119132 w 18982931"/>
              <a:gd name="connsiteY421-12400" fmla="*/ 2851522 h 4449429"/>
              <a:gd name="connsiteX422-12401" fmla="*/ 4156909 w 18982931"/>
              <a:gd name="connsiteY422-12402" fmla="*/ 2851522 h 4449429"/>
              <a:gd name="connsiteX423-12403" fmla="*/ 4156909 w 18982931"/>
              <a:gd name="connsiteY423-12404" fmla="*/ 2688604 h 4449429"/>
              <a:gd name="connsiteX424-12405" fmla="*/ 4119132 w 18982931"/>
              <a:gd name="connsiteY424-12406" fmla="*/ 2688604 h 4449429"/>
              <a:gd name="connsiteX425-12407" fmla="*/ 4043383 w 18982931"/>
              <a:gd name="connsiteY425-12408" fmla="*/ 2688604 h 4449429"/>
              <a:gd name="connsiteX426-12409" fmla="*/ 4043383 w 18982931"/>
              <a:gd name="connsiteY426-12410" fmla="*/ 2851522 h 4449429"/>
              <a:gd name="connsiteX427-12411" fmla="*/ 4081160 w 18982931"/>
              <a:gd name="connsiteY427-12412" fmla="*/ 2851522 h 4449429"/>
              <a:gd name="connsiteX428-12413" fmla="*/ 4081160 w 18982931"/>
              <a:gd name="connsiteY428-12414" fmla="*/ 2688604 h 4449429"/>
              <a:gd name="connsiteX429-12415" fmla="*/ 4043383 w 18982931"/>
              <a:gd name="connsiteY429-12416" fmla="*/ 2688604 h 4449429"/>
              <a:gd name="connsiteX430-12417" fmla="*/ 3967636 w 18982931"/>
              <a:gd name="connsiteY430-12418" fmla="*/ 2688604 h 4449429"/>
              <a:gd name="connsiteX431-12419" fmla="*/ 3967636 w 18982931"/>
              <a:gd name="connsiteY431-12420" fmla="*/ 2851522 h 4449429"/>
              <a:gd name="connsiteX432-12421" fmla="*/ 4005415 w 18982931"/>
              <a:gd name="connsiteY432-12422" fmla="*/ 2851522 h 4449429"/>
              <a:gd name="connsiteX433-12423" fmla="*/ 4005415 w 18982931"/>
              <a:gd name="connsiteY433-12424" fmla="*/ 2688604 h 4449429"/>
              <a:gd name="connsiteX434-12425" fmla="*/ 3967636 w 18982931"/>
              <a:gd name="connsiteY434-12426" fmla="*/ 2688604 h 4449429"/>
              <a:gd name="connsiteX435-12427" fmla="*/ 3891895 w 18982931"/>
              <a:gd name="connsiteY435-12428" fmla="*/ 2688604 h 4449429"/>
              <a:gd name="connsiteX436-12429" fmla="*/ 3891895 w 18982931"/>
              <a:gd name="connsiteY436-12430" fmla="*/ 2851522 h 4449429"/>
              <a:gd name="connsiteX437-12431" fmla="*/ 3929672 w 18982931"/>
              <a:gd name="connsiteY437-12432" fmla="*/ 2851522 h 4449429"/>
              <a:gd name="connsiteX438-12433" fmla="*/ 3929672 w 18982931"/>
              <a:gd name="connsiteY438-12434" fmla="*/ 2688604 h 4449429"/>
              <a:gd name="connsiteX439-12435" fmla="*/ 3891895 w 18982931"/>
              <a:gd name="connsiteY439-12436" fmla="*/ 2688604 h 4449429"/>
              <a:gd name="connsiteX440-12437" fmla="*/ 15043403 w 18982931"/>
              <a:gd name="connsiteY440-12438" fmla="*/ 2685661 h 4449429"/>
              <a:gd name="connsiteX441-12439" fmla="*/ 15043403 w 18982931"/>
              <a:gd name="connsiteY441-12440" fmla="*/ 2894508 h 4449429"/>
              <a:gd name="connsiteX442-12441" fmla="*/ 15089105 w 18982931"/>
              <a:gd name="connsiteY442-12442" fmla="*/ 2894508 h 4449429"/>
              <a:gd name="connsiteX443-12443" fmla="*/ 15089105 w 18982931"/>
              <a:gd name="connsiteY443-12444" fmla="*/ 2685661 h 4449429"/>
              <a:gd name="connsiteX444-12445" fmla="*/ 15043403 w 18982931"/>
              <a:gd name="connsiteY444-12446" fmla="*/ 2685661 h 4449429"/>
              <a:gd name="connsiteX445-12447" fmla="*/ 14951773 w 18982931"/>
              <a:gd name="connsiteY445-12448" fmla="*/ 2685661 h 4449429"/>
              <a:gd name="connsiteX446-12449" fmla="*/ 14951773 w 18982931"/>
              <a:gd name="connsiteY446-12450" fmla="*/ 2894508 h 4449429"/>
              <a:gd name="connsiteX447-12451" fmla="*/ 14997475 w 18982931"/>
              <a:gd name="connsiteY447-12452" fmla="*/ 2894508 h 4449429"/>
              <a:gd name="connsiteX448-12453" fmla="*/ 14997475 w 18982931"/>
              <a:gd name="connsiteY448-12454" fmla="*/ 2685661 h 4449429"/>
              <a:gd name="connsiteX449-12455" fmla="*/ 14951773 w 18982931"/>
              <a:gd name="connsiteY449-12456" fmla="*/ 2685661 h 4449429"/>
              <a:gd name="connsiteX450-12457" fmla="*/ 14860145 w 18982931"/>
              <a:gd name="connsiteY450-12458" fmla="*/ 2685661 h 4449429"/>
              <a:gd name="connsiteX451-12459" fmla="*/ 14860145 w 18982931"/>
              <a:gd name="connsiteY451-12460" fmla="*/ 2894508 h 4449429"/>
              <a:gd name="connsiteX452-12461" fmla="*/ 14905844 w 18982931"/>
              <a:gd name="connsiteY452-12462" fmla="*/ 2894508 h 4449429"/>
              <a:gd name="connsiteX453-12463" fmla="*/ 14905844 w 18982931"/>
              <a:gd name="connsiteY453-12464" fmla="*/ 2685661 h 4449429"/>
              <a:gd name="connsiteX454-12465" fmla="*/ 14860145 w 18982931"/>
              <a:gd name="connsiteY454-12466" fmla="*/ 2685661 h 4449429"/>
              <a:gd name="connsiteX455-12467" fmla="*/ 14768515 w 18982931"/>
              <a:gd name="connsiteY455-12468" fmla="*/ 2685661 h 4449429"/>
              <a:gd name="connsiteX456-12469" fmla="*/ 14768515 w 18982931"/>
              <a:gd name="connsiteY456-12470" fmla="*/ 2894508 h 4449429"/>
              <a:gd name="connsiteX457-12471" fmla="*/ 14814217 w 18982931"/>
              <a:gd name="connsiteY457-12472" fmla="*/ 2894508 h 4449429"/>
              <a:gd name="connsiteX458-12473" fmla="*/ 14814217 w 18982931"/>
              <a:gd name="connsiteY458-12474" fmla="*/ 2685661 h 4449429"/>
              <a:gd name="connsiteX459-12475" fmla="*/ 14768515 w 18982931"/>
              <a:gd name="connsiteY459-12476" fmla="*/ 2685661 h 4449429"/>
              <a:gd name="connsiteX460-12477" fmla="*/ 14676884 w 18982931"/>
              <a:gd name="connsiteY460-12478" fmla="*/ 2685661 h 4449429"/>
              <a:gd name="connsiteX461-12479" fmla="*/ 14676884 w 18982931"/>
              <a:gd name="connsiteY461-12480" fmla="*/ 2894508 h 4449429"/>
              <a:gd name="connsiteX462-12481" fmla="*/ 14722586 w 18982931"/>
              <a:gd name="connsiteY462-12482" fmla="*/ 2894508 h 4449429"/>
              <a:gd name="connsiteX463-12483" fmla="*/ 14722586 w 18982931"/>
              <a:gd name="connsiteY463-12484" fmla="*/ 2685661 h 4449429"/>
              <a:gd name="connsiteX464-12485" fmla="*/ 14676884 w 18982931"/>
              <a:gd name="connsiteY464-12486" fmla="*/ 2685661 h 4449429"/>
              <a:gd name="connsiteX465-12487" fmla="*/ 14585255 w 18982931"/>
              <a:gd name="connsiteY465-12488" fmla="*/ 2685661 h 4449429"/>
              <a:gd name="connsiteX466-12489" fmla="*/ 14585255 w 18982931"/>
              <a:gd name="connsiteY466-12490" fmla="*/ 2894508 h 4449429"/>
              <a:gd name="connsiteX467-12491" fmla="*/ 14630955 w 18982931"/>
              <a:gd name="connsiteY467-12492" fmla="*/ 2894508 h 4449429"/>
              <a:gd name="connsiteX468-12493" fmla="*/ 14630955 w 18982931"/>
              <a:gd name="connsiteY468-12494" fmla="*/ 2685661 h 4449429"/>
              <a:gd name="connsiteX469-12495" fmla="*/ 14585255 w 18982931"/>
              <a:gd name="connsiteY469-12496" fmla="*/ 2685661 h 4449429"/>
              <a:gd name="connsiteX470-12497" fmla="*/ 14493625 w 18982931"/>
              <a:gd name="connsiteY470-12498" fmla="*/ 2685661 h 4449429"/>
              <a:gd name="connsiteX471-12499" fmla="*/ 14493625 w 18982931"/>
              <a:gd name="connsiteY471-12500" fmla="*/ 2894508 h 4449429"/>
              <a:gd name="connsiteX472-12501" fmla="*/ 14539325 w 18982931"/>
              <a:gd name="connsiteY472-12502" fmla="*/ 2894508 h 4449429"/>
              <a:gd name="connsiteX473-12503" fmla="*/ 14539325 w 18982931"/>
              <a:gd name="connsiteY473-12504" fmla="*/ 2685661 h 4449429"/>
              <a:gd name="connsiteX474-12505" fmla="*/ 14493625 w 18982931"/>
              <a:gd name="connsiteY474-12506" fmla="*/ 2685661 h 4449429"/>
              <a:gd name="connsiteX475-12507" fmla="*/ 2875284 w 18982931"/>
              <a:gd name="connsiteY475-12508" fmla="*/ 2661196 h 4449429"/>
              <a:gd name="connsiteX476-12509" fmla="*/ 2875284 w 18982931"/>
              <a:gd name="connsiteY476-12510" fmla="*/ 3265443 h 4449429"/>
              <a:gd name="connsiteX477-12511" fmla="*/ 2913063 w 18982931"/>
              <a:gd name="connsiteY477-12512" fmla="*/ 3265443 h 4449429"/>
              <a:gd name="connsiteX478-12513" fmla="*/ 2913063 w 18982931"/>
              <a:gd name="connsiteY478-12514" fmla="*/ 2661196 h 4449429"/>
              <a:gd name="connsiteX479-12515" fmla="*/ 2875284 w 18982931"/>
              <a:gd name="connsiteY479-12516" fmla="*/ 2661196 h 4449429"/>
              <a:gd name="connsiteX480-12517" fmla="*/ 2769698 w 18982931"/>
              <a:gd name="connsiteY480-12518" fmla="*/ 2661196 h 4449429"/>
              <a:gd name="connsiteX481-12519" fmla="*/ 2769698 w 18982931"/>
              <a:gd name="connsiteY481-12520" fmla="*/ 3265443 h 4449429"/>
              <a:gd name="connsiteX482-12521" fmla="*/ 2807479 w 18982931"/>
              <a:gd name="connsiteY482-12522" fmla="*/ 3265443 h 4449429"/>
              <a:gd name="connsiteX483-12523" fmla="*/ 2807479 w 18982931"/>
              <a:gd name="connsiteY483-12524" fmla="*/ 2661196 h 4449429"/>
              <a:gd name="connsiteX484-12525" fmla="*/ 2769698 w 18982931"/>
              <a:gd name="connsiteY484-12526" fmla="*/ 2661196 h 4449429"/>
              <a:gd name="connsiteX485-12527" fmla="*/ 2664114 w 18982931"/>
              <a:gd name="connsiteY485-12528" fmla="*/ 2661196 h 4449429"/>
              <a:gd name="connsiteX486-12529" fmla="*/ 2664114 w 18982931"/>
              <a:gd name="connsiteY486-12530" fmla="*/ 3265443 h 4449429"/>
              <a:gd name="connsiteX487-12531" fmla="*/ 2701891 w 18982931"/>
              <a:gd name="connsiteY487-12532" fmla="*/ 3265443 h 4449429"/>
              <a:gd name="connsiteX488-12533" fmla="*/ 2701891 w 18982931"/>
              <a:gd name="connsiteY488-12534" fmla="*/ 2661196 h 4449429"/>
              <a:gd name="connsiteX489-12535" fmla="*/ 2664114 w 18982931"/>
              <a:gd name="connsiteY489-12536" fmla="*/ 2661196 h 4449429"/>
              <a:gd name="connsiteX490-12537" fmla="*/ 2558534 w 18982931"/>
              <a:gd name="connsiteY490-12538" fmla="*/ 2661196 h 4449429"/>
              <a:gd name="connsiteX491-12539" fmla="*/ 2558534 w 18982931"/>
              <a:gd name="connsiteY491-12540" fmla="*/ 3265443 h 4449429"/>
              <a:gd name="connsiteX492-12541" fmla="*/ 2596306 w 18982931"/>
              <a:gd name="connsiteY492-12542" fmla="*/ 3265443 h 4449429"/>
              <a:gd name="connsiteX493-12543" fmla="*/ 2596306 w 18982931"/>
              <a:gd name="connsiteY493-12544" fmla="*/ 2661196 h 4449429"/>
              <a:gd name="connsiteX494-12545" fmla="*/ 2558534 w 18982931"/>
              <a:gd name="connsiteY494-12546" fmla="*/ 2661196 h 4449429"/>
              <a:gd name="connsiteX495-12547" fmla="*/ 2980870 w 18982931"/>
              <a:gd name="connsiteY495-12548" fmla="*/ 2661194 h 4449429"/>
              <a:gd name="connsiteX496-12549" fmla="*/ 2980870 w 18982931"/>
              <a:gd name="connsiteY496-12550" fmla="*/ 3265442 h 4449429"/>
              <a:gd name="connsiteX497-12551" fmla="*/ 3018648 w 18982931"/>
              <a:gd name="connsiteY497-12552" fmla="*/ 3265442 h 4449429"/>
              <a:gd name="connsiteX498-12553" fmla="*/ 3018648 w 18982931"/>
              <a:gd name="connsiteY498-12554" fmla="*/ 2661194 h 4449429"/>
              <a:gd name="connsiteX499-12555" fmla="*/ 2980870 w 18982931"/>
              <a:gd name="connsiteY499-12556" fmla="*/ 2661194 h 4449429"/>
              <a:gd name="connsiteX500-12557" fmla="*/ 16374516 w 18982931"/>
              <a:gd name="connsiteY500-12558" fmla="*/ 2632791 h 4449429"/>
              <a:gd name="connsiteX501-12559" fmla="*/ 16374516 w 18982931"/>
              <a:gd name="connsiteY501-12560" fmla="*/ 3237039 h 4449429"/>
              <a:gd name="connsiteX502-12561" fmla="*/ 16412296 w 18982931"/>
              <a:gd name="connsiteY502-12562" fmla="*/ 3237039 h 4449429"/>
              <a:gd name="connsiteX503-12563" fmla="*/ 16412296 w 18982931"/>
              <a:gd name="connsiteY503-12564" fmla="*/ 2632791 h 4449429"/>
              <a:gd name="connsiteX504-12565" fmla="*/ 16374516 w 18982931"/>
              <a:gd name="connsiteY504-12566" fmla="*/ 2632791 h 4449429"/>
              <a:gd name="connsiteX505-12567" fmla="*/ 16268931 w 18982931"/>
              <a:gd name="connsiteY505-12568" fmla="*/ 2632791 h 4449429"/>
              <a:gd name="connsiteX506-12569" fmla="*/ 16268931 w 18982931"/>
              <a:gd name="connsiteY506-12570" fmla="*/ 3237039 h 4449429"/>
              <a:gd name="connsiteX507-12571" fmla="*/ 16306709 w 18982931"/>
              <a:gd name="connsiteY507-12572" fmla="*/ 3237039 h 4449429"/>
              <a:gd name="connsiteX508-12573" fmla="*/ 16306709 w 18982931"/>
              <a:gd name="connsiteY508-12574" fmla="*/ 2632791 h 4449429"/>
              <a:gd name="connsiteX509-12575" fmla="*/ 16268931 w 18982931"/>
              <a:gd name="connsiteY509-12576" fmla="*/ 2632791 h 4449429"/>
              <a:gd name="connsiteX510-12577" fmla="*/ 16163344 w 18982931"/>
              <a:gd name="connsiteY510-12578" fmla="*/ 2632791 h 4449429"/>
              <a:gd name="connsiteX511-12579" fmla="*/ 16163344 w 18982931"/>
              <a:gd name="connsiteY511-12580" fmla="*/ 3237039 h 4449429"/>
              <a:gd name="connsiteX512-12581" fmla="*/ 16201125 w 18982931"/>
              <a:gd name="connsiteY512-12582" fmla="*/ 3237039 h 4449429"/>
              <a:gd name="connsiteX513-12583" fmla="*/ 16201125 w 18982931"/>
              <a:gd name="connsiteY513-12584" fmla="*/ 2632791 h 4449429"/>
              <a:gd name="connsiteX514-12585" fmla="*/ 16163344 w 18982931"/>
              <a:gd name="connsiteY514-12586" fmla="*/ 2632791 h 4449429"/>
              <a:gd name="connsiteX515-12587" fmla="*/ 16057760 w 18982931"/>
              <a:gd name="connsiteY515-12588" fmla="*/ 2632791 h 4449429"/>
              <a:gd name="connsiteX516-12589" fmla="*/ 16057760 w 18982931"/>
              <a:gd name="connsiteY516-12590" fmla="*/ 3237039 h 4449429"/>
              <a:gd name="connsiteX517-12591" fmla="*/ 16095537 w 18982931"/>
              <a:gd name="connsiteY517-12592" fmla="*/ 3237039 h 4449429"/>
              <a:gd name="connsiteX518-12593" fmla="*/ 16095537 w 18982931"/>
              <a:gd name="connsiteY518-12594" fmla="*/ 2632791 h 4449429"/>
              <a:gd name="connsiteX519-12595" fmla="*/ 16057760 w 18982931"/>
              <a:gd name="connsiteY519-12596" fmla="*/ 2632791 h 4449429"/>
              <a:gd name="connsiteX520-12597" fmla="*/ 16480103 w 18982931"/>
              <a:gd name="connsiteY520-12598" fmla="*/ 2632790 h 4449429"/>
              <a:gd name="connsiteX521-12599" fmla="*/ 16480103 w 18982931"/>
              <a:gd name="connsiteY521-12600" fmla="*/ 3237037 h 4449429"/>
              <a:gd name="connsiteX522-12601" fmla="*/ 16517880 w 18982931"/>
              <a:gd name="connsiteY522-12602" fmla="*/ 3237037 h 4449429"/>
              <a:gd name="connsiteX523-12603" fmla="*/ 16517880 w 18982931"/>
              <a:gd name="connsiteY523-12604" fmla="*/ 2632790 h 4449429"/>
              <a:gd name="connsiteX524-12605" fmla="*/ 16480103 w 18982931"/>
              <a:gd name="connsiteY524-12606" fmla="*/ 2632790 h 4449429"/>
              <a:gd name="connsiteX525-12607" fmla="*/ 1596781 w 18982931"/>
              <a:gd name="connsiteY525-12608" fmla="*/ 2622561 h 4449429"/>
              <a:gd name="connsiteX526-12609" fmla="*/ 1596781 w 18982931"/>
              <a:gd name="connsiteY526-12610" fmla="*/ 2668261 h 4449429"/>
              <a:gd name="connsiteX527-12611" fmla="*/ 1805629 w 18982931"/>
              <a:gd name="connsiteY527-12612" fmla="*/ 2668261 h 4449429"/>
              <a:gd name="connsiteX528-12613" fmla="*/ 1805629 w 18982931"/>
              <a:gd name="connsiteY528-12614" fmla="*/ 2622561 h 4449429"/>
              <a:gd name="connsiteX529-12615" fmla="*/ 1596781 w 18982931"/>
              <a:gd name="connsiteY529-12616" fmla="*/ 2622561 h 4449429"/>
              <a:gd name="connsiteX530-12617" fmla="*/ 1596781 w 18982931"/>
              <a:gd name="connsiteY530-12618" fmla="*/ 2530932 h 4449429"/>
              <a:gd name="connsiteX531-12619" fmla="*/ 1596781 w 18982931"/>
              <a:gd name="connsiteY531-12620" fmla="*/ 2576632 h 4449429"/>
              <a:gd name="connsiteX532-12621" fmla="*/ 1805629 w 18982931"/>
              <a:gd name="connsiteY532-12622" fmla="*/ 2576632 h 4449429"/>
              <a:gd name="connsiteX533-12623" fmla="*/ 1805629 w 18982931"/>
              <a:gd name="connsiteY533-12624" fmla="*/ 2530932 h 4449429"/>
              <a:gd name="connsiteX534-12625" fmla="*/ 1596781 w 18982931"/>
              <a:gd name="connsiteY534-12626" fmla="*/ 2530932 h 4449429"/>
              <a:gd name="connsiteX535-12627" fmla="*/ 1596781 w 18982931"/>
              <a:gd name="connsiteY535-12628" fmla="*/ 2439301 h 4449429"/>
              <a:gd name="connsiteX536-12629" fmla="*/ 1596781 w 18982931"/>
              <a:gd name="connsiteY536-12630" fmla="*/ 2485002 h 4449429"/>
              <a:gd name="connsiteX537-12631" fmla="*/ 1805629 w 18982931"/>
              <a:gd name="connsiteY537-12632" fmla="*/ 2485002 h 4449429"/>
              <a:gd name="connsiteX538-12633" fmla="*/ 1805629 w 18982931"/>
              <a:gd name="connsiteY538-12634" fmla="*/ 2439301 h 4449429"/>
              <a:gd name="connsiteX539-12635" fmla="*/ 1596781 w 18982931"/>
              <a:gd name="connsiteY539-12636" fmla="*/ 2439301 h 4449429"/>
              <a:gd name="connsiteX540-12637" fmla="*/ 17217171 w 18982931"/>
              <a:gd name="connsiteY540-12638" fmla="*/ 2397981 h 4449429"/>
              <a:gd name="connsiteX541-12639" fmla="*/ 17217171 w 18982931"/>
              <a:gd name="connsiteY541-12640" fmla="*/ 2434557 h 4449429"/>
              <a:gd name="connsiteX542-12641" fmla="*/ 17582931 w 18982931"/>
              <a:gd name="connsiteY542-12642" fmla="*/ 2434557 h 4449429"/>
              <a:gd name="connsiteX543-12643" fmla="*/ 17582931 w 18982931"/>
              <a:gd name="connsiteY543-12644" fmla="*/ 2397981 h 4449429"/>
              <a:gd name="connsiteX544-12645" fmla="*/ 17217171 w 18982931"/>
              <a:gd name="connsiteY544-12646" fmla="*/ 2397981 h 4449429"/>
              <a:gd name="connsiteX545-12647" fmla="*/ 9762349 w 18982931"/>
              <a:gd name="connsiteY545-12648" fmla="*/ 2057780 h 4449429"/>
              <a:gd name="connsiteX546-12649" fmla="*/ 9762349 w 18982931"/>
              <a:gd name="connsiteY546-12650" fmla="*/ 2266627 h 4449429"/>
              <a:gd name="connsiteX547-12651" fmla="*/ 9808049 w 18982931"/>
              <a:gd name="connsiteY547-12652" fmla="*/ 2266627 h 4449429"/>
              <a:gd name="connsiteX548-12653" fmla="*/ 9808049 w 18982931"/>
              <a:gd name="connsiteY548-12654" fmla="*/ 2057780 h 4449429"/>
              <a:gd name="connsiteX549-12655" fmla="*/ 9762349 w 18982931"/>
              <a:gd name="connsiteY549-12656" fmla="*/ 2057780 h 4449429"/>
              <a:gd name="connsiteX550-12657" fmla="*/ 9670720 w 18982931"/>
              <a:gd name="connsiteY550-12658" fmla="*/ 2057780 h 4449429"/>
              <a:gd name="connsiteX551-12659" fmla="*/ 9670720 w 18982931"/>
              <a:gd name="connsiteY551-12660" fmla="*/ 2266627 h 4449429"/>
              <a:gd name="connsiteX552-12661" fmla="*/ 9716420 w 18982931"/>
              <a:gd name="connsiteY552-12662" fmla="*/ 2266627 h 4449429"/>
              <a:gd name="connsiteX553-12663" fmla="*/ 9716420 w 18982931"/>
              <a:gd name="connsiteY553-12664" fmla="*/ 2057780 h 4449429"/>
              <a:gd name="connsiteX554-12665" fmla="*/ 9670720 w 18982931"/>
              <a:gd name="connsiteY554-12666" fmla="*/ 2057780 h 4449429"/>
              <a:gd name="connsiteX555-12667" fmla="*/ 9579089 w 18982931"/>
              <a:gd name="connsiteY555-12668" fmla="*/ 2057780 h 4449429"/>
              <a:gd name="connsiteX556-12669" fmla="*/ 9579089 w 18982931"/>
              <a:gd name="connsiteY556-12670" fmla="*/ 2266627 h 4449429"/>
              <a:gd name="connsiteX557-12671" fmla="*/ 9624790 w 18982931"/>
              <a:gd name="connsiteY557-12672" fmla="*/ 2266627 h 4449429"/>
              <a:gd name="connsiteX558-12673" fmla="*/ 9624790 w 18982931"/>
              <a:gd name="connsiteY558-12674" fmla="*/ 2057780 h 4449429"/>
              <a:gd name="connsiteX559-12675" fmla="*/ 9579089 w 18982931"/>
              <a:gd name="connsiteY559-12676" fmla="*/ 2057780 h 4449429"/>
              <a:gd name="connsiteX560-12677" fmla="*/ 9487461 w 18982931"/>
              <a:gd name="connsiteY560-12678" fmla="*/ 2057780 h 4449429"/>
              <a:gd name="connsiteX561-12679" fmla="*/ 9487461 w 18982931"/>
              <a:gd name="connsiteY561-12680" fmla="*/ 2266627 h 4449429"/>
              <a:gd name="connsiteX562-12681" fmla="*/ 9533161 w 18982931"/>
              <a:gd name="connsiteY562-12682" fmla="*/ 2266627 h 4449429"/>
              <a:gd name="connsiteX563-12683" fmla="*/ 9533161 w 18982931"/>
              <a:gd name="connsiteY563-12684" fmla="*/ 2057780 h 4449429"/>
              <a:gd name="connsiteX564-12685" fmla="*/ 9487461 w 18982931"/>
              <a:gd name="connsiteY564-12686" fmla="*/ 2057780 h 4449429"/>
              <a:gd name="connsiteX565-12687" fmla="*/ 9395836 w 18982931"/>
              <a:gd name="connsiteY565-12688" fmla="*/ 2057780 h 4449429"/>
              <a:gd name="connsiteX566-12689" fmla="*/ 9395836 w 18982931"/>
              <a:gd name="connsiteY566-12690" fmla="*/ 2266627 h 4449429"/>
              <a:gd name="connsiteX567-12691" fmla="*/ 9441534 w 18982931"/>
              <a:gd name="connsiteY567-12692" fmla="*/ 2266627 h 4449429"/>
              <a:gd name="connsiteX568-12693" fmla="*/ 9441534 w 18982931"/>
              <a:gd name="connsiteY568-12694" fmla="*/ 2057780 h 4449429"/>
              <a:gd name="connsiteX569-12695" fmla="*/ 9395836 w 18982931"/>
              <a:gd name="connsiteY569-12696" fmla="*/ 2057780 h 4449429"/>
              <a:gd name="connsiteX570-12697" fmla="*/ 9304202 w 18982931"/>
              <a:gd name="connsiteY570-12698" fmla="*/ 2057780 h 4449429"/>
              <a:gd name="connsiteX571-12699" fmla="*/ 9304202 w 18982931"/>
              <a:gd name="connsiteY571-12700" fmla="*/ 2266627 h 4449429"/>
              <a:gd name="connsiteX572-12701" fmla="*/ 9349902 w 18982931"/>
              <a:gd name="connsiteY572-12702" fmla="*/ 2266627 h 4449429"/>
              <a:gd name="connsiteX573-12703" fmla="*/ 9349902 w 18982931"/>
              <a:gd name="connsiteY573-12704" fmla="*/ 2057780 h 4449429"/>
              <a:gd name="connsiteX574-12705" fmla="*/ 9304202 w 18982931"/>
              <a:gd name="connsiteY574-12706" fmla="*/ 2057780 h 4449429"/>
              <a:gd name="connsiteX575-12707" fmla="*/ 9212570 w 18982931"/>
              <a:gd name="connsiteY575-12708" fmla="*/ 2057780 h 4449429"/>
              <a:gd name="connsiteX576-12709" fmla="*/ 9212570 w 18982931"/>
              <a:gd name="connsiteY576-12710" fmla="*/ 2266627 h 4449429"/>
              <a:gd name="connsiteX577-12711" fmla="*/ 9258270 w 18982931"/>
              <a:gd name="connsiteY577-12712" fmla="*/ 2266627 h 4449429"/>
              <a:gd name="connsiteX578-12713" fmla="*/ 9258270 w 18982931"/>
              <a:gd name="connsiteY578-12714" fmla="*/ 2057780 h 4449429"/>
              <a:gd name="connsiteX579-12715" fmla="*/ 9212570 w 18982931"/>
              <a:gd name="connsiteY579-12716" fmla="*/ 2057780 h 4449429"/>
              <a:gd name="connsiteX580-12717" fmla="*/ 14092702 w 18982931"/>
              <a:gd name="connsiteY580-12718" fmla="*/ 1859157 h 4449429"/>
              <a:gd name="connsiteX581-12719" fmla="*/ 14092702 w 18982931"/>
              <a:gd name="connsiteY581-12720" fmla="*/ 1895733 h 4449429"/>
              <a:gd name="connsiteX582-12721" fmla="*/ 14458462 w 18982931"/>
              <a:gd name="connsiteY582-12722" fmla="*/ 1895733 h 4449429"/>
              <a:gd name="connsiteX583-12723" fmla="*/ 14458462 w 18982931"/>
              <a:gd name="connsiteY583-12724" fmla="*/ 1859157 h 4449429"/>
              <a:gd name="connsiteX584-12725" fmla="*/ 14092702 w 18982931"/>
              <a:gd name="connsiteY584-12726" fmla="*/ 1859157 h 4449429"/>
              <a:gd name="connsiteX585-12727" fmla="*/ 17871603 w 18982931"/>
              <a:gd name="connsiteY585-12728" fmla="*/ 1806939 h 4449429"/>
              <a:gd name="connsiteX586-12729" fmla="*/ 17871603 w 18982931"/>
              <a:gd name="connsiteY586-12730" fmla="*/ 1809649 h 4449429"/>
              <a:gd name="connsiteX587-12731" fmla="*/ 17871627 w 18982931"/>
              <a:gd name="connsiteY587-12732" fmla="*/ 1809649 h 4449429"/>
              <a:gd name="connsiteX588-12733" fmla="*/ 17871603 w 18982931"/>
              <a:gd name="connsiteY588-12734" fmla="*/ 1806939 h 4449429"/>
              <a:gd name="connsiteX589-12735" fmla="*/ 18172695 w 18982931"/>
              <a:gd name="connsiteY589-12736" fmla="*/ 1733739 h 4449429"/>
              <a:gd name="connsiteX590-12737" fmla="*/ 18172695 w 18982931"/>
              <a:gd name="connsiteY590-12738" fmla="*/ 1870899 h 4449429"/>
              <a:gd name="connsiteX591-12739" fmla="*/ 18209271 w 18982931"/>
              <a:gd name="connsiteY591-12740" fmla="*/ 1870899 h 4449429"/>
              <a:gd name="connsiteX592-12741" fmla="*/ 18209271 w 18982931"/>
              <a:gd name="connsiteY592-12742" fmla="*/ 1733739 h 4449429"/>
              <a:gd name="connsiteX593-12743" fmla="*/ 18172695 w 18982931"/>
              <a:gd name="connsiteY593-12744" fmla="*/ 1733739 h 4449429"/>
              <a:gd name="connsiteX594-12745" fmla="*/ 18104295 w 18982931"/>
              <a:gd name="connsiteY594-12746" fmla="*/ 1733739 h 4449429"/>
              <a:gd name="connsiteX595-12747" fmla="*/ 18104295 w 18982931"/>
              <a:gd name="connsiteY595-12748" fmla="*/ 1870899 h 4449429"/>
              <a:gd name="connsiteX596-12749" fmla="*/ 18140871 w 18982931"/>
              <a:gd name="connsiteY596-12750" fmla="*/ 1870899 h 4449429"/>
              <a:gd name="connsiteX597-12751" fmla="*/ 18140871 w 18982931"/>
              <a:gd name="connsiteY597-12752" fmla="*/ 1733739 h 4449429"/>
              <a:gd name="connsiteX598-12753" fmla="*/ 18104295 w 18982931"/>
              <a:gd name="connsiteY598-12754" fmla="*/ 1733739 h 4449429"/>
              <a:gd name="connsiteX599-12755" fmla="*/ 18035895 w 18982931"/>
              <a:gd name="connsiteY599-12756" fmla="*/ 1733739 h 4449429"/>
              <a:gd name="connsiteX600-12757" fmla="*/ 18035895 w 18982931"/>
              <a:gd name="connsiteY600-12758" fmla="*/ 1870899 h 4449429"/>
              <a:gd name="connsiteX601-12759" fmla="*/ 18072471 w 18982931"/>
              <a:gd name="connsiteY601-12760" fmla="*/ 1870899 h 4449429"/>
              <a:gd name="connsiteX602-12761" fmla="*/ 18072471 w 18982931"/>
              <a:gd name="connsiteY602-12762" fmla="*/ 1733739 h 4449429"/>
              <a:gd name="connsiteX603-12763" fmla="*/ 18035895 w 18982931"/>
              <a:gd name="connsiteY603-12764" fmla="*/ 1733739 h 4449429"/>
              <a:gd name="connsiteX604-12765" fmla="*/ 17967493 w 18982931"/>
              <a:gd name="connsiteY604-12766" fmla="*/ 1733739 h 4449429"/>
              <a:gd name="connsiteX605-12767" fmla="*/ 17967493 w 18982931"/>
              <a:gd name="connsiteY605-12768" fmla="*/ 1870899 h 4449429"/>
              <a:gd name="connsiteX606-12769" fmla="*/ 18004069 w 18982931"/>
              <a:gd name="connsiteY606-12770" fmla="*/ 1870899 h 4449429"/>
              <a:gd name="connsiteX607-12771" fmla="*/ 18004069 w 18982931"/>
              <a:gd name="connsiteY607-12772" fmla="*/ 1733739 h 4449429"/>
              <a:gd name="connsiteX608-12773" fmla="*/ 17967493 w 18982931"/>
              <a:gd name="connsiteY608-12774" fmla="*/ 1733739 h 4449429"/>
              <a:gd name="connsiteX609-12775" fmla="*/ 14251161 w 18982931"/>
              <a:gd name="connsiteY609-12776" fmla="*/ 868400 h 4449429"/>
              <a:gd name="connsiteX610-12777" fmla="*/ 14251161 w 18982931"/>
              <a:gd name="connsiteY610-12778" fmla="*/ 1005560 h 4449429"/>
              <a:gd name="connsiteX611-12779" fmla="*/ 14287737 w 18982931"/>
              <a:gd name="connsiteY611-12780" fmla="*/ 1005560 h 4449429"/>
              <a:gd name="connsiteX612-12781" fmla="*/ 14287737 w 18982931"/>
              <a:gd name="connsiteY612-12782" fmla="*/ 868400 h 4449429"/>
              <a:gd name="connsiteX613-12783" fmla="*/ 14251161 w 18982931"/>
              <a:gd name="connsiteY613-12784" fmla="*/ 868400 h 4449429"/>
              <a:gd name="connsiteX614-12785" fmla="*/ 14182760 w 18982931"/>
              <a:gd name="connsiteY614-12786" fmla="*/ 868400 h 4449429"/>
              <a:gd name="connsiteX615-12787" fmla="*/ 14182760 w 18982931"/>
              <a:gd name="connsiteY615-12788" fmla="*/ 1005560 h 4449429"/>
              <a:gd name="connsiteX616-12789" fmla="*/ 14219336 w 18982931"/>
              <a:gd name="connsiteY616-12790" fmla="*/ 1005560 h 4449429"/>
              <a:gd name="connsiteX617-12791" fmla="*/ 14219336 w 18982931"/>
              <a:gd name="connsiteY617-12792" fmla="*/ 868400 h 4449429"/>
              <a:gd name="connsiteX618-12793" fmla="*/ 14182760 w 18982931"/>
              <a:gd name="connsiteY618-12794" fmla="*/ 868400 h 4449429"/>
              <a:gd name="connsiteX619-12795" fmla="*/ 14114359 w 18982931"/>
              <a:gd name="connsiteY619-12796" fmla="*/ 868400 h 4449429"/>
              <a:gd name="connsiteX620-12797" fmla="*/ 14114359 w 18982931"/>
              <a:gd name="connsiteY620-12798" fmla="*/ 1005560 h 4449429"/>
              <a:gd name="connsiteX621-12799" fmla="*/ 14150935 w 18982931"/>
              <a:gd name="connsiteY621-12800" fmla="*/ 1005560 h 4449429"/>
              <a:gd name="connsiteX622-12801" fmla="*/ 14150935 w 18982931"/>
              <a:gd name="connsiteY622-12802" fmla="*/ 868400 h 4449429"/>
              <a:gd name="connsiteX623-12803" fmla="*/ 14114359 w 18982931"/>
              <a:gd name="connsiteY623-12804" fmla="*/ 868400 h 4449429"/>
              <a:gd name="connsiteX624-12805" fmla="*/ 4788216 w 18982931"/>
              <a:gd name="connsiteY624-12806" fmla="*/ 807315 h 4449429"/>
              <a:gd name="connsiteX625-12807" fmla="*/ 4788216 w 18982931"/>
              <a:gd name="connsiteY625-12808" fmla="*/ 944475 h 4449429"/>
              <a:gd name="connsiteX626-12809" fmla="*/ 4824792 w 18982931"/>
              <a:gd name="connsiteY626-12810" fmla="*/ 944475 h 4449429"/>
              <a:gd name="connsiteX627-12811" fmla="*/ 4824792 w 18982931"/>
              <a:gd name="connsiteY627-12812" fmla="*/ 807315 h 4449429"/>
              <a:gd name="connsiteX628-12813" fmla="*/ 4788216 w 18982931"/>
              <a:gd name="connsiteY628-12814" fmla="*/ 807315 h 4449429"/>
              <a:gd name="connsiteX629-12815" fmla="*/ 4719815 w 18982931"/>
              <a:gd name="connsiteY629-12816" fmla="*/ 807315 h 4449429"/>
              <a:gd name="connsiteX630-12817" fmla="*/ 4719815 w 18982931"/>
              <a:gd name="connsiteY630-12818" fmla="*/ 944475 h 4449429"/>
              <a:gd name="connsiteX631-12819" fmla="*/ 4756391 w 18982931"/>
              <a:gd name="connsiteY631-12820" fmla="*/ 944475 h 4449429"/>
              <a:gd name="connsiteX632-12821" fmla="*/ 4756391 w 18982931"/>
              <a:gd name="connsiteY632-12822" fmla="*/ 807315 h 4449429"/>
              <a:gd name="connsiteX633-12823" fmla="*/ 4719815 w 18982931"/>
              <a:gd name="connsiteY633-12824" fmla="*/ 807315 h 4449429"/>
              <a:gd name="connsiteX634-12825" fmla="*/ 4651414 w 18982931"/>
              <a:gd name="connsiteY634-12826" fmla="*/ 807315 h 4449429"/>
              <a:gd name="connsiteX635-12827" fmla="*/ 4651414 w 18982931"/>
              <a:gd name="connsiteY635-12828" fmla="*/ 944475 h 4449429"/>
              <a:gd name="connsiteX636-12829" fmla="*/ 4687992 w 18982931"/>
              <a:gd name="connsiteY636-12830" fmla="*/ 944475 h 4449429"/>
              <a:gd name="connsiteX637-12831" fmla="*/ 4687992 w 18982931"/>
              <a:gd name="connsiteY637-12832" fmla="*/ 807315 h 4449429"/>
              <a:gd name="connsiteX638-12833" fmla="*/ 4651414 w 18982931"/>
              <a:gd name="connsiteY638-12834" fmla="*/ 807315 h 4449429"/>
              <a:gd name="connsiteX639-12835" fmla="*/ 2212838 w 18982931"/>
              <a:gd name="connsiteY639-12836" fmla="*/ 748887 h 4449429"/>
              <a:gd name="connsiteX640-12837" fmla="*/ 2212838 w 18982931"/>
              <a:gd name="connsiteY640-12838" fmla="*/ 886047 h 4449429"/>
              <a:gd name="connsiteX641-12839" fmla="*/ 2249414 w 18982931"/>
              <a:gd name="connsiteY641-12840" fmla="*/ 886047 h 4449429"/>
              <a:gd name="connsiteX642-12841" fmla="*/ 2249414 w 18982931"/>
              <a:gd name="connsiteY642-12842" fmla="*/ 748887 h 4449429"/>
              <a:gd name="connsiteX643-12843" fmla="*/ 2212838 w 18982931"/>
              <a:gd name="connsiteY643-12844" fmla="*/ 748887 h 4449429"/>
              <a:gd name="connsiteX644-12845" fmla="*/ 2144438 w 18982931"/>
              <a:gd name="connsiteY644-12846" fmla="*/ 748887 h 4449429"/>
              <a:gd name="connsiteX645-12847" fmla="*/ 2144438 w 18982931"/>
              <a:gd name="connsiteY645-12848" fmla="*/ 886047 h 4449429"/>
              <a:gd name="connsiteX646-12849" fmla="*/ 2181014 w 18982931"/>
              <a:gd name="connsiteY646-12850" fmla="*/ 886047 h 4449429"/>
              <a:gd name="connsiteX647-12851" fmla="*/ 2181014 w 18982931"/>
              <a:gd name="connsiteY647-12852" fmla="*/ 748887 h 4449429"/>
              <a:gd name="connsiteX648-12853" fmla="*/ 2144438 w 18982931"/>
              <a:gd name="connsiteY648-12854" fmla="*/ 748887 h 4449429"/>
              <a:gd name="connsiteX649-12855" fmla="*/ 2076037 w 18982931"/>
              <a:gd name="connsiteY649-12856" fmla="*/ 748887 h 4449429"/>
              <a:gd name="connsiteX650-12857" fmla="*/ 2076037 w 18982931"/>
              <a:gd name="connsiteY650-12858" fmla="*/ 886047 h 4449429"/>
              <a:gd name="connsiteX651-12859" fmla="*/ 2112612 w 18982931"/>
              <a:gd name="connsiteY651-12860" fmla="*/ 886047 h 4449429"/>
              <a:gd name="connsiteX652-12861" fmla="*/ 2112612 w 18982931"/>
              <a:gd name="connsiteY652-12862" fmla="*/ 748887 h 4449429"/>
              <a:gd name="connsiteX653-12863" fmla="*/ 2076037 w 18982931"/>
              <a:gd name="connsiteY653-12864" fmla="*/ 748887 h 4449429"/>
              <a:gd name="connsiteX654-12865" fmla="*/ 2007635 w 18982931"/>
              <a:gd name="connsiteY654-12866" fmla="*/ 748887 h 4449429"/>
              <a:gd name="connsiteX655-12867" fmla="*/ 2007635 w 18982931"/>
              <a:gd name="connsiteY655-12868" fmla="*/ 886047 h 4449429"/>
              <a:gd name="connsiteX656-12869" fmla="*/ 2044211 w 18982931"/>
              <a:gd name="connsiteY656-12870" fmla="*/ 886047 h 4449429"/>
              <a:gd name="connsiteX657-12871" fmla="*/ 2044211 w 18982931"/>
              <a:gd name="connsiteY657-12872" fmla="*/ 748887 h 4449429"/>
              <a:gd name="connsiteX658-12873" fmla="*/ 2007635 w 18982931"/>
              <a:gd name="connsiteY658-12874" fmla="*/ 748887 h 4449429"/>
              <a:gd name="connsiteX659-12875" fmla="*/ 17088019 w 18982931"/>
              <a:gd name="connsiteY659-12876" fmla="*/ 737716 h 4449429"/>
              <a:gd name="connsiteX660-12877" fmla="*/ 17088019 w 18982931"/>
              <a:gd name="connsiteY660-12878" fmla="*/ 825107 h 4449429"/>
              <a:gd name="connsiteX661-12879" fmla="*/ 17124595 w 18982931"/>
              <a:gd name="connsiteY661-12880" fmla="*/ 825107 h 4449429"/>
              <a:gd name="connsiteX662-12881" fmla="*/ 17124595 w 18982931"/>
              <a:gd name="connsiteY662-12882" fmla="*/ 737716 h 4449429"/>
              <a:gd name="connsiteX663-12883" fmla="*/ 17088019 w 18982931"/>
              <a:gd name="connsiteY663-12884" fmla="*/ 737716 h 4449429"/>
              <a:gd name="connsiteX664-12885" fmla="*/ 17021803 w 18982931"/>
              <a:gd name="connsiteY664-12886" fmla="*/ 737716 h 4449429"/>
              <a:gd name="connsiteX665-12887" fmla="*/ 17021803 w 18982931"/>
              <a:gd name="connsiteY665-12888" fmla="*/ 825107 h 4449429"/>
              <a:gd name="connsiteX666-12889" fmla="*/ 17058379 w 18982931"/>
              <a:gd name="connsiteY666-12890" fmla="*/ 825107 h 4449429"/>
              <a:gd name="connsiteX667-12891" fmla="*/ 17058379 w 18982931"/>
              <a:gd name="connsiteY667-12892" fmla="*/ 737716 h 4449429"/>
              <a:gd name="connsiteX668-12893" fmla="*/ 17021803 w 18982931"/>
              <a:gd name="connsiteY668-12894" fmla="*/ 737716 h 4449429"/>
              <a:gd name="connsiteX669-12895" fmla="*/ 16955591 w 18982931"/>
              <a:gd name="connsiteY669-12896" fmla="*/ 737716 h 4449429"/>
              <a:gd name="connsiteX670-12897" fmla="*/ 16955591 w 18982931"/>
              <a:gd name="connsiteY670-12898" fmla="*/ 825107 h 4449429"/>
              <a:gd name="connsiteX671-12899" fmla="*/ 16992167 w 18982931"/>
              <a:gd name="connsiteY671-12900" fmla="*/ 825107 h 4449429"/>
              <a:gd name="connsiteX672-12901" fmla="*/ 16992167 w 18982931"/>
              <a:gd name="connsiteY672-12902" fmla="*/ 737716 h 4449429"/>
              <a:gd name="connsiteX673-12903" fmla="*/ 16955591 w 18982931"/>
              <a:gd name="connsiteY673-12904" fmla="*/ 737716 h 4449429"/>
              <a:gd name="connsiteX674-12905" fmla="*/ 16889375 w 18982931"/>
              <a:gd name="connsiteY674-12906" fmla="*/ 737716 h 4449429"/>
              <a:gd name="connsiteX675-12907" fmla="*/ 16889375 w 18982931"/>
              <a:gd name="connsiteY675-12908" fmla="*/ 825107 h 4449429"/>
              <a:gd name="connsiteX676-12909" fmla="*/ 16925951 w 18982931"/>
              <a:gd name="connsiteY676-12910" fmla="*/ 825107 h 4449429"/>
              <a:gd name="connsiteX677-12911" fmla="*/ 16925951 w 18982931"/>
              <a:gd name="connsiteY677-12912" fmla="*/ 737716 h 4449429"/>
              <a:gd name="connsiteX678-12913" fmla="*/ 16889375 w 18982931"/>
              <a:gd name="connsiteY678-12914" fmla="*/ 737716 h 4449429"/>
              <a:gd name="connsiteX679-12915" fmla="*/ 16823163 w 18982931"/>
              <a:gd name="connsiteY679-12916" fmla="*/ 737716 h 4449429"/>
              <a:gd name="connsiteX680-12917" fmla="*/ 16823163 w 18982931"/>
              <a:gd name="connsiteY680-12918" fmla="*/ 825107 h 4449429"/>
              <a:gd name="connsiteX681-12919" fmla="*/ 16859739 w 18982931"/>
              <a:gd name="connsiteY681-12920" fmla="*/ 825107 h 4449429"/>
              <a:gd name="connsiteX682-12921" fmla="*/ 16859739 w 18982931"/>
              <a:gd name="connsiteY682-12922" fmla="*/ 737716 h 4449429"/>
              <a:gd name="connsiteX683-12923" fmla="*/ 16823163 w 18982931"/>
              <a:gd name="connsiteY683-12924" fmla="*/ 737716 h 4449429"/>
              <a:gd name="connsiteX684-12925" fmla="*/ 16756948 w 18982931"/>
              <a:gd name="connsiteY684-12926" fmla="*/ 737716 h 4449429"/>
              <a:gd name="connsiteX685-12927" fmla="*/ 16756948 w 18982931"/>
              <a:gd name="connsiteY685-12928" fmla="*/ 825107 h 4449429"/>
              <a:gd name="connsiteX686-12929" fmla="*/ 16793523 w 18982931"/>
              <a:gd name="connsiteY686-12930" fmla="*/ 825107 h 4449429"/>
              <a:gd name="connsiteX687-12931" fmla="*/ 16793523 w 18982931"/>
              <a:gd name="connsiteY687-12932" fmla="*/ 737716 h 4449429"/>
              <a:gd name="connsiteX688-12933" fmla="*/ 16756948 w 18982931"/>
              <a:gd name="connsiteY688-12934" fmla="*/ 737716 h 4449429"/>
              <a:gd name="connsiteX689-12935" fmla="*/ 13739104 w 18982931"/>
              <a:gd name="connsiteY689-12936" fmla="*/ 0 h 4449429"/>
              <a:gd name="connsiteX690-12937" fmla="*/ 13842002 w 18982931"/>
              <a:gd name="connsiteY690-12938" fmla="*/ 0 h 4449429"/>
              <a:gd name="connsiteX691-12939" fmla="*/ 13883163 w 18982931"/>
              <a:gd name="connsiteY691-12940" fmla="*/ 428067 h 4449429"/>
              <a:gd name="connsiteX692-12941" fmla="*/ 13883163 w 18982931"/>
              <a:gd name="connsiteY692-12942" fmla="*/ 456882 h 4449429"/>
              <a:gd name="connsiteX693-12943" fmla="*/ 13907863 w 18982931"/>
              <a:gd name="connsiteY693-12944" fmla="*/ 954919 h 4449429"/>
              <a:gd name="connsiteX694-12945" fmla="*/ 13911978 w 18982931"/>
              <a:gd name="connsiteY694-12946" fmla="*/ 1679340 h 4449429"/>
              <a:gd name="connsiteX695-12947" fmla="*/ 13916091 w 18982931"/>
              <a:gd name="connsiteY695-12948" fmla="*/ 2058015 h 4449429"/>
              <a:gd name="connsiteX696-12949" fmla="*/ 13936673 w 18982931"/>
              <a:gd name="connsiteY696-12950" fmla="*/ 2086829 h 4449429"/>
              <a:gd name="connsiteX697-12951" fmla="*/ 13953138 w 18982931"/>
              <a:gd name="connsiteY697-12952" fmla="*/ 2058015 h 4449429"/>
              <a:gd name="connsiteX698-12953" fmla="*/ 13953138 w 18982931"/>
              <a:gd name="connsiteY698-12954" fmla="*/ 1955115 h 4449429"/>
              <a:gd name="connsiteX699-12955" fmla="*/ 13965483 w 18982931"/>
              <a:gd name="connsiteY699-12956" fmla="*/ 1922188 h 4449429"/>
              <a:gd name="connsiteX700-12957" fmla="*/ 13986066 w 18982931"/>
              <a:gd name="connsiteY700-12958" fmla="*/ 1876909 h 4449429"/>
              <a:gd name="connsiteX701-12959" fmla="*/ 13986066 w 18982931"/>
              <a:gd name="connsiteY701-12960" fmla="*/ 1625834 h 4449429"/>
              <a:gd name="connsiteX702-12961" fmla="*/ 14051922 w 18982931"/>
              <a:gd name="connsiteY702-12962" fmla="*/ 1617602 h 4449429"/>
              <a:gd name="connsiteX703-12963" fmla="*/ 14047992 w 18982931"/>
              <a:gd name="connsiteY703-12964" fmla="*/ 1005560 h 4449429"/>
              <a:gd name="connsiteX704-12965" fmla="*/ 14082534 w 18982931"/>
              <a:gd name="connsiteY704-12966" fmla="*/ 1005560 h 4449429"/>
              <a:gd name="connsiteX705-12967" fmla="*/ 14082534 w 18982931"/>
              <a:gd name="connsiteY705-12968" fmla="*/ 868400 h 4449429"/>
              <a:gd name="connsiteX706-12969" fmla="*/ 14047111 w 18982931"/>
              <a:gd name="connsiteY706-12970" fmla="*/ 868400 h 4449429"/>
              <a:gd name="connsiteX707-12971" fmla="*/ 14046442 w 18982931"/>
              <a:gd name="connsiteY707-12972" fmla="*/ 764191 h 4449429"/>
              <a:gd name="connsiteX708-12973" fmla="*/ 14187749 w 18982931"/>
              <a:gd name="connsiteY708-12974" fmla="*/ 436300 h 4449429"/>
              <a:gd name="connsiteX709-12975" fmla="*/ 14212445 w 18982931"/>
              <a:gd name="connsiteY709-12976" fmla="*/ 411603 h 4449429"/>
              <a:gd name="connsiteX710-12977" fmla="*/ 14410015 w 18982931"/>
              <a:gd name="connsiteY710-12978" fmla="*/ 444532 h 4449429"/>
              <a:gd name="connsiteX711-12979" fmla="*/ 14442947 w 18982931"/>
              <a:gd name="connsiteY711-12980" fmla="*/ 275776 h 4449429"/>
              <a:gd name="connsiteX712-12981" fmla="*/ 14479990 w 18982931"/>
              <a:gd name="connsiteY712-12982" fmla="*/ 246961 h 4449429"/>
              <a:gd name="connsiteX713-12983" fmla="*/ 14517032 w 18982931"/>
              <a:gd name="connsiteY713-12984" fmla="*/ 271658 h 4449429"/>
              <a:gd name="connsiteX714-12985" fmla="*/ 14574655 w 18982931"/>
              <a:gd name="connsiteY714-12986" fmla="*/ 522739 h 4449429"/>
              <a:gd name="connsiteX715-12987" fmla="*/ 14603469 w 18982931"/>
              <a:gd name="connsiteY715-12988" fmla="*/ 1123678 h 4449429"/>
              <a:gd name="connsiteX716-12989" fmla="*/ 14603469 w 18982931"/>
              <a:gd name="connsiteY716-12990" fmla="*/ 1617602 h 4449429"/>
              <a:gd name="connsiteX717-12991" fmla="*/ 14595237 w 18982931"/>
              <a:gd name="connsiteY717-12992" fmla="*/ 1683457 h 4449429"/>
              <a:gd name="connsiteX718-12993" fmla="*/ 14607589 w 18982931"/>
              <a:gd name="connsiteY718-12994" fmla="*/ 1753429 h 4449429"/>
              <a:gd name="connsiteX719-12995" fmla="*/ 14656976 w 18982931"/>
              <a:gd name="connsiteY719-12996" fmla="*/ 1753429 h 4449429"/>
              <a:gd name="connsiteX720-12997" fmla="*/ 14706369 w 18982931"/>
              <a:gd name="connsiteY720-12998" fmla="*/ 1568210 h 4449429"/>
              <a:gd name="connsiteX721-12999" fmla="*/ 14722833 w 18982931"/>
              <a:gd name="connsiteY721-13000" fmla="*/ 1568210 h 4449429"/>
              <a:gd name="connsiteX722-13001" fmla="*/ 14768111 w 18982931"/>
              <a:gd name="connsiteY722-13002" fmla="*/ 1753429 h 4449429"/>
              <a:gd name="connsiteX723-13003" fmla="*/ 14875128 w 18982931"/>
              <a:gd name="connsiteY723-13004" fmla="*/ 1753429 h 4449429"/>
              <a:gd name="connsiteX724-13005" fmla="*/ 14883360 w 18982931"/>
              <a:gd name="connsiteY724-13006" fmla="*/ 1827516 h 4449429"/>
              <a:gd name="connsiteX725-13007" fmla="*/ 14940984 w 18982931"/>
              <a:gd name="connsiteY725-13008" fmla="*/ 1827516 h 4449429"/>
              <a:gd name="connsiteX726-13009" fmla="*/ 15019191 w 18982931"/>
              <a:gd name="connsiteY726-13010" fmla="*/ 1625834 h 4449429"/>
              <a:gd name="connsiteX727-13011" fmla="*/ 15043883 w 18982931"/>
              <a:gd name="connsiteY727-13012" fmla="*/ 1090750 h 4449429"/>
              <a:gd name="connsiteX728-13013" fmla="*/ 15134436 w 18982931"/>
              <a:gd name="connsiteY728-13014" fmla="*/ 1000197 h 4449429"/>
              <a:gd name="connsiteX729-13015" fmla="*/ 15212643 w 18982931"/>
              <a:gd name="connsiteY729-13016" fmla="*/ 1078400 h 4449429"/>
              <a:gd name="connsiteX730-13017" fmla="*/ 15212643 w 18982931"/>
              <a:gd name="connsiteY730-13018" fmla="*/ 1152488 h 4449429"/>
              <a:gd name="connsiteX731-13019" fmla="*/ 15224993 w 18982931"/>
              <a:gd name="connsiteY731-13020" fmla="*/ 1119560 h 4449429"/>
              <a:gd name="connsiteX732-13021" fmla="*/ 15237338 w 18982931"/>
              <a:gd name="connsiteY732-13022" fmla="*/ 563899 h 4449429"/>
              <a:gd name="connsiteX733-13023" fmla="*/ 15290845 w 18982931"/>
              <a:gd name="connsiteY733-13024" fmla="*/ 382793 h 4449429"/>
              <a:gd name="connsiteX734-13025" fmla="*/ 15323772 w 18982931"/>
              <a:gd name="connsiteY734-13026" fmla="*/ 300473 h 4449429"/>
              <a:gd name="connsiteX735-13027" fmla="*/ 15364932 w 18982931"/>
              <a:gd name="connsiteY735-13028" fmla="*/ 259313 h 4449429"/>
              <a:gd name="connsiteX736-13029" fmla="*/ 15389634 w 18982931"/>
              <a:gd name="connsiteY736-13030" fmla="*/ 296354 h 4449429"/>
              <a:gd name="connsiteX737-13031" fmla="*/ 15401979 w 18982931"/>
              <a:gd name="connsiteY737-13032" fmla="*/ 411603 h 4449429"/>
              <a:gd name="connsiteX738-13033" fmla="*/ 15451371 w 18982931"/>
              <a:gd name="connsiteY738-13034" fmla="*/ 703843 h 4449429"/>
              <a:gd name="connsiteX739-13035" fmla="*/ 15455486 w 18982931"/>
              <a:gd name="connsiteY739-13036" fmla="*/ 1173070 h 4449429"/>
              <a:gd name="connsiteX740-13037" fmla="*/ 15455486 w 18982931"/>
              <a:gd name="connsiteY740-13038" fmla="*/ 1238927 h 4449429"/>
              <a:gd name="connsiteX741-13039" fmla="*/ 15727143 w 18982931"/>
              <a:gd name="connsiteY741-13040" fmla="*/ 1238927 h 4449429"/>
              <a:gd name="connsiteX742-13041" fmla="*/ 15727143 w 18982931"/>
              <a:gd name="connsiteY742-13042" fmla="*/ 1465306 h 4449429"/>
              <a:gd name="connsiteX743-13043" fmla="*/ 15772422 w 18982931"/>
              <a:gd name="connsiteY743-13044" fmla="*/ 1469425 h 4449429"/>
              <a:gd name="connsiteX744-13045" fmla="*/ 15850624 w 18982931"/>
              <a:gd name="connsiteY744-13046" fmla="*/ 1551745 h 4449429"/>
              <a:gd name="connsiteX745-13047" fmla="*/ 15850624 w 18982931"/>
              <a:gd name="connsiteY745-13048" fmla="*/ 2224712 h 4449429"/>
              <a:gd name="connsiteX746-13049" fmla="*/ 15923336 w 18982931"/>
              <a:gd name="connsiteY746-13050" fmla="*/ 2224712 h 4449429"/>
              <a:gd name="connsiteX747-13051" fmla="*/ 15924718 w 18982931"/>
              <a:gd name="connsiteY747-13052" fmla="*/ 2177381 h 4449429"/>
              <a:gd name="connsiteX748-13053" fmla="*/ 15982338 w 18982931"/>
              <a:gd name="connsiteY748-13054" fmla="*/ 2103294 h 4449429"/>
              <a:gd name="connsiteX749-13055" fmla="*/ 15986455 w 18982931"/>
              <a:gd name="connsiteY749-13056" fmla="*/ 2045669 h 4449429"/>
              <a:gd name="connsiteX750-13057" fmla="*/ 16002920 w 18982931"/>
              <a:gd name="connsiteY750-13058" fmla="*/ 2033319 h 4449429"/>
              <a:gd name="connsiteX751-13059" fmla="*/ 16015265 w 18982931"/>
              <a:gd name="connsiteY751-13060" fmla="*/ 2041550 h 4449429"/>
              <a:gd name="connsiteX752-13061" fmla="*/ 16056425 w 18982931"/>
              <a:gd name="connsiteY752-13062" fmla="*/ 2210310 h 4449429"/>
              <a:gd name="connsiteX753-13063" fmla="*/ 16056425 w 18982931"/>
              <a:gd name="connsiteY753-13064" fmla="*/ 2276166 h 4449429"/>
              <a:gd name="connsiteX754-13065" fmla="*/ 16077008 w 18982931"/>
              <a:gd name="connsiteY754-13066" fmla="*/ 2276166 h 4449429"/>
              <a:gd name="connsiteX755-13067" fmla="*/ 16097587 w 18982931"/>
              <a:gd name="connsiteY755-13068" fmla="*/ 1938652 h 4449429"/>
              <a:gd name="connsiteX756-13069" fmla="*/ 16122282 w 18982931"/>
              <a:gd name="connsiteY756-13070" fmla="*/ 1934533 h 4449429"/>
              <a:gd name="connsiteX757-13071" fmla="*/ 16155210 w 18982931"/>
              <a:gd name="connsiteY757-13072" fmla="*/ 1938652 h 4449429"/>
              <a:gd name="connsiteX758-13073" fmla="*/ 16155210 w 18982931"/>
              <a:gd name="connsiteY758-13074" fmla="*/ 2272048 h 4449429"/>
              <a:gd name="connsiteX759-13075" fmla="*/ 16175792 w 18982931"/>
              <a:gd name="connsiteY759-13076" fmla="*/ 2276166 h 4449429"/>
              <a:gd name="connsiteX760-13077" fmla="*/ 16192257 w 18982931"/>
              <a:gd name="connsiteY760-13078" fmla="*/ 2243238 h 4449429"/>
              <a:gd name="connsiteX761-13079" fmla="*/ 16192257 w 18982931"/>
              <a:gd name="connsiteY761-13080" fmla="*/ 1992158 h 4449429"/>
              <a:gd name="connsiteX762-13081" fmla="*/ 16192257 w 18982931"/>
              <a:gd name="connsiteY762-13082" fmla="*/ 1774011 h 4449429"/>
              <a:gd name="connsiteX763-13083" fmla="*/ 16488610 w 18982931"/>
              <a:gd name="connsiteY763-13084" fmla="*/ 1774011 h 4449429"/>
              <a:gd name="connsiteX764-13085" fmla="*/ 16538004 w 18982931"/>
              <a:gd name="connsiteY764-13086" fmla="*/ 1823403 h 4449429"/>
              <a:gd name="connsiteX765-13087" fmla="*/ 16538004 w 18982931"/>
              <a:gd name="connsiteY765-13088" fmla="*/ 2029205 h 4449429"/>
              <a:gd name="connsiteX766-13089" fmla="*/ 16550349 w 18982931"/>
              <a:gd name="connsiteY766-13090" fmla="*/ 2033319 h 4449429"/>
              <a:gd name="connsiteX767-13091" fmla="*/ 16566812 w 18982931"/>
              <a:gd name="connsiteY767-13092" fmla="*/ 1992158 h 4449429"/>
              <a:gd name="connsiteX768-13093" fmla="*/ 16570932 w 18982931"/>
              <a:gd name="connsiteY768-13094" fmla="*/ 1695804 h 4449429"/>
              <a:gd name="connsiteX769-13095" fmla="*/ 16566812 w 18982931"/>
              <a:gd name="connsiteY769-13096" fmla="*/ 773813 h 4449429"/>
              <a:gd name="connsiteX770-13097" fmla="*/ 16636788 w 18982931"/>
              <a:gd name="connsiteY770-13098" fmla="*/ 646219 h 4449429"/>
              <a:gd name="connsiteX771-13099" fmla="*/ 16723226 w 18982931"/>
              <a:gd name="connsiteY771-13100" fmla="*/ 514506 h 4449429"/>
              <a:gd name="connsiteX772-13101" fmla="*/ 16743805 w 18982931"/>
              <a:gd name="connsiteY772-13102" fmla="*/ 481577 h 4449429"/>
              <a:gd name="connsiteX773-13103" fmla="*/ 16817899 w 18982931"/>
              <a:gd name="connsiteY773-13104" fmla="*/ 329283 h 4449429"/>
              <a:gd name="connsiteX774-13105" fmla="*/ 16842595 w 18982931"/>
              <a:gd name="connsiteY774-13106" fmla="*/ 275776 h 4449429"/>
              <a:gd name="connsiteX775-13107" fmla="*/ 16859059 w 18982931"/>
              <a:gd name="connsiteY775-13108" fmla="*/ 279891 h 4449429"/>
              <a:gd name="connsiteX776-13109" fmla="*/ 16859059 w 18982931"/>
              <a:gd name="connsiteY776-13110" fmla="*/ 337515 h 4449429"/>
              <a:gd name="connsiteX777-13111" fmla="*/ 16867291 w 18982931"/>
              <a:gd name="connsiteY777-13112" fmla="*/ 382793 h 4449429"/>
              <a:gd name="connsiteX778-13113" fmla="*/ 16966075 w 18982931"/>
              <a:gd name="connsiteY778-13114" fmla="*/ 436300 h 4449429"/>
              <a:gd name="connsiteX779-13115" fmla="*/ 17031935 w 18982931"/>
              <a:gd name="connsiteY779-13116" fmla="*/ 526852 h 4449429"/>
              <a:gd name="connsiteX780-13117" fmla="*/ 17031935 w 18982931"/>
              <a:gd name="connsiteY780-13118" fmla="*/ 596826 h 4449429"/>
              <a:gd name="connsiteX781-13119" fmla="*/ 17060743 w 18982931"/>
              <a:gd name="connsiteY781-13120" fmla="*/ 600941 h 4449429"/>
              <a:gd name="connsiteX782-13121" fmla="*/ 17147183 w 18982931"/>
              <a:gd name="connsiteY782-13122" fmla="*/ 691493 h 4449429"/>
              <a:gd name="connsiteX783-13123" fmla="*/ 17147219 w 18982931"/>
              <a:gd name="connsiteY783-13124" fmla="*/ 704240 h 4449429"/>
              <a:gd name="connsiteX784-13125" fmla="*/ 17148515 w 18982931"/>
              <a:gd name="connsiteY784-13126" fmla="*/ 704240 h 4449429"/>
              <a:gd name="connsiteX785-13127" fmla="*/ 17148515 w 18982931"/>
              <a:gd name="connsiteY785-13128" fmla="*/ 880086 h 4449429"/>
              <a:gd name="connsiteX786-13129" fmla="*/ 17147731 w 18982931"/>
              <a:gd name="connsiteY786-13130" fmla="*/ 880086 h 4449429"/>
              <a:gd name="connsiteX787-13131" fmla="*/ 17151295 w 18982931"/>
              <a:gd name="connsiteY787-13132" fmla="*/ 2103294 h 4449429"/>
              <a:gd name="connsiteX788-13133" fmla="*/ 17151295 w 18982931"/>
              <a:gd name="connsiteY788-13134" fmla="*/ 2152686 h 4449429"/>
              <a:gd name="connsiteX789-13135" fmla="*/ 17225383 w 18982931"/>
              <a:gd name="connsiteY789-13136" fmla="*/ 2152686 h 4449429"/>
              <a:gd name="connsiteX790-13137" fmla="*/ 17225383 w 18982931"/>
              <a:gd name="connsiteY790-13138" fmla="*/ 1811053 h 4449429"/>
              <a:gd name="connsiteX791-13139" fmla="*/ 17307703 w 18982931"/>
              <a:gd name="connsiteY791-13140" fmla="*/ 1757546 h 4449429"/>
              <a:gd name="connsiteX792-13141" fmla="*/ 17307703 w 18982931"/>
              <a:gd name="connsiteY792-13142" fmla="*/ 1889260 h 4449429"/>
              <a:gd name="connsiteX793-13143" fmla="*/ 17336519 w 18982931"/>
              <a:gd name="connsiteY793-13144" fmla="*/ 1926302 h 4449429"/>
              <a:gd name="connsiteX794-13145" fmla="*/ 17381799 w 18982931"/>
              <a:gd name="connsiteY794-13146" fmla="*/ 1975695 h 4449429"/>
              <a:gd name="connsiteX795-13147" fmla="*/ 17381799 w 18982931"/>
              <a:gd name="connsiteY795-13148" fmla="*/ 2165031 h 4449429"/>
              <a:gd name="connsiteX796-13149" fmla="*/ 17562899 w 18982931"/>
              <a:gd name="connsiteY796-13150" fmla="*/ 2165031 h 4449429"/>
              <a:gd name="connsiteX797-13151" fmla="*/ 17562899 w 18982931"/>
              <a:gd name="connsiteY797-13152" fmla="*/ 2329673 h 4449429"/>
              <a:gd name="connsiteX798-13153" fmla="*/ 17575251 w 18982931"/>
              <a:gd name="connsiteY798-13154" fmla="*/ 2329673 h 4449429"/>
              <a:gd name="connsiteX799-13155" fmla="*/ 17575251 w 18982931"/>
              <a:gd name="connsiteY799-13156" fmla="*/ 2127989 h 4449429"/>
              <a:gd name="connsiteX800-13157" fmla="*/ 17591711 w 18982931"/>
              <a:gd name="connsiteY800-13158" fmla="*/ 1609370 h 4449429"/>
              <a:gd name="connsiteX801-13159" fmla="*/ 17604059 w 18982931"/>
              <a:gd name="connsiteY801-13160" fmla="*/ 1584673 h 4449429"/>
              <a:gd name="connsiteX802-13161" fmla="*/ 17711083 w 18982931"/>
              <a:gd name="connsiteY802-13162" fmla="*/ 1580555 h 4449429"/>
              <a:gd name="connsiteX803-13163" fmla="*/ 17735775 w 18982931"/>
              <a:gd name="connsiteY803-13164" fmla="*/ 1609370 h 4449429"/>
              <a:gd name="connsiteX804-13165" fmla="*/ 17772819 w 18982931"/>
              <a:gd name="connsiteY804-13166" fmla="*/ 1613483 h 4449429"/>
              <a:gd name="connsiteX805-13167" fmla="*/ 17768699 w 18982931"/>
              <a:gd name="connsiteY805-13168" fmla="*/ 1559977 h 4449429"/>
              <a:gd name="connsiteX806-13169" fmla="*/ 17772819 w 18982931"/>
              <a:gd name="connsiteY806-13170" fmla="*/ 1531163 h 4449429"/>
              <a:gd name="connsiteX807-13171" fmla="*/ 17797515 w 18982931"/>
              <a:gd name="connsiteY807-13172" fmla="*/ 1469425 h 4449429"/>
              <a:gd name="connsiteX808-13173" fmla="*/ 17797515 w 18982931"/>
              <a:gd name="connsiteY808-13174" fmla="*/ 1374754 h 4449429"/>
              <a:gd name="connsiteX809-13175" fmla="*/ 17813979 w 18982931"/>
              <a:gd name="connsiteY809-13176" fmla="*/ 1374754 h 4449429"/>
              <a:gd name="connsiteX810-13177" fmla="*/ 17834559 w 18982931"/>
              <a:gd name="connsiteY810-13178" fmla="*/ 1424146 h 4449429"/>
              <a:gd name="connsiteX811-13179" fmla="*/ 17912763 w 18982931"/>
              <a:gd name="connsiteY811-13180" fmla="*/ 1378872 h 4449429"/>
              <a:gd name="connsiteX812-13181" fmla="*/ 18069171 w 18982931"/>
              <a:gd name="connsiteY812-13182" fmla="*/ 1415914 h 4449429"/>
              <a:gd name="connsiteX813-13183" fmla="*/ 18069171 w 18982931"/>
              <a:gd name="connsiteY813-13184" fmla="*/ 1576442 h 4449429"/>
              <a:gd name="connsiteX814-13185" fmla="*/ 18237927 w 18982931"/>
              <a:gd name="connsiteY814-13186" fmla="*/ 1576442 h 4449429"/>
              <a:gd name="connsiteX815-13187" fmla="*/ 18237927 w 18982931"/>
              <a:gd name="connsiteY815-13188" fmla="*/ 1642297 h 4449429"/>
              <a:gd name="connsiteX816-13189" fmla="*/ 18270859 w 18982931"/>
              <a:gd name="connsiteY816-13190" fmla="*/ 1691690 h 4449429"/>
              <a:gd name="connsiteX817-13191" fmla="*/ 18270859 w 18982931"/>
              <a:gd name="connsiteY817-13192" fmla="*/ 1704036 h 4449429"/>
              <a:gd name="connsiteX818-13193" fmla="*/ 18274975 w 18982931"/>
              <a:gd name="connsiteY818-13194" fmla="*/ 1926302 h 4449429"/>
              <a:gd name="connsiteX819-13195" fmla="*/ 18279087 w 18982931"/>
              <a:gd name="connsiteY819-13196" fmla="*/ 1938652 h 4449429"/>
              <a:gd name="connsiteX820-13197" fmla="*/ 18320247 w 18982931"/>
              <a:gd name="connsiteY820-13198" fmla="*/ 1934533 h 4449429"/>
              <a:gd name="connsiteX821-13199" fmla="*/ 18320247 w 18982931"/>
              <a:gd name="connsiteY821-13200" fmla="*/ 1144256 h 4449429"/>
              <a:gd name="connsiteX822-13201" fmla="*/ 18303783 w 18982931"/>
              <a:gd name="connsiteY822-13202" fmla="*/ 1111328 h 4449429"/>
              <a:gd name="connsiteX823-13203" fmla="*/ 18287323 w 18982931"/>
              <a:gd name="connsiteY823-13204" fmla="*/ 1024893 h 4449429"/>
              <a:gd name="connsiteX824-13205" fmla="*/ 18336711 w 18982931"/>
              <a:gd name="connsiteY824-13206" fmla="*/ 1000197 h 4449429"/>
              <a:gd name="connsiteX825-13207" fmla="*/ 18361407 w 18982931"/>
              <a:gd name="connsiteY825-13208" fmla="*/ 996079 h 4449429"/>
              <a:gd name="connsiteX826-13209" fmla="*/ 18373759 w 18982931"/>
              <a:gd name="connsiteY826-13210" fmla="*/ 946687 h 4449429"/>
              <a:gd name="connsiteX827-13211" fmla="*/ 18534287 w 18982931"/>
              <a:gd name="connsiteY827-13212" fmla="*/ 946687 h 4449429"/>
              <a:gd name="connsiteX828-13213" fmla="*/ 18563095 w 18982931"/>
              <a:gd name="connsiteY828-13214" fmla="*/ 798510 h 4449429"/>
              <a:gd name="connsiteX829-13215" fmla="*/ 18731851 w 18982931"/>
              <a:gd name="connsiteY829-13216" fmla="*/ 806742 h 4449429"/>
              <a:gd name="connsiteX830-13217" fmla="*/ 18773011 w 18982931"/>
              <a:gd name="connsiteY830-13218" fmla="*/ 798510 h 4449429"/>
              <a:gd name="connsiteX831-13219" fmla="*/ 18822407 w 18982931"/>
              <a:gd name="connsiteY831-13220" fmla="*/ 893180 h 4449429"/>
              <a:gd name="connsiteX832-13221" fmla="*/ 18822407 w 18982931"/>
              <a:gd name="connsiteY832-13222" fmla="*/ 963151 h 4449429"/>
              <a:gd name="connsiteX833-13223" fmla="*/ 18982931 w 18982931"/>
              <a:gd name="connsiteY833-13224" fmla="*/ 983734 h 4449429"/>
              <a:gd name="connsiteX834-13225" fmla="*/ 18982931 w 18982931"/>
              <a:gd name="connsiteY834-13226" fmla="*/ 4449429 h 4449429"/>
              <a:gd name="connsiteX835-13227" fmla="*/ 11998023 w 18982931"/>
              <a:gd name="connsiteY835-13228" fmla="*/ 4449429 h 4449429"/>
              <a:gd name="connsiteX836-13229" fmla="*/ 11995198 w 18982931"/>
              <a:gd name="connsiteY836-13230" fmla="*/ 4429646 h 4449429"/>
              <a:gd name="connsiteX837-13231" fmla="*/ 11992726 w 18982931"/>
              <a:gd name="connsiteY837-13232" fmla="*/ 4449425 h 4449429"/>
              <a:gd name="connsiteX838-13233" fmla="*/ 8153658 w 18982931"/>
              <a:gd name="connsiteY838-13234" fmla="*/ 4449425 h 4449429"/>
              <a:gd name="connsiteX839-13235" fmla="*/ 8153658 w 18982931"/>
              <a:gd name="connsiteY839-13236" fmla="*/ 4449429 h 4449429"/>
              <a:gd name="connsiteX840-13237" fmla="*/ 6861227 w 18982931"/>
              <a:gd name="connsiteY840-13238" fmla="*/ 4449429 h 4449429"/>
              <a:gd name="connsiteX841-13239" fmla="*/ 6859697 w 18982931"/>
              <a:gd name="connsiteY841-13240" fmla="*/ 4432598 h 4449429"/>
              <a:gd name="connsiteX842-13241" fmla="*/ 6858292 w 18982931"/>
              <a:gd name="connsiteY842-13242" fmla="*/ 4449425 h 4449429"/>
              <a:gd name="connsiteX843-13243" fmla="*/ 7922 w 18982931"/>
              <a:gd name="connsiteY843-13244" fmla="*/ 4440866 h 4449429"/>
              <a:gd name="connsiteX844-13245" fmla="*/ 0 w 18982931"/>
              <a:gd name="connsiteY844-13246" fmla="*/ 1181446 h 4449429"/>
              <a:gd name="connsiteX845-13247" fmla="*/ 169756 w 18982931"/>
              <a:gd name="connsiteY845-13248" fmla="*/ 979616 h 4449429"/>
              <a:gd name="connsiteX846-13249" fmla="*/ 301466 w 18982931"/>
              <a:gd name="connsiteY846-13250" fmla="*/ 971384 h 4449429"/>
              <a:gd name="connsiteX847-13251" fmla="*/ 301466 w 18982931"/>
              <a:gd name="connsiteY847-13252" fmla="*/ 909640 h 4449429"/>
              <a:gd name="connsiteX848-13253" fmla="*/ 346746 w 18982931"/>
              <a:gd name="connsiteY848-13254" fmla="*/ 810855 h 4449429"/>
              <a:gd name="connsiteX849-13255" fmla="*/ 571541 w 18982931"/>
              <a:gd name="connsiteY849-13256" fmla="*/ 799909 h 4449429"/>
              <a:gd name="connsiteX850-13257" fmla="*/ 581356 w 18982931"/>
              <a:gd name="connsiteY850-13258" fmla="*/ 963151 h 4449429"/>
              <a:gd name="connsiteX851-13259" fmla="*/ 737766 w 18982931"/>
              <a:gd name="connsiteY851-13260" fmla="*/ 963151 h 4449429"/>
              <a:gd name="connsiteX852-13261" fmla="*/ 750116 w 18982931"/>
              <a:gd name="connsiteY852-13262" fmla="*/ 1012543 h 4449429"/>
              <a:gd name="connsiteX853-13263" fmla="*/ 778926 w 18982931"/>
              <a:gd name="connsiteY853-13264" fmla="*/ 1016657 h 4449429"/>
              <a:gd name="connsiteX854-13265" fmla="*/ 820087 w 18982931"/>
              <a:gd name="connsiteY854-13266" fmla="*/ 1041353 h 4449429"/>
              <a:gd name="connsiteX855-13267" fmla="*/ 820087 w 18982931"/>
              <a:gd name="connsiteY855-13268" fmla="*/ 1119560 h 4449429"/>
              <a:gd name="connsiteX856-13269" fmla="*/ 791276 w 18982931"/>
              <a:gd name="connsiteY856-13270" fmla="*/ 1193648 h 4449429"/>
              <a:gd name="connsiteX857-13271" fmla="*/ 791276 w 18982931"/>
              <a:gd name="connsiteY857-13272" fmla="*/ 1580555 h 4449429"/>
              <a:gd name="connsiteX858-13273" fmla="*/ 791276 w 18982931"/>
              <a:gd name="connsiteY858-13274" fmla="*/ 1955112 h 4449429"/>
              <a:gd name="connsiteX859-13275" fmla="*/ 840669 w 18982931"/>
              <a:gd name="connsiteY859-13276" fmla="*/ 1950998 h 4449429"/>
              <a:gd name="connsiteX860-13277" fmla="*/ 844783 w 18982931"/>
              <a:gd name="connsiteY860-13278" fmla="*/ 1720500 h 4449429"/>
              <a:gd name="connsiteX861-13279" fmla="*/ 873596 w 18982931"/>
              <a:gd name="connsiteY861-13280" fmla="*/ 1597020 h 4449429"/>
              <a:gd name="connsiteX862-13281" fmla="*/ 906526 w 18982931"/>
              <a:gd name="connsiteY862-13282" fmla="*/ 1584670 h 4449429"/>
              <a:gd name="connsiteX863-13283" fmla="*/ 1034120 w 18982931"/>
              <a:gd name="connsiteY863-13284" fmla="*/ 1584670 h 4449429"/>
              <a:gd name="connsiteX864-13285" fmla="*/ 1034120 w 18982931"/>
              <a:gd name="connsiteY864-13286" fmla="*/ 1420028 h 4449429"/>
              <a:gd name="connsiteX865-13287" fmla="*/ 1211112 w 18982931"/>
              <a:gd name="connsiteY865-13288" fmla="*/ 1424146 h 4449429"/>
              <a:gd name="connsiteX866-13289" fmla="*/ 1260505 w 18982931"/>
              <a:gd name="connsiteY866-13290" fmla="*/ 1424146 h 4449429"/>
              <a:gd name="connsiteX867-13291" fmla="*/ 1276969 w 18982931"/>
              <a:gd name="connsiteY867-13292" fmla="*/ 1387099 h 4449429"/>
              <a:gd name="connsiteX868-13293" fmla="*/ 1289312 w 18982931"/>
              <a:gd name="connsiteY868-13294" fmla="*/ 1395331 h 4449429"/>
              <a:gd name="connsiteX869-13295" fmla="*/ 1322242 w 18982931"/>
              <a:gd name="connsiteY869-13296" fmla="*/ 1559973 h 4449429"/>
              <a:gd name="connsiteX870-13297" fmla="*/ 1318126 w 18982931"/>
              <a:gd name="connsiteY870-13298" fmla="*/ 1576437 h 4449429"/>
              <a:gd name="connsiteX871-13299" fmla="*/ 1326360 w 18982931"/>
              <a:gd name="connsiteY871-13300" fmla="*/ 1621715 h 4449429"/>
              <a:gd name="connsiteX872-13301" fmla="*/ 1359290 w 18982931"/>
              <a:gd name="connsiteY872-13302" fmla="*/ 1597020 h 4449429"/>
              <a:gd name="connsiteX873-13303" fmla="*/ 1375751 w 18982931"/>
              <a:gd name="connsiteY873-13304" fmla="*/ 1588787 h 4449429"/>
              <a:gd name="connsiteX874-13305" fmla="*/ 1486884 w 18982931"/>
              <a:gd name="connsiteY874-13306" fmla="*/ 1588787 h 4449429"/>
              <a:gd name="connsiteX875-13307" fmla="*/ 1507466 w 18982931"/>
              <a:gd name="connsiteY875-13308" fmla="*/ 2337905 h 4449429"/>
              <a:gd name="connsiteX876-13309" fmla="*/ 1523929 w 18982931"/>
              <a:gd name="connsiteY876-13310" fmla="*/ 2337905 h 4449429"/>
              <a:gd name="connsiteX877-13311" fmla="*/ 1523929 w 18982931"/>
              <a:gd name="connsiteY877-13312" fmla="*/ 2169146 h 4449429"/>
              <a:gd name="connsiteX878-13313" fmla="*/ 1692685 w 18982931"/>
              <a:gd name="connsiteY878-13314" fmla="*/ 2169146 h 4449429"/>
              <a:gd name="connsiteX879-13315" fmla="*/ 1692685 w 18982931"/>
              <a:gd name="connsiteY879-13316" fmla="*/ 2020968 h 4449429"/>
              <a:gd name="connsiteX880-13317" fmla="*/ 1766772 w 18982931"/>
              <a:gd name="connsiteY880-13318" fmla="*/ 1922183 h 4449429"/>
              <a:gd name="connsiteX881-13319" fmla="*/ 1766772 w 18982931"/>
              <a:gd name="connsiteY881-13320" fmla="*/ 1757542 h 4449429"/>
              <a:gd name="connsiteX882-13321" fmla="*/ 1849095 w 18982931"/>
              <a:gd name="connsiteY882-13322" fmla="*/ 1757542 h 4449429"/>
              <a:gd name="connsiteX883-13323" fmla="*/ 1849095 w 18982931"/>
              <a:gd name="connsiteY883-13324" fmla="*/ 2156799 h 4449429"/>
              <a:gd name="connsiteX884-13325" fmla="*/ 1919070 w 18982931"/>
              <a:gd name="connsiteY884-13326" fmla="*/ 2156799 h 4449429"/>
              <a:gd name="connsiteX885-13327" fmla="*/ 1919070 w 18982931"/>
              <a:gd name="connsiteY885-13328" fmla="*/ 1864559 h 4449429"/>
              <a:gd name="connsiteX886-13329" fmla="*/ 1919070 w 18982931"/>
              <a:gd name="connsiteY886-13330" fmla="*/ 695608 h 4449429"/>
              <a:gd name="connsiteX887-13331" fmla="*/ 2005504 w 18982931"/>
              <a:gd name="connsiteY887-13332" fmla="*/ 609173 h 4449429"/>
              <a:gd name="connsiteX888-13333" fmla="*/ 2026085 w 18982931"/>
              <a:gd name="connsiteY888-13334" fmla="*/ 605054 h 4449429"/>
              <a:gd name="connsiteX889-13335" fmla="*/ 2100174 w 18982931"/>
              <a:gd name="connsiteY889-13336" fmla="*/ 448645 h 4449429"/>
              <a:gd name="connsiteX890-13337" fmla="*/ 2137215 w 18982931"/>
              <a:gd name="connsiteY890-13338" fmla="*/ 407485 h 4449429"/>
              <a:gd name="connsiteX891-13339" fmla="*/ 2194840 w 18982931"/>
              <a:gd name="connsiteY891-13340" fmla="*/ 337515 h 4449429"/>
              <a:gd name="connsiteX892-13341" fmla="*/ 2198958 w 18982931"/>
              <a:gd name="connsiteY892-13342" fmla="*/ 292236 h 4449429"/>
              <a:gd name="connsiteX893-13343" fmla="*/ 2240121 w 18982931"/>
              <a:gd name="connsiteY893-13344" fmla="*/ 358093 h 4449429"/>
              <a:gd name="connsiteX894-13345" fmla="*/ 2273047 w 18982931"/>
              <a:gd name="connsiteY894-13346" fmla="*/ 444532 h 4449429"/>
              <a:gd name="connsiteX895-13347" fmla="*/ 2330670 w 18982931"/>
              <a:gd name="connsiteY895-13348" fmla="*/ 563894 h 4449429"/>
              <a:gd name="connsiteX896-13349" fmla="*/ 2351248 w 18982931"/>
              <a:gd name="connsiteY896-13350" fmla="*/ 613286 h 4449429"/>
              <a:gd name="connsiteX897-13351" fmla="*/ 2429455 w 18982931"/>
              <a:gd name="connsiteY897-13352" fmla="*/ 675029 h 4449429"/>
              <a:gd name="connsiteX898-13353" fmla="*/ 2470614 w 18982931"/>
              <a:gd name="connsiteY898-13354" fmla="*/ 757350 h 4449429"/>
              <a:gd name="connsiteX899-13355" fmla="*/ 2470614 w 18982931"/>
              <a:gd name="connsiteY899-13356" fmla="*/ 1086631 h 4449429"/>
              <a:gd name="connsiteX900-13357" fmla="*/ 2470614 w 18982931"/>
              <a:gd name="connsiteY900-13358" fmla="*/ 2008622 h 4449429"/>
              <a:gd name="connsiteX901-13359" fmla="*/ 2487080 w 18982931"/>
              <a:gd name="connsiteY901-13360" fmla="*/ 2053897 h 4449429"/>
              <a:gd name="connsiteX902-13361" fmla="*/ 2499426 w 18982931"/>
              <a:gd name="connsiteY902-13362" fmla="*/ 1897488 h 4449429"/>
              <a:gd name="connsiteX903-13363" fmla="*/ 2602322 w 18982931"/>
              <a:gd name="connsiteY903-13364" fmla="*/ 1798703 h 4449429"/>
              <a:gd name="connsiteX904-13365" fmla="*/ 2836935 w 18982931"/>
              <a:gd name="connsiteY904-13366" fmla="*/ 1798703 h 4449429"/>
              <a:gd name="connsiteX905-13367" fmla="*/ 2836935 w 18982931"/>
              <a:gd name="connsiteY905-13368" fmla="*/ 1860446 h 4449429"/>
              <a:gd name="connsiteX906-13369" fmla="*/ 2836935 w 18982931"/>
              <a:gd name="connsiteY906-13370" fmla="*/ 2263816 h 4449429"/>
              <a:gd name="connsiteX907-13371" fmla="*/ 2845169 w 18982931"/>
              <a:gd name="connsiteY907-13372" fmla="*/ 2304976 h 4449429"/>
              <a:gd name="connsiteX908-13373" fmla="*/ 2861629 w 18982931"/>
              <a:gd name="connsiteY908-13374" fmla="*/ 2300858 h 4449429"/>
              <a:gd name="connsiteX909-13375" fmla="*/ 2861629 w 18982931"/>
              <a:gd name="connsiteY909-13376" fmla="*/ 2247351 h 4449429"/>
              <a:gd name="connsiteX910-13377" fmla="*/ 2869861 w 18982931"/>
              <a:gd name="connsiteY910-13378" fmla="*/ 1996272 h 4449429"/>
              <a:gd name="connsiteX911-13379" fmla="*/ 2923374 w 18982931"/>
              <a:gd name="connsiteY911-13380" fmla="*/ 1967462 h 4449429"/>
              <a:gd name="connsiteX912-13381" fmla="*/ 2939836 w 18982931"/>
              <a:gd name="connsiteY912-13382" fmla="*/ 2300858 h 4449429"/>
              <a:gd name="connsiteX913-13383" fmla="*/ 2956300 w 18982931"/>
              <a:gd name="connsiteY913-13384" fmla="*/ 2300858 h 4449429"/>
              <a:gd name="connsiteX914-13385" fmla="*/ 2989230 w 18982931"/>
              <a:gd name="connsiteY914-13386" fmla="*/ 2111521 h 4449429"/>
              <a:gd name="connsiteX915-13387" fmla="*/ 3018038 w 18982931"/>
              <a:gd name="connsiteY915-13388" fmla="*/ 2058015 h 4449429"/>
              <a:gd name="connsiteX916-13389" fmla="*/ 3034502 w 18982931"/>
              <a:gd name="connsiteY916-13390" fmla="*/ 2123871 h 4449429"/>
              <a:gd name="connsiteX917-13391" fmla="*/ 3038620 w 18982931"/>
              <a:gd name="connsiteY917-13392" fmla="*/ 2132104 h 4449429"/>
              <a:gd name="connsiteX918-13393" fmla="*/ 3088018 w 18982931"/>
              <a:gd name="connsiteY918-13394" fmla="*/ 2140336 h 4449429"/>
              <a:gd name="connsiteX919-13395" fmla="*/ 3095320 w 18982931"/>
              <a:gd name="connsiteY919-13396" fmla="*/ 2275334 h 4449429"/>
              <a:gd name="connsiteX920-13397" fmla="*/ 3162101 w 18982931"/>
              <a:gd name="connsiteY920-13398" fmla="*/ 2275334 h 4449429"/>
              <a:gd name="connsiteX921-13399" fmla="*/ 3162101 w 18982931"/>
              <a:gd name="connsiteY921-13400" fmla="*/ 1580555 h 4449429"/>
              <a:gd name="connsiteX922-13401" fmla="*/ 3162101 w 18982931"/>
              <a:gd name="connsiteY922-13402" fmla="*/ 1531163 h 4449429"/>
              <a:gd name="connsiteX923-13403" fmla="*/ 3199146 w 18982931"/>
              <a:gd name="connsiteY923-13404" fmla="*/ 1498235 h 4449429"/>
              <a:gd name="connsiteX924-13405" fmla="*/ 3281469 w 18982931"/>
              <a:gd name="connsiteY924-13406" fmla="*/ 1498235 h 4449429"/>
              <a:gd name="connsiteX925-13407" fmla="*/ 3281469 w 18982931"/>
              <a:gd name="connsiteY925-13408" fmla="*/ 1325362 h 4449429"/>
              <a:gd name="connsiteX926-13409" fmla="*/ 3343207 w 18982931"/>
              <a:gd name="connsiteY926-13410" fmla="*/ 1263619 h 4449429"/>
              <a:gd name="connsiteX927-13411" fmla="*/ 3544891 w 18982931"/>
              <a:gd name="connsiteY927-13412" fmla="*/ 1263619 h 4449429"/>
              <a:gd name="connsiteX928-13413" fmla="*/ 3544891 w 18982931"/>
              <a:gd name="connsiteY928-13414" fmla="*/ 712071 h 4449429"/>
              <a:gd name="connsiteX929-13415" fmla="*/ 3561357 w 18982931"/>
              <a:gd name="connsiteY929-13416" fmla="*/ 555662 h 4449429"/>
              <a:gd name="connsiteX930-13417" fmla="*/ 3606633 w 18982931"/>
              <a:gd name="connsiteY930-13418" fmla="*/ 316933 h 4449429"/>
              <a:gd name="connsiteX931-13419" fmla="*/ 3614865 w 18982931"/>
              <a:gd name="connsiteY931-13420" fmla="*/ 279891 h 4449429"/>
              <a:gd name="connsiteX932-13421" fmla="*/ 3676603 w 18982931"/>
              <a:gd name="connsiteY932-13422" fmla="*/ 341628 h 4449429"/>
              <a:gd name="connsiteX933-13423" fmla="*/ 3684835 w 18982931"/>
              <a:gd name="connsiteY933-13424" fmla="*/ 386907 h 4449429"/>
              <a:gd name="connsiteX934-13425" fmla="*/ 3742460 w 18982931"/>
              <a:gd name="connsiteY934-13426" fmla="*/ 481574 h 4449429"/>
              <a:gd name="connsiteX935-13427" fmla="*/ 3763042 w 18982931"/>
              <a:gd name="connsiteY935-13428" fmla="*/ 703838 h 4449429"/>
              <a:gd name="connsiteX936-13429" fmla="*/ 3763042 w 18982931"/>
              <a:gd name="connsiteY936-13430" fmla="*/ 1144256 h 4449429"/>
              <a:gd name="connsiteX937-13431" fmla="*/ 3771275 w 18982931"/>
              <a:gd name="connsiteY937-13432" fmla="*/ 1181298 h 4449429"/>
              <a:gd name="connsiteX938-13433" fmla="*/ 3775390 w 18982931"/>
              <a:gd name="connsiteY938-13434" fmla="*/ 1115443 h 4449429"/>
              <a:gd name="connsiteX939-13435" fmla="*/ 3923568 w 18982931"/>
              <a:gd name="connsiteY939-13436" fmla="*/ 996079 h 4449429"/>
              <a:gd name="connsiteX940-13437" fmla="*/ 3940029 w 18982931"/>
              <a:gd name="connsiteY940-13438" fmla="*/ 1020776 h 4449429"/>
              <a:gd name="connsiteX941-13439" fmla="*/ 3960611 w 18982931"/>
              <a:gd name="connsiteY941-13440" fmla="*/ 1321244 h 4449429"/>
              <a:gd name="connsiteX942-13441" fmla="*/ 3960611 w 18982931"/>
              <a:gd name="connsiteY942-13442" fmla="*/ 1584670 h 4449429"/>
              <a:gd name="connsiteX943-13443" fmla="*/ 3977076 w 18982931"/>
              <a:gd name="connsiteY943-13444" fmla="*/ 1625830 h 4449429"/>
              <a:gd name="connsiteX944-13445" fmla="*/ 4010007 w 18982931"/>
              <a:gd name="connsiteY944-13446" fmla="*/ 1666990 h 4449429"/>
              <a:gd name="connsiteX945-13447" fmla="*/ 4055279 w 18982931"/>
              <a:gd name="connsiteY945-13448" fmla="*/ 1819286 h 4449429"/>
              <a:gd name="connsiteX946-13449" fmla="*/ 4104670 w 18982931"/>
              <a:gd name="connsiteY946-13450" fmla="*/ 1819286 h 4449429"/>
              <a:gd name="connsiteX947-13451" fmla="*/ 4108788 w 18982931"/>
              <a:gd name="connsiteY947-13452" fmla="*/ 1741079 h 4449429"/>
              <a:gd name="connsiteX948-13453" fmla="*/ 4211689 w 18982931"/>
              <a:gd name="connsiteY948-13454" fmla="*/ 1741079 h 4449429"/>
              <a:gd name="connsiteX949-13455" fmla="*/ 4252847 w 18982931"/>
              <a:gd name="connsiteY949-13456" fmla="*/ 1559973 h 4449429"/>
              <a:gd name="connsiteX950-13457" fmla="*/ 4265197 w 18982931"/>
              <a:gd name="connsiteY950-13458" fmla="*/ 1559973 h 4449429"/>
              <a:gd name="connsiteX951-13459" fmla="*/ 4277546 w 18982931"/>
              <a:gd name="connsiteY951-13460" fmla="*/ 1592900 h 4449429"/>
              <a:gd name="connsiteX952-13461" fmla="*/ 4302239 w 18982931"/>
              <a:gd name="connsiteY952-13462" fmla="*/ 1708150 h 4449429"/>
              <a:gd name="connsiteX953-13463" fmla="*/ 4368100 w 18982931"/>
              <a:gd name="connsiteY953-13464" fmla="*/ 1741079 h 4449429"/>
              <a:gd name="connsiteX954-13465" fmla="*/ 4363984 w 18982931"/>
              <a:gd name="connsiteY954-13466" fmla="*/ 1634062 h 4449429"/>
              <a:gd name="connsiteX955-13467" fmla="*/ 4372218 w 18982931"/>
              <a:gd name="connsiteY955-13468" fmla="*/ 839670 h 4449429"/>
              <a:gd name="connsiteX956-13469" fmla="*/ 4442184 w 18982931"/>
              <a:gd name="connsiteY956-13470" fmla="*/ 279891 h 4449429"/>
              <a:gd name="connsiteX957-13471" fmla="*/ 4479230 w 18982931"/>
              <a:gd name="connsiteY957-13472" fmla="*/ 234611 h 4449429"/>
              <a:gd name="connsiteX958-13473" fmla="*/ 4520394 w 18982931"/>
              <a:gd name="connsiteY958-13474" fmla="*/ 284004 h 4449429"/>
              <a:gd name="connsiteX959-13475" fmla="*/ 4549200 w 18982931"/>
              <a:gd name="connsiteY959-13476" fmla="*/ 440413 h 4449429"/>
              <a:gd name="connsiteX960-13477" fmla="*/ 4680914 w 18982931"/>
              <a:gd name="connsiteY960-13478" fmla="*/ 395140 h 4449429"/>
              <a:gd name="connsiteX961-13479" fmla="*/ 4759121 w 18982931"/>
              <a:gd name="connsiteY961-13480" fmla="*/ 460995 h 4449429"/>
              <a:gd name="connsiteX962-13481" fmla="*/ 4771466 w 18982931"/>
              <a:gd name="connsiteY962-13482" fmla="*/ 493924 h 4449429"/>
              <a:gd name="connsiteX963-13483" fmla="*/ 4888657 w 18982931"/>
              <a:gd name="connsiteY963-13484" fmla="*/ 747622 h 4449429"/>
              <a:gd name="connsiteX964-13485" fmla="*/ 4888893 w 18982931"/>
              <a:gd name="connsiteY964-13486" fmla="*/ 807315 h 4449429"/>
              <a:gd name="connsiteX965-13487" fmla="*/ 4856617 w 18982931"/>
              <a:gd name="connsiteY965-13488" fmla="*/ 807315 h 4449429"/>
              <a:gd name="connsiteX966-13489" fmla="*/ 4856617 w 18982931"/>
              <a:gd name="connsiteY966-13490" fmla="*/ 944475 h 4449429"/>
              <a:gd name="connsiteX967-13491" fmla="*/ 4888332 w 18982931"/>
              <a:gd name="connsiteY967-13492" fmla="*/ 944475 h 4449429"/>
              <a:gd name="connsiteX968-13493" fmla="*/ 4888325 w 18982931"/>
              <a:gd name="connsiteY968-13494" fmla="*/ 945600 h 4449429"/>
              <a:gd name="connsiteX969-13495" fmla="*/ 4890835 w 18982931"/>
              <a:gd name="connsiteY969-13496" fmla="*/ 1609365 h 4449429"/>
              <a:gd name="connsiteX970-13497" fmla="*/ 4952574 w 18982931"/>
              <a:gd name="connsiteY970-13498" fmla="*/ 1617597 h 4449429"/>
              <a:gd name="connsiteX971-13499" fmla="*/ 4952574 w 18982931"/>
              <a:gd name="connsiteY971-13500" fmla="*/ 1868678 h 4449429"/>
              <a:gd name="connsiteX972-13501" fmla="*/ 4956691 w 18982931"/>
              <a:gd name="connsiteY972-13502" fmla="*/ 1905720 h 4449429"/>
              <a:gd name="connsiteX973-13503" fmla="*/ 4981387 w 18982931"/>
              <a:gd name="connsiteY973-13504" fmla="*/ 1967462 h 4449429"/>
              <a:gd name="connsiteX974-13505" fmla="*/ 4981387 w 18982931"/>
              <a:gd name="connsiteY974-13506" fmla="*/ 2058015 h 4449429"/>
              <a:gd name="connsiteX975-13507" fmla="*/ 5001966 w 18982931"/>
              <a:gd name="connsiteY975-13508" fmla="*/ 2086824 h 4449429"/>
              <a:gd name="connsiteX976-13509" fmla="*/ 5018429 w 18982931"/>
              <a:gd name="connsiteY976-13510" fmla="*/ 2078592 h 4449429"/>
              <a:gd name="connsiteX977-13511" fmla="*/ 5018429 w 18982931"/>
              <a:gd name="connsiteY977-13512" fmla="*/ 1881023 h 4449429"/>
              <a:gd name="connsiteX978-13513" fmla="*/ 5018429 w 18982931"/>
              <a:gd name="connsiteY978-13514" fmla="*/ 1366522 h 4449429"/>
              <a:gd name="connsiteX979-13515" fmla="*/ 5034894 w 18982931"/>
              <a:gd name="connsiteY979-13516" fmla="*/ 864367 h 4449429"/>
              <a:gd name="connsiteX980-13517" fmla="*/ 5067821 w 18982931"/>
              <a:gd name="connsiteY980-13518" fmla="*/ 197569 h 4449429"/>
              <a:gd name="connsiteX981-13519" fmla="*/ 5080173 w 18982931"/>
              <a:gd name="connsiteY981-13520" fmla="*/ 102899 h 4449429"/>
              <a:gd name="connsiteX982-13521" fmla="*/ 5216000 w 18982931"/>
              <a:gd name="connsiteY982-13522" fmla="*/ 37042 h 4449429"/>
              <a:gd name="connsiteX983-13523" fmla="*/ 5248927 w 18982931"/>
              <a:gd name="connsiteY983-13524" fmla="*/ 69972 h 4449429"/>
              <a:gd name="connsiteX984-13525" fmla="*/ 5372409 w 18982931"/>
              <a:gd name="connsiteY984-13526" fmla="*/ 69972 h 4449429"/>
              <a:gd name="connsiteX985-13527" fmla="*/ 5434151 w 18982931"/>
              <a:gd name="connsiteY985-13528" fmla="*/ 131714 h 4449429"/>
              <a:gd name="connsiteX986-13529" fmla="*/ 5434151 w 18982931"/>
              <a:gd name="connsiteY986-13530" fmla="*/ 382788 h 4449429"/>
              <a:gd name="connsiteX987-13531" fmla="*/ 5434151 w 18982931"/>
              <a:gd name="connsiteY987-13532" fmla="*/ 683261 h 4449429"/>
              <a:gd name="connsiteX988-13533" fmla="*/ 5545282 w 18982931"/>
              <a:gd name="connsiteY988-13534" fmla="*/ 687375 h 4449429"/>
              <a:gd name="connsiteX989-13535" fmla="*/ 5545282 w 18982931"/>
              <a:gd name="connsiteY989-13536" fmla="*/ 1045471 h 4449429"/>
              <a:gd name="connsiteX990-13537" fmla="*/ 5676994 w 18982931"/>
              <a:gd name="connsiteY990-13538" fmla="*/ 1045471 h 4449429"/>
              <a:gd name="connsiteX991-13539" fmla="*/ 5685227 w 18982931"/>
              <a:gd name="connsiteY991-13540" fmla="*/ 1103096 h 4449429"/>
              <a:gd name="connsiteX992-13541" fmla="*/ 5759314 w 18982931"/>
              <a:gd name="connsiteY992-13542" fmla="*/ 1193648 h 4449429"/>
              <a:gd name="connsiteX993-13543" fmla="*/ 5759314 w 18982931"/>
              <a:gd name="connsiteY993-13544" fmla="*/ 1395331 h 4449429"/>
              <a:gd name="connsiteX994-13545" fmla="*/ 5825171 w 18982931"/>
              <a:gd name="connsiteY994-13546" fmla="*/ 1395331 h 4449429"/>
              <a:gd name="connsiteX995-13547" fmla="*/ 5903378 w 18982931"/>
              <a:gd name="connsiteY995-13548" fmla="*/ 1477653 h 4449429"/>
              <a:gd name="connsiteX996-13549" fmla="*/ 5903378 w 18982931"/>
              <a:gd name="connsiteY996-13550" fmla="*/ 1918070 h 4449429"/>
              <a:gd name="connsiteX997-13551" fmla="*/ 5936306 w 18982931"/>
              <a:gd name="connsiteY997-13552" fmla="*/ 1975695 h 4449429"/>
              <a:gd name="connsiteX998-13553" fmla="*/ 5965115 w 18982931"/>
              <a:gd name="connsiteY998-13554" fmla="*/ 1275969 h 4449429"/>
              <a:gd name="connsiteX999-13555" fmla="*/ 5969235 w 18982931"/>
              <a:gd name="connsiteY999-13556" fmla="*/ 1238922 h 4449429"/>
              <a:gd name="connsiteX1000-13557" fmla="*/ 6166804 w 18982931"/>
              <a:gd name="connsiteY1000-13558" fmla="*/ 1238922 h 4449429"/>
              <a:gd name="connsiteX1001-13559" fmla="*/ 6216196 w 18982931"/>
              <a:gd name="connsiteY1001-13560" fmla="*/ 1288315 h 4449429"/>
              <a:gd name="connsiteX1002-13561" fmla="*/ 6236774 w 18982931"/>
              <a:gd name="connsiteY1002-13562" fmla="*/ 1428261 h 4449429"/>
              <a:gd name="connsiteX1003-13563" fmla="*/ 6273821 w 18982931"/>
              <a:gd name="connsiteY1003-13564" fmla="*/ 1498235 h 4449429"/>
              <a:gd name="connsiteX1004-13565" fmla="*/ 6273821 w 18982931"/>
              <a:gd name="connsiteY1004-13566" fmla="*/ 2230888 h 4449429"/>
              <a:gd name="connsiteX1005-13567" fmla="*/ 6277935 w 18982931"/>
              <a:gd name="connsiteY1005-13568" fmla="*/ 2280280 h 4449429"/>
              <a:gd name="connsiteX1006-13569" fmla="*/ 6319095 w 18982931"/>
              <a:gd name="connsiteY1006-13570" fmla="*/ 2193841 h 4449429"/>
              <a:gd name="connsiteX1007-13571" fmla="*/ 6364373 w 18982931"/>
              <a:gd name="connsiteY1007-13572" fmla="*/ 2288513 h 4449429"/>
              <a:gd name="connsiteX1008-13573" fmla="*/ 6389068 w 18982931"/>
              <a:gd name="connsiteY1008-13574" fmla="*/ 2313208 h 4449429"/>
              <a:gd name="connsiteX1009-13575" fmla="*/ 6541355 w 18982931"/>
              <a:gd name="connsiteY1009-13576" fmla="*/ 2313208 h 4449429"/>
              <a:gd name="connsiteX1010-13577" fmla="*/ 6541355 w 18982931"/>
              <a:gd name="connsiteY1010-13578" fmla="*/ 2148567 h 4449429"/>
              <a:gd name="connsiteX1011-13579" fmla="*/ 6660723 w 18982931"/>
              <a:gd name="connsiteY1011-13580" fmla="*/ 2148567 h 4449429"/>
              <a:gd name="connsiteX1012-13581" fmla="*/ 6660723 w 18982931"/>
              <a:gd name="connsiteY1012-13582" fmla="*/ 2259698 h 4449429"/>
              <a:gd name="connsiteX1013-13583" fmla="*/ 6705999 w 18982931"/>
              <a:gd name="connsiteY1013-13584" fmla="*/ 2551938 h 4449429"/>
              <a:gd name="connsiteX1014-13585" fmla="*/ 6714228 w 18982931"/>
              <a:gd name="connsiteY1014-13586" fmla="*/ 2580748 h 4449429"/>
              <a:gd name="connsiteX1015-13587" fmla="*/ 6722461 w 18982931"/>
              <a:gd name="connsiteY1015-13588" fmla="*/ 2576634 h 4449429"/>
              <a:gd name="connsiteX1016-13589" fmla="*/ 6751278 w 18982931"/>
              <a:gd name="connsiteY1016-13590" fmla="*/ 2263816 h 4449429"/>
              <a:gd name="connsiteX1017-13591" fmla="*/ 6800669 w 18982931"/>
              <a:gd name="connsiteY1017-13592" fmla="*/ 2255583 h 4449429"/>
              <a:gd name="connsiteX1018-13593" fmla="*/ 6837709 w 18982931"/>
              <a:gd name="connsiteY1018-13594" fmla="*/ 2181496 h 4449429"/>
              <a:gd name="connsiteX1019-13595" fmla="*/ 6841831 w 18982931"/>
              <a:gd name="connsiteY1019-13596" fmla="*/ 2152681 h 4449429"/>
              <a:gd name="connsiteX1020-13597" fmla="*/ 6845941 w 18982931"/>
              <a:gd name="connsiteY1020-13598" fmla="*/ 2115639 h 4449429"/>
              <a:gd name="connsiteX1021-13599" fmla="*/ 6857139 w 18982931"/>
              <a:gd name="connsiteY1021-13600" fmla="*/ 2115639 h 4449429"/>
              <a:gd name="connsiteX1022-13601" fmla="*/ 6899298 w 18982931"/>
              <a:gd name="connsiteY1022-13602" fmla="*/ 2109470 h 4449429"/>
              <a:gd name="connsiteX1023-13603" fmla="*/ 6922965 w 18982931"/>
              <a:gd name="connsiteY1023-13604" fmla="*/ 2140339 h 4449429"/>
              <a:gd name="connsiteX1024-13605" fmla="*/ 7009406 w 18982931"/>
              <a:gd name="connsiteY1024-13606" fmla="*/ 2070365 h 4449429"/>
              <a:gd name="connsiteX1025-13607" fmla="*/ 7145231 w 18982931"/>
              <a:gd name="connsiteY1025-13608" fmla="*/ 2066247 h 4449429"/>
              <a:gd name="connsiteX1026-13609" fmla="*/ 7145231 w 18982931"/>
              <a:gd name="connsiteY1026-13610" fmla="*/ 1901605 h 4449429"/>
              <a:gd name="connsiteX1027-13611" fmla="*/ 7145231 w 18982931"/>
              <a:gd name="connsiteY1027-13612" fmla="*/ 1769896 h 4449429"/>
              <a:gd name="connsiteX1028-13613" fmla="*/ 7215204 w 18982931"/>
              <a:gd name="connsiteY1028-13614" fmla="*/ 1597024 h 4449429"/>
              <a:gd name="connsiteX1029-13615" fmla="*/ 7285174 w 18982931"/>
              <a:gd name="connsiteY1029-13616" fmla="*/ 1753433 h 4449429"/>
              <a:gd name="connsiteX1030-13617" fmla="*/ 7297524 w 18982931"/>
              <a:gd name="connsiteY1030-13618" fmla="*/ 2062134 h 4449429"/>
              <a:gd name="connsiteX1031-13619" fmla="*/ 7367494 w 18982931"/>
              <a:gd name="connsiteY1031-13620" fmla="*/ 2066247 h 4449429"/>
              <a:gd name="connsiteX1032-13621" fmla="*/ 7371610 w 18982931"/>
              <a:gd name="connsiteY1032-13622" fmla="*/ 2148567 h 4449429"/>
              <a:gd name="connsiteX1033-13623" fmla="*/ 7462167 w 18982931"/>
              <a:gd name="connsiteY1033-13624" fmla="*/ 2148567 h 4449429"/>
              <a:gd name="connsiteX1034-13625" fmla="*/ 7462167 w 18982931"/>
              <a:gd name="connsiteY1034-13626" fmla="*/ 2095061 h 4449429"/>
              <a:gd name="connsiteX1035-13627" fmla="*/ 7462167 w 18982931"/>
              <a:gd name="connsiteY1035-13628" fmla="*/ 1597024 h 4449429"/>
              <a:gd name="connsiteX1036-13629" fmla="*/ 7482743 w 18982931"/>
              <a:gd name="connsiteY1036-13630" fmla="*/ 1008430 h 4449429"/>
              <a:gd name="connsiteX1037-13631" fmla="*/ 7495096 w 18982931"/>
              <a:gd name="connsiteY1037-13632" fmla="*/ 921991 h 4449429"/>
              <a:gd name="connsiteX1038-13633" fmla="*/ 7536254 w 18982931"/>
              <a:gd name="connsiteY1038-13634" fmla="*/ 934341 h 4449429"/>
              <a:gd name="connsiteX1039-13635" fmla="*/ 7577416 w 18982931"/>
              <a:gd name="connsiteY1039-13636" fmla="*/ 563899 h 4449429"/>
              <a:gd name="connsiteX1040-13637" fmla="*/ 7589759 w 18982931"/>
              <a:gd name="connsiteY1040-13638" fmla="*/ 563899 h 4449429"/>
              <a:gd name="connsiteX1041-13639" fmla="*/ 7639153 w 18982931"/>
              <a:gd name="connsiteY1041-13640" fmla="*/ 975501 h 4449429"/>
              <a:gd name="connsiteX1042-13641" fmla="*/ 7655614 w 18982931"/>
              <a:gd name="connsiteY1042-13642" fmla="*/ 926109 h 4449429"/>
              <a:gd name="connsiteX1043-13643" fmla="*/ 7667968 w 18982931"/>
              <a:gd name="connsiteY1043-13644" fmla="*/ 926109 h 4449429"/>
              <a:gd name="connsiteX1044-13645" fmla="*/ 7676196 w 18982931"/>
              <a:gd name="connsiteY1044-13646" fmla="*/ 1037243 h 4449429"/>
              <a:gd name="connsiteX1045-13647" fmla="*/ 7676196 w 18982931"/>
              <a:gd name="connsiteY1045-13648" fmla="*/ 2049787 h 4449429"/>
              <a:gd name="connsiteX1046-13649" fmla="*/ 7705009 w 18982931"/>
              <a:gd name="connsiteY1046-13650" fmla="*/ 2267935 h 4449429"/>
              <a:gd name="connsiteX1047-13651" fmla="*/ 7750287 w 18982931"/>
              <a:gd name="connsiteY1047-13652" fmla="*/ 2469622 h 4449429"/>
              <a:gd name="connsiteX1048-13653" fmla="*/ 7849072 w 18982931"/>
              <a:gd name="connsiteY1048-13654" fmla="*/ 2469622 h 4449429"/>
              <a:gd name="connsiteX1049-13655" fmla="*/ 7849072 w 18982931"/>
              <a:gd name="connsiteY1049-13656" fmla="*/ 2284398 h 4449429"/>
              <a:gd name="connsiteX1050-13657" fmla="*/ 7919042 w 18982931"/>
              <a:gd name="connsiteY1050-13658" fmla="*/ 2284398 h 4449429"/>
              <a:gd name="connsiteX1051-13659" fmla="*/ 7919042 w 18982931"/>
              <a:gd name="connsiteY1051-13660" fmla="*/ 2473736 h 4449429"/>
              <a:gd name="connsiteX1052-13661" fmla="*/ 8108380 w 18982931"/>
              <a:gd name="connsiteY1052-13662" fmla="*/ 2473736 h 4449429"/>
              <a:gd name="connsiteX1053-13663" fmla="*/ 8142338 w 18982931"/>
              <a:gd name="connsiteY1053-13664" fmla="*/ 2481454 h 4449429"/>
              <a:gd name="connsiteX1054-13665" fmla="*/ 8144242 w 18982931"/>
              <a:gd name="connsiteY1054-13666" fmla="*/ 2485067 h 4449429"/>
              <a:gd name="connsiteX1055-13667" fmla="*/ 8144242 w 18982931"/>
              <a:gd name="connsiteY1055-13668" fmla="*/ 1280084 h 4449429"/>
              <a:gd name="connsiteX1056-13669" fmla="*/ 8189518 w 18982931"/>
              <a:gd name="connsiteY1056-13670" fmla="*/ 1115443 h 4449429"/>
              <a:gd name="connsiteX1057-13671" fmla="*/ 8230679 w 18982931"/>
              <a:gd name="connsiteY1057-13672" fmla="*/ 1090746 h 4449429"/>
              <a:gd name="connsiteX1058-13673" fmla="*/ 8477642 w 18982931"/>
              <a:gd name="connsiteY1058-13674" fmla="*/ 1090746 h 4449429"/>
              <a:gd name="connsiteX1059-13675" fmla="*/ 8518799 w 18982931"/>
              <a:gd name="connsiteY1059-13676" fmla="*/ 1111328 h 4449429"/>
              <a:gd name="connsiteX1060-13677" fmla="*/ 8568194 w 18982931"/>
              <a:gd name="connsiteY1060-13678" fmla="*/ 1288315 h 4449429"/>
              <a:gd name="connsiteX1061-13679" fmla="*/ 8572304 w 18982931"/>
              <a:gd name="connsiteY1061-13680" fmla="*/ 2152681 h 4449429"/>
              <a:gd name="connsiteX1062-13681" fmla="*/ 8572304 w 18982931"/>
              <a:gd name="connsiteY1062-13682" fmla="*/ 2222656 h 4449429"/>
              <a:gd name="connsiteX1063-13683" fmla="*/ 8827499 w 18982931"/>
              <a:gd name="connsiteY1063-13684" fmla="*/ 2222656 h 4449429"/>
              <a:gd name="connsiteX1064-13685" fmla="*/ 8827499 w 18982931"/>
              <a:gd name="connsiteY1064-13686" fmla="*/ 2053897 h 4449429"/>
              <a:gd name="connsiteX1065-13687" fmla="*/ 8827499 w 18982931"/>
              <a:gd name="connsiteY1065-13688" fmla="*/ 1996272 h 4449429"/>
              <a:gd name="connsiteX1066-13689" fmla="*/ 8926285 w 18982931"/>
              <a:gd name="connsiteY1066-13690" fmla="*/ 1876910 h 4449429"/>
              <a:gd name="connsiteX1067-13691" fmla="*/ 8926285 w 18982931"/>
              <a:gd name="connsiteY1067-13692" fmla="*/ 1757542 h 4449429"/>
              <a:gd name="connsiteX1068-13693" fmla="*/ 8926285 w 18982931"/>
              <a:gd name="connsiteY1068-13694" fmla="*/ 1527045 h 4449429"/>
              <a:gd name="connsiteX1069-13695" fmla="*/ 8950980 w 18982931"/>
              <a:gd name="connsiteY1069-13696" fmla="*/ 1432378 h 4449429"/>
              <a:gd name="connsiteX1070-13697" fmla="*/ 8950980 w 18982931"/>
              <a:gd name="connsiteY1070-13698" fmla="*/ 1424146 h 4449429"/>
              <a:gd name="connsiteX1071-13699" fmla="*/ 8983911 w 18982931"/>
              <a:gd name="connsiteY1071-13700" fmla="*/ 1107210 h 4449429"/>
              <a:gd name="connsiteX1072-13701" fmla="*/ 8992140 w 18982931"/>
              <a:gd name="connsiteY1072-13702" fmla="*/ 1049586 h 4449429"/>
              <a:gd name="connsiteX1073-13703" fmla="*/ 9012723 w 18982931"/>
              <a:gd name="connsiteY1073-13704" fmla="*/ 1049586 h 4449429"/>
              <a:gd name="connsiteX1074-13705" fmla="*/ 9049767 w 18982931"/>
              <a:gd name="connsiteY1074-13706" fmla="*/ 1325362 h 4449429"/>
              <a:gd name="connsiteX1075-13707" fmla="*/ 9115624 w 18982931"/>
              <a:gd name="connsiteY1075-13708" fmla="*/ 1329476 h 4449429"/>
              <a:gd name="connsiteX1076-13709" fmla="*/ 9165014 w 18982931"/>
              <a:gd name="connsiteY1076-13710" fmla="*/ 1436493 h 4449429"/>
              <a:gd name="connsiteX1077-13711" fmla="*/ 9181479 w 18982931"/>
              <a:gd name="connsiteY1077-13712" fmla="*/ 1494116 h 4449429"/>
              <a:gd name="connsiteX1078-13713" fmla="*/ 9181479 w 18982931"/>
              <a:gd name="connsiteY1078-13714" fmla="*/ 1823399 h 4449429"/>
              <a:gd name="connsiteX1079-13715" fmla="*/ 9181479 w 18982931"/>
              <a:gd name="connsiteY1079-13716" fmla="*/ 1881023 h 4449429"/>
              <a:gd name="connsiteX1080-13717" fmla="*/ 9280267 w 18982931"/>
              <a:gd name="connsiteY1080-13718" fmla="*/ 1881023 h 4449429"/>
              <a:gd name="connsiteX1081-13719" fmla="*/ 9280267 w 18982931"/>
              <a:gd name="connsiteY1081-13720" fmla="*/ 1815166 h 4449429"/>
              <a:gd name="connsiteX1082-13721" fmla="*/ 9280267 w 18982931"/>
              <a:gd name="connsiteY1082-13722" fmla="*/ 304587 h 4449429"/>
              <a:gd name="connsiteX1083-13723" fmla="*/ 9346122 w 18982931"/>
              <a:gd name="connsiteY1083-13724" fmla="*/ 238731 h 4449429"/>
              <a:gd name="connsiteX1084-13725" fmla="*/ 9453137 w 18982931"/>
              <a:gd name="connsiteY1084-13726" fmla="*/ 341628 h 4449429"/>
              <a:gd name="connsiteX1085-13727" fmla="*/ 9453137 w 18982931"/>
              <a:gd name="connsiteY1085-13728" fmla="*/ 1815166 h 4449429"/>
              <a:gd name="connsiteX1086-13729" fmla="*/ 9453137 w 18982931"/>
              <a:gd name="connsiteY1086-13730" fmla="*/ 1876910 h 4449429"/>
              <a:gd name="connsiteX1087-13731" fmla="*/ 9551919 w 18982931"/>
              <a:gd name="connsiteY1087-13732" fmla="*/ 1876910 h 4449429"/>
              <a:gd name="connsiteX1088-13733" fmla="*/ 9551919 w 18982931"/>
              <a:gd name="connsiteY1088-13734" fmla="*/ 1724614 h 4449429"/>
              <a:gd name="connsiteX1089-13735" fmla="*/ 9551919 w 18982931"/>
              <a:gd name="connsiteY1089-13736" fmla="*/ 1481771 h 4449429"/>
              <a:gd name="connsiteX1090-13737" fmla="*/ 9597198 w 18982931"/>
              <a:gd name="connsiteY1090-13738" fmla="*/ 1374754 h 4449429"/>
              <a:gd name="connsiteX1091-13739" fmla="*/ 9613662 w 18982931"/>
              <a:gd name="connsiteY1091-13740" fmla="*/ 1325362 h 4449429"/>
              <a:gd name="connsiteX1092-13741" fmla="*/ 9683632 w 18982931"/>
              <a:gd name="connsiteY1092-13742" fmla="*/ 1325362 h 4449429"/>
              <a:gd name="connsiteX1093-13743" fmla="*/ 9683632 w 18982931"/>
              <a:gd name="connsiteY1093-13744" fmla="*/ 1522931 h 4449429"/>
              <a:gd name="connsiteX1094-13745" fmla="*/ 9819464 w 18982931"/>
              <a:gd name="connsiteY1094-13746" fmla="*/ 1522931 h 4449429"/>
              <a:gd name="connsiteX1095-13747" fmla="*/ 9819464 w 18982931"/>
              <a:gd name="connsiteY1095-13748" fmla="*/ 1720501 h 4449429"/>
              <a:gd name="connsiteX1096-13749" fmla="*/ 9819464 w 18982931"/>
              <a:gd name="connsiteY1096-13750" fmla="*/ 1835749 h 4449429"/>
              <a:gd name="connsiteX1097-13751" fmla="*/ 9868856 w 18982931"/>
              <a:gd name="connsiteY1097-13752" fmla="*/ 1885142 h 4449429"/>
              <a:gd name="connsiteX1098-13753" fmla="*/ 9922361 w 18982931"/>
              <a:gd name="connsiteY1098-13754" fmla="*/ 1938648 h 4449429"/>
              <a:gd name="connsiteX1099-13755" fmla="*/ 9922361 w 18982931"/>
              <a:gd name="connsiteY1099-13756" fmla="*/ 2226770 h 4449429"/>
              <a:gd name="connsiteX1100-13757" fmla="*/ 10189906 w 18982931"/>
              <a:gd name="connsiteY1100-13758" fmla="*/ 2226770 h 4449429"/>
              <a:gd name="connsiteX1101-13759" fmla="*/ 10189906 w 18982931"/>
              <a:gd name="connsiteY1101-13760" fmla="*/ 1864559 h 4449429"/>
              <a:gd name="connsiteX1102-13761" fmla="*/ 10251644 w 18982931"/>
              <a:gd name="connsiteY1102-13762" fmla="*/ 1852213 h 4449429"/>
              <a:gd name="connsiteX1103-13763" fmla="*/ 10251644 w 18982931"/>
              <a:gd name="connsiteY1103-13764" fmla="*/ 1465306 h 4449429"/>
              <a:gd name="connsiteX1104-13765" fmla="*/ 10198137 w 18982931"/>
              <a:gd name="connsiteY1104-13766" fmla="*/ 1461188 h 4449429"/>
              <a:gd name="connsiteX1105-13767" fmla="*/ 10198137 w 18982931"/>
              <a:gd name="connsiteY1105-13768" fmla="*/ 1317129 h 4449429"/>
              <a:gd name="connsiteX1106-13769" fmla="*/ 10572694 w 18982931"/>
              <a:gd name="connsiteY1106-13770" fmla="*/ 1317129 h 4449429"/>
              <a:gd name="connsiteX1107-13771" fmla="*/ 10572694 w 18982931"/>
              <a:gd name="connsiteY1107-13772" fmla="*/ 2140336 h 4449429"/>
              <a:gd name="connsiteX1108-13773" fmla="*/ 10642669 w 18982931"/>
              <a:gd name="connsiteY1108-13774" fmla="*/ 2144449 h 4449429"/>
              <a:gd name="connsiteX1109-13775" fmla="*/ 10642669 w 18982931"/>
              <a:gd name="connsiteY1109-13776" fmla="*/ 2477849 h 4449429"/>
              <a:gd name="connsiteX1110-13777" fmla="*/ 10885512 w 18982931"/>
              <a:gd name="connsiteY1110-13778" fmla="*/ 2477849 h 4449429"/>
              <a:gd name="connsiteX1111-13779" fmla="*/ 10885512 w 18982931"/>
              <a:gd name="connsiteY1111-13780" fmla="*/ 2292626 h 4449429"/>
              <a:gd name="connsiteX1112-13781" fmla="*/ 10959601 w 18982931"/>
              <a:gd name="connsiteY1112-13782" fmla="*/ 2292626 h 4449429"/>
              <a:gd name="connsiteX1113-13783" fmla="*/ 10959601 w 18982931"/>
              <a:gd name="connsiteY1113-13784" fmla="*/ 2477849 h 4449429"/>
              <a:gd name="connsiteX1114-13785" fmla="*/ 11066618 w 18982931"/>
              <a:gd name="connsiteY1114-13786" fmla="*/ 2477849 h 4449429"/>
              <a:gd name="connsiteX1115-13787" fmla="*/ 11107778 w 18982931"/>
              <a:gd name="connsiteY1115-13788" fmla="*/ 2284395 h 4449429"/>
              <a:gd name="connsiteX1116-13789" fmla="*/ 11136593 w 18982931"/>
              <a:gd name="connsiteY1116-13790" fmla="*/ 2053897 h 4449429"/>
              <a:gd name="connsiteX1117-13791" fmla="*/ 11136593 w 18982931"/>
              <a:gd name="connsiteY1117-13792" fmla="*/ 1061936 h 4449429"/>
              <a:gd name="connsiteX1118-13793" fmla="*/ 11148938 w 18982931"/>
              <a:gd name="connsiteY1118-13794" fmla="*/ 938454 h 4449429"/>
              <a:gd name="connsiteX1119-13795" fmla="*/ 11161288 w 18982931"/>
              <a:gd name="connsiteY1119-13796" fmla="*/ 938454 h 4449429"/>
              <a:gd name="connsiteX1120-13797" fmla="*/ 11177753 w 18982931"/>
              <a:gd name="connsiteY1120-13798" fmla="*/ 983729 h 4449429"/>
              <a:gd name="connsiteX1121-13799" fmla="*/ 11231258 w 18982931"/>
              <a:gd name="connsiteY1121-13800" fmla="*/ 572126 h 4449429"/>
              <a:gd name="connsiteX1122-13801" fmla="*/ 11243610 w 18982931"/>
              <a:gd name="connsiteY1122-13802" fmla="*/ 572126 h 4449429"/>
              <a:gd name="connsiteX1123-13803" fmla="*/ 11284770 w 18982931"/>
              <a:gd name="connsiteY1123-13804" fmla="*/ 946687 h 4449429"/>
              <a:gd name="connsiteX1124-13805" fmla="*/ 11325929 w 18982931"/>
              <a:gd name="connsiteY1124-13806" fmla="*/ 934337 h 4449429"/>
              <a:gd name="connsiteX1125-13807" fmla="*/ 11342394 w 18982931"/>
              <a:gd name="connsiteY1125-13808" fmla="*/ 1061936 h 4449429"/>
              <a:gd name="connsiteX1126-13809" fmla="*/ 11342394 w 18982931"/>
              <a:gd name="connsiteY1126-13810" fmla="*/ 1300666 h 4449429"/>
              <a:gd name="connsiteX1127-13811" fmla="*/ 11358857 w 18982931"/>
              <a:gd name="connsiteY1127-13812" fmla="*/ 2132104 h 4449429"/>
              <a:gd name="connsiteX1128-13813" fmla="*/ 11362976 w 18982931"/>
              <a:gd name="connsiteY1128-13814" fmla="*/ 2165031 h 4449429"/>
              <a:gd name="connsiteX1129-13815" fmla="*/ 11453524 w 18982931"/>
              <a:gd name="connsiteY1129-13816" fmla="*/ 2165031 h 4449429"/>
              <a:gd name="connsiteX1130-13817" fmla="*/ 11457643 w 18982931"/>
              <a:gd name="connsiteY1130-13818" fmla="*/ 2082711 h 4449429"/>
              <a:gd name="connsiteX1131-13819" fmla="*/ 11535845 w 18982931"/>
              <a:gd name="connsiteY1131-13820" fmla="*/ 2078592 h 4449429"/>
              <a:gd name="connsiteX1132-13821" fmla="*/ 11535845 w 18982931"/>
              <a:gd name="connsiteY1132-13822" fmla="*/ 2004505 h 4449429"/>
              <a:gd name="connsiteX1133-13823" fmla="*/ 11548195 w 18982931"/>
              <a:gd name="connsiteY1133-13824" fmla="*/ 1736964 h 4449429"/>
              <a:gd name="connsiteX1134-13825" fmla="*/ 11609938 w 18982931"/>
              <a:gd name="connsiteY1134-13826" fmla="*/ 1609365 h 4449429"/>
              <a:gd name="connsiteX1135-13827" fmla="*/ 11688140 w 18982931"/>
              <a:gd name="connsiteY1135-13828" fmla="*/ 1765774 h 4449429"/>
              <a:gd name="connsiteX1136-13829" fmla="*/ 11688140 w 18982931"/>
              <a:gd name="connsiteY1136-13830" fmla="*/ 2082711 h 4449429"/>
              <a:gd name="connsiteX1137-13831" fmla="*/ 11910406 w 18982931"/>
              <a:gd name="connsiteY1137-13832" fmla="*/ 2148567 h 4449429"/>
              <a:gd name="connsiteX1138-13833" fmla="*/ 11988608 w 18982931"/>
              <a:gd name="connsiteY1138-13834" fmla="*/ 2119754 h 4449429"/>
              <a:gd name="connsiteX1139-13835" fmla="*/ 11991181 w 18982931"/>
              <a:gd name="connsiteY1139-13836" fmla="*/ 2153197 h 4449429"/>
              <a:gd name="connsiteX1140-13837" fmla="*/ 11993908 w 18982931"/>
              <a:gd name="connsiteY1140-13838" fmla="*/ 2158900 h 4449429"/>
              <a:gd name="connsiteX1141-13839" fmla="*/ 11993908 w 18982931"/>
              <a:gd name="connsiteY1141-13840" fmla="*/ 2156799 h 4449429"/>
              <a:gd name="connsiteX1142-13841" fmla="*/ 11998023 w 18982931"/>
              <a:gd name="connsiteY1142-13842" fmla="*/ 2115639 h 4449429"/>
              <a:gd name="connsiteX1143-13843" fmla="*/ 12010373 w 18982931"/>
              <a:gd name="connsiteY1143-13844" fmla="*/ 2115639 h 4449429"/>
              <a:gd name="connsiteX1144-13845" fmla="*/ 12014490 w 18982931"/>
              <a:gd name="connsiteY1144-13846" fmla="*/ 2185614 h 4449429"/>
              <a:gd name="connsiteX1145-13847" fmla="*/ 12055650 w 18982931"/>
              <a:gd name="connsiteY1145-13848" fmla="*/ 2259703 h 4449429"/>
              <a:gd name="connsiteX1146-13849" fmla="*/ 12109157 w 18982931"/>
              <a:gd name="connsiteY1146-13850" fmla="*/ 2267933 h 4449429"/>
              <a:gd name="connsiteX1147-13851" fmla="*/ 12137972 w 18982931"/>
              <a:gd name="connsiteY1147-13852" fmla="*/ 2580753 h 4449429"/>
              <a:gd name="connsiteX1148-13853" fmla="*/ 12150317 w 18982931"/>
              <a:gd name="connsiteY1148-13854" fmla="*/ 2580753 h 4449429"/>
              <a:gd name="connsiteX1149-13855" fmla="*/ 12179132 w 18982931"/>
              <a:gd name="connsiteY1149-13856" fmla="*/ 2411992 h 4449429"/>
              <a:gd name="connsiteX1150-13857" fmla="*/ 12207942 w 18982931"/>
              <a:gd name="connsiteY1150-13858" fmla="*/ 2160917 h 4449429"/>
              <a:gd name="connsiteX1151-13859" fmla="*/ 12216174 w 18982931"/>
              <a:gd name="connsiteY1151-13860" fmla="*/ 2152686 h 4449429"/>
              <a:gd name="connsiteX1152-13861" fmla="*/ 12331423 w 18982931"/>
              <a:gd name="connsiteY1152-13862" fmla="*/ 2152686 h 4449429"/>
              <a:gd name="connsiteX1153-13863" fmla="*/ 12331423 w 18982931"/>
              <a:gd name="connsiteY1153-13864" fmla="*/ 2317327 h 4449429"/>
              <a:gd name="connsiteX1154-13865" fmla="*/ 12496064 w 18982931"/>
              <a:gd name="connsiteY1154-13866" fmla="*/ 2313208 h 4449429"/>
              <a:gd name="connsiteX1155-13867" fmla="*/ 12557802 w 18982931"/>
              <a:gd name="connsiteY1155-13868" fmla="*/ 2210310 h 4449429"/>
              <a:gd name="connsiteX1156-13869" fmla="*/ 12566034 w 18982931"/>
              <a:gd name="connsiteY1156-13870" fmla="*/ 2206191 h 4449429"/>
              <a:gd name="connsiteX1157-13871" fmla="*/ 12598962 w 18982931"/>
              <a:gd name="connsiteY1157-13872" fmla="*/ 2267933 h 4449429"/>
              <a:gd name="connsiteX1158-13873" fmla="*/ 12607194 w 18982931"/>
              <a:gd name="connsiteY1158-13874" fmla="*/ 2263816 h 4449429"/>
              <a:gd name="connsiteX1159-13875" fmla="*/ 12607194 w 18982931"/>
              <a:gd name="connsiteY1159-13876" fmla="*/ 1461193 h 4449429"/>
              <a:gd name="connsiteX1160-13877" fmla="*/ 12677169 w 18982931"/>
              <a:gd name="connsiteY1160-13878" fmla="*/ 1230695 h 4449429"/>
              <a:gd name="connsiteX1161-13879" fmla="*/ 12920017 w 18982931"/>
              <a:gd name="connsiteY1161-13880" fmla="*/ 1230695 h 4449429"/>
              <a:gd name="connsiteX1162-13881" fmla="*/ 12948827 w 18982931"/>
              <a:gd name="connsiteY1162-13882" fmla="*/ 1490003 h 4449429"/>
              <a:gd name="connsiteX1163-13883" fmla="*/ 12948827 w 18982931"/>
              <a:gd name="connsiteY1163-13884" fmla="*/ 1909838 h 4449429"/>
              <a:gd name="connsiteX1164-13885" fmla="*/ 12948827 w 18982931"/>
              <a:gd name="connsiteY1164-13886" fmla="*/ 1975695 h 4449429"/>
              <a:gd name="connsiteX1165-13887" fmla="*/ 12969405 w 18982931"/>
              <a:gd name="connsiteY1165-13888" fmla="*/ 1979812 h 4449429"/>
              <a:gd name="connsiteX1166-13889" fmla="*/ 12989987 w 18982931"/>
              <a:gd name="connsiteY1166-13890" fmla="*/ 1913955 h 4449429"/>
              <a:gd name="connsiteX1167-13891" fmla="*/ 12989987 w 18982931"/>
              <a:gd name="connsiteY1167-13892" fmla="*/ 1469425 h 4449429"/>
              <a:gd name="connsiteX1168-13893" fmla="*/ 13064076 w 18982931"/>
              <a:gd name="connsiteY1168-13894" fmla="*/ 1395336 h 4449429"/>
              <a:gd name="connsiteX1169-13895" fmla="*/ 13146396 w 18982931"/>
              <a:gd name="connsiteY1169-13896" fmla="*/ 1395336 h 4449429"/>
              <a:gd name="connsiteX1170-13897" fmla="*/ 13146396 w 18982931"/>
              <a:gd name="connsiteY1170-13898" fmla="*/ 1111328 h 4449429"/>
              <a:gd name="connsiteX1171-13899" fmla="*/ 13216366 w 18982931"/>
              <a:gd name="connsiteY1171-13900" fmla="*/ 1103096 h 4449429"/>
              <a:gd name="connsiteX1172-13901" fmla="*/ 13228716 w 18982931"/>
              <a:gd name="connsiteY1172-13902" fmla="*/ 1041358 h 4449429"/>
              <a:gd name="connsiteX1173-13903" fmla="*/ 13368662 w 18982931"/>
              <a:gd name="connsiteY1173-13904" fmla="*/ 1041358 h 4449429"/>
              <a:gd name="connsiteX1174-13905" fmla="*/ 13368662 w 18982931"/>
              <a:gd name="connsiteY1174-13906" fmla="*/ 687379 h 4449429"/>
              <a:gd name="connsiteX1175-13907" fmla="*/ 13483911 w 18982931"/>
              <a:gd name="connsiteY1175-13908" fmla="*/ 687379 h 4449429"/>
              <a:gd name="connsiteX1176-13909" fmla="*/ 13483911 w 18982931"/>
              <a:gd name="connsiteY1176-13910" fmla="*/ 617404 h 4449429"/>
              <a:gd name="connsiteX1177-13911" fmla="*/ 13483911 w 18982931"/>
              <a:gd name="connsiteY1177-13912" fmla="*/ 131714 h 4449429"/>
              <a:gd name="connsiteX1178-13913" fmla="*/ 13541534 w 18982931"/>
              <a:gd name="connsiteY1178-13914" fmla="*/ 74089 h 4449429"/>
              <a:gd name="connsiteX1179-13915" fmla="*/ 13685593 w 18982931"/>
              <a:gd name="connsiteY1179-13916" fmla="*/ 74089 h 4449429"/>
              <a:gd name="connsiteX1180-13917" fmla="*/ 13730872 w 18982931"/>
              <a:gd name="connsiteY1180-13918" fmla="*/ 49392 h 4449429"/>
              <a:gd name="connsiteX1181-13919" fmla="*/ 13739104 w 18982931"/>
              <a:gd name="connsiteY1181-13920" fmla="*/ 0 h 4449429"/>
              <a:gd name="connsiteX0-13921" fmla="*/ 16404499 w 18982931"/>
              <a:gd name="connsiteY0-13922" fmla="*/ 4309270 h 4449429"/>
              <a:gd name="connsiteX1-13923" fmla="*/ 16404499 w 18982931"/>
              <a:gd name="connsiteY1-13924" fmla="*/ 4366104 h 4449429"/>
              <a:gd name="connsiteX2-13925" fmla="*/ 16461332 w 18982931"/>
              <a:gd name="connsiteY2-13926" fmla="*/ 4366104 h 4449429"/>
              <a:gd name="connsiteX3-13927" fmla="*/ 16461332 w 18982931"/>
              <a:gd name="connsiteY3-13928" fmla="*/ 4309270 h 4449429"/>
              <a:gd name="connsiteX4-13929" fmla="*/ 16404499 w 18982931"/>
              <a:gd name="connsiteY4-13930" fmla="*/ 4309270 h 4449429"/>
              <a:gd name="connsiteX5-13931" fmla="*/ 16292444 w 18982931"/>
              <a:gd name="connsiteY5-13932" fmla="*/ 4309270 h 4449429"/>
              <a:gd name="connsiteX6-13933" fmla="*/ 16292444 w 18982931"/>
              <a:gd name="connsiteY6-13934" fmla="*/ 4366104 h 4449429"/>
              <a:gd name="connsiteX7-13935" fmla="*/ 16349278 w 18982931"/>
              <a:gd name="connsiteY7-13936" fmla="*/ 4366104 h 4449429"/>
              <a:gd name="connsiteX8-13937" fmla="*/ 16349278 w 18982931"/>
              <a:gd name="connsiteY8-13938" fmla="*/ 4309270 h 4449429"/>
              <a:gd name="connsiteX9-13939" fmla="*/ 16292444 w 18982931"/>
              <a:gd name="connsiteY9-13940" fmla="*/ 4309270 h 4449429"/>
              <a:gd name="connsiteX10-13941" fmla="*/ 16180390 w 18982931"/>
              <a:gd name="connsiteY10-13942" fmla="*/ 4309270 h 4449429"/>
              <a:gd name="connsiteX11-13943" fmla="*/ 16180390 w 18982931"/>
              <a:gd name="connsiteY11-13944" fmla="*/ 4366104 h 4449429"/>
              <a:gd name="connsiteX12-13945" fmla="*/ 16237224 w 18982931"/>
              <a:gd name="connsiteY12-13946" fmla="*/ 4366104 h 4449429"/>
              <a:gd name="connsiteX13-13947" fmla="*/ 16237224 w 18982931"/>
              <a:gd name="connsiteY13-13948" fmla="*/ 4309270 h 4449429"/>
              <a:gd name="connsiteX14-13949" fmla="*/ 16180390 w 18982931"/>
              <a:gd name="connsiteY14-13950" fmla="*/ 4309270 h 4449429"/>
              <a:gd name="connsiteX15-13951" fmla="*/ 2813944 w 18982931"/>
              <a:gd name="connsiteY15-13952" fmla="*/ 4309269 h 4449429"/>
              <a:gd name="connsiteX16-13953" fmla="*/ 2813944 w 18982931"/>
              <a:gd name="connsiteY16-13954" fmla="*/ 4366102 h 4449429"/>
              <a:gd name="connsiteX17-13955" fmla="*/ 2870780 w 18982931"/>
              <a:gd name="connsiteY17-13956" fmla="*/ 4366102 h 4449429"/>
              <a:gd name="connsiteX18-13957" fmla="*/ 2870780 w 18982931"/>
              <a:gd name="connsiteY18-13958" fmla="*/ 4309269 h 4449429"/>
              <a:gd name="connsiteX19-13959" fmla="*/ 2813944 w 18982931"/>
              <a:gd name="connsiteY19-13960" fmla="*/ 4309269 h 4449429"/>
              <a:gd name="connsiteX20-13961" fmla="*/ 2701890 w 18982931"/>
              <a:gd name="connsiteY20-13962" fmla="*/ 4309269 h 4449429"/>
              <a:gd name="connsiteX21-13963" fmla="*/ 2701890 w 18982931"/>
              <a:gd name="connsiteY21-13964" fmla="*/ 4366102 h 4449429"/>
              <a:gd name="connsiteX22-13965" fmla="*/ 2758723 w 18982931"/>
              <a:gd name="connsiteY22-13966" fmla="*/ 4366102 h 4449429"/>
              <a:gd name="connsiteX23-13967" fmla="*/ 2758723 w 18982931"/>
              <a:gd name="connsiteY23-13968" fmla="*/ 4309269 h 4449429"/>
              <a:gd name="connsiteX24-13969" fmla="*/ 2701890 w 18982931"/>
              <a:gd name="connsiteY24-13970" fmla="*/ 4309269 h 4449429"/>
              <a:gd name="connsiteX25-13971" fmla="*/ 2589843 w 18982931"/>
              <a:gd name="connsiteY25-13972" fmla="*/ 4309269 h 4449429"/>
              <a:gd name="connsiteX26-13973" fmla="*/ 2589843 w 18982931"/>
              <a:gd name="connsiteY26-13974" fmla="*/ 4366102 h 4449429"/>
              <a:gd name="connsiteX27-13975" fmla="*/ 2646669 w 18982931"/>
              <a:gd name="connsiteY27-13976" fmla="*/ 4366102 h 4449429"/>
              <a:gd name="connsiteX28-13977" fmla="*/ 2646669 w 18982931"/>
              <a:gd name="connsiteY28-13978" fmla="*/ 4309269 h 4449429"/>
              <a:gd name="connsiteX29-13979" fmla="*/ 2589843 w 18982931"/>
              <a:gd name="connsiteY29-13980" fmla="*/ 4309269 h 4449429"/>
              <a:gd name="connsiteX30-13981" fmla="*/ 16404499 w 18982931"/>
              <a:gd name="connsiteY30-13982" fmla="*/ 4163982 h 4449429"/>
              <a:gd name="connsiteX31-13983" fmla="*/ 16404499 w 18982931"/>
              <a:gd name="connsiteY31-13984" fmla="*/ 4220816 h 4449429"/>
              <a:gd name="connsiteX32-13985" fmla="*/ 16461332 w 18982931"/>
              <a:gd name="connsiteY32-13986" fmla="*/ 4220816 h 4449429"/>
              <a:gd name="connsiteX33-13987" fmla="*/ 16461332 w 18982931"/>
              <a:gd name="connsiteY33-13988" fmla="*/ 4163982 h 4449429"/>
              <a:gd name="connsiteX34-13989" fmla="*/ 16404499 w 18982931"/>
              <a:gd name="connsiteY34-13990" fmla="*/ 4163982 h 4449429"/>
              <a:gd name="connsiteX35-13991" fmla="*/ 16292444 w 18982931"/>
              <a:gd name="connsiteY35-13992" fmla="*/ 4163982 h 4449429"/>
              <a:gd name="connsiteX36-13993" fmla="*/ 16292444 w 18982931"/>
              <a:gd name="connsiteY36-13994" fmla="*/ 4220816 h 4449429"/>
              <a:gd name="connsiteX37-13995" fmla="*/ 16349278 w 18982931"/>
              <a:gd name="connsiteY37-13996" fmla="*/ 4220816 h 4449429"/>
              <a:gd name="connsiteX38-13997" fmla="*/ 16349278 w 18982931"/>
              <a:gd name="connsiteY38-13998" fmla="*/ 4163982 h 4449429"/>
              <a:gd name="connsiteX39-13999" fmla="*/ 16292444 w 18982931"/>
              <a:gd name="connsiteY39-14000" fmla="*/ 4163982 h 4449429"/>
              <a:gd name="connsiteX40-14001" fmla="*/ 16180390 w 18982931"/>
              <a:gd name="connsiteY40-14002" fmla="*/ 4163982 h 4449429"/>
              <a:gd name="connsiteX41-14003" fmla="*/ 16180390 w 18982931"/>
              <a:gd name="connsiteY41-14004" fmla="*/ 4220816 h 4449429"/>
              <a:gd name="connsiteX42-14005" fmla="*/ 16237224 w 18982931"/>
              <a:gd name="connsiteY42-14006" fmla="*/ 4220816 h 4449429"/>
              <a:gd name="connsiteX43-14007" fmla="*/ 16237224 w 18982931"/>
              <a:gd name="connsiteY43-14008" fmla="*/ 4163982 h 4449429"/>
              <a:gd name="connsiteX44-14009" fmla="*/ 16180390 w 18982931"/>
              <a:gd name="connsiteY44-14010" fmla="*/ 4163982 h 4449429"/>
              <a:gd name="connsiteX45-14011" fmla="*/ 2813944 w 18982931"/>
              <a:gd name="connsiteY45-14012" fmla="*/ 4163981 h 4449429"/>
              <a:gd name="connsiteX46-14013" fmla="*/ 2813944 w 18982931"/>
              <a:gd name="connsiteY46-14014" fmla="*/ 4220814 h 4449429"/>
              <a:gd name="connsiteX47-14015" fmla="*/ 2870780 w 18982931"/>
              <a:gd name="connsiteY47-14016" fmla="*/ 4220814 h 4449429"/>
              <a:gd name="connsiteX48-14017" fmla="*/ 2870780 w 18982931"/>
              <a:gd name="connsiteY48-14018" fmla="*/ 4163981 h 4449429"/>
              <a:gd name="connsiteX49-14019" fmla="*/ 2813944 w 18982931"/>
              <a:gd name="connsiteY49-14020" fmla="*/ 4163981 h 4449429"/>
              <a:gd name="connsiteX50-14021" fmla="*/ 2701890 w 18982931"/>
              <a:gd name="connsiteY50-14022" fmla="*/ 4163981 h 4449429"/>
              <a:gd name="connsiteX51-14023" fmla="*/ 2701890 w 18982931"/>
              <a:gd name="connsiteY51-14024" fmla="*/ 4220814 h 4449429"/>
              <a:gd name="connsiteX52-14025" fmla="*/ 2758723 w 18982931"/>
              <a:gd name="connsiteY52-14026" fmla="*/ 4220814 h 4449429"/>
              <a:gd name="connsiteX53-14027" fmla="*/ 2758723 w 18982931"/>
              <a:gd name="connsiteY53-14028" fmla="*/ 4163981 h 4449429"/>
              <a:gd name="connsiteX54-14029" fmla="*/ 2701890 w 18982931"/>
              <a:gd name="connsiteY54-14030" fmla="*/ 4163981 h 4449429"/>
              <a:gd name="connsiteX55-14031" fmla="*/ 2589843 w 18982931"/>
              <a:gd name="connsiteY55-14032" fmla="*/ 4163981 h 4449429"/>
              <a:gd name="connsiteX56-14033" fmla="*/ 2589843 w 18982931"/>
              <a:gd name="connsiteY56-14034" fmla="*/ 4220814 h 4449429"/>
              <a:gd name="connsiteX57-14035" fmla="*/ 2646669 w 18982931"/>
              <a:gd name="connsiteY57-14036" fmla="*/ 4220814 h 4449429"/>
              <a:gd name="connsiteX58-14037" fmla="*/ 2646669 w 18982931"/>
              <a:gd name="connsiteY58-14038" fmla="*/ 4163981 h 4449429"/>
              <a:gd name="connsiteX59-14039" fmla="*/ 2589843 w 18982931"/>
              <a:gd name="connsiteY59-14040" fmla="*/ 4163981 h 4449429"/>
              <a:gd name="connsiteX60-14041" fmla="*/ 9851983 w 18982931"/>
              <a:gd name="connsiteY60-14042" fmla="*/ 4073253 h 4449429"/>
              <a:gd name="connsiteX61-14043" fmla="*/ 9851983 w 18982931"/>
              <a:gd name="connsiteY61-14044" fmla="*/ 4282100 h 4449429"/>
              <a:gd name="connsiteX62-14045" fmla="*/ 9897683 w 18982931"/>
              <a:gd name="connsiteY62-14046" fmla="*/ 4282100 h 4449429"/>
              <a:gd name="connsiteX63-14047" fmla="*/ 9897683 w 18982931"/>
              <a:gd name="connsiteY63-14048" fmla="*/ 4073253 h 4449429"/>
              <a:gd name="connsiteX64-14049" fmla="*/ 9851983 w 18982931"/>
              <a:gd name="connsiteY64-14050" fmla="*/ 4073253 h 4449429"/>
              <a:gd name="connsiteX65-14051" fmla="*/ 9760354 w 18982931"/>
              <a:gd name="connsiteY65-14052" fmla="*/ 4073253 h 4449429"/>
              <a:gd name="connsiteX66-14053" fmla="*/ 9760354 w 18982931"/>
              <a:gd name="connsiteY66-14054" fmla="*/ 4282100 h 4449429"/>
              <a:gd name="connsiteX67-14055" fmla="*/ 9806054 w 18982931"/>
              <a:gd name="connsiteY67-14056" fmla="*/ 4282100 h 4449429"/>
              <a:gd name="connsiteX68-14057" fmla="*/ 9806054 w 18982931"/>
              <a:gd name="connsiteY68-14058" fmla="*/ 4073253 h 4449429"/>
              <a:gd name="connsiteX69-14059" fmla="*/ 9760354 w 18982931"/>
              <a:gd name="connsiteY69-14060" fmla="*/ 4073253 h 4449429"/>
              <a:gd name="connsiteX70-14061" fmla="*/ 9668723 w 18982931"/>
              <a:gd name="connsiteY70-14062" fmla="*/ 4073253 h 4449429"/>
              <a:gd name="connsiteX71-14063" fmla="*/ 9668723 w 18982931"/>
              <a:gd name="connsiteY71-14064" fmla="*/ 4282100 h 4449429"/>
              <a:gd name="connsiteX72-14065" fmla="*/ 9714423 w 18982931"/>
              <a:gd name="connsiteY72-14066" fmla="*/ 4282100 h 4449429"/>
              <a:gd name="connsiteX73-14067" fmla="*/ 9714423 w 18982931"/>
              <a:gd name="connsiteY73-14068" fmla="*/ 4073253 h 4449429"/>
              <a:gd name="connsiteX74-14069" fmla="*/ 9668723 w 18982931"/>
              <a:gd name="connsiteY74-14070" fmla="*/ 4073253 h 4449429"/>
              <a:gd name="connsiteX75-14071" fmla="*/ 9577094 w 18982931"/>
              <a:gd name="connsiteY75-14072" fmla="*/ 4073253 h 4449429"/>
              <a:gd name="connsiteX76-14073" fmla="*/ 9577094 w 18982931"/>
              <a:gd name="connsiteY76-14074" fmla="*/ 4282100 h 4449429"/>
              <a:gd name="connsiteX77-14075" fmla="*/ 9622794 w 18982931"/>
              <a:gd name="connsiteY77-14076" fmla="*/ 4282100 h 4449429"/>
              <a:gd name="connsiteX78-14077" fmla="*/ 9622794 w 18982931"/>
              <a:gd name="connsiteY78-14078" fmla="*/ 4073253 h 4449429"/>
              <a:gd name="connsiteX79-14079" fmla="*/ 9577094 w 18982931"/>
              <a:gd name="connsiteY79-14080" fmla="*/ 4073253 h 4449429"/>
              <a:gd name="connsiteX80-14081" fmla="*/ 9485470 w 18982931"/>
              <a:gd name="connsiteY80-14082" fmla="*/ 4073253 h 4449429"/>
              <a:gd name="connsiteX81-14083" fmla="*/ 9485470 w 18982931"/>
              <a:gd name="connsiteY81-14084" fmla="*/ 4282100 h 4449429"/>
              <a:gd name="connsiteX82-14085" fmla="*/ 9531165 w 18982931"/>
              <a:gd name="connsiteY82-14086" fmla="*/ 4282100 h 4449429"/>
              <a:gd name="connsiteX83-14087" fmla="*/ 9531165 w 18982931"/>
              <a:gd name="connsiteY83-14088" fmla="*/ 4073253 h 4449429"/>
              <a:gd name="connsiteX84-14089" fmla="*/ 9485470 w 18982931"/>
              <a:gd name="connsiteY84-14090" fmla="*/ 4073253 h 4449429"/>
              <a:gd name="connsiteX85-14091" fmla="*/ 9393836 w 18982931"/>
              <a:gd name="connsiteY85-14092" fmla="*/ 4073253 h 4449429"/>
              <a:gd name="connsiteX86-14093" fmla="*/ 9393836 w 18982931"/>
              <a:gd name="connsiteY86-14094" fmla="*/ 4282100 h 4449429"/>
              <a:gd name="connsiteX87-14095" fmla="*/ 9439536 w 18982931"/>
              <a:gd name="connsiteY87-14096" fmla="*/ 4282100 h 4449429"/>
              <a:gd name="connsiteX88-14097" fmla="*/ 9439536 w 18982931"/>
              <a:gd name="connsiteY88-14098" fmla="*/ 4073253 h 4449429"/>
              <a:gd name="connsiteX89-14099" fmla="*/ 9393836 w 18982931"/>
              <a:gd name="connsiteY89-14100" fmla="*/ 4073253 h 4449429"/>
              <a:gd name="connsiteX90-14101" fmla="*/ 9302203 w 18982931"/>
              <a:gd name="connsiteY90-14102" fmla="*/ 4073253 h 4449429"/>
              <a:gd name="connsiteX91-14103" fmla="*/ 9302203 w 18982931"/>
              <a:gd name="connsiteY91-14104" fmla="*/ 4282100 h 4449429"/>
              <a:gd name="connsiteX92-14105" fmla="*/ 9347904 w 18982931"/>
              <a:gd name="connsiteY92-14106" fmla="*/ 4282100 h 4449429"/>
              <a:gd name="connsiteX93-14107" fmla="*/ 9347904 w 18982931"/>
              <a:gd name="connsiteY93-14108" fmla="*/ 4073253 h 4449429"/>
              <a:gd name="connsiteX94-14109" fmla="*/ 9302203 w 18982931"/>
              <a:gd name="connsiteY94-14110" fmla="*/ 4073253 h 4449429"/>
              <a:gd name="connsiteX95-14111" fmla="*/ 16404499 w 18982931"/>
              <a:gd name="connsiteY95-14112" fmla="*/ 4018694 h 4449429"/>
              <a:gd name="connsiteX96-14113" fmla="*/ 16404499 w 18982931"/>
              <a:gd name="connsiteY96-14114" fmla="*/ 4075528 h 4449429"/>
              <a:gd name="connsiteX97-14115" fmla="*/ 16461332 w 18982931"/>
              <a:gd name="connsiteY97-14116" fmla="*/ 4075528 h 4449429"/>
              <a:gd name="connsiteX98-14117" fmla="*/ 16461332 w 18982931"/>
              <a:gd name="connsiteY98-14118" fmla="*/ 4018694 h 4449429"/>
              <a:gd name="connsiteX99-14119" fmla="*/ 16404499 w 18982931"/>
              <a:gd name="connsiteY99-14120" fmla="*/ 4018694 h 4449429"/>
              <a:gd name="connsiteX100-14121" fmla="*/ 16292444 w 18982931"/>
              <a:gd name="connsiteY100-14122" fmla="*/ 4018694 h 4449429"/>
              <a:gd name="connsiteX101-14123" fmla="*/ 16292444 w 18982931"/>
              <a:gd name="connsiteY101-14124" fmla="*/ 4075528 h 4449429"/>
              <a:gd name="connsiteX102-14125" fmla="*/ 16349278 w 18982931"/>
              <a:gd name="connsiteY102-14126" fmla="*/ 4075528 h 4449429"/>
              <a:gd name="connsiteX103-14127" fmla="*/ 16349278 w 18982931"/>
              <a:gd name="connsiteY103-14128" fmla="*/ 4018694 h 4449429"/>
              <a:gd name="connsiteX104-14129" fmla="*/ 16292444 w 18982931"/>
              <a:gd name="connsiteY104-14130" fmla="*/ 4018694 h 4449429"/>
              <a:gd name="connsiteX105-14131" fmla="*/ 16180390 w 18982931"/>
              <a:gd name="connsiteY105-14132" fmla="*/ 4018694 h 4449429"/>
              <a:gd name="connsiteX106-14133" fmla="*/ 16180390 w 18982931"/>
              <a:gd name="connsiteY106-14134" fmla="*/ 4075528 h 4449429"/>
              <a:gd name="connsiteX107-14135" fmla="*/ 16237224 w 18982931"/>
              <a:gd name="connsiteY107-14136" fmla="*/ 4075528 h 4449429"/>
              <a:gd name="connsiteX108-14137" fmla="*/ 16237224 w 18982931"/>
              <a:gd name="connsiteY108-14138" fmla="*/ 4018694 h 4449429"/>
              <a:gd name="connsiteX109-14139" fmla="*/ 16180390 w 18982931"/>
              <a:gd name="connsiteY109-14140" fmla="*/ 4018694 h 4449429"/>
              <a:gd name="connsiteX110-14141" fmla="*/ 2813944 w 18982931"/>
              <a:gd name="connsiteY110-14142" fmla="*/ 4018692 h 4449429"/>
              <a:gd name="connsiteX111-14143" fmla="*/ 2813944 w 18982931"/>
              <a:gd name="connsiteY111-14144" fmla="*/ 4075526 h 4449429"/>
              <a:gd name="connsiteX112-14145" fmla="*/ 2870780 w 18982931"/>
              <a:gd name="connsiteY112-14146" fmla="*/ 4075526 h 4449429"/>
              <a:gd name="connsiteX113-14147" fmla="*/ 2870780 w 18982931"/>
              <a:gd name="connsiteY113-14148" fmla="*/ 4018692 h 4449429"/>
              <a:gd name="connsiteX114-14149" fmla="*/ 2813944 w 18982931"/>
              <a:gd name="connsiteY114-14150" fmla="*/ 4018692 h 4449429"/>
              <a:gd name="connsiteX115-14151" fmla="*/ 2701890 w 18982931"/>
              <a:gd name="connsiteY115-14152" fmla="*/ 4018692 h 4449429"/>
              <a:gd name="connsiteX116-14153" fmla="*/ 2701890 w 18982931"/>
              <a:gd name="connsiteY116-14154" fmla="*/ 4075526 h 4449429"/>
              <a:gd name="connsiteX117-14155" fmla="*/ 2758723 w 18982931"/>
              <a:gd name="connsiteY117-14156" fmla="*/ 4075526 h 4449429"/>
              <a:gd name="connsiteX118-14157" fmla="*/ 2758723 w 18982931"/>
              <a:gd name="connsiteY118-14158" fmla="*/ 4018692 h 4449429"/>
              <a:gd name="connsiteX119-14159" fmla="*/ 2701890 w 18982931"/>
              <a:gd name="connsiteY119-14160" fmla="*/ 4018692 h 4449429"/>
              <a:gd name="connsiteX120-14161" fmla="*/ 2589843 w 18982931"/>
              <a:gd name="connsiteY120-14162" fmla="*/ 4018692 h 4449429"/>
              <a:gd name="connsiteX121-14163" fmla="*/ 2589843 w 18982931"/>
              <a:gd name="connsiteY121-14164" fmla="*/ 4075526 h 4449429"/>
              <a:gd name="connsiteX122-14165" fmla="*/ 2646669 w 18982931"/>
              <a:gd name="connsiteY122-14166" fmla="*/ 4075526 h 4449429"/>
              <a:gd name="connsiteX123-14167" fmla="*/ 2646669 w 18982931"/>
              <a:gd name="connsiteY123-14168" fmla="*/ 4018692 h 4449429"/>
              <a:gd name="connsiteX124-14169" fmla="*/ 2589843 w 18982931"/>
              <a:gd name="connsiteY124-14170" fmla="*/ 4018692 h 4449429"/>
              <a:gd name="connsiteX125-14171" fmla="*/ 16404499 w 18982931"/>
              <a:gd name="connsiteY125-14172" fmla="*/ 3873406 h 4449429"/>
              <a:gd name="connsiteX126-14173" fmla="*/ 16404499 w 18982931"/>
              <a:gd name="connsiteY126-14174" fmla="*/ 3930240 h 4449429"/>
              <a:gd name="connsiteX127-14175" fmla="*/ 16461332 w 18982931"/>
              <a:gd name="connsiteY127-14176" fmla="*/ 3930240 h 4449429"/>
              <a:gd name="connsiteX128-14177" fmla="*/ 16461332 w 18982931"/>
              <a:gd name="connsiteY128-14178" fmla="*/ 3873406 h 4449429"/>
              <a:gd name="connsiteX129-14179" fmla="*/ 16404499 w 18982931"/>
              <a:gd name="connsiteY129-14180" fmla="*/ 3873406 h 4449429"/>
              <a:gd name="connsiteX130-14181" fmla="*/ 16292444 w 18982931"/>
              <a:gd name="connsiteY130-14182" fmla="*/ 3873406 h 4449429"/>
              <a:gd name="connsiteX131-14183" fmla="*/ 16292444 w 18982931"/>
              <a:gd name="connsiteY131-14184" fmla="*/ 3930240 h 4449429"/>
              <a:gd name="connsiteX132-14185" fmla="*/ 16349278 w 18982931"/>
              <a:gd name="connsiteY132-14186" fmla="*/ 3930240 h 4449429"/>
              <a:gd name="connsiteX133-14187" fmla="*/ 16349278 w 18982931"/>
              <a:gd name="connsiteY133-14188" fmla="*/ 3873406 h 4449429"/>
              <a:gd name="connsiteX134-14189" fmla="*/ 16292444 w 18982931"/>
              <a:gd name="connsiteY134-14190" fmla="*/ 3873406 h 4449429"/>
              <a:gd name="connsiteX135-14191" fmla="*/ 16180390 w 18982931"/>
              <a:gd name="connsiteY135-14192" fmla="*/ 3873406 h 4449429"/>
              <a:gd name="connsiteX136-14193" fmla="*/ 16180390 w 18982931"/>
              <a:gd name="connsiteY136-14194" fmla="*/ 3930240 h 4449429"/>
              <a:gd name="connsiteX137-14195" fmla="*/ 16237224 w 18982931"/>
              <a:gd name="connsiteY137-14196" fmla="*/ 3930240 h 4449429"/>
              <a:gd name="connsiteX138-14197" fmla="*/ 16237224 w 18982931"/>
              <a:gd name="connsiteY138-14198" fmla="*/ 3873406 h 4449429"/>
              <a:gd name="connsiteX139-14199" fmla="*/ 16180390 w 18982931"/>
              <a:gd name="connsiteY139-14200" fmla="*/ 3873406 h 4449429"/>
              <a:gd name="connsiteX140-14201" fmla="*/ 2813944 w 18982931"/>
              <a:gd name="connsiteY140-14202" fmla="*/ 3873404 h 4449429"/>
              <a:gd name="connsiteX141-14203" fmla="*/ 2813944 w 18982931"/>
              <a:gd name="connsiteY141-14204" fmla="*/ 3930238 h 4449429"/>
              <a:gd name="connsiteX142-14205" fmla="*/ 2870780 w 18982931"/>
              <a:gd name="connsiteY142-14206" fmla="*/ 3930238 h 4449429"/>
              <a:gd name="connsiteX143-14207" fmla="*/ 2870780 w 18982931"/>
              <a:gd name="connsiteY143-14208" fmla="*/ 3873404 h 4449429"/>
              <a:gd name="connsiteX144-14209" fmla="*/ 2813944 w 18982931"/>
              <a:gd name="connsiteY144-14210" fmla="*/ 3873404 h 4449429"/>
              <a:gd name="connsiteX145-14211" fmla="*/ 2701890 w 18982931"/>
              <a:gd name="connsiteY145-14212" fmla="*/ 3873404 h 4449429"/>
              <a:gd name="connsiteX146-14213" fmla="*/ 2701890 w 18982931"/>
              <a:gd name="connsiteY146-14214" fmla="*/ 3930238 h 4449429"/>
              <a:gd name="connsiteX147-14215" fmla="*/ 2758723 w 18982931"/>
              <a:gd name="connsiteY147-14216" fmla="*/ 3930238 h 4449429"/>
              <a:gd name="connsiteX148-14217" fmla="*/ 2758723 w 18982931"/>
              <a:gd name="connsiteY148-14218" fmla="*/ 3873404 h 4449429"/>
              <a:gd name="connsiteX149-14219" fmla="*/ 2701890 w 18982931"/>
              <a:gd name="connsiteY149-14220" fmla="*/ 3873404 h 4449429"/>
              <a:gd name="connsiteX150-14221" fmla="*/ 2589843 w 18982931"/>
              <a:gd name="connsiteY150-14222" fmla="*/ 3873404 h 4449429"/>
              <a:gd name="connsiteX151-14223" fmla="*/ 2589843 w 18982931"/>
              <a:gd name="connsiteY151-14224" fmla="*/ 3930238 h 4449429"/>
              <a:gd name="connsiteX152-14225" fmla="*/ 2646669 w 18982931"/>
              <a:gd name="connsiteY152-14226" fmla="*/ 3930238 h 4449429"/>
              <a:gd name="connsiteX153-14227" fmla="*/ 2646669 w 18982931"/>
              <a:gd name="connsiteY153-14228" fmla="*/ 3873404 h 4449429"/>
              <a:gd name="connsiteX154-14229" fmla="*/ 2589843 w 18982931"/>
              <a:gd name="connsiteY154-14230" fmla="*/ 3873404 h 4449429"/>
              <a:gd name="connsiteX155-14231" fmla="*/ 17351339 w 18982931"/>
              <a:gd name="connsiteY155-14232" fmla="*/ 3769299 h 4449429"/>
              <a:gd name="connsiteX156-14233" fmla="*/ 17351339 w 18982931"/>
              <a:gd name="connsiteY156-14234" fmla="*/ 3815000 h 4449429"/>
              <a:gd name="connsiteX157-14235" fmla="*/ 17560187 w 18982931"/>
              <a:gd name="connsiteY157-14236" fmla="*/ 3815000 h 4449429"/>
              <a:gd name="connsiteX158-14237" fmla="*/ 17560187 w 18982931"/>
              <a:gd name="connsiteY158-14238" fmla="*/ 3769299 h 4449429"/>
              <a:gd name="connsiteX159-14239" fmla="*/ 17351339 w 18982931"/>
              <a:gd name="connsiteY159-14240" fmla="*/ 3769299 h 4449429"/>
              <a:gd name="connsiteX160-14241" fmla="*/ 16404499 w 18982931"/>
              <a:gd name="connsiteY160-14242" fmla="*/ 3728118 h 4449429"/>
              <a:gd name="connsiteX161-14243" fmla="*/ 16404499 w 18982931"/>
              <a:gd name="connsiteY161-14244" fmla="*/ 3784951 h 4449429"/>
              <a:gd name="connsiteX162-14245" fmla="*/ 16461332 w 18982931"/>
              <a:gd name="connsiteY162-14246" fmla="*/ 3784951 h 4449429"/>
              <a:gd name="connsiteX163-14247" fmla="*/ 16461332 w 18982931"/>
              <a:gd name="connsiteY163-14248" fmla="*/ 3728118 h 4449429"/>
              <a:gd name="connsiteX164-14249" fmla="*/ 16404499 w 18982931"/>
              <a:gd name="connsiteY164-14250" fmla="*/ 3728118 h 4449429"/>
              <a:gd name="connsiteX165-14251" fmla="*/ 16292444 w 18982931"/>
              <a:gd name="connsiteY165-14252" fmla="*/ 3728118 h 4449429"/>
              <a:gd name="connsiteX166-14253" fmla="*/ 16292444 w 18982931"/>
              <a:gd name="connsiteY166-14254" fmla="*/ 3784951 h 4449429"/>
              <a:gd name="connsiteX167-14255" fmla="*/ 16349278 w 18982931"/>
              <a:gd name="connsiteY167-14256" fmla="*/ 3784951 h 4449429"/>
              <a:gd name="connsiteX168-14257" fmla="*/ 16349278 w 18982931"/>
              <a:gd name="connsiteY168-14258" fmla="*/ 3728118 h 4449429"/>
              <a:gd name="connsiteX169-14259" fmla="*/ 16292444 w 18982931"/>
              <a:gd name="connsiteY169-14260" fmla="*/ 3728118 h 4449429"/>
              <a:gd name="connsiteX170-14261" fmla="*/ 16180390 w 18982931"/>
              <a:gd name="connsiteY170-14262" fmla="*/ 3728118 h 4449429"/>
              <a:gd name="connsiteX171-14263" fmla="*/ 16180390 w 18982931"/>
              <a:gd name="connsiteY171-14264" fmla="*/ 3784951 h 4449429"/>
              <a:gd name="connsiteX172-14265" fmla="*/ 16237224 w 18982931"/>
              <a:gd name="connsiteY172-14266" fmla="*/ 3784951 h 4449429"/>
              <a:gd name="connsiteX173-14267" fmla="*/ 16237224 w 18982931"/>
              <a:gd name="connsiteY173-14268" fmla="*/ 3728118 h 4449429"/>
              <a:gd name="connsiteX174-14269" fmla="*/ 16180390 w 18982931"/>
              <a:gd name="connsiteY174-14270" fmla="*/ 3728118 h 4449429"/>
              <a:gd name="connsiteX175-14271" fmla="*/ 2813944 w 18982931"/>
              <a:gd name="connsiteY175-14272" fmla="*/ 3728116 h 4449429"/>
              <a:gd name="connsiteX176-14273" fmla="*/ 2813944 w 18982931"/>
              <a:gd name="connsiteY176-14274" fmla="*/ 3784950 h 4449429"/>
              <a:gd name="connsiteX177-14275" fmla="*/ 2870780 w 18982931"/>
              <a:gd name="connsiteY177-14276" fmla="*/ 3784950 h 4449429"/>
              <a:gd name="connsiteX178-14277" fmla="*/ 2870780 w 18982931"/>
              <a:gd name="connsiteY178-14278" fmla="*/ 3728116 h 4449429"/>
              <a:gd name="connsiteX179-14279" fmla="*/ 2813944 w 18982931"/>
              <a:gd name="connsiteY179-14280" fmla="*/ 3728116 h 4449429"/>
              <a:gd name="connsiteX180-14281" fmla="*/ 2701891 w 18982931"/>
              <a:gd name="connsiteY180-14282" fmla="*/ 3728116 h 4449429"/>
              <a:gd name="connsiteX181-14283" fmla="*/ 2701891 w 18982931"/>
              <a:gd name="connsiteY181-14284" fmla="*/ 3784950 h 4449429"/>
              <a:gd name="connsiteX182-14285" fmla="*/ 2758730 w 18982931"/>
              <a:gd name="connsiteY182-14286" fmla="*/ 3784950 h 4449429"/>
              <a:gd name="connsiteX183-14287" fmla="*/ 2758730 w 18982931"/>
              <a:gd name="connsiteY183-14288" fmla="*/ 3728116 h 4449429"/>
              <a:gd name="connsiteX184-14289" fmla="*/ 2701891 w 18982931"/>
              <a:gd name="connsiteY184-14290" fmla="*/ 3728116 h 4449429"/>
              <a:gd name="connsiteX185-14291" fmla="*/ 2589845 w 18982931"/>
              <a:gd name="connsiteY185-14292" fmla="*/ 3728116 h 4449429"/>
              <a:gd name="connsiteX186-14293" fmla="*/ 2589845 w 18982931"/>
              <a:gd name="connsiteY186-14294" fmla="*/ 3784950 h 4449429"/>
              <a:gd name="connsiteX187-14295" fmla="*/ 2646671 w 18982931"/>
              <a:gd name="connsiteY187-14296" fmla="*/ 3784950 h 4449429"/>
              <a:gd name="connsiteX188-14297" fmla="*/ 2646671 w 18982931"/>
              <a:gd name="connsiteY188-14298" fmla="*/ 3728116 h 4449429"/>
              <a:gd name="connsiteX189-14299" fmla="*/ 2589845 w 18982931"/>
              <a:gd name="connsiteY189-14300" fmla="*/ 3728116 h 4449429"/>
              <a:gd name="connsiteX190-14301" fmla="*/ 17351339 w 18982931"/>
              <a:gd name="connsiteY190-14302" fmla="*/ 3677667 h 4449429"/>
              <a:gd name="connsiteX191-14303" fmla="*/ 17351339 w 18982931"/>
              <a:gd name="connsiteY191-14304" fmla="*/ 3723368 h 4449429"/>
              <a:gd name="connsiteX192-14305" fmla="*/ 17560187 w 18982931"/>
              <a:gd name="connsiteY192-14306" fmla="*/ 3723368 h 4449429"/>
              <a:gd name="connsiteX193-14307" fmla="*/ 17560187 w 18982931"/>
              <a:gd name="connsiteY193-14308" fmla="*/ 3677667 h 4449429"/>
              <a:gd name="connsiteX194-14309" fmla="*/ 17351339 w 18982931"/>
              <a:gd name="connsiteY194-14310" fmla="*/ 3677667 h 4449429"/>
              <a:gd name="connsiteX195-14311" fmla="*/ 12612246 w 18982931"/>
              <a:gd name="connsiteY195-14312" fmla="*/ 3645952 h 4449429"/>
              <a:gd name="connsiteX196-14313" fmla="*/ 12612246 w 18982931"/>
              <a:gd name="connsiteY196-14314" fmla="*/ 3702785 h 4449429"/>
              <a:gd name="connsiteX197-14315" fmla="*/ 12669079 w 18982931"/>
              <a:gd name="connsiteY197-14316" fmla="*/ 3702785 h 4449429"/>
              <a:gd name="connsiteX198-14317" fmla="*/ 12669079 w 18982931"/>
              <a:gd name="connsiteY198-14318" fmla="*/ 3645952 h 4449429"/>
              <a:gd name="connsiteX199-14319" fmla="*/ 12612246 w 18982931"/>
              <a:gd name="connsiteY199-14320" fmla="*/ 3645952 h 4449429"/>
              <a:gd name="connsiteX200-14321" fmla="*/ 12500191 w 18982931"/>
              <a:gd name="connsiteY200-14322" fmla="*/ 3645952 h 4449429"/>
              <a:gd name="connsiteX201-14323" fmla="*/ 12500191 w 18982931"/>
              <a:gd name="connsiteY201-14324" fmla="*/ 3702785 h 4449429"/>
              <a:gd name="connsiteX202-14325" fmla="*/ 12557025 w 18982931"/>
              <a:gd name="connsiteY202-14326" fmla="*/ 3702785 h 4449429"/>
              <a:gd name="connsiteX203-14327" fmla="*/ 12557025 w 18982931"/>
              <a:gd name="connsiteY203-14328" fmla="*/ 3645952 h 4449429"/>
              <a:gd name="connsiteX204-14329" fmla="*/ 12500191 w 18982931"/>
              <a:gd name="connsiteY204-14330" fmla="*/ 3645952 h 4449429"/>
              <a:gd name="connsiteX205-14331" fmla="*/ 12388137 w 18982931"/>
              <a:gd name="connsiteY205-14332" fmla="*/ 3645952 h 4449429"/>
              <a:gd name="connsiteX206-14333" fmla="*/ 12388137 w 18982931"/>
              <a:gd name="connsiteY206-14334" fmla="*/ 3702785 h 4449429"/>
              <a:gd name="connsiteX207-14335" fmla="*/ 12444971 w 18982931"/>
              <a:gd name="connsiteY207-14336" fmla="*/ 3702785 h 4449429"/>
              <a:gd name="connsiteX208-14337" fmla="*/ 12444971 w 18982931"/>
              <a:gd name="connsiteY208-14338" fmla="*/ 3645952 h 4449429"/>
              <a:gd name="connsiteX209-14339" fmla="*/ 12388137 w 18982931"/>
              <a:gd name="connsiteY209-14340" fmla="*/ 3645952 h 4449429"/>
              <a:gd name="connsiteX210-14341" fmla="*/ 17351339 w 18982931"/>
              <a:gd name="connsiteY210-14342" fmla="*/ 3586038 h 4449429"/>
              <a:gd name="connsiteX211-14343" fmla="*/ 17351339 w 18982931"/>
              <a:gd name="connsiteY211-14344" fmla="*/ 3631739 h 4449429"/>
              <a:gd name="connsiteX212-14345" fmla="*/ 17560187 w 18982931"/>
              <a:gd name="connsiteY212-14346" fmla="*/ 3631739 h 4449429"/>
              <a:gd name="connsiteX213-14347" fmla="*/ 17560187 w 18982931"/>
              <a:gd name="connsiteY213-14348" fmla="*/ 3586038 h 4449429"/>
              <a:gd name="connsiteX214-14349" fmla="*/ 17351339 w 18982931"/>
              <a:gd name="connsiteY214-14350" fmla="*/ 3586038 h 4449429"/>
              <a:gd name="connsiteX215-14351" fmla="*/ 16404499 w 18982931"/>
              <a:gd name="connsiteY215-14352" fmla="*/ 3582830 h 4449429"/>
              <a:gd name="connsiteX216-14353" fmla="*/ 16404499 w 18982931"/>
              <a:gd name="connsiteY216-14354" fmla="*/ 3639663 h 4449429"/>
              <a:gd name="connsiteX217-14355" fmla="*/ 16461332 w 18982931"/>
              <a:gd name="connsiteY217-14356" fmla="*/ 3639663 h 4449429"/>
              <a:gd name="connsiteX218-14357" fmla="*/ 16461332 w 18982931"/>
              <a:gd name="connsiteY218-14358" fmla="*/ 3582830 h 4449429"/>
              <a:gd name="connsiteX219-14359" fmla="*/ 16404499 w 18982931"/>
              <a:gd name="connsiteY219-14360" fmla="*/ 3582830 h 4449429"/>
              <a:gd name="connsiteX220-14361" fmla="*/ 16292444 w 18982931"/>
              <a:gd name="connsiteY220-14362" fmla="*/ 3582830 h 4449429"/>
              <a:gd name="connsiteX221-14363" fmla="*/ 16292444 w 18982931"/>
              <a:gd name="connsiteY221-14364" fmla="*/ 3639663 h 4449429"/>
              <a:gd name="connsiteX222-14365" fmla="*/ 16349278 w 18982931"/>
              <a:gd name="connsiteY222-14366" fmla="*/ 3639663 h 4449429"/>
              <a:gd name="connsiteX223-14367" fmla="*/ 16349278 w 18982931"/>
              <a:gd name="connsiteY223-14368" fmla="*/ 3582830 h 4449429"/>
              <a:gd name="connsiteX224-14369" fmla="*/ 16292444 w 18982931"/>
              <a:gd name="connsiteY224-14370" fmla="*/ 3582830 h 4449429"/>
              <a:gd name="connsiteX225-14371" fmla="*/ 16180390 w 18982931"/>
              <a:gd name="connsiteY225-14372" fmla="*/ 3582830 h 4449429"/>
              <a:gd name="connsiteX226-14373" fmla="*/ 16180390 w 18982931"/>
              <a:gd name="connsiteY226-14374" fmla="*/ 3639663 h 4449429"/>
              <a:gd name="connsiteX227-14375" fmla="*/ 16237224 w 18982931"/>
              <a:gd name="connsiteY227-14376" fmla="*/ 3639663 h 4449429"/>
              <a:gd name="connsiteX228-14377" fmla="*/ 16237224 w 18982931"/>
              <a:gd name="connsiteY228-14378" fmla="*/ 3582830 h 4449429"/>
              <a:gd name="connsiteX229-14379" fmla="*/ 16180390 w 18982931"/>
              <a:gd name="connsiteY229-14380" fmla="*/ 3582830 h 4449429"/>
              <a:gd name="connsiteX230-14381" fmla="*/ 2813944 w 18982931"/>
              <a:gd name="connsiteY230-14382" fmla="*/ 3582828 h 4449429"/>
              <a:gd name="connsiteX231-14383" fmla="*/ 2813944 w 18982931"/>
              <a:gd name="connsiteY231-14384" fmla="*/ 3639662 h 4449429"/>
              <a:gd name="connsiteX232-14385" fmla="*/ 2870780 w 18982931"/>
              <a:gd name="connsiteY232-14386" fmla="*/ 3639662 h 4449429"/>
              <a:gd name="connsiteX233-14387" fmla="*/ 2870780 w 18982931"/>
              <a:gd name="connsiteY233-14388" fmla="*/ 3582828 h 4449429"/>
              <a:gd name="connsiteX234-14389" fmla="*/ 2813944 w 18982931"/>
              <a:gd name="connsiteY234-14390" fmla="*/ 3582828 h 4449429"/>
              <a:gd name="connsiteX235-14391" fmla="*/ 2701891 w 18982931"/>
              <a:gd name="connsiteY235-14392" fmla="*/ 3582828 h 4449429"/>
              <a:gd name="connsiteX236-14393" fmla="*/ 2701891 w 18982931"/>
              <a:gd name="connsiteY236-14394" fmla="*/ 3639662 h 4449429"/>
              <a:gd name="connsiteX237-14395" fmla="*/ 2758730 w 18982931"/>
              <a:gd name="connsiteY237-14396" fmla="*/ 3639662 h 4449429"/>
              <a:gd name="connsiteX238-14397" fmla="*/ 2758730 w 18982931"/>
              <a:gd name="connsiteY238-14398" fmla="*/ 3582828 h 4449429"/>
              <a:gd name="connsiteX239-14399" fmla="*/ 2701891 w 18982931"/>
              <a:gd name="connsiteY239-14400" fmla="*/ 3582828 h 4449429"/>
              <a:gd name="connsiteX240-14401" fmla="*/ 2589845 w 18982931"/>
              <a:gd name="connsiteY240-14402" fmla="*/ 3582828 h 4449429"/>
              <a:gd name="connsiteX241-14403" fmla="*/ 2589845 w 18982931"/>
              <a:gd name="connsiteY241-14404" fmla="*/ 3639662 h 4449429"/>
              <a:gd name="connsiteX242-14405" fmla="*/ 2646671 w 18982931"/>
              <a:gd name="connsiteY242-14406" fmla="*/ 3639662 h 4449429"/>
              <a:gd name="connsiteX243-14407" fmla="*/ 2646671 w 18982931"/>
              <a:gd name="connsiteY243-14408" fmla="*/ 3582828 h 4449429"/>
              <a:gd name="connsiteX244-14409" fmla="*/ 2589845 w 18982931"/>
              <a:gd name="connsiteY244-14410" fmla="*/ 3582828 h 4449429"/>
              <a:gd name="connsiteX245-14411" fmla="*/ 12612246 w 18982931"/>
              <a:gd name="connsiteY245-14412" fmla="*/ 3500664 h 4449429"/>
              <a:gd name="connsiteX246-14413" fmla="*/ 12612246 w 18982931"/>
              <a:gd name="connsiteY246-14414" fmla="*/ 3557497 h 4449429"/>
              <a:gd name="connsiteX247-14415" fmla="*/ 12669079 w 18982931"/>
              <a:gd name="connsiteY247-14416" fmla="*/ 3557497 h 4449429"/>
              <a:gd name="connsiteX248-14417" fmla="*/ 12669079 w 18982931"/>
              <a:gd name="connsiteY248-14418" fmla="*/ 3500664 h 4449429"/>
              <a:gd name="connsiteX249-14419" fmla="*/ 12612246 w 18982931"/>
              <a:gd name="connsiteY249-14420" fmla="*/ 3500664 h 4449429"/>
              <a:gd name="connsiteX250-14421" fmla="*/ 12500191 w 18982931"/>
              <a:gd name="connsiteY250-14422" fmla="*/ 3500664 h 4449429"/>
              <a:gd name="connsiteX251-14423" fmla="*/ 12500191 w 18982931"/>
              <a:gd name="connsiteY251-14424" fmla="*/ 3557497 h 4449429"/>
              <a:gd name="connsiteX252-14425" fmla="*/ 12557025 w 18982931"/>
              <a:gd name="connsiteY252-14426" fmla="*/ 3557497 h 4449429"/>
              <a:gd name="connsiteX253-14427" fmla="*/ 12557025 w 18982931"/>
              <a:gd name="connsiteY253-14428" fmla="*/ 3500664 h 4449429"/>
              <a:gd name="connsiteX254-14429" fmla="*/ 12500191 w 18982931"/>
              <a:gd name="connsiteY254-14430" fmla="*/ 3500664 h 4449429"/>
              <a:gd name="connsiteX255-14431" fmla="*/ 12388137 w 18982931"/>
              <a:gd name="connsiteY255-14432" fmla="*/ 3500664 h 4449429"/>
              <a:gd name="connsiteX256-14433" fmla="*/ 12388137 w 18982931"/>
              <a:gd name="connsiteY256-14434" fmla="*/ 3557497 h 4449429"/>
              <a:gd name="connsiteX257-14435" fmla="*/ 12444971 w 18982931"/>
              <a:gd name="connsiteY257-14436" fmla="*/ 3557497 h 4449429"/>
              <a:gd name="connsiteX258-14437" fmla="*/ 12444971 w 18982931"/>
              <a:gd name="connsiteY258-14438" fmla="*/ 3500664 h 4449429"/>
              <a:gd name="connsiteX259-14439" fmla="*/ 12388137 w 18982931"/>
              <a:gd name="connsiteY259-14440" fmla="*/ 3500664 h 4449429"/>
              <a:gd name="connsiteX260-14441" fmla="*/ 17351339 w 18982931"/>
              <a:gd name="connsiteY260-14442" fmla="*/ 3492933 h 4449429"/>
              <a:gd name="connsiteX261-14443" fmla="*/ 17351339 w 18982931"/>
              <a:gd name="connsiteY261-14444" fmla="*/ 3538633 h 4449429"/>
              <a:gd name="connsiteX262-14445" fmla="*/ 17560187 w 18982931"/>
              <a:gd name="connsiteY262-14446" fmla="*/ 3538633 h 4449429"/>
              <a:gd name="connsiteX263-14447" fmla="*/ 17560187 w 18982931"/>
              <a:gd name="connsiteY263-14448" fmla="*/ 3492933 h 4449429"/>
              <a:gd name="connsiteX264-14449" fmla="*/ 17351339 w 18982931"/>
              <a:gd name="connsiteY264-14450" fmla="*/ 3492933 h 4449429"/>
              <a:gd name="connsiteX265-14451" fmla="*/ 17351339 w 18982931"/>
              <a:gd name="connsiteY265-14452" fmla="*/ 3401301 h 4449429"/>
              <a:gd name="connsiteX266-14453" fmla="*/ 17351339 w 18982931"/>
              <a:gd name="connsiteY266-14454" fmla="*/ 3447001 h 4449429"/>
              <a:gd name="connsiteX267-14455" fmla="*/ 17560187 w 18982931"/>
              <a:gd name="connsiteY267-14456" fmla="*/ 3447001 h 4449429"/>
              <a:gd name="connsiteX268-14457" fmla="*/ 17560187 w 18982931"/>
              <a:gd name="connsiteY268-14458" fmla="*/ 3401301 h 4449429"/>
              <a:gd name="connsiteX269-14459" fmla="*/ 17351339 w 18982931"/>
              <a:gd name="connsiteY269-14460" fmla="*/ 3401301 h 4449429"/>
              <a:gd name="connsiteX270-14461" fmla="*/ 1596781 w 18982931"/>
              <a:gd name="connsiteY270-14462" fmla="*/ 3357078 h 4449429"/>
              <a:gd name="connsiteX271-14463" fmla="*/ 1596781 w 18982931"/>
              <a:gd name="connsiteY271-14464" fmla="*/ 3402779 h 4449429"/>
              <a:gd name="connsiteX272-14465" fmla="*/ 1805629 w 18982931"/>
              <a:gd name="connsiteY272-14466" fmla="*/ 3402779 h 4449429"/>
              <a:gd name="connsiteX273-14467" fmla="*/ 1805629 w 18982931"/>
              <a:gd name="connsiteY273-14468" fmla="*/ 3357078 h 4449429"/>
              <a:gd name="connsiteX274-14469" fmla="*/ 1596781 w 18982931"/>
              <a:gd name="connsiteY274-14470" fmla="*/ 3357078 h 4449429"/>
              <a:gd name="connsiteX275-14471" fmla="*/ 12612246 w 18982931"/>
              <a:gd name="connsiteY275-14472" fmla="*/ 3355375 h 4449429"/>
              <a:gd name="connsiteX276-14473" fmla="*/ 12612246 w 18982931"/>
              <a:gd name="connsiteY276-14474" fmla="*/ 3412209 h 4449429"/>
              <a:gd name="connsiteX277-14475" fmla="*/ 12669079 w 18982931"/>
              <a:gd name="connsiteY277-14476" fmla="*/ 3412209 h 4449429"/>
              <a:gd name="connsiteX278-14477" fmla="*/ 12669079 w 18982931"/>
              <a:gd name="connsiteY278-14478" fmla="*/ 3355375 h 4449429"/>
              <a:gd name="connsiteX279-14479" fmla="*/ 12612246 w 18982931"/>
              <a:gd name="connsiteY279-14480" fmla="*/ 3355375 h 4449429"/>
              <a:gd name="connsiteX280-14481" fmla="*/ 12500191 w 18982931"/>
              <a:gd name="connsiteY280-14482" fmla="*/ 3355375 h 4449429"/>
              <a:gd name="connsiteX281-14483" fmla="*/ 12500191 w 18982931"/>
              <a:gd name="connsiteY281-14484" fmla="*/ 3412209 h 4449429"/>
              <a:gd name="connsiteX282-14485" fmla="*/ 12557025 w 18982931"/>
              <a:gd name="connsiteY282-14486" fmla="*/ 3412209 h 4449429"/>
              <a:gd name="connsiteX283-14487" fmla="*/ 12557025 w 18982931"/>
              <a:gd name="connsiteY283-14488" fmla="*/ 3355375 h 4449429"/>
              <a:gd name="connsiteX284-14489" fmla="*/ 12500191 w 18982931"/>
              <a:gd name="connsiteY284-14490" fmla="*/ 3355375 h 4449429"/>
              <a:gd name="connsiteX285-14491" fmla="*/ 12388137 w 18982931"/>
              <a:gd name="connsiteY285-14492" fmla="*/ 3355375 h 4449429"/>
              <a:gd name="connsiteX286-14493" fmla="*/ 12388137 w 18982931"/>
              <a:gd name="connsiteY286-14494" fmla="*/ 3412209 h 4449429"/>
              <a:gd name="connsiteX287-14495" fmla="*/ 12444971 w 18982931"/>
              <a:gd name="connsiteY287-14496" fmla="*/ 3412209 h 4449429"/>
              <a:gd name="connsiteX288-14497" fmla="*/ 12444971 w 18982931"/>
              <a:gd name="connsiteY288-14498" fmla="*/ 3355375 h 4449429"/>
              <a:gd name="connsiteX289-14499" fmla="*/ 12388137 w 18982931"/>
              <a:gd name="connsiteY289-14500" fmla="*/ 3355375 h 4449429"/>
              <a:gd name="connsiteX290-14501" fmla="*/ 17351339 w 18982931"/>
              <a:gd name="connsiteY290-14502" fmla="*/ 3309670 h 4449429"/>
              <a:gd name="connsiteX291-14503" fmla="*/ 17351339 w 18982931"/>
              <a:gd name="connsiteY291-14504" fmla="*/ 3355371 h 4449429"/>
              <a:gd name="connsiteX292-14505" fmla="*/ 17560187 w 18982931"/>
              <a:gd name="connsiteY292-14506" fmla="*/ 3355371 h 4449429"/>
              <a:gd name="connsiteX293-14507" fmla="*/ 17560187 w 18982931"/>
              <a:gd name="connsiteY293-14508" fmla="*/ 3309670 h 4449429"/>
              <a:gd name="connsiteX294-14509" fmla="*/ 17351339 w 18982931"/>
              <a:gd name="connsiteY294-14510" fmla="*/ 3309670 h 4449429"/>
              <a:gd name="connsiteX295-14511" fmla="*/ 1596781 w 18982931"/>
              <a:gd name="connsiteY295-14512" fmla="*/ 3265446 h 4449429"/>
              <a:gd name="connsiteX296-14513" fmla="*/ 1596781 w 18982931"/>
              <a:gd name="connsiteY296-14514" fmla="*/ 3311147 h 4449429"/>
              <a:gd name="connsiteX297-14515" fmla="*/ 1805629 w 18982931"/>
              <a:gd name="connsiteY297-14516" fmla="*/ 3311147 h 4449429"/>
              <a:gd name="connsiteX298-14517" fmla="*/ 1805629 w 18982931"/>
              <a:gd name="connsiteY298-14518" fmla="*/ 3265446 h 4449429"/>
              <a:gd name="connsiteX299-14519" fmla="*/ 1596781 w 18982931"/>
              <a:gd name="connsiteY299-14520" fmla="*/ 3265446 h 4449429"/>
              <a:gd name="connsiteX300-14521" fmla="*/ 17351339 w 18982931"/>
              <a:gd name="connsiteY300-14522" fmla="*/ 3218041 h 4449429"/>
              <a:gd name="connsiteX301-14523" fmla="*/ 17351339 w 18982931"/>
              <a:gd name="connsiteY301-14524" fmla="*/ 3263742 h 4449429"/>
              <a:gd name="connsiteX302-14525" fmla="*/ 17560187 w 18982931"/>
              <a:gd name="connsiteY302-14526" fmla="*/ 3263742 h 4449429"/>
              <a:gd name="connsiteX303-14527" fmla="*/ 17560187 w 18982931"/>
              <a:gd name="connsiteY303-14528" fmla="*/ 3218041 h 4449429"/>
              <a:gd name="connsiteX304-14529" fmla="*/ 17351339 w 18982931"/>
              <a:gd name="connsiteY304-14530" fmla="*/ 3218041 h 4449429"/>
              <a:gd name="connsiteX305-14531" fmla="*/ 12612246 w 18982931"/>
              <a:gd name="connsiteY305-14532" fmla="*/ 3210087 h 4449429"/>
              <a:gd name="connsiteX306-14533" fmla="*/ 12612246 w 18982931"/>
              <a:gd name="connsiteY306-14534" fmla="*/ 3266921 h 4449429"/>
              <a:gd name="connsiteX307-14535" fmla="*/ 12669079 w 18982931"/>
              <a:gd name="connsiteY307-14536" fmla="*/ 3266921 h 4449429"/>
              <a:gd name="connsiteX308-14537" fmla="*/ 12669079 w 18982931"/>
              <a:gd name="connsiteY308-14538" fmla="*/ 3210087 h 4449429"/>
              <a:gd name="connsiteX309-14539" fmla="*/ 12612246 w 18982931"/>
              <a:gd name="connsiteY309-14540" fmla="*/ 3210087 h 4449429"/>
              <a:gd name="connsiteX310-14541" fmla="*/ 12500191 w 18982931"/>
              <a:gd name="connsiteY310-14542" fmla="*/ 3210087 h 4449429"/>
              <a:gd name="connsiteX311-14543" fmla="*/ 12500191 w 18982931"/>
              <a:gd name="connsiteY311-14544" fmla="*/ 3266921 h 4449429"/>
              <a:gd name="connsiteX312-14545" fmla="*/ 12557025 w 18982931"/>
              <a:gd name="connsiteY312-14546" fmla="*/ 3266921 h 4449429"/>
              <a:gd name="connsiteX313-14547" fmla="*/ 12557025 w 18982931"/>
              <a:gd name="connsiteY313-14548" fmla="*/ 3210087 h 4449429"/>
              <a:gd name="connsiteX314-14549" fmla="*/ 12500191 w 18982931"/>
              <a:gd name="connsiteY314-14550" fmla="*/ 3210087 h 4449429"/>
              <a:gd name="connsiteX315-14551" fmla="*/ 12388137 w 18982931"/>
              <a:gd name="connsiteY315-14552" fmla="*/ 3210087 h 4449429"/>
              <a:gd name="connsiteX316-14553" fmla="*/ 12388137 w 18982931"/>
              <a:gd name="connsiteY316-14554" fmla="*/ 3266921 h 4449429"/>
              <a:gd name="connsiteX317-14555" fmla="*/ 12444971 w 18982931"/>
              <a:gd name="connsiteY317-14556" fmla="*/ 3266921 h 4449429"/>
              <a:gd name="connsiteX318-14557" fmla="*/ 12444971 w 18982931"/>
              <a:gd name="connsiteY318-14558" fmla="*/ 3210087 h 4449429"/>
              <a:gd name="connsiteX319-14559" fmla="*/ 12388137 w 18982931"/>
              <a:gd name="connsiteY319-14560" fmla="*/ 3210087 h 4449429"/>
              <a:gd name="connsiteX320-14561" fmla="*/ 1596781 w 18982931"/>
              <a:gd name="connsiteY320-14562" fmla="*/ 3173817 h 4449429"/>
              <a:gd name="connsiteX321-14563" fmla="*/ 1596781 w 18982931"/>
              <a:gd name="connsiteY321-14564" fmla="*/ 3219518 h 4449429"/>
              <a:gd name="connsiteX322-14565" fmla="*/ 1805629 w 18982931"/>
              <a:gd name="connsiteY322-14566" fmla="*/ 3219518 h 4449429"/>
              <a:gd name="connsiteX323-14567" fmla="*/ 1805629 w 18982931"/>
              <a:gd name="connsiteY323-14568" fmla="*/ 3173817 h 4449429"/>
              <a:gd name="connsiteX324-14569" fmla="*/ 1596781 w 18982931"/>
              <a:gd name="connsiteY324-14570" fmla="*/ 3173817 h 4449429"/>
              <a:gd name="connsiteX325-14571" fmla="*/ 17351339 w 18982931"/>
              <a:gd name="connsiteY325-14572" fmla="*/ 3126412 h 4449429"/>
              <a:gd name="connsiteX326-14573" fmla="*/ 17351339 w 18982931"/>
              <a:gd name="connsiteY326-14574" fmla="*/ 3172113 h 4449429"/>
              <a:gd name="connsiteX327-14575" fmla="*/ 17560187 w 18982931"/>
              <a:gd name="connsiteY327-14576" fmla="*/ 3172113 h 4449429"/>
              <a:gd name="connsiteX328-14577" fmla="*/ 17560187 w 18982931"/>
              <a:gd name="connsiteY328-14578" fmla="*/ 3126412 h 4449429"/>
              <a:gd name="connsiteX329-14579" fmla="*/ 17351339 w 18982931"/>
              <a:gd name="connsiteY329-14580" fmla="*/ 3126412 h 4449429"/>
              <a:gd name="connsiteX330-14581" fmla="*/ 1596781 w 18982931"/>
              <a:gd name="connsiteY330-14582" fmla="*/ 3080712 h 4449429"/>
              <a:gd name="connsiteX331-14583" fmla="*/ 1596781 w 18982931"/>
              <a:gd name="connsiteY331-14584" fmla="*/ 3126412 h 4449429"/>
              <a:gd name="connsiteX332-14585" fmla="*/ 1805629 w 18982931"/>
              <a:gd name="connsiteY332-14586" fmla="*/ 3126412 h 4449429"/>
              <a:gd name="connsiteX333-14587" fmla="*/ 1805629 w 18982931"/>
              <a:gd name="connsiteY333-14588" fmla="*/ 3080712 h 4449429"/>
              <a:gd name="connsiteX334-14589" fmla="*/ 1596781 w 18982931"/>
              <a:gd name="connsiteY334-14590" fmla="*/ 3080712 h 4449429"/>
              <a:gd name="connsiteX335-14591" fmla="*/ 12612246 w 18982931"/>
              <a:gd name="connsiteY335-14592" fmla="*/ 3064799 h 4449429"/>
              <a:gd name="connsiteX336-14593" fmla="*/ 12612246 w 18982931"/>
              <a:gd name="connsiteY336-14594" fmla="*/ 3121633 h 4449429"/>
              <a:gd name="connsiteX337-14595" fmla="*/ 12669079 w 18982931"/>
              <a:gd name="connsiteY337-14596" fmla="*/ 3121633 h 4449429"/>
              <a:gd name="connsiteX338-14597" fmla="*/ 12669079 w 18982931"/>
              <a:gd name="connsiteY338-14598" fmla="*/ 3064799 h 4449429"/>
              <a:gd name="connsiteX339-14599" fmla="*/ 12612246 w 18982931"/>
              <a:gd name="connsiteY339-14600" fmla="*/ 3064799 h 4449429"/>
              <a:gd name="connsiteX340-14601" fmla="*/ 12500191 w 18982931"/>
              <a:gd name="connsiteY340-14602" fmla="*/ 3064799 h 4449429"/>
              <a:gd name="connsiteX341-14603" fmla="*/ 12500191 w 18982931"/>
              <a:gd name="connsiteY341-14604" fmla="*/ 3121633 h 4449429"/>
              <a:gd name="connsiteX342-14605" fmla="*/ 12557025 w 18982931"/>
              <a:gd name="connsiteY342-14606" fmla="*/ 3121633 h 4449429"/>
              <a:gd name="connsiteX343-14607" fmla="*/ 12557025 w 18982931"/>
              <a:gd name="connsiteY343-14608" fmla="*/ 3064799 h 4449429"/>
              <a:gd name="connsiteX344-14609" fmla="*/ 12500191 w 18982931"/>
              <a:gd name="connsiteY344-14610" fmla="*/ 3064799 h 4449429"/>
              <a:gd name="connsiteX345-14611" fmla="*/ 12388137 w 18982931"/>
              <a:gd name="connsiteY345-14612" fmla="*/ 3064799 h 4449429"/>
              <a:gd name="connsiteX346-14613" fmla="*/ 12388137 w 18982931"/>
              <a:gd name="connsiteY346-14614" fmla="*/ 3121633 h 4449429"/>
              <a:gd name="connsiteX347-14615" fmla="*/ 12444971 w 18982931"/>
              <a:gd name="connsiteY347-14616" fmla="*/ 3121633 h 4449429"/>
              <a:gd name="connsiteX348-14617" fmla="*/ 12444971 w 18982931"/>
              <a:gd name="connsiteY348-14618" fmla="*/ 3064799 h 4449429"/>
              <a:gd name="connsiteX349-14619" fmla="*/ 12388137 w 18982931"/>
              <a:gd name="connsiteY349-14620" fmla="*/ 3064799 h 4449429"/>
              <a:gd name="connsiteX350-14621" fmla="*/ 17351339 w 18982931"/>
              <a:gd name="connsiteY350-14622" fmla="*/ 3034782 h 4449429"/>
              <a:gd name="connsiteX351-14623" fmla="*/ 17351339 w 18982931"/>
              <a:gd name="connsiteY351-14624" fmla="*/ 3080482 h 4449429"/>
              <a:gd name="connsiteX352-14625" fmla="*/ 17560187 w 18982931"/>
              <a:gd name="connsiteY352-14626" fmla="*/ 3080482 h 4449429"/>
              <a:gd name="connsiteX353-14627" fmla="*/ 17560187 w 18982931"/>
              <a:gd name="connsiteY353-14628" fmla="*/ 3034782 h 4449429"/>
              <a:gd name="connsiteX354-14629" fmla="*/ 17351339 w 18982931"/>
              <a:gd name="connsiteY354-14630" fmla="*/ 3034782 h 4449429"/>
              <a:gd name="connsiteX355-14631" fmla="*/ 1596781 w 18982931"/>
              <a:gd name="connsiteY355-14632" fmla="*/ 2989080 h 4449429"/>
              <a:gd name="connsiteX356-14633" fmla="*/ 1596781 w 18982931"/>
              <a:gd name="connsiteY356-14634" fmla="*/ 3034780 h 4449429"/>
              <a:gd name="connsiteX357-14635" fmla="*/ 1805629 w 18982931"/>
              <a:gd name="connsiteY357-14636" fmla="*/ 3034780 h 4449429"/>
              <a:gd name="connsiteX358-14637" fmla="*/ 1805629 w 18982931"/>
              <a:gd name="connsiteY358-14638" fmla="*/ 2989080 h 4449429"/>
              <a:gd name="connsiteX359-14639" fmla="*/ 1596781 w 18982931"/>
              <a:gd name="connsiteY359-14640" fmla="*/ 2989080 h 4449429"/>
              <a:gd name="connsiteX360-14641" fmla="*/ 17351339 w 18982931"/>
              <a:gd name="connsiteY360-14642" fmla="*/ 2943153 h 4449429"/>
              <a:gd name="connsiteX361-14643" fmla="*/ 17351339 w 18982931"/>
              <a:gd name="connsiteY361-14644" fmla="*/ 2988853 h 4449429"/>
              <a:gd name="connsiteX362-14645" fmla="*/ 17560187 w 18982931"/>
              <a:gd name="connsiteY362-14646" fmla="*/ 2988853 h 4449429"/>
              <a:gd name="connsiteX363-14647" fmla="*/ 17560187 w 18982931"/>
              <a:gd name="connsiteY363-14648" fmla="*/ 2943153 h 4449429"/>
              <a:gd name="connsiteX364-14649" fmla="*/ 17351339 w 18982931"/>
              <a:gd name="connsiteY364-14650" fmla="*/ 2943153 h 4449429"/>
              <a:gd name="connsiteX365-14651" fmla="*/ 12612246 w 18982931"/>
              <a:gd name="connsiteY365-14652" fmla="*/ 2919511 h 4449429"/>
              <a:gd name="connsiteX366-14653" fmla="*/ 12612246 w 18982931"/>
              <a:gd name="connsiteY366-14654" fmla="*/ 2976345 h 4449429"/>
              <a:gd name="connsiteX367-14655" fmla="*/ 12669079 w 18982931"/>
              <a:gd name="connsiteY367-14656" fmla="*/ 2976345 h 4449429"/>
              <a:gd name="connsiteX368-14657" fmla="*/ 12669079 w 18982931"/>
              <a:gd name="connsiteY368-14658" fmla="*/ 2919511 h 4449429"/>
              <a:gd name="connsiteX369-14659" fmla="*/ 12612246 w 18982931"/>
              <a:gd name="connsiteY369-14660" fmla="*/ 2919511 h 4449429"/>
              <a:gd name="connsiteX370-14661" fmla="*/ 12500191 w 18982931"/>
              <a:gd name="connsiteY370-14662" fmla="*/ 2919511 h 4449429"/>
              <a:gd name="connsiteX371-14663" fmla="*/ 12500191 w 18982931"/>
              <a:gd name="connsiteY371-14664" fmla="*/ 2976345 h 4449429"/>
              <a:gd name="connsiteX372-14665" fmla="*/ 12557025 w 18982931"/>
              <a:gd name="connsiteY372-14666" fmla="*/ 2976345 h 4449429"/>
              <a:gd name="connsiteX373-14667" fmla="*/ 12557025 w 18982931"/>
              <a:gd name="connsiteY373-14668" fmla="*/ 2919511 h 4449429"/>
              <a:gd name="connsiteX374-14669" fmla="*/ 12500191 w 18982931"/>
              <a:gd name="connsiteY374-14670" fmla="*/ 2919511 h 4449429"/>
              <a:gd name="connsiteX375-14671" fmla="*/ 12388137 w 18982931"/>
              <a:gd name="connsiteY375-14672" fmla="*/ 2919511 h 4449429"/>
              <a:gd name="connsiteX376-14673" fmla="*/ 12388137 w 18982931"/>
              <a:gd name="connsiteY376-14674" fmla="*/ 2976345 h 4449429"/>
              <a:gd name="connsiteX377-14675" fmla="*/ 12444971 w 18982931"/>
              <a:gd name="connsiteY377-14676" fmla="*/ 2976345 h 4449429"/>
              <a:gd name="connsiteX378-14677" fmla="*/ 12444971 w 18982931"/>
              <a:gd name="connsiteY378-14678" fmla="*/ 2919511 h 4449429"/>
              <a:gd name="connsiteX379-14679" fmla="*/ 12388137 w 18982931"/>
              <a:gd name="connsiteY379-14680" fmla="*/ 2919511 h 4449429"/>
              <a:gd name="connsiteX380-14681" fmla="*/ 1596781 w 18982931"/>
              <a:gd name="connsiteY380-14682" fmla="*/ 2897450 h 4449429"/>
              <a:gd name="connsiteX381-14683" fmla="*/ 1596781 w 18982931"/>
              <a:gd name="connsiteY381-14684" fmla="*/ 2943150 h 4449429"/>
              <a:gd name="connsiteX382-14685" fmla="*/ 1805629 w 18982931"/>
              <a:gd name="connsiteY382-14686" fmla="*/ 2943150 h 4449429"/>
              <a:gd name="connsiteX383-14687" fmla="*/ 1805629 w 18982931"/>
              <a:gd name="connsiteY383-14688" fmla="*/ 2897450 h 4449429"/>
              <a:gd name="connsiteX384-14689" fmla="*/ 1596781 w 18982931"/>
              <a:gd name="connsiteY384-14690" fmla="*/ 2897450 h 4449429"/>
              <a:gd name="connsiteX385-14691" fmla="*/ 17351339 w 18982931"/>
              <a:gd name="connsiteY385-14692" fmla="*/ 2851522 h 4449429"/>
              <a:gd name="connsiteX386-14693" fmla="*/ 17351339 w 18982931"/>
              <a:gd name="connsiteY386-14694" fmla="*/ 2897223 h 4449429"/>
              <a:gd name="connsiteX387-14695" fmla="*/ 17560187 w 18982931"/>
              <a:gd name="connsiteY387-14696" fmla="*/ 2897223 h 4449429"/>
              <a:gd name="connsiteX388-14697" fmla="*/ 17560187 w 18982931"/>
              <a:gd name="connsiteY388-14698" fmla="*/ 2851522 h 4449429"/>
              <a:gd name="connsiteX389-14699" fmla="*/ 17351339 w 18982931"/>
              <a:gd name="connsiteY389-14700" fmla="*/ 2851522 h 4449429"/>
              <a:gd name="connsiteX390-14701" fmla="*/ 1596781 w 18982931"/>
              <a:gd name="connsiteY390-14702" fmla="*/ 2805821 h 4449429"/>
              <a:gd name="connsiteX391-14703" fmla="*/ 1596781 w 18982931"/>
              <a:gd name="connsiteY391-14704" fmla="*/ 2851521 h 4449429"/>
              <a:gd name="connsiteX392-14705" fmla="*/ 1805629 w 18982931"/>
              <a:gd name="connsiteY392-14706" fmla="*/ 2851521 h 4449429"/>
              <a:gd name="connsiteX393-14707" fmla="*/ 1805629 w 18982931"/>
              <a:gd name="connsiteY393-14708" fmla="*/ 2805821 h 4449429"/>
              <a:gd name="connsiteX394-14709" fmla="*/ 1596781 w 18982931"/>
              <a:gd name="connsiteY394-14710" fmla="*/ 2805821 h 4449429"/>
              <a:gd name="connsiteX395-14711" fmla="*/ 1596781 w 18982931"/>
              <a:gd name="connsiteY395-14712" fmla="*/ 2714192 h 4449429"/>
              <a:gd name="connsiteX396-14713" fmla="*/ 1596781 w 18982931"/>
              <a:gd name="connsiteY396-14714" fmla="*/ 2759892 h 4449429"/>
              <a:gd name="connsiteX397-14715" fmla="*/ 1805629 w 18982931"/>
              <a:gd name="connsiteY397-14716" fmla="*/ 2759892 h 4449429"/>
              <a:gd name="connsiteX398-14717" fmla="*/ 1805629 w 18982931"/>
              <a:gd name="connsiteY398-14718" fmla="*/ 2714192 h 4449429"/>
              <a:gd name="connsiteX399-14719" fmla="*/ 1596781 w 18982931"/>
              <a:gd name="connsiteY399-14720" fmla="*/ 2714192 h 4449429"/>
              <a:gd name="connsiteX400-14721" fmla="*/ 4422120 w 18982931"/>
              <a:gd name="connsiteY400-14722" fmla="*/ 2688604 h 4449429"/>
              <a:gd name="connsiteX401-14723" fmla="*/ 4422120 w 18982931"/>
              <a:gd name="connsiteY401-14724" fmla="*/ 2851522 h 4449429"/>
              <a:gd name="connsiteX402-14725" fmla="*/ 4459897 w 18982931"/>
              <a:gd name="connsiteY402-14726" fmla="*/ 2851522 h 4449429"/>
              <a:gd name="connsiteX403-14727" fmla="*/ 4459897 w 18982931"/>
              <a:gd name="connsiteY403-14728" fmla="*/ 2688604 h 4449429"/>
              <a:gd name="connsiteX404-14729" fmla="*/ 4422120 w 18982931"/>
              <a:gd name="connsiteY404-14730" fmla="*/ 2688604 h 4449429"/>
              <a:gd name="connsiteX405-14731" fmla="*/ 4346370 w 18982931"/>
              <a:gd name="connsiteY405-14732" fmla="*/ 2688604 h 4449429"/>
              <a:gd name="connsiteX406-14733" fmla="*/ 4346370 w 18982931"/>
              <a:gd name="connsiteY406-14734" fmla="*/ 2851522 h 4449429"/>
              <a:gd name="connsiteX407-14735" fmla="*/ 4384149 w 18982931"/>
              <a:gd name="connsiteY407-14736" fmla="*/ 2851522 h 4449429"/>
              <a:gd name="connsiteX408-14737" fmla="*/ 4384149 w 18982931"/>
              <a:gd name="connsiteY408-14738" fmla="*/ 2688604 h 4449429"/>
              <a:gd name="connsiteX409-14739" fmla="*/ 4346370 w 18982931"/>
              <a:gd name="connsiteY409-14740" fmla="*/ 2688604 h 4449429"/>
              <a:gd name="connsiteX410-14741" fmla="*/ 4270624 w 18982931"/>
              <a:gd name="connsiteY410-14742" fmla="*/ 2688604 h 4449429"/>
              <a:gd name="connsiteX411-14743" fmla="*/ 4270624 w 18982931"/>
              <a:gd name="connsiteY411-14744" fmla="*/ 2851522 h 4449429"/>
              <a:gd name="connsiteX412-14745" fmla="*/ 4308407 w 18982931"/>
              <a:gd name="connsiteY412-14746" fmla="*/ 2851522 h 4449429"/>
              <a:gd name="connsiteX413-14747" fmla="*/ 4308407 w 18982931"/>
              <a:gd name="connsiteY413-14748" fmla="*/ 2688604 h 4449429"/>
              <a:gd name="connsiteX414-14749" fmla="*/ 4270624 w 18982931"/>
              <a:gd name="connsiteY414-14750" fmla="*/ 2688604 h 4449429"/>
              <a:gd name="connsiteX415-14751" fmla="*/ 4194881 w 18982931"/>
              <a:gd name="connsiteY415-14752" fmla="*/ 2688604 h 4449429"/>
              <a:gd name="connsiteX416-14753" fmla="*/ 4194881 w 18982931"/>
              <a:gd name="connsiteY416-14754" fmla="*/ 2851522 h 4449429"/>
              <a:gd name="connsiteX417-14755" fmla="*/ 4232658 w 18982931"/>
              <a:gd name="connsiteY417-14756" fmla="*/ 2851522 h 4449429"/>
              <a:gd name="connsiteX418-14757" fmla="*/ 4232658 w 18982931"/>
              <a:gd name="connsiteY418-14758" fmla="*/ 2688604 h 4449429"/>
              <a:gd name="connsiteX419-14759" fmla="*/ 4194881 w 18982931"/>
              <a:gd name="connsiteY419-14760" fmla="*/ 2688604 h 4449429"/>
              <a:gd name="connsiteX420-14761" fmla="*/ 4119132 w 18982931"/>
              <a:gd name="connsiteY420-14762" fmla="*/ 2688604 h 4449429"/>
              <a:gd name="connsiteX421-14763" fmla="*/ 4119132 w 18982931"/>
              <a:gd name="connsiteY421-14764" fmla="*/ 2851522 h 4449429"/>
              <a:gd name="connsiteX422-14765" fmla="*/ 4156909 w 18982931"/>
              <a:gd name="connsiteY422-14766" fmla="*/ 2851522 h 4449429"/>
              <a:gd name="connsiteX423-14767" fmla="*/ 4156909 w 18982931"/>
              <a:gd name="connsiteY423-14768" fmla="*/ 2688604 h 4449429"/>
              <a:gd name="connsiteX424-14769" fmla="*/ 4119132 w 18982931"/>
              <a:gd name="connsiteY424-14770" fmla="*/ 2688604 h 4449429"/>
              <a:gd name="connsiteX425-14771" fmla="*/ 4043383 w 18982931"/>
              <a:gd name="connsiteY425-14772" fmla="*/ 2688604 h 4449429"/>
              <a:gd name="connsiteX426-14773" fmla="*/ 4043383 w 18982931"/>
              <a:gd name="connsiteY426-14774" fmla="*/ 2851522 h 4449429"/>
              <a:gd name="connsiteX427-14775" fmla="*/ 4081160 w 18982931"/>
              <a:gd name="connsiteY427-14776" fmla="*/ 2851522 h 4449429"/>
              <a:gd name="connsiteX428-14777" fmla="*/ 4081160 w 18982931"/>
              <a:gd name="connsiteY428-14778" fmla="*/ 2688604 h 4449429"/>
              <a:gd name="connsiteX429-14779" fmla="*/ 4043383 w 18982931"/>
              <a:gd name="connsiteY429-14780" fmla="*/ 2688604 h 4449429"/>
              <a:gd name="connsiteX430-14781" fmla="*/ 3967636 w 18982931"/>
              <a:gd name="connsiteY430-14782" fmla="*/ 2688604 h 4449429"/>
              <a:gd name="connsiteX431-14783" fmla="*/ 3967636 w 18982931"/>
              <a:gd name="connsiteY431-14784" fmla="*/ 2851522 h 4449429"/>
              <a:gd name="connsiteX432-14785" fmla="*/ 4005415 w 18982931"/>
              <a:gd name="connsiteY432-14786" fmla="*/ 2851522 h 4449429"/>
              <a:gd name="connsiteX433-14787" fmla="*/ 4005415 w 18982931"/>
              <a:gd name="connsiteY433-14788" fmla="*/ 2688604 h 4449429"/>
              <a:gd name="connsiteX434-14789" fmla="*/ 3967636 w 18982931"/>
              <a:gd name="connsiteY434-14790" fmla="*/ 2688604 h 4449429"/>
              <a:gd name="connsiteX435-14791" fmla="*/ 3891895 w 18982931"/>
              <a:gd name="connsiteY435-14792" fmla="*/ 2688604 h 4449429"/>
              <a:gd name="connsiteX436-14793" fmla="*/ 3891895 w 18982931"/>
              <a:gd name="connsiteY436-14794" fmla="*/ 2851522 h 4449429"/>
              <a:gd name="connsiteX437-14795" fmla="*/ 3929672 w 18982931"/>
              <a:gd name="connsiteY437-14796" fmla="*/ 2851522 h 4449429"/>
              <a:gd name="connsiteX438-14797" fmla="*/ 3929672 w 18982931"/>
              <a:gd name="connsiteY438-14798" fmla="*/ 2688604 h 4449429"/>
              <a:gd name="connsiteX439-14799" fmla="*/ 3891895 w 18982931"/>
              <a:gd name="connsiteY439-14800" fmla="*/ 2688604 h 4449429"/>
              <a:gd name="connsiteX440-14801" fmla="*/ 15043403 w 18982931"/>
              <a:gd name="connsiteY440-14802" fmla="*/ 2685661 h 4449429"/>
              <a:gd name="connsiteX441-14803" fmla="*/ 15043403 w 18982931"/>
              <a:gd name="connsiteY441-14804" fmla="*/ 2894508 h 4449429"/>
              <a:gd name="connsiteX442-14805" fmla="*/ 15089105 w 18982931"/>
              <a:gd name="connsiteY442-14806" fmla="*/ 2894508 h 4449429"/>
              <a:gd name="connsiteX443-14807" fmla="*/ 15089105 w 18982931"/>
              <a:gd name="connsiteY443-14808" fmla="*/ 2685661 h 4449429"/>
              <a:gd name="connsiteX444-14809" fmla="*/ 15043403 w 18982931"/>
              <a:gd name="connsiteY444-14810" fmla="*/ 2685661 h 4449429"/>
              <a:gd name="connsiteX445-14811" fmla="*/ 14951773 w 18982931"/>
              <a:gd name="connsiteY445-14812" fmla="*/ 2685661 h 4449429"/>
              <a:gd name="connsiteX446-14813" fmla="*/ 14951773 w 18982931"/>
              <a:gd name="connsiteY446-14814" fmla="*/ 2894508 h 4449429"/>
              <a:gd name="connsiteX447-14815" fmla="*/ 14997475 w 18982931"/>
              <a:gd name="connsiteY447-14816" fmla="*/ 2894508 h 4449429"/>
              <a:gd name="connsiteX448-14817" fmla="*/ 14997475 w 18982931"/>
              <a:gd name="connsiteY448-14818" fmla="*/ 2685661 h 4449429"/>
              <a:gd name="connsiteX449-14819" fmla="*/ 14951773 w 18982931"/>
              <a:gd name="connsiteY449-14820" fmla="*/ 2685661 h 4449429"/>
              <a:gd name="connsiteX450-14821" fmla="*/ 14860145 w 18982931"/>
              <a:gd name="connsiteY450-14822" fmla="*/ 2685661 h 4449429"/>
              <a:gd name="connsiteX451-14823" fmla="*/ 14860145 w 18982931"/>
              <a:gd name="connsiteY451-14824" fmla="*/ 2894508 h 4449429"/>
              <a:gd name="connsiteX452-14825" fmla="*/ 14905844 w 18982931"/>
              <a:gd name="connsiteY452-14826" fmla="*/ 2894508 h 4449429"/>
              <a:gd name="connsiteX453-14827" fmla="*/ 14905844 w 18982931"/>
              <a:gd name="connsiteY453-14828" fmla="*/ 2685661 h 4449429"/>
              <a:gd name="connsiteX454-14829" fmla="*/ 14860145 w 18982931"/>
              <a:gd name="connsiteY454-14830" fmla="*/ 2685661 h 4449429"/>
              <a:gd name="connsiteX455-14831" fmla="*/ 14768515 w 18982931"/>
              <a:gd name="connsiteY455-14832" fmla="*/ 2685661 h 4449429"/>
              <a:gd name="connsiteX456-14833" fmla="*/ 14768515 w 18982931"/>
              <a:gd name="connsiteY456-14834" fmla="*/ 2894508 h 4449429"/>
              <a:gd name="connsiteX457-14835" fmla="*/ 14814217 w 18982931"/>
              <a:gd name="connsiteY457-14836" fmla="*/ 2894508 h 4449429"/>
              <a:gd name="connsiteX458-14837" fmla="*/ 14814217 w 18982931"/>
              <a:gd name="connsiteY458-14838" fmla="*/ 2685661 h 4449429"/>
              <a:gd name="connsiteX459-14839" fmla="*/ 14768515 w 18982931"/>
              <a:gd name="connsiteY459-14840" fmla="*/ 2685661 h 4449429"/>
              <a:gd name="connsiteX460-14841" fmla="*/ 14676884 w 18982931"/>
              <a:gd name="connsiteY460-14842" fmla="*/ 2685661 h 4449429"/>
              <a:gd name="connsiteX461-14843" fmla="*/ 14676884 w 18982931"/>
              <a:gd name="connsiteY461-14844" fmla="*/ 2894508 h 4449429"/>
              <a:gd name="connsiteX462-14845" fmla="*/ 14722586 w 18982931"/>
              <a:gd name="connsiteY462-14846" fmla="*/ 2894508 h 4449429"/>
              <a:gd name="connsiteX463-14847" fmla="*/ 14722586 w 18982931"/>
              <a:gd name="connsiteY463-14848" fmla="*/ 2685661 h 4449429"/>
              <a:gd name="connsiteX464-14849" fmla="*/ 14676884 w 18982931"/>
              <a:gd name="connsiteY464-14850" fmla="*/ 2685661 h 4449429"/>
              <a:gd name="connsiteX465-14851" fmla="*/ 14585255 w 18982931"/>
              <a:gd name="connsiteY465-14852" fmla="*/ 2685661 h 4449429"/>
              <a:gd name="connsiteX466-14853" fmla="*/ 14585255 w 18982931"/>
              <a:gd name="connsiteY466-14854" fmla="*/ 2894508 h 4449429"/>
              <a:gd name="connsiteX467-14855" fmla="*/ 14630955 w 18982931"/>
              <a:gd name="connsiteY467-14856" fmla="*/ 2894508 h 4449429"/>
              <a:gd name="connsiteX468-14857" fmla="*/ 14630955 w 18982931"/>
              <a:gd name="connsiteY468-14858" fmla="*/ 2685661 h 4449429"/>
              <a:gd name="connsiteX469-14859" fmla="*/ 14585255 w 18982931"/>
              <a:gd name="connsiteY469-14860" fmla="*/ 2685661 h 4449429"/>
              <a:gd name="connsiteX470-14861" fmla="*/ 14493625 w 18982931"/>
              <a:gd name="connsiteY470-14862" fmla="*/ 2685661 h 4449429"/>
              <a:gd name="connsiteX471-14863" fmla="*/ 14493625 w 18982931"/>
              <a:gd name="connsiteY471-14864" fmla="*/ 2894508 h 4449429"/>
              <a:gd name="connsiteX472-14865" fmla="*/ 14539325 w 18982931"/>
              <a:gd name="connsiteY472-14866" fmla="*/ 2894508 h 4449429"/>
              <a:gd name="connsiteX473-14867" fmla="*/ 14539325 w 18982931"/>
              <a:gd name="connsiteY473-14868" fmla="*/ 2685661 h 4449429"/>
              <a:gd name="connsiteX474-14869" fmla="*/ 14493625 w 18982931"/>
              <a:gd name="connsiteY474-14870" fmla="*/ 2685661 h 4449429"/>
              <a:gd name="connsiteX475-14871" fmla="*/ 2875284 w 18982931"/>
              <a:gd name="connsiteY475-14872" fmla="*/ 2661196 h 4449429"/>
              <a:gd name="connsiteX476-14873" fmla="*/ 2875284 w 18982931"/>
              <a:gd name="connsiteY476-14874" fmla="*/ 3265443 h 4449429"/>
              <a:gd name="connsiteX477-14875" fmla="*/ 2913063 w 18982931"/>
              <a:gd name="connsiteY477-14876" fmla="*/ 3265443 h 4449429"/>
              <a:gd name="connsiteX478-14877" fmla="*/ 2913063 w 18982931"/>
              <a:gd name="connsiteY478-14878" fmla="*/ 2661196 h 4449429"/>
              <a:gd name="connsiteX479-14879" fmla="*/ 2875284 w 18982931"/>
              <a:gd name="connsiteY479-14880" fmla="*/ 2661196 h 4449429"/>
              <a:gd name="connsiteX480-14881" fmla="*/ 2769698 w 18982931"/>
              <a:gd name="connsiteY480-14882" fmla="*/ 2661196 h 4449429"/>
              <a:gd name="connsiteX481-14883" fmla="*/ 2769698 w 18982931"/>
              <a:gd name="connsiteY481-14884" fmla="*/ 3265443 h 4449429"/>
              <a:gd name="connsiteX482-14885" fmla="*/ 2807479 w 18982931"/>
              <a:gd name="connsiteY482-14886" fmla="*/ 3265443 h 4449429"/>
              <a:gd name="connsiteX483-14887" fmla="*/ 2807479 w 18982931"/>
              <a:gd name="connsiteY483-14888" fmla="*/ 2661196 h 4449429"/>
              <a:gd name="connsiteX484-14889" fmla="*/ 2769698 w 18982931"/>
              <a:gd name="connsiteY484-14890" fmla="*/ 2661196 h 4449429"/>
              <a:gd name="connsiteX485-14891" fmla="*/ 2664114 w 18982931"/>
              <a:gd name="connsiteY485-14892" fmla="*/ 2661196 h 4449429"/>
              <a:gd name="connsiteX486-14893" fmla="*/ 2664114 w 18982931"/>
              <a:gd name="connsiteY486-14894" fmla="*/ 3265443 h 4449429"/>
              <a:gd name="connsiteX487-14895" fmla="*/ 2701891 w 18982931"/>
              <a:gd name="connsiteY487-14896" fmla="*/ 3265443 h 4449429"/>
              <a:gd name="connsiteX488-14897" fmla="*/ 2701891 w 18982931"/>
              <a:gd name="connsiteY488-14898" fmla="*/ 2661196 h 4449429"/>
              <a:gd name="connsiteX489-14899" fmla="*/ 2664114 w 18982931"/>
              <a:gd name="connsiteY489-14900" fmla="*/ 2661196 h 4449429"/>
              <a:gd name="connsiteX490-14901" fmla="*/ 2558534 w 18982931"/>
              <a:gd name="connsiteY490-14902" fmla="*/ 2661196 h 4449429"/>
              <a:gd name="connsiteX491-14903" fmla="*/ 2558534 w 18982931"/>
              <a:gd name="connsiteY491-14904" fmla="*/ 3265443 h 4449429"/>
              <a:gd name="connsiteX492-14905" fmla="*/ 2596306 w 18982931"/>
              <a:gd name="connsiteY492-14906" fmla="*/ 3265443 h 4449429"/>
              <a:gd name="connsiteX493-14907" fmla="*/ 2596306 w 18982931"/>
              <a:gd name="connsiteY493-14908" fmla="*/ 2661196 h 4449429"/>
              <a:gd name="connsiteX494-14909" fmla="*/ 2558534 w 18982931"/>
              <a:gd name="connsiteY494-14910" fmla="*/ 2661196 h 4449429"/>
              <a:gd name="connsiteX495-14911" fmla="*/ 2980870 w 18982931"/>
              <a:gd name="connsiteY495-14912" fmla="*/ 2661194 h 4449429"/>
              <a:gd name="connsiteX496-14913" fmla="*/ 2980870 w 18982931"/>
              <a:gd name="connsiteY496-14914" fmla="*/ 3265442 h 4449429"/>
              <a:gd name="connsiteX497-14915" fmla="*/ 3018648 w 18982931"/>
              <a:gd name="connsiteY497-14916" fmla="*/ 3265442 h 4449429"/>
              <a:gd name="connsiteX498-14917" fmla="*/ 3018648 w 18982931"/>
              <a:gd name="connsiteY498-14918" fmla="*/ 2661194 h 4449429"/>
              <a:gd name="connsiteX499-14919" fmla="*/ 2980870 w 18982931"/>
              <a:gd name="connsiteY499-14920" fmla="*/ 2661194 h 4449429"/>
              <a:gd name="connsiteX500-14921" fmla="*/ 16374516 w 18982931"/>
              <a:gd name="connsiteY500-14922" fmla="*/ 2632791 h 4449429"/>
              <a:gd name="connsiteX501-14923" fmla="*/ 16374516 w 18982931"/>
              <a:gd name="connsiteY501-14924" fmla="*/ 3237039 h 4449429"/>
              <a:gd name="connsiteX502-14925" fmla="*/ 16412296 w 18982931"/>
              <a:gd name="connsiteY502-14926" fmla="*/ 3237039 h 4449429"/>
              <a:gd name="connsiteX503-14927" fmla="*/ 16412296 w 18982931"/>
              <a:gd name="connsiteY503-14928" fmla="*/ 2632791 h 4449429"/>
              <a:gd name="connsiteX504-14929" fmla="*/ 16374516 w 18982931"/>
              <a:gd name="connsiteY504-14930" fmla="*/ 2632791 h 4449429"/>
              <a:gd name="connsiteX505-14931" fmla="*/ 16268931 w 18982931"/>
              <a:gd name="connsiteY505-14932" fmla="*/ 2632791 h 4449429"/>
              <a:gd name="connsiteX506-14933" fmla="*/ 16268931 w 18982931"/>
              <a:gd name="connsiteY506-14934" fmla="*/ 3237039 h 4449429"/>
              <a:gd name="connsiteX507-14935" fmla="*/ 16306709 w 18982931"/>
              <a:gd name="connsiteY507-14936" fmla="*/ 3237039 h 4449429"/>
              <a:gd name="connsiteX508-14937" fmla="*/ 16306709 w 18982931"/>
              <a:gd name="connsiteY508-14938" fmla="*/ 2632791 h 4449429"/>
              <a:gd name="connsiteX509-14939" fmla="*/ 16268931 w 18982931"/>
              <a:gd name="connsiteY509-14940" fmla="*/ 2632791 h 4449429"/>
              <a:gd name="connsiteX510-14941" fmla="*/ 16163344 w 18982931"/>
              <a:gd name="connsiteY510-14942" fmla="*/ 2632791 h 4449429"/>
              <a:gd name="connsiteX511-14943" fmla="*/ 16163344 w 18982931"/>
              <a:gd name="connsiteY511-14944" fmla="*/ 3237039 h 4449429"/>
              <a:gd name="connsiteX512-14945" fmla="*/ 16201125 w 18982931"/>
              <a:gd name="connsiteY512-14946" fmla="*/ 3237039 h 4449429"/>
              <a:gd name="connsiteX513-14947" fmla="*/ 16201125 w 18982931"/>
              <a:gd name="connsiteY513-14948" fmla="*/ 2632791 h 4449429"/>
              <a:gd name="connsiteX514-14949" fmla="*/ 16163344 w 18982931"/>
              <a:gd name="connsiteY514-14950" fmla="*/ 2632791 h 4449429"/>
              <a:gd name="connsiteX515-14951" fmla="*/ 16057760 w 18982931"/>
              <a:gd name="connsiteY515-14952" fmla="*/ 2632791 h 4449429"/>
              <a:gd name="connsiteX516-14953" fmla="*/ 16057760 w 18982931"/>
              <a:gd name="connsiteY516-14954" fmla="*/ 3237039 h 4449429"/>
              <a:gd name="connsiteX517-14955" fmla="*/ 16095537 w 18982931"/>
              <a:gd name="connsiteY517-14956" fmla="*/ 3237039 h 4449429"/>
              <a:gd name="connsiteX518-14957" fmla="*/ 16095537 w 18982931"/>
              <a:gd name="connsiteY518-14958" fmla="*/ 2632791 h 4449429"/>
              <a:gd name="connsiteX519-14959" fmla="*/ 16057760 w 18982931"/>
              <a:gd name="connsiteY519-14960" fmla="*/ 2632791 h 4449429"/>
              <a:gd name="connsiteX520-14961" fmla="*/ 16480103 w 18982931"/>
              <a:gd name="connsiteY520-14962" fmla="*/ 2632790 h 4449429"/>
              <a:gd name="connsiteX521-14963" fmla="*/ 16480103 w 18982931"/>
              <a:gd name="connsiteY521-14964" fmla="*/ 3237037 h 4449429"/>
              <a:gd name="connsiteX522-14965" fmla="*/ 16517880 w 18982931"/>
              <a:gd name="connsiteY522-14966" fmla="*/ 3237037 h 4449429"/>
              <a:gd name="connsiteX523-14967" fmla="*/ 16517880 w 18982931"/>
              <a:gd name="connsiteY523-14968" fmla="*/ 2632790 h 4449429"/>
              <a:gd name="connsiteX524-14969" fmla="*/ 16480103 w 18982931"/>
              <a:gd name="connsiteY524-14970" fmla="*/ 2632790 h 4449429"/>
              <a:gd name="connsiteX525-14971" fmla="*/ 1596781 w 18982931"/>
              <a:gd name="connsiteY525-14972" fmla="*/ 2622561 h 4449429"/>
              <a:gd name="connsiteX526-14973" fmla="*/ 1596781 w 18982931"/>
              <a:gd name="connsiteY526-14974" fmla="*/ 2668261 h 4449429"/>
              <a:gd name="connsiteX527-14975" fmla="*/ 1805629 w 18982931"/>
              <a:gd name="connsiteY527-14976" fmla="*/ 2668261 h 4449429"/>
              <a:gd name="connsiteX528-14977" fmla="*/ 1805629 w 18982931"/>
              <a:gd name="connsiteY528-14978" fmla="*/ 2622561 h 4449429"/>
              <a:gd name="connsiteX529-14979" fmla="*/ 1596781 w 18982931"/>
              <a:gd name="connsiteY529-14980" fmla="*/ 2622561 h 4449429"/>
              <a:gd name="connsiteX530-14981" fmla="*/ 1596781 w 18982931"/>
              <a:gd name="connsiteY530-14982" fmla="*/ 2530932 h 4449429"/>
              <a:gd name="connsiteX531-14983" fmla="*/ 1596781 w 18982931"/>
              <a:gd name="connsiteY531-14984" fmla="*/ 2576632 h 4449429"/>
              <a:gd name="connsiteX532-14985" fmla="*/ 1805629 w 18982931"/>
              <a:gd name="connsiteY532-14986" fmla="*/ 2576632 h 4449429"/>
              <a:gd name="connsiteX533-14987" fmla="*/ 1805629 w 18982931"/>
              <a:gd name="connsiteY533-14988" fmla="*/ 2530932 h 4449429"/>
              <a:gd name="connsiteX534-14989" fmla="*/ 1596781 w 18982931"/>
              <a:gd name="connsiteY534-14990" fmla="*/ 2530932 h 4449429"/>
              <a:gd name="connsiteX535-14991" fmla="*/ 1596781 w 18982931"/>
              <a:gd name="connsiteY535-14992" fmla="*/ 2439301 h 4449429"/>
              <a:gd name="connsiteX536-14993" fmla="*/ 1596781 w 18982931"/>
              <a:gd name="connsiteY536-14994" fmla="*/ 2485002 h 4449429"/>
              <a:gd name="connsiteX537-14995" fmla="*/ 1805629 w 18982931"/>
              <a:gd name="connsiteY537-14996" fmla="*/ 2485002 h 4449429"/>
              <a:gd name="connsiteX538-14997" fmla="*/ 1805629 w 18982931"/>
              <a:gd name="connsiteY538-14998" fmla="*/ 2439301 h 4449429"/>
              <a:gd name="connsiteX539-14999" fmla="*/ 1596781 w 18982931"/>
              <a:gd name="connsiteY539-15000" fmla="*/ 2439301 h 4449429"/>
              <a:gd name="connsiteX540-15001" fmla="*/ 17217171 w 18982931"/>
              <a:gd name="connsiteY540-15002" fmla="*/ 2397981 h 4449429"/>
              <a:gd name="connsiteX541-15003" fmla="*/ 17217171 w 18982931"/>
              <a:gd name="connsiteY541-15004" fmla="*/ 2434557 h 4449429"/>
              <a:gd name="connsiteX542-15005" fmla="*/ 17582931 w 18982931"/>
              <a:gd name="connsiteY542-15006" fmla="*/ 2434557 h 4449429"/>
              <a:gd name="connsiteX543-15007" fmla="*/ 17582931 w 18982931"/>
              <a:gd name="connsiteY543-15008" fmla="*/ 2397981 h 4449429"/>
              <a:gd name="connsiteX544-15009" fmla="*/ 17217171 w 18982931"/>
              <a:gd name="connsiteY544-15010" fmla="*/ 2397981 h 4449429"/>
              <a:gd name="connsiteX545-15011" fmla="*/ 9762349 w 18982931"/>
              <a:gd name="connsiteY545-15012" fmla="*/ 2057780 h 4449429"/>
              <a:gd name="connsiteX546-15013" fmla="*/ 9762349 w 18982931"/>
              <a:gd name="connsiteY546-15014" fmla="*/ 2266627 h 4449429"/>
              <a:gd name="connsiteX547-15015" fmla="*/ 9808049 w 18982931"/>
              <a:gd name="connsiteY547-15016" fmla="*/ 2266627 h 4449429"/>
              <a:gd name="connsiteX548-15017" fmla="*/ 9808049 w 18982931"/>
              <a:gd name="connsiteY548-15018" fmla="*/ 2057780 h 4449429"/>
              <a:gd name="connsiteX549-15019" fmla="*/ 9762349 w 18982931"/>
              <a:gd name="connsiteY549-15020" fmla="*/ 2057780 h 4449429"/>
              <a:gd name="connsiteX550-15021" fmla="*/ 9670720 w 18982931"/>
              <a:gd name="connsiteY550-15022" fmla="*/ 2057780 h 4449429"/>
              <a:gd name="connsiteX551-15023" fmla="*/ 9670720 w 18982931"/>
              <a:gd name="connsiteY551-15024" fmla="*/ 2266627 h 4449429"/>
              <a:gd name="connsiteX552-15025" fmla="*/ 9716420 w 18982931"/>
              <a:gd name="connsiteY552-15026" fmla="*/ 2266627 h 4449429"/>
              <a:gd name="connsiteX553-15027" fmla="*/ 9716420 w 18982931"/>
              <a:gd name="connsiteY553-15028" fmla="*/ 2057780 h 4449429"/>
              <a:gd name="connsiteX554-15029" fmla="*/ 9670720 w 18982931"/>
              <a:gd name="connsiteY554-15030" fmla="*/ 2057780 h 4449429"/>
              <a:gd name="connsiteX555-15031" fmla="*/ 9579089 w 18982931"/>
              <a:gd name="connsiteY555-15032" fmla="*/ 2057780 h 4449429"/>
              <a:gd name="connsiteX556-15033" fmla="*/ 9579089 w 18982931"/>
              <a:gd name="connsiteY556-15034" fmla="*/ 2266627 h 4449429"/>
              <a:gd name="connsiteX557-15035" fmla="*/ 9624790 w 18982931"/>
              <a:gd name="connsiteY557-15036" fmla="*/ 2266627 h 4449429"/>
              <a:gd name="connsiteX558-15037" fmla="*/ 9624790 w 18982931"/>
              <a:gd name="connsiteY558-15038" fmla="*/ 2057780 h 4449429"/>
              <a:gd name="connsiteX559-15039" fmla="*/ 9579089 w 18982931"/>
              <a:gd name="connsiteY559-15040" fmla="*/ 2057780 h 4449429"/>
              <a:gd name="connsiteX560-15041" fmla="*/ 9487461 w 18982931"/>
              <a:gd name="connsiteY560-15042" fmla="*/ 2057780 h 4449429"/>
              <a:gd name="connsiteX561-15043" fmla="*/ 9487461 w 18982931"/>
              <a:gd name="connsiteY561-15044" fmla="*/ 2266627 h 4449429"/>
              <a:gd name="connsiteX562-15045" fmla="*/ 9533161 w 18982931"/>
              <a:gd name="connsiteY562-15046" fmla="*/ 2266627 h 4449429"/>
              <a:gd name="connsiteX563-15047" fmla="*/ 9533161 w 18982931"/>
              <a:gd name="connsiteY563-15048" fmla="*/ 2057780 h 4449429"/>
              <a:gd name="connsiteX564-15049" fmla="*/ 9487461 w 18982931"/>
              <a:gd name="connsiteY564-15050" fmla="*/ 2057780 h 4449429"/>
              <a:gd name="connsiteX565-15051" fmla="*/ 9395836 w 18982931"/>
              <a:gd name="connsiteY565-15052" fmla="*/ 2057780 h 4449429"/>
              <a:gd name="connsiteX566-15053" fmla="*/ 9395836 w 18982931"/>
              <a:gd name="connsiteY566-15054" fmla="*/ 2266627 h 4449429"/>
              <a:gd name="connsiteX567-15055" fmla="*/ 9441534 w 18982931"/>
              <a:gd name="connsiteY567-15056" fmla="*/ 2266627 h 4449429"/>
              <a:gd name="connsiteX568-15057" fmla="*/ 9441534 w 18982931"/>
              <a:gd name="connsiteY568-15058" fmla="*/ 2057780 h 4449429"/>
              <a:gd name="connsiteX569-15059" fmla="*/ 9395836 w 18982931"/>
              <a:gd name="connsiteY569-15060" fmla="*/ 2057780 h 4449429"/>
              <a:gd name="connsiteX570-15061" fmla="*/ 9304202 w 18982931"/>
              <a:gd name="connsiteY570-15062" fmla="*/ 2057780 h 4449429"/>
              <a:gd name="connsiteX571-15063" fmla="*/ 9304202 w 18982931"/>
              <a:gd name="connsiteY571-15064" fmla="*/ 2266627 h 4449429"/>
              <a:gd name="connsiteX572-15065" fmla="*/ 9349902 w 18982931"/>
              <a:gd name="connsiteY572-15066" fmla="*/ 2266627 h 4449429"/>
              <a:gd name="connsiteX573-15067" fmla="*/ 9349902 w 18982931"/>
              <a:gd name="connsiteY573-15068" fmla="*/ 2057780 h 4449429"/>
              <a:gd name="connsiteX574-15069" fmla="*/ 9304202 w 18982931"/>
              <a:gd name="connsiteY574-15070" fmla="*/ 2057780 h 4449429"/>
              <a:gd name="connsiteX575-15071" fmla="*/ 9212570 w 18982931"/>
              <a:gd name="connsiteY575-15072" fmla="*/ 2057780 h 4449429"/>
              <a:gd name="connsiteX576-15073" fmla="*/ 9212570 w 18982931"/>
              <a:gd name="connsiteY576-15074" fmla="*/ 2266627 h 4449429"/>
              <a:gd name="connsiteX577-15075" fmla="*/ 9258270 w 18982931"/>
              <a:gd name="connsiteY577-15076" fmla="*/ 2266627 h 4449429"/>
              <a:gd name="connsiteX578-15077" fmla="*/ 9258270 w 18982931"/>
              <a:gd name="connsiteY578-15078" fmla="*/ 2057780 h 4449429"/>
              <a:gd name="connsiteX579-15079" fmla="*/ 9212570 w 18982931"/>
              <a:gd name="connsiteY579-15080" fmla="*/ 2057780 h 4449429"/>
              <a:gd name="connsiteX580-15081" fmla="*/ 14092702 w 18982931"/>
              <a:gd name="connsiteY580-15082" fmla="*/ 1859157 h 4449429"/>
              <a:gd name="connsiteX581-15083" fmla="*/ 14092702 w 18982931"/>
              <a:gd name="connsiteY581-15084" fmla="*/ 1895733 h 4449429"/>
              <a:gd name="connsiteX582-15085" fmla="*/ 14458462 w 18982931"/>
              <a:gd name="connsiteY582-15086" fmla="*/ 1895733 h 4449429"/>
              <a:gd name="connsiteX583-15087" fmla="*/ 14458462 w 18982931"/>
              <a:gd name="connsiteY583-15088" fmla="*/ 1859157 h 4449429"/>
              <a:gd name="connsiteX584-15089" fmla="*/ 14092702 w 18982931"/>
              <a:gd name="connsiteY584-15090" fmla="*/ 1859157 h 4449429"/>
              <a:gd name="connsiteX585-15091" fmla="*/ 17871603 w 18982931"/>
              <a:gd name="connsiteY585-15092" fmla="*/ 1806939 h 4449429"/>
              <a:gd name="connsiteX586-15093" fmla="*/ 17871603 w 18982931"/>
              <a:gd name="connsiteY586-15094" fmla="*/ 1809649 h 4449429"/>
              <a:gd name="connsiteX587-15095" fmla="*/ 17871627 w 18982931"/>
              <a:gd name="connsiteY587-15096" fmla="*/ 1809649 h 4449429"/>
              <a:gd name="connsiteX588-15097" fmla="*/ 17871603 w 18982931"/>
              <a:gd name="connsiteY588-15098" fmla="*/ 1806939 h 4449429"/>
              <a:gd name="connsiteX589-15099" fmla="*/ 18172695 w 18982931"/>
              <a:gd name="connsiteY589-15100" fmla="*/ 1733739 h 4449429"/>
              <a:gd name="connsiteX590-15101" fmla="*/ 18172695 w 18982931"/>
              <a:gd name="connsiteY590-15102" fmla="*/ 1870899 h 4449429"/>
              <a:gd name="connsiteX591-15103" fmla="*/ 18209271 w 18982931"/>
              <a:gd name="connsiteY591-15104" fmla="*/ 1870899 h 4449429"/>
              <a:gd name="connsiteX592-15105" fmla="*/ 18209271 w 18982931"/>
              <a:gd name="connsiteY592-15106" fmla="*/ 1733739 h 4449429"/>
              <a:gd name="connsiteX593-15107" fmla="*/ 18172695 w 18982931"/>
              <a:gd name="connsiteY593-15108" fmla="*/ 1733739 h 4449429"/>
              <a:gd name="connsiteX594-15109" fmla="*/ 18104295 w 18982931"/>
              <a:gd name="connsiteY594-15110" fmla="*/ 1733739 h 4449429"/>
              <a:gd name="connsiteX595-15111" fmla="*/ 18104295 w 18982931"/>
              <a:gd name="connsiteY595-15112" fmla="*/ 1870899 h 4449429"/>
              <a:gd name="connsiteX596-15113" fmla="*/ 18140871 w 18982931"/>
              <a:gd name="connsiteY596-15114" fmla="*/ 1870899 h 4449429"/>
              <a:gd name="connsiteX597-15115" fmla="*/ 18140871 w 18982931"/>
              <a:gd name="connsiteY597-15116" fmla="*/ 1733739 h 4449429"/>
              <a:gd name="connsiteX598-15117" fmla="*/ 18104295 w 18982931"/>
              <a:gd name="connsiteY598-15118" fmla="*/ 1733739 h 4449429"/>
              <a:gd name="connsiteX599-15119" fmla="*/ 18035895 w 18982931"/>
              <a:gd name="connsiteY599-15120" fmla="*/ 1733739 h 4449429"/>
              <a:gd name="connsiteX600-15121" fmla="*/ 18035895 w 18982931"/>
              <a:gd name="connsiteY600-15122" fmla="*/ 1870899 h 4449429"/>
              <a:gd name="connsiteX601-15123" fmla="*/ 18072471 w 18982931"/>
              <a:gd name="connsiteY601-15124" fmla="*/ 1870899 h 4449429"/>
              <a:gd name="connsiteX602-15125" fmla="*/ 18072471 w 18982931"/>
              <a:gd name="connsiteY602-15126" fmla="*/ 1733739 h 4449429"/>
              <a:gd name="connsiteX603-15127" fmla="*/ 18035895 w 18982931"/>
              <a:gd name="connsiteY603-15128" fmla="*/ 1733739 h 4449429"/>
              <a:gd name="connsiteX604-15129" fmla="*/ 17967493 w 18982931"/>
              <a:gd name="connsiteY604-15130" fmla="*/ 1733739 h 4449429"/>
              <a:gd name="connsiteX605-15131" fmla="*/ 17967493 w 18982931"/>
              <a:gd name="connsiteY605-15132" fmla="*/ 1870899 h 4449429"/>
              <a:gd name="connsiteX606-15133" fmla="*/ 18004069 w 18982931"/>
              <a:gd name="connsiteY606-15134" fmla="*/ 1870899 h 4449429"/>
              <a:gd name="connsiteX607-15135" fmla="*/ 18004069 w 18982931"/>
              <a:gd name="connsiteY607-15136" fmla="*/ 1733739 h 4449429"/>
              <a:gd name="connsiteX608-15137" fmla="*/ 17967493 w 18982931"/>
              <a:gd name="connsiteY608-15138" fmla="*/ 1733739 h 4449429"/>
              <a:gd name="connsiteX609-15139" fmla="*/ 14251161 w 18982931"/>
              <a:gd name="connsiteY609-15140" fmla="*/ 868400 h 4449429"/>
              <a:gd name="connsiteX610-15141" fmla="*/ 14251161 w 18982931"/>
              <a:gd name="connsiteY610-15142" fmla="*/ 1005560 h 4449429"/>
              <a:gd name="connsiteX611-15143" fmla="*/ 14287737 w 18982931"/>
              <a:gd name="connsiteY611-15144" fmla="*/ 1005560 h 4449429"/>
              <a:gd name="connsiteX612-15145" fmla="*/ 14287737 w 18982931"/>
              <a:gd name="connsiteY612-15146" fmla="*/ 868400 h 4449429"/>
              <a:gd name="connsiteX613-15147" fmla="*/ 14251161 w 18982931"/>
              <a:gd name="connsiteY613-15148" fmla="*/ 868400 h 4449429"/>
              <a:gd name="connsiteX614-15149" fmla="*/ 14182760 w 18982931"/>
              <a:gd name="connsiteY614-15150" fmla="*/ 868400 h 4449429"/>
              <a:gd name="connsiteX615-15151" fmla="*/ 14182760 w 18982931"/>
              <a:gd name="connsiteY615-15152" fmla="*/ 1005560 h 4449429"/>
              <a:gd name="connsiteX616-15153" fmla="*/ 14219336 w 18982931"/>
              <a:gd name="connsiteY616-15154" fmla="*/ 1005560 h 4449429"/>
              <a:gd name="connsiteX617-15155" fmla="*/ 14219336 w 18982931"/>
              <a:gd name="connsiteY617-15156" fmla="*/ 868400 h 4449429"/>
              <a:gd name="connsiteX618-15157" fmla="*/ 14182760 w 18982931"/>
              <a:gd name="connsiteY618-15158" fmla="*/ 868400 h 4449429"/>
              <a:gd name="connsiteX619-15159" fmla="*/ 14114359 w 18982931"/>
              <a:gd name="connsiteY619-15160" fmla="*/ 868400 h 4449429"/>
              <a:gd name="connsiteX620-15161" fmla="*/ 14114359 w 18982931"/>
              <a:gd name="connsiteY620-15162" fmla="*/ 1005560 h 4449429"/>
              <a:gd name="connsiteX621-15163" fmla="*/ 14150935 w 18982931"/>
              <a:gd name="connsiteY621-15164" fmla="*/ 1005560 h 4449429"/>
              <a:gd name="connsiteX622-15165" fmla="*/ 14150935 w 18982931"/>
              <a:gd name="connsiteY622-15166" fmla="*/ 868400 h 4449429"/>
              <a:gd name="connsiteX623-15167" fmla="*/ 14114359 w 18982931"/>
              <a:gd name="connsiteY623-15168" fmla="*/ 868400 h 4449429"/>
              <a:gd name="connsiteX624-15169" fmla="*/ 4788216 w 18982931"/>
              <a:gd name="connsiteY624-15170" fmla="*/ 807315 h 4449429"/>
              <a:gd name="connsiteX625-15171" fmla="*/ 4788216 w 18982931"/>
              <a:gd name="connsiteY625-15172" fmla="*/ 944475 h 4449429"/>
              <a:gd name="connsiteX626-15173" fmla="*/ 4824792 w 18982931"/>
              <a:gd name="connsiteY626-15174" fmla="*/ 944475 h 4449429"/>
              <a:gd name="connsiteX627-15175" fmla="*/ 4824792 w 18982931"/>
              <a:gd name="connsiteY627-15176" fmla="*/ 807315 h 4449429"/>
              <a:gd name="connsiteX628-15177" fmla="*/ 4788216 w 18982931"/>
              <a:gd name="connsiteY628-15178" fmla="*/ 807315 h 4449429"/>
              <a:gd name="connsiteX629-15179" fmla="*/ 4719815 w 18982931"/>
              <a:gd name="connsiteY629-15180" fmla="*/ 807315 h 4449429"/>
              <a:gd name="connsiteX630-15181" fmla="*/ 4719815 w 18982931"/>
              <a:gd name="connsiteY630-15182" fmla="*/ 944475 h 4449429"/>
              <a:gd name="connsiteX631-15183" fmla="*/ 4756391 w 18982931"/>
              <a:gd name="connsiteY631-15184" fmla="*/ 944475 h 4449429"/>
              <a:gd name="connsiteX632-15185" fmla="*/ 4756391 w 18982931"/>
              <a:gd name="connsiteY632-15186" fmla="*/ 807315 h 4449429"/>
              <a:gd name="connsiteX633-15187" fmla="*/ 4719815 w 18982931"/>
              <a:gd name="connsiteY633-15188" fmla="*/ 807315 h 4449429"/>
              <a:gd name="connsiteX634-15189" fmla="*/ 4651414 w 18982931"/>
              <a:gd name="connsiteY634-15190" fmla="*/ 807315 h 4449429"/>
              <a:gd name="connsiteX635-15191" fmla="*/ 4651414 w 18982931"/>
              <a:gd name="connsiteY635-15192" fmla="*/ 944475 h 4449429"/>
              <a:gd name="connsiteX636-15193" fmla="*/ 4687992 w 18982931"/>
              <a:gd name="connsiteY636-15194" fmla="*/ 944475 h 4449429"/>
              <a:gd name="connsiteX637-15195" fmla="*/ 4687992 w 18982931"/>
              <a:gd name="connsiteY637-15196" fmla="*/ 807315 h 4449429"/>
              <a:gd name="connsiteX638-15197" fmla="*/ 4651414 w 18982931"/>
              <a:gd name="connsiteY638-15198" fmla="*/ 807315 h 4449429"/>
              <a:gd name="connsiteX639-15199" fmla="*/ 2212838 w 18982931"/>
              <a:gd name="connsiteY639-15200" fmla="*/ 748887 h 4449429"/>
              <a:gd name="connsiteX640-15201" fmla="*/ 2212838 w 18982931"/>
              <a:gd name="connsiteY640-15202" fmla="*/ 886047 h 4449429"/>
              <a:gd name="connsiteX641-15203" fmla="*/ 2249414 w 18982931"/>
              <a:gd name="connsiteY641-15204" fmla="*/ 886047 h 4449429"/>
              <a:gd name="connsiteX642-15205" fmla="*/ 2249414 w 18982931"/>
              <a:gd name="connsiteY642-15206" fmla="*/ 748887 h 4449429"/>
              <a:gd name="connsiteX643-15207" fmla="*/ 2212838 w 18982931"/>
              <a:gd name="connsiteY643-15208" fmla="*/ 748887 h 4449429"/>
              <a:gd name="connsiteX644-15209" fmla="*/ 2144438 w 18982931"/>
              <a:gd name="connsiteY644-15210" fmla="*/ 748887 h 4449429"/>
              <a:gd name="connsiteX645-15211" fmla="*/ 2144438 w 18982931"/>
              <a:gd name="connsiteY645-15212" fmla="*/ 886047 h 4449429"/>
              <a:gd name="connsiteX646-15213" fmla="*/ 2181014 w 18982931"/>
              <a:gd name="connsiteY646-15214" fmla="*/ 886047 h 4449429"/>
              <a:gd name="connsiteX647-15215" fmla="*/ 2181014 w 18982931"/>
              <a:gd name="connsiteY647-15216" fmla="*/ 748887 h 4449429"/>
              <a:gd name="connsiteX648-15217" fmla="*/ 2144438 w 18982931"/>
              <a:gd name="connsiteY648-15218" fmla="*/ 748887 h 4449429"/>
              <a:gd name="connsiteX649-15219" fmla="*/ 2076037 w 18982931"/>
              <a:gd name="connsiteY649-15220" fmla="*/ 748887 h 4449429"/>
              <a:gd name="connsiteX650-15221" fmla="*/ 2076037 w 18982931"/>
              <a:gd name="connsiteY650-15222" fmla="*/ 886047 h 4449429"/>
              <a:gd name="connsiteX651-15223" fmla="*/ 2112612 w 18982931"/>
              <a:gd name="connsiteY651-15224" fmla="*/ 886047 h 4449429"/>
              <a:gd name="connsiteX652-15225" fmla="*/ 2112612 w 18982931"/>
              <a:gd name="connsiteY652-15226" fmla="*/ 748887 h 4449429"/>
              <a:gd name="connsiteX653-15227" fmla="*/ 2076037 w 18982931"/>
              <a:gd name="connsiteY653-15228" fmla="*/ 748887 h 4449429"/>
              <a:gd name="connsiteX654-15229" fmla="*/ 2007635 w 18982931"/>
              <a:gd name="connsiteY654-15230" fmla="*/ 748887 h 4449429"/>
              <a:gd name="connsiteX655-15231" fmla="*/ 2007635 w 18982931"/>
              <a:gd name="connsiteY655-15232" fmla="*/ 886047 h 4449429"/>
              <a:gd name="connsiteX656-15233" fmla="*/ 2044211 w 18982931"/>
              <a:gd name="connsiteY656-15234" fmla="*/ 886047 h 4449429"/>
              <a:gd name="connsiteX657-15235" fmla="*/ 2044211 w 18982931"/>
              <a:gd name="connsiteY657-15236" fmla="*/ 748887 h 4449429"/>
              <a:gd name="connsiteX658-15237" fmla="*/ 2007635 w 18982931"/>
              <a:gd name="connsiteY658-15238" fmla="*/ 748887 h 4449429"/>
              <a:gd name="connsiteX659-15239" fmla="*/ 17088019 w 18982931"/>
              <a:gd name="connsiteY659-15240" fmla="*/ 737716 h 4449429"/>
              <a:gd name="connsiteX660-15241" fmla="*/ 17088019 w 18982931"/>
              <a:gd name="connsiteY660-15242" fmla="*/ 825107 h 4449429"/>
              <a:gd name="connsiteX661-15243" fmla="*/ 17124595 w 18982931"/>
              <a:gd name="connsiteY661-15244" fmla="*/ 825107 h 4449429"/>
              <a:gd name="connsiteX662-15245" fmla="*/ 17124595 w 18982931"/>
              <a:gd name="connsiteY662-15246" fmla="*/ 737716 h 4449429"/>
              <a:gd name="connsiteX663-15247" fmla="*/ 17088019 w 18982931"/>
              <a:gd name="connsiteY663-15248" fmla="*/ 737716 h 4449429"/>
              <a:gd name="connsiteX664-15249" fmla="*/ 17021803 w 18982931"/>
              <a:gd name="connsiteY664-15250" fmla="*/ 737716 h 4449429"/>
              <a:gd name="connsiteX665-15251" fmla="*/ 17021803 w 18982931"/>
              <a:gd name="connsiteY665-15252" fmla="*/ 825107 h 4449429"/>
              <a:gd name="connsiteX666-15253" fmla="*/ 17058379 w 18982931"/>
              <a:gd name="connsiteY666-15254" fmla="*/ 825107 h 4449429"/>
              <a:gd name="connsiteX667-15255" fmla="*/ 17058379 w 18982931"/>
              <a:gd name="connsiteY667-15256" fmla="*/ 737716 h 4449429"/>
              <a:gd name="connsiteX668-15257" fmla="*/ 17021803 w 18982931"/>
              <a:gd name="connsiteY668-15258" fmla="*/ 737716 h 4449429"/>
              <a:gd name="connsiteX669-15259" fmla="*/ 16955591 w 18982931"/>
              <a:gd name="connsiteY669-15260" fmla="*/ 737716 h 4449429"/>
              <a:gd name="connsiteX670-15261" fmla="*/ 16955591 w 18982931"/>
              <a:gd name="connsiteY670-15262" fmla="*/ 825107 h 4449429"/>
              <a:gd name="connsiteX671-15263" fmla="*/ 16992167 w 18982931"/>
              <a:gd name="connsiteY671-15264" fmla="*/ 825107 h 4449429"/>
              <a:gd name="connsiteX672-15265" fmla="*/ 16992167 w 18982931"/>
              <a:gd name="connsiteY672-15266" fmla="*/ 737716 h 4449429"/>
              <a:gd name="connsiteX673-15267" fmla="*/ 16955591 w 18982931"/>
              <a:gd name="connsiteY673-15268" fmla="*/ 737716 h 4449429"/>
              <a:gd name="connsiteX674-15269" fmla="*/ 16889375 w 18982931"/>
              <a:gd name="connsiteY674-15270" fmla="*/ 737716 h 4449429"/>
              <a:gd name="connsiteX675-15271" fmla="*/ 16889375 w 18982931"/>
              <a:gd name="connsiteY675-15272" fmla="*/ 825107 h 4449429"/>
              <a:gd name="connsiteX676-15273" fmla="*/ 16925951 w 18982931"/>
              <a:gd name="connsiteY676-15274" fmla="*/ 825107 h 4449429"/>
              <a:gd name="connsiteX677-15275" fmla="*/ 16925951 w 18982931"/>
              <a:gd name="connsiteY677-15276" fmla="*/ 737716 h 4449429"/>
              <a:gd name="connsiteX678-15277" fmla="*/ 16889375 w 18982931"/>
              <a:gd name="connsiteY678-15278" fmla="*/ 737716 h 4449429"/>
              <a:gd name="connsiteX679-15279" fmla="*/ 16823163 w 18982931"/>
              <a:gd name="connsiteY679-15280" fmla="*/ 737716 h 4449429"/>
              <a:gd name="connsiteX680-15281" fmla="*/ 16823163 w 18982931"/>
              <a:gd name="connsiteY680-15282" fmla="*/ 825107 h 4449429"/>
              <a:gd name="connsiteX681-15283" fmla="*/ 16859739 w 18982931"/>
              <a:gd name="connsiteY681-15284" fmla="*/ 825107 h 4449429"/>
              <a:gd name="connsiteX682-15285" fmla="*/ 16859739 w 18982931"/>
              <a:gd name="connsiteY682-15286" fmla="*/ 737716 h 4449429"/>
              <a:gd name="connsiteX683-15287" fmla="*/ 16823163 w 18982931"/>
              <a:gd name="connsiteY683-15288" fmla="*/ 737716 h 4449429"/>
              <a:gd name="connsiteX684-15289" fmla="*/ 16756948 w 18982931"/>
              <a:gd name="connsiteY684-15290" fmla="*/ 737716 h 4449429"/>
              <a:gd name="connsiteX685-15291" fmla="*/ 16756948 w 18982931"/>
              <a:gd name="connsiteY685-15292" fmla="*/ 825107 h 4449429"/>
              <a:gd name="connsiteX686-15293" fmla="*/ 16793523 w 18982931"/>
              <a:gd name="connsiteY686-15294" fmla="*/ 825107 h 4449429"/>
              <a:gd name="connsiteX687-15295" fmla="*/ 16793523 w 18982931"/>
              <a:gd name="connsiteY687-15296" fmla="*/ 737716 h 4449429"/>
              <a:gd name="connsiteX688-15297" fmla="*/ 16756948 w 18982931"/>
              <a:gd name="connsiteY688-15298" fmla="*/ 737716 h 4449429"/>
              <a:gd name="connsiteX689-15299" fmla="*/ 13739104 w 18982931"/>
              <a:gd name="connsiteY689-15300" fmla="*/ 0 h 4449429"/>
              <a:gd name="connsiteX690-15301" fmla="*/ 13842002 w 18982931"/>
              <a:gd name="connsiteY690-15302" fmla="*/ 0 h 4449429"/>
              <a:gd name="connsiteX691-15303" fmla="*/ 13883163 w 18982931"/>
              <a:gd name="connsiteY691-15304" fmla="*/ 428067 h 4449429"/>
              <a:gd name="connsiteX692-15305" fmla="*/ 13883163 w 18982931"/>
              <a:gd name="connsiteY692-15306" fmla="*/ 456882 h 4449429"/>
              <a:gd name="connsiteX693-15307" fmla="*/ 13907863 w 18982931"/>
              <a:gd name="connsiteY693-15308" fmla="*/ 954919 h 4449429"/>
              <a:gd name="connsiteX694-15309" fmla="*/ 13911978 w 18982931"/>
              <a:gd name="connsiteY694-15310" fmla="*/ 1679340 h 4449429"/>
              <a:gd name="connsiteX695-15311" fmla="*/ 13916091 w 18982931"/>
              <a:gd name="connsiteY695-15312" fmla="*/ 2058015 h 4449429"/>
              <a:gd name="connsiteX696-15313" fmla="*/ 13936673 w 18982931"/>
              <a:gd name="connsiteY696-15314" fmla="*/ 2086829 h 4449429"/>
              <a:gd name="connsiteX697-15315" fmla="*/ 13953138 w 18982931"/>
              <a:gd name="connsiteY697-15316" fmla="*/ 2058015 h 4449429"/>
              <a:gd name="connsiteX698-15317" fmla="*/ 13953138 w 18982931"/>
              <a:gd name="connsiteY698-15318" fmla="*/ 1955115 h 4449429"/>
              <a:gd name="connsiteX699-15319" fmla="*/ 13965483 w 18982931"/>
              <a:gd name="connsiteY699-15320" fmla="*/ 1922188 h 4449429"/>
              <a:gd name="connsiteX700-15321" fmla="*/ 13986066 w 18982931"/>
              <a:gd name="connsiteY700-15322" fmla="*/ 1876909 h 4449429"/>
              <a:gd name="connsiteX701-15323" fmla="*/ 13986066 w 18982931"/>
              <a:gd name="connsiteY701-15324" fmla="*/ 1625834 h 4449429"/>
              <a:gd name="connsiteX702-15325" fmla="*/ 14051922 w 18982931"/>
              <a:gd name="connsiteY702-15326" fmla="*/ 1617602 h 4449429"/>
              <a:gd name="connsiteX703-15327" fmla="*/ 14047992 w 18982931"/>
              <a:gd name="connsiteY703-15328" fmla="*/ 1005560 h 4449429"/>
              <a:gd name="connsiteX704-15329" fmla="*/ 14082534 w 18982931"/>
              <a:gd name="connsiteY704-15330" fmla="*/ 1005560 h 4449429"/>
              <a:gd name="connsiteX705-15331" fmla="*/ 14082534 w 18982931"/>
              <a:gd name="connsiteY705-15332" fmla="*/ 868400 h 4449429"/>
              <a:gd name="connsiteX706-15333" fmla="*/ 14047111 w 18982931"/>
              <a:gd name="connsiteY706-15334" fmla="*/ 868400 h 4449429"/>
              <a:gd name="connsiteX707-15335" fmla="*/ 14046442 w 18982931"/>
              <a:gd name="connsiteY707-15336" fmla="*/ 764191 h 4449429"/>
              <a:gd name="connsiteX708-15337" fmla="*/ 14187749 w 18982931"/>
              <a:gd name="connsiteY708-15338" fmla="*/ 436300 h 4449429"/>
              <a:gd name="connsiteX709-15339" fmla="*/ 14212445 w 18982931"/>
              <a:gd name="connsiteY709-15340" fmla="*/ 411603 h 4449429"/>
              <a:gd name="connsiteX710-15341" fmla="*/ 14410015 w 18982931"/>
              <a:gd name="connsiteY710-15342" fmla="*/ 444532 h 4449429"/>
              <a:gd name="connsiteX711-15343" fmla="*/ 14442947 w 18982931"/>
              <a:gd name="connsiteY711-15344" fmla="*/ 275776 h 4449429"/>
              <a:gd name="connsiteX712-15345" fmla="*/ 14479990 w 18982931"/>
              <a:gd name="connsiteY712-15346" fmla="*/ 246961 h 4449429"/>
              <a:gd name="connsiteX713-15347" fmla="*/ 14517032 w 18982931"/>
              <a:gd name="connsiteY713-15348" fmla="*/ 271658 h 4449429"/>
              <a:gd name="connsiteX714-15349" fmla="*/ 14574655 w 18982931"/>
              <a:gd name="connsiteY714-15350" fmla="*/ 522739 h 4449429"/>
              <a:gd name="connsiteX715-15351" fmla="*/ 14603469 w 18982931"/>
              <a:gd name="connsiteY715-15352" fmla="*/ 1123678 h 4449429"/>
              <a:gd name="connsiteX716-15353" fmla="*/ 14603469 w 18982931"/>
              <a:gd name="connsiteY716-15354" fmla="*/ 1617602 h 4449429"/>
              <a:gd name="connsiteX717-15355" fmla="*/ 14595237 w 18982931"/>
              <a:gd name="connsiteY717-15356" fmla="*/ 1683457 h 4449429"/>
              <a:gd name="connsiteX718-15357" fmla="*/ 14607589 w 18982931"/>
              <a:gd name="connsiteY718-15358" fmla="*/ 1753429 h 4449429"/>
              <a:gd name="connsiteX719-15359" fmla="*/ 14656976 w 18982931"/>
              <a:gd name="connsiteY719-15360" fmla="*/ 1753429 h 4449429"/>
              <a:gd name="connsiteX720-15361" fmla="*/ 14706369 w 18982931"/>
              <a:gd name="connsiteY720-15362" fmla="*/ 1568210 h 4449429"/>
              <a:gd name="connsiteX721-15363" fmla="*/ 14722833 w 18982931"/>
              <a:gd name="connsiteY721-15364" fmla="*/ 1568210 h 4449429"/>
              <a:gd name="connsiteX722-15365" fmla="*/ 14768111 w 18982931"/>
              <a:gd name="connsiteY722-15366" fmla="*/ 1753429 h 4449429"/>
              <a:gd name="connsiteX723-15367" fmla="*/ 14875128 w 18982931"/>
              <a:gd name="connsiteY723-15368" fmla="*/ 1753429 h 4449429"/>
              <a:gd name="connsiteX724-15369" fmla="*/ 14883360 w 18982931"/>
              <a:gd name="connsiteY724-15370" fmla="*/ 1827516 h 4449429"/>
              <a:gd name="connsiteX725-15371" fmla="*/ 14940984 w 18982931"/>
              <a:gd name="connsiteY725-15372" fmla="*/ 1827516 h 4449429"/>
              <a:gd name="connsiteX726-15373" fmla="*/ 15019191 w 18982931"/>
              <a:gd name="connsiteY726-15374" fmla="*/ 1625834 h 4449429"/>
              <a:gd name="connsiteX727-15375" fmla="*/ 15043883 w 18982931"/>
              <a:gd name="connsiteY727-15376" fmla="*/ 1090750 h 4449429"/>
              <a:gd name="connsiteX728-15377" fmla="*/ 15134436 w 18982931"/>
              <a:gd name="connsiteY728-15378" fmla="*/ 1000197 h 4449429"/>
              <a:gd name="connsiteX729-15379" fmla="*/ 15212643 w 18982931"/>
              <a:gd name="connsiteY729-15380" fmla="*/ 1078400 h 4449429"/>
              <a:gd name="connsiteX730-15381" fmla="*/ 15212643 w 18982931"/>
              <a:gd name="connsiteY730-15382" fmla="*/ 1152488 h 4449429"/>
              <a:gd name="connsiteX731-15383" fmla="*/ 15224993 w 18982931"/>
              <a:gd name="connsiteY731-15384" fmla="*/ 1119560 h 4449429"/>
              <a:gd name="connsiteX732-15385" fmla="*/ 15237338 w 18982931"/>
              <a:gd name="connsiteY732-15386" fmla="*/ 563899 h 4449429"/>
              <a:gd name="connsiteX733-15387" fmla="*/ 15290845 w 18982931"/>
              <a:gd name="connsiteY733-15388" fmla="*/ 382793 h 4449429"/>
              <a:gd name="connsiteX734-15389" fmla="*/ 15323772 w 18982931"/>
              <a:gd name="connsiteY734-15390" fmla="*/ 300473 h 4449429"/>
              <a:gd name="connsiteX735-15391" fmla="*/ 15364932 w 18982931"/>
              <a:gd name="connsiteY735-15392" fmla="*/ 259313 h 4449429"/>
              <a:gd name="connsiteX736-15393" fmla="*/ 15389634 w 18982931"/>
              <a:gd name="connsiteY736-15394" fmla="*/ 296354 h 4449429"/>
              <a:gd name="connsiteX737-15395" fmla="*/ 15401979 w 18982931"/>
              <a:gd name="connsiteY737-15396" fmla="*/ 411603 h 4449429"/>
              <a:gd name="connsiteX738-15397" fmla="*/ 15451371 w 18982931"/>
              <a:gd name="connsiteY738-15398" fmla="*/ 703843 h 4449429"/>
              <a:gd name="connsiteX739-15399" fmla="*/ 15455486 w 18982931"/>
              <a:gd name="connsiteY739-15400" fmla="*/ 1173070 h 4449429"/>
              <a:gd name="connsiteX740-15401" fmla="*/ 15455486 w 18982931"/>
              <a:gd name="connsiteY740-15402" fmla="*/ 1238927 h 4449429"/>
              <a:gd name="connsiteX741-15403" fmla="*/ 15727143 w 18982931"/>
              <a:gd name="connsiteY741-15404" fmla="*/ 1238927 h 4449429"/>
              <a:gd name="connsiteX742-15405" fmla="*/ 15727143 w 18982931"/>
              <a:gd name="connsiteY742-15406" fmla="*/ 1465306 h 4449429"/>
              <a:gd name="connsiteX743-15407" fmla="*/ 15772422 w 18982931"/>
              <a:gd name="connsiteY743-15408" fmla="*/ 1469425 h 4449429"/>
              <a:gd name="connsiteX744-15409" fmla="*/ 15850624 w 18982931"/>
              <a:gd name="connsiteY744-15410" fmla="*/ 1551745 h 4449429"/>
              <a:gd name="connsiteX745-15411" fmla="*/ 15850624 w 18982931"/>
              <a:gd name="connsiteY745-15412" fmla="*/ 2224712 h 4449429"/>
              <a:gd name="connsiteX746-15413" fmla="*/ 15923336 w 18982931"/>
              <a:gd name="connsiteY746-15414" fmla="*/ 2224712 h 4449429"/>
              <a:gd name="connsiteX747-15415" fmla="*/ 15924718 w 18982931"/>
              <a:gd name="connsiteY747-15416" fmla="*/ 2177381 h 4449429"/>
              <a:gd name="connsiteX748-15417" fmla="*/ 15982338 w 18982931"/>
              <a:gd name="connsiteY748-15418" fmla="*/ 2103294 h 4449429"/>
              <a:gd name="connsiteX749-15419" fmla="*/ 15986455 w 18982931"/>
              <a:gd name="connsiteY749-15420" fmla="*/ 2045669 h 4449429"/>
              <a:gd name="connsiteX750-15421" fmla="*/ 16002920 w 18982931"/>
              <a:gd name="connsiteY750-15422" fmla="*/ 2033319 h 4449429"/>
              <a:gd name="connsiteX751-15423" fmla="*/ 16015265 w 18982931"/>
              <a:gd name="connsiteY751-15424" fmla="*/ 2041550 h 4449429"/>
              <a:gd name="connsiteX752-15425" fmla="*/ 16056425 w 18982931"/>
              <a:gd name="connsiteY752-15426" fmla="*/ 2210310 h 4449429"/>
              <a:gd name="connsiteX753-15427" fmla="*/ 16056425 w 18982931"/>
              <a:gd name="connsiteY753-15428" fmla="*/ 2276166 h 4449429"/>
              <a:gd name="connsiteX754-15429" fmla="*/ 16077008 w 18982931"/>
              <a:gd name="connsiteY754-15430" fmla="*/ 2276166 h 4449429"/>
              <a:gd name="connsiteX755-15431" fmla="*/ 16097587 w 18982931"/>
              <a:gd name="connsiteY755-15432" fmla="*/ 1938652 h 4449429"/>
              <a:gd name="connsiteX756-15433" fmla="*/ 16122282 w 18982931"/>
              <a:gd name="connsiteY756-15434" fmla="*/ 1934533 h 4449429"/>
              <a:gd name="connsiteX757-15435" fmla="*/ 16155210 w 18982931"/>
              <a:gd name="connsiteY757-15436" fmla="*/ 1938652 h 4449429"/>
              <a:gd name="connsiteX758-15437" fmla="*/ 16155210 w 18982931"/>
              <a:gd name="connsiteY758-15438" fmla="*/ 2272048 h 4449429"/>
              <a:gd name="connsiteX759-15439" fmla="*/ 16175792 w 18982931"/>
              <a:gd name="connsiteY759-15440" fmla="*/ 2276166 h 4449429"/>
              <a:gd name="connsiteX760-15441" fmla="*/ 16192257 w 18982931"/>
              <a:gd name="connsiteY760-15442" fmla="*/ 2243238 h 4449429"/>
              <a:gd name="connsiteX761-15443" fmla="*/ 16192257 w 18982931"/>
              <a:gd name="connsiteY761-15444" fmla="*/ 1992158 h 4449429"/>
              <a:gd name="connsiteX762-15445" fmla="*/ 16192257 w 18982931"/>
              <a:gd name="connsiteY762-15446" fmla="*/ 1774011 h 4449429"/>
              <a:gd name="connsiteX763-15447" fmla="*/ 16488610 w 18982931"/>
              <a:gd name="connsiteY763-15448" fmla="*/ 1774011 h 4449429"/>
              <a:gd name="connsiteX764-15449" fmla="*/ 16538004 w 18982931"/>
              <a:gd name="connsiteY764-15450" fmla="*/ 1823403 h 4449429"/>
              <a:gd name="connsiteX765-15451" fmla="*/ 16538004 w 18982931"/>
              <a:gd name="connsiteY765-15452" fmla="*/ 2029205 h 4449429"/>
              <a:gd name="connsiteX766-15453" fmla="*/ 16550349 w 18982931"/>
              <a:gd name="connsiteY766-15454" fmla="*/ 2033319 h 4449429"/>
              <a:gd name="connsiteX767-15455" fmla="*/ 16566812 w 18982931"/>
              <a:gd name="connsiteY767-15456" fmla="*/ 1992158 h 4449429"/>
              <a:gd name="connsiteX768-15457" fmla="*/ 16570932 w 18982931"/>
              <a:gd name="connsiteY768-15458" fmla="*/ 1695804 h 4449429"/>
              <a:gd name="connsiteX769-15459" fmla="*/ 16566812 w 18982931"/>
              <a:gd name="connsiteY769-15460" fmla="*/ 773813 h 4449429"/>
              <a:gd name="connsiteX770-15461" fmla="*/ 16636788 w 18982931"/>
              <a:gd name="connsiteY770-15462" fmla="*/ 646219 h 4449429"/>
              <a:gd name="connsiteX771-15463" fmla="*/ 16723226 w 18982931"/>
              <a:gd name="connsiteY771-15464" fmla="*/ 514506 h 4449429"/>
              <a:gd name="connsiteX772-15465" fmla="*/ 16743805 w 18982931"/>
              <a:gd name="connsiteY772-15466" fmla="*/ 481577 h 4449429"/>
              <a:gd name="connsiteX773-15467" fmla="*/ 16817899 w 18982931"/>
              <a:gd name="connsiteY773-15468" fmla="*/ 329283 h 4449429"/>
              <a:gd name="connsiteX774-15469" fmla="*/ 16842595 w 18982931"/>
              <a:gd name="connsiteY774-15470" fmla="*/ 275776 h 4449429"/>
              <a:gd name="connsiteX775-15471" fmla="*/ 16859059 w 18982931"/>
              <a:gd name="connsiteY775-15472" fmla="*/ 279891 h 4449429"/>
              <a:gd name="connsiteX776-15473" fmla="*/ 16859059 w 18982931"/>
              <a:gd name="connsiteY776-15474" fmla="*/ 337515 h 4449429"/>
              <a:gd name="connsiteX777-15475" fmla="*/ 16867291 w 18982931"/>
              <a:gd name="connsiteY777-15476" fmla="*/ 382793 h 4449429"/>
              <a:gd name="connsiteX778-15477" fmla="*/ 16966075 w 18982931"/>
              <a:gd name="connsiteY778-15478" fmla="*/ 436300 h 4449429"/>
              <a:gd name="connsiteX779-15479" fmla="*/ 17031935 w 18982931"/>
              <a:gd name="connsiteY779-15480" fmla="*/ 526852 h 4449429"/>
              <a:gd name="connsiteX780-15481" fmla="*/ 17031935 w 18982931"/>
              <a:gd name="connsiteY780-15482" fmla="*/ 596826 h 4449429"/>
              <a:gd name="connsiteX781-15483" fmla="*/ 17060743 w 18982931"/>
              <a:gd name="connsiteY781-15484" fmla="*/ 600941 h 4449429"/>
              <a:gd name="connsiteX782-15485" fmla="*/ 17147183 w 18982931"/>
              <a:gd name="connsiteY782-15486" fmla="*/ 691493 h 4449429"/>
              <a:gd name="connsiteX783-15487" fmla="*/ 17147219 w 18982931"/>
              <a:gd name="connsiteY783-15488" fmla="*/ 704240 h 4449429"/>
              <a:gd name="connsiteX784-15489" fmla="*/ 17148515 w 18982931"/>
              <a:gd name="connsiteY784-15490" fmla="*/ 704240 h 4449429"/>
              <a:gd name="connsiteX785-15491" fmla="*/ 17148515 w 18982931"/>
              <a:gd name="connsiteY785-15492" fmla="*/ 880086 h 4449429"/>
              <a:gd name="connsiteX786-15493" fmla="*/ 17147731 w 18982931"/>
              <a:gd name="connsiteY786-15494" fmla="*/ 880086 h 4449429"/>
              <a:gd name="connsiteX787-15495" fmla="*/ 17151295 w 18982931"/>
              <a:gd name="connsiteY787-15496" fmla="*/ 2103294 h 4449429"/>
              <a:gd name="connsiteX788-15497" fmla="*/ 17151295 w 18982931"/>
              <a:gd name="connsiteY788-15498" fmla="*/ 2152686 h 4449429"/>
              <a:gd name="connsiteX789-15499" fmla="*/ 17225383 w 18982931"/>
              <a:gd name="connsiteY789-15500" fmla="*/ 2152686 h 4449429"/>
              <a:gd name="connsiteX790-15501" fmla="*/ 17225383 w 18982931"/>
              <a:gd name="connsiteY790-15502" fmla="*/ 1811053 h 4449429"/>
              <a:gd name="connsiteX791-15503" fmla="*/ 17307703 w 18982931"/>
              <a:gd name="connsiteY791-15504" fmla="*/ 1757546 h 4449429"/>
              <a:gd name="connsiteX792-15505" fmla="*/ 17307703 w 18982931"/>
              <a:gd name="connsiteY792-15506" fmla="*/ 1889260 h 4449429"/>
              <a:gd name="connsiteX793-15507" fmla="*/ 17336519 w 18982931"/>
              <a:gd name="connsiteY793-15508" fmla="*/ 1926302 h 4449429"/>
              <a:gd name="connsiteX794-15509" fmla="*/ 17381799 w 18982931"/>
              <a:gd name="connsiteY794-15510" fmla="*/ 1975695 h 4449429"/>
              <a:gd name="connsiteX795-15511" fmla="*/ 17381799 w 18982931"/>
              <a:gd name="connsiteY795-15512" fmla="*/ 2165031 h 4449429"/>
              <a:gd name="connsiteX796-15513" fmla="*/ 17562899 w 18982931"/>
              <a:gd name="connsiteY796-15514" fmla="*/ 2165031 h 4449429"/>
              <a:gd name="connsiteX797-15515" fmla="*/ 17562899 w 18982931"/>
              <a:gd name="connsiteY797-15516" fmla="*/ 2329673 h 4449429"/>
              <a:gd name="connsiteX798-15517" fmla="*/ 17575251 w 18982931"/>
              <a:gd name="connsiteY798-15518" fmla="*/ 2329673 h 4449429"/>
              <a:gd name="connsiteX799-15519" fmla="*/ 17575251 w 18982931"/>
              <a:gd name="connsiteY799-15520" fmla="*/ 2127989 h 4449429"/>
              <a:gd name="connsiteX800-15521" fmla="*/ 17591711 w 18982931"/>
              <a:gd name="connsiteY800-15522" fmla="*/ 1609370 h 4449429"/>
              <a:gd name="connsiteX801-15523" fmla="*/ 17604059 w 18982931"/>
              <a:gd name="connsiteY801-15524" fmla="*/ 1584673 h 4449429"/>
              <a:gd name="connsiteX802-15525" fmla="*/ 17711083 w 18982931"/>
              <a:gd name="connsiteY802-15526" fmla="*/ 1580555 h 4449429"/>
              <a:gd name="connsiteX803-15527" fmla="*/ 17735775 w 18982931"/>
              <a:gd name="connsiteY803-15528" fmla="*/ 1609370 h 4449429"/>
              <a:gd name="connsiteX804-15529" fmla="*/ 17772819 w 18982931"/>
              <a:gd name="connsiteY804-15530" fmla="*/ 1613483 h 4449429"/>
              <a:gd name="connsiteX805-15531" fmla="*/ 17768699 w 18982931"/>
              <a:gd name="connsiteY805-15532" fmla="*/ 1559977 h 4449429"/>
              <a:gd name="connsiteX806-15533" fmla="*/ 17772819 w 18982931"/>
              <a:gd name="connsiteY806-15534" fmla="*/ 1531163 h 4449429"/>
              <a:gd name="connsiteX807-15535" fmla="*/ 17797515 w 18982931"/>
              <a:gd name="connsiteY807-15536" fmla="*/ 1469425 h 4449429"/>
              <a:gd name="connsiteX808-15537" fmla="*/ 17797515 w 18982931"/>
              <a:gd name="connsiteY808-15538" fmla="*/ 1374754 h 4449429"/>
              <a:gd name="connsiteX809-15539" fmla="*/ 17813979 w 18982931"/>
              <a:gd name="connsiteY809-15540" fmla="*/ 1374754 h 4449429"/>
              <a:gd name="connsiteX810-15541" fmla="*/ 17834559 w 18982931"/>
              <a:gd name="connsiteY810-15542" fmla="*/ 1424146 h 4449429"/>
              <a:gd name="connsiteX811-15543" fmla="*/ 17912763 w 18982931"/>
              <a:gd name="connsiteY811-15544" fmla="*/ 1378872 h 4449429"/>
              <a:gd name="connsiteX812-15545" fmla="*/ 18069171 w 18982931"/>
              <a:gd name="connsiteY812-15546" fmla="*/ 1415914 h 4449429"/>
              <a:gd name="connsiteX813-15547" fmla="*/ 18069171 w 18982931"/>
              <a:gd name="connsiteY813-15548" fmla="*/ 1576442 h 4449429"/>
              <a:gd name="connsiteX814-15549" fmla="*/ 18237927 w 18982931"/>
              <a:gd name="connsiteY814-15550" fmla="*/ 1576442 h 4449429"/>
              <a:gd name="connsiteX815-15551" fmla="*/ 18237927 w 18982931"/>
              <a:gd name="connsiteY815-15552" fmla="*/ 1642297 h 4449429"/>
              <a:gd name="connsiteX816-15553" fmla="*/ 18270859 w 18982931"/>
              <a:gd name="connsiteY816-15554" fmla="*/ 1691690 h 4449429"/>
              <a:gd name="connsiteX817-15555" fmla="*/ 18270859 w 18982931"/>
              <a:gd name="connsiteY817-15556" fmla="*/ 1704036 h 4449429"/>
              <a:gd name="connsiteX818-15557" fmla="*/ 18274975 w 18982931"/>
              <a:gd name="connsiteY818-15558" fmla="*/ 1926302 h 4449429"/>
              <a:gd name="connsiteX819-15559" fmla="*/ 18279087 w 18982931"/>
              <a:gd name="connsiteY819-15560" fmla="*/ 1938652 h 4449429"/>
              <a:gd name="connsiteX820-15561" fmla="*/ 18320247 w 18982931"/>
              <a:gd name="connsiteY820-15562" fmla="*/ 1934533 h 4449429"/>
              <a:gd name="connsiteX821-15563" fmla="*/ 18320247 w 18982931"/>
              <a:gd name="connsiteY821-15564" fmla="*/ 1144256 h 4449429"/>
              <a:gd name="connsiteX822-15565" fmla="*/ 18303783 w 18982931"/>
              <a:gd name="connsiteY822-15566" fmla="*/ 1111328 h 4449429"/>
              <a:gd name="connsiteX823-15567" fmla="*/ 18287323 w 18982931"/>
              <a:gd name="connsiteY823-15568" fmla="*/ 1024893 h 4449429"/>
              <a:gd name="connsiteX824-15569" fmla="*/ 18336711 w 18982931"/>
              <a:gd name="connsiteY824-15570" fmla="*/ 1000197 h 4449429"/>
              <a:gd name="connsiteX825-15571" fmla="*/ 18361407 w 18982931"/>
              <a:gd name="connsiteY825-15572" fmla="*/ 996079 h 4449429"/>
              <a:gd name="connsiteX826-15573" fmla="*/ 18373759 w 18982931"/>
              <a:gd name="connsiteY826-15574" fmla="*/ 946687 h 4449429"/>
              <a:gd name="connsiteX827-15575" fmla="*/ 18534287 w 18982931"/>
              <a:gd name="connsiteY827-15576" fmla="*/ 946687 h 4449429"/>
              <a:gd name="connsiteX828-15577" fmla="*/ 18563095 w 18982931"/>
              <a:gd name="connsiteY828-15578" fmla="*/ 798510 h 4449429"/>
              <a:gd name="connsiteX829-15579" fmla="*/ 18731851 w 18982931"/>
              <a:gd name="connsiteY829-15580" fmla="*/ 806742 h 4449429"/>
              <a:gd name="connsiteX830-15581" fmla="*/ 18773011 w 18982931"/>
              <a:gd name="connsiteY830-15582" fmla="*/ 798510 h 4449429"/>
              <a:gd name="connsiteX831-15583" fmla="*/ 18822407 w 18982931"/>
              <a:gd name="connsiteY831-15584" fmla="*/ 893180 h 4449429"/>
              <a:gd name="connsiteX832-15585" fmla="*/ 18822407 w 18982931"/>
              <a:gd name="connsiteY832-15586" fmla="*/ 963151 h 4449429"/>
              <a:gd name="connsiteX833-15587" fmla="*/ 18982931 w 18982931"/>
              <a:gd name="connsiteY833-15588" fmla="*/ 983734 h 4449429"/>
              <a:gd name="connsiteX834-15589" fmla="*/ 18982931 w 18982931"/>
              <a:gd name="connsiteY834-15590" fmla="*/ 4449429 h 4449429"/>
              <a:gd name="connsiteX835-15591" fmla="*/ 11998023 w 18982931"/>
              <a:gd name="connsiteY835-15592" fmla="*/ 4449429 h 4449429"/>
              <a:gd name="connsiteX836-15593" fmla="*/ 11995198 w 18982931"/>
              <a:gd name="connsiteY836-15594" fmla="*/ 4429646 h 4449429"/>
              <a:gd name="connsiteX837-15595" fmla="*/ 11992726 w 18982931"/>
              <a:gd name="connsiteY837-15596" fmla="*/ 4449425 h 4449429"/>
              <a:gd name="connsiteX838-15597" fmla="*/ 8153658 w 18982931"/>
              <a:gd name="connsiteY838-15598" fmla="*/ 4449425 h 4449429"/>
              <a:gd name="connsiteX839-15599" fmla="*/ 8153658 w 18982931"/>
              <a:gd name="connsiteY839-15600" fmla="*/ 4449429 h 4449429"/>
              <a:gd name="connsiteX840-15601" fmla="*/ 6861227 w 18982931"/>
              <a:gd name="connsiteY840-15602" fmla="*/ 4449429 h 4449429"/>
              <a:gd name="connsiteX841-15603" fmla="*/ 6859697 w 18982931"/>
              <a:gd name="connsiteY841-15604" fmla="*/ 4432598 h 4449429"/>
              <a:gd name="connsiteX842-15605" fmla="*/ 6858292 w 18982931"/>
              <a:gd name="connsiteY842-15606" fmla="*/ 4449425 h 4449429"/>
              <a:gd name="connsiteX843-15607" fmla="*/ 7922 w 18982931"/>
              <a:gd name="connsiteY843-15608" fmla="*/ 4440866 h 4449429"/>
              <a:gd name="connsiteX844-15609" fmla="*/ 0 w 18982931"/>
              <a:gd name="connsiteY844-15610" fmla="*/ 1181446 h 4449429"/>
              <a:gd name="connsiteX845-15611" fmla="*/ 169756 w 18982931"/>
              <a:gd name="connsiteY845-15612" fmla="*/ 979616 h 4449429"/>
              <a:gd name="connsiteX846-15613" fmla="*/ 301466 w 18982931"/>
              <a:gd name="connsiteY846-15614" fmla="*/ 971384 h 4449429"/>
              <a:gd name="connsiteX847-15615" fmla="*/ 301466 w 18982931"/>
              <a:gd name="connsiteY847-15616" fmla="*/ 909640 h 4449429"/>
              <a:gd name="connsiteX848-15617" fmla="*/ 346746 w 18982931"/>
              <a:gd name="connsiteY848-15618" fmla="*/ 810855 h 4449429"/>
              <a:gd name="connsiteX849-15619" fmla="*/ 571541 w 18982931"/>
              <a:gd name="connsiteY849-15620" fmla="*/ 799909 h 4449429"/>
              <a:gd name="connsiteX850-15621" fmla="*/ 581356 w 18982931"/>
              <a:gd name="connsiteY850-15622" fmla="*/ 963151 h 4449429"/>
              <a:gd name="connsiteX851-15623" fmla="*/ 737766 w 18982931"/>
              <a:gd name="connsiteY851-15624" fmla="*/ 963151 h 4449429"/>
              <a:gd name="connsiteX852-15625" fmla="*/ 750116 w 18982931"/>
              <a:gd name="connsiteY852-15626" fmla="*/ 1012543 h 4449429"/>
              <a:gd name="connsiteX853-15627" fmla="*/ 778926 w 18982931"/>
              <a:gd name="connsiteY853-15628" fmla="*/ 1016657 h 4449429"/>
              <a:gd name="connsiteX854-15629" fmla="*/ 820087 w 18982931"/>
              <a:gd name="connsiteY854-15630" fmla="*/ 1041353 h 4449429"/>
              <a:gd name="connsiteX855-15631" fmla="*/ 820087 w 18982931"/>
              <a:gd name="connsiteY855-15632" fmla="*/ 1119560 h 4449429"/>
              <a:gd name="connsiteX856-15633" fmla="*/ 791276 w 18982931"/>
              <a:gd name="connsiteY856-15634" fmla="*/ 1193648 h 4449429"/>
              <a:gd name="connsiteX857-15635" fmla="*/ 791276 w 18982931"/>
              <a:gd name="connsiteY857-15636" fmla="*/ 1580555 h 4449429"/>
              <a:gd name="connsiteX858-15637" fmla="*/ 791276 w 18982931"/>
              <a:gd name="connsiteY858-15638" fmla="*/ 1955112 h 4449429"/>
              <a:gd name="connsiteX859-15639" fmla="*/ 840669 w 18982931"/>
              <a:gd name="connsiteY859-15640" fmla="*/ 1950998 h 4449429"/>
              <a:gd name="connsiteX860-15641" fmla="*/ 844783 w 18982931"/>
              <a:gd name="connsiteY860-15642" fmla="*/ 1720500 h 4449429"/>
              <a:gd name="connsiteX861-15643" fmla="*/ 873596 w 18982931"/>
              <a:gd name="connsiteY861-15644" fmla="*/ 1597020 h 4449429"/>
              <a:gd name="connsiteX862-15645" fmla="*/ 906526 w 18982931"/>
              <a:gd name="connsiteY862-15646" fmla="*/ 1584670 h 4449429"/>
              <a:gd name="connsiteX863-15647" fmla="*/ 1034120 w 18982931"/>
              <a:gd name="connsiteY863-15648" fmla="*/ 1584670 h 4449429"/>
              <a:gd name="connsiteX864-15649" fmla="*/ 1034120 w 18982931"/>
              <a:gd name="connsiteY864-15650" fmla="*/ 1420028 h 4449429"/>
              <a:gd name="connsiteX865-15651" fmla="*/ 1260505 w 18982931"/>
              <a:gd name="connsiteY865-15652" fmla="*/ 1424146 h 4449429"/>
              <a:gd name="connsiteX866-15653" fmla="*/ 1276969 w 18982931"/>
              <a:gd name="connsiteY866-15654" fmla="*/ 1387099 h 4449429"/>
              <a:gd name="connsiteX867-15655" fmla="*/ 1289312 w 18982931"/>
              <a:gd name="connsiteY867-15656" fmla="*/ 1395331 h 4449429"/>
              <a:gd name="connsiteX868-15657" fmla="*/ 1322242 w 18982931"/>
              <a:gd name="connsiteY868-15658" fmla="*/ 1559973 h 4449429"/>
              <a:gd name="connsiteX869-15659" fmla="*/ 1318126 w 18982931"/>
              <a:gd name="connsiteY869-15660" fmla="*/ 1576437 h 4449429"/>
              <a:gd name="connsiteX870-15661" fmla="*/ 1326360 w 18982931"/>
              <a:gd name="connsiteY870-15662" fmla="*/ 1621715 h 4449429"/>
              <a:gd name="connsiteX871-15663" fmla="*/ 1359290 w 18982931"/>
              <a:gd name="connsiteY871-15664" fmla="*/ 1597020 h 4449429"/>
              <a:gd name="connsiteX872-15665" fmla="*/ 1375751 w 18982931"/>
              <a:gd name="connsiteY872-15666" fmla="*/ 1588787 h 4449429"/>
              <a:gd name="connsiteX873-15667" fmla="*/ 1486884 w 18982931"/>
              <a:gd name="connsiteY873-15668" fmla="*/ 1588787 h 4449429"/>
              <a:gd name="connsiteX874-15669" fmla="*/ 1507466 w 18982931"/>
              <a:gd name="connsiteY874-15670" fmla="*/ 2337905 h 4449429"/>
              <a:gd name="connsiteX875-15671" fmla="*/ 1523929 w 18982931"/>
              <a:gd name="connsiteY875-15672" fmla="*/ 2337905 h 4449429"/>
              <a:gd name="connsiteX876-15673" fmla="*/ 1523929 w 18982931"/>
              <a:gd name="connsiteY876-15674" fmla="*/ 2169146 h 4449429"/>
              <a:gd name="connsiteX877-15675" fmla="*/ 1692685 w 18982931"/>
              <a:gd name="connsiteY877-15676" fmla="*/ 2169146 h 4449429"/>
              <a:gd name="connsiteX878-15677" fmla="*/ 1692685 w 18982931"/>
              <a:gd name="connsiteY878-15678" fmla="*/ 2020968 h 4449429"/>
              <a:gd name="connsiteX879-15679" fmla="*/ 1766772 w 18982931"/>
              <a:gd name="connsiteY879-15680" fmla="*/ 1922183 h 4449429"/>
              <a:gd name="connsiteX880-15681" fmla="*/ 1766772 w 18982931"/>
              <a:gd name="connsiteY880-15682" fmla="*/ 1757542 h 4449429"/>
              <a:gd name="connsiteX881-15683" fmla="*/ 1849095 w 18982931"/>
              <a:gd name="connsiteY881-15684" fmla="*/ 1757542 h 4449429"/>
              <a:gd name="connsiteX882-15685" fmla="*/ 1849095 w 18982931"/>
              <a:gd name="connsiteY882-15686" fmla="*/ 2156799 h 4449429"/>
              <a:gd name="connsiteX883-15687" fmla="*/ 1919070 w 18982931"/>
              <a:gd name="connsiteY883-15688" fmla="*/ 2156799 h 4449429"/>
              <a:gd name="connsiteX884-15689" fmla="*/ 1919070 w 18982931"/>
              <a:gd name="connsiteY884-15690" fmla="*/ 1864559 h 4449429"/>
              <a:gd name="connsiteX885-15691" fmla="*/ 1919070 w 18982931"/>
              <a:gd name="connsiteY885-15692" fmla="*/ 695608 h 4449429"/>
              <a:gd name="connsiteX886-15693" fmla="*/ 2005504 w 18982931"/>
              <a:gd name="connsiteY886-15694" fmla="*/ 609173 h 4449429"/>
              <a:gd name="connsiteX887-15695" fmla="*/ 2026085 w 18982931"/>
              <a:gd name="connsiteY887-15696" fmla="*/ 605054 h 4449429"/>
              <a:gd name="connsiteX888-15697" fmla="*/ 2100174 w 18982931"/>
              <a:gd name="connsiteY888-15698" fmla="*/ 448645 h 4449429"/>
              <a:gd name="connsiteX889-15699" fmla="*/ 2137215 w 18982931"/>
              <a:gd name="connsiteY889-15700" fmla="*/ 407485 h 4449429"/>
              <a:gd name="connsiteX890-15701" fmla="*/ 2194840 w 18982931"/>
              <a:gd name="connsiteY890-15702" fmla="*/ 337515 h 4449429"/>
              <a:gd name="connsiteX891-15703" fmla="*/ 2198958 w 18982931"/>
              <a:gd name="connsiteY891-15704" fmla="*/ 292236 h 4449429"/>
              <a:gd name="connsiteX892-15705" fmla="*/ 2240121 w 18982931"/>
              <a:gd name="connsiteY892-15706" fmla="*/ 358093 h 4449429"/>
              <a:gd name="connsiteX893-15707" fmla="*/ 2273047 w 18982931"/>
              <a:gd name="connsiteY893-15708" fmla="*/ 444532 h 4449429"/>
              <a:gd name="connsiteX894-15709" fmla="*/ 2330670 w 18982931"/>
              <a:gd name="connsiteY894-15710" fmla="*/ 563894 h 4449429"/>
              <a:gd name="connsiteX895-15711" fmla="*/ 2351248 w 18982931"/>
              <a:gd name="connsiteY895-15712" fmla="*/ 613286 h 4449429"/>
              <a:gd name="connsiteX896-15713" fmla="*/ 2429455 w 18982931"/>
              <a:gd name="connsiteY896-15714" fmla="*/ 675029 h 4449429"/>
              <a:gd name="connsiteX897-15715" fmla="*/ 2470614 w 18982931"/>
              <a:gd name="connsiteY897-15716" fmla="*/ 757350 h 4449429"/>
              <a:gd name="connsiteX898-15717" fmla="*/ 2470614 w 18982931"/>
              <a:gd name="connsiteY898-15718" fmla="*/ 1086631 h 4449429"/>
              <a:gd name="connsiteX899-15719" fmla="*/ 2470614 w 18982931"/>
              <a:gd name="connsiteY899-15720" fmla="*/ 2008622 h 4449429"/>
              <a:gd name="connsiteX900-15721" fmla="*/ 2487080 w 18982931"/>
              <a:gd name="connsiteY900-15722" fmla="*/ 2053897 h 4449429"/>
              <a:gd name="connsiteX901-15723" fmla="*/ 2499426 w 18982931"/>
              <a:gd name="connsiteY901-15724" fmla="*/ 1897488 h 4449429"/>
              <a:gd name="connsiteX902-15725" fmla="*/ 2602322 w 18982931"/>
              <a:gd name="connsiteY902-15726" fmla="*/ 1798703 h 4449429"/>
              <a:gd name="connsiteX903-15727" fmla="*/ 2836935 w 18982931"/>
              <a:gd name="connsiteY903-15728" fmla="*/ 1798703 h 4449429"/>
              <a:gd name="connsiteX904-15729" fmla="*/ 2836935 w 18982931"/>
              <a:gd name="connsiteY904-15730" fmla="*/ 1860446 h 4449429"/>
              <a:gd name="connsiteX905-15731" fmla="*/ 2836935 w 18982931"/>
              <a:gd name="connsiteY905-15732" fmla="*/ 2263816 h 4449429"/>
              <a:gd name="connsiteX906-15733" fmla="*/ 2845169 w 18982931"/>
              <a:gd name="connsiteY906-15734" fmla="*/ 2304976 h 4449429"/>
              <a:gd name="connsiteX907-15735" fmla="*/ 2861629 w 18982931"/>
              <a:gd name="connsiteY907-15736" fmla="*/ 2300858 h 4449429"/>
              <a:gd name="connsiteX908-15737" fmla="*/ 2861629 w 18982931"/>
              <a:gd name="connsiteY908-15738" fmla="*/ 2247351 h 4449429"/>
              <a:gd name="connsiteX909-15739" fmla="*/ 2869861 w 18982931"/>
              <a:gd name="connsiteY909-15740" fmla="*/ 1996272 h 4449429"/>
              <a:gd name="connsiteX910-15741" fmla="*/ 2923374 w 18982931"/>
              <a:gd name="connsiteY910-15742" fmla="*/ 1967462 h 4449429"/>
              <a:gd name="connsiteX911-15743" fmla="*/ 2939836 w 18982931"/>
              <a:gd name="connsiteY911-15744" fmla="*/ 2300858 h 4449429"/>
              <a:gd name="connsiteX912-15745" fmla="*/ 2956300 w 18982931"/>
              <a:gd name="connsiteY912-15746" fmla="*/ 2300858 h 4449429"/>
              <a:gd name="connsiteX913-15747" fmla="*/ 2989230 w 18982931"/>
              <a:gd name="connsiteY913-15748" fmla="*/ 2111521 h 4449429"/>
              <a:gd name="connsiteX914-15749" fmla="*/ 3018038 w 18982931"/>
              <a:gd name="connsiteY914-15750" fmla="*/ 2058015 h 4449429"/>
              <a:gd name="connsiteX915-15751" fmla="*/ 3034502 w 18982931"/>
              <a:gd name="connsiteY915-15752" fmla="*/ 2123871 h 4449429"/>
              <a:gd name="connsiteX916-15753" fmla="*/ 3038620 w 18982931"/>
              <a:gd name="connsiteY916-15754" fmla="*/ 2132104 h 4449429"/>
              <a:gd name="connsiteX917-15755" fmla="*/ 3088018 w 18982931"/>
              <a:gd name="connsiteY917-15756" fmla="*/ 2140336 h 4449429"/>
              <a:gd name="connsiteX918-15757" fmla="*/ 3095320 w 18982931"/>
              <a:gd name="connsiteY918-15758" fmla="*/ 2275334 h 4449429"/>
              <a:gd name="connsiteX919-15759" fmla="*/ 3162101 w 18982931"/>
              <a:gd name="connsiteY919-15760" fmla="*/ 2275334 h 4449429"/>
              <a:gd name="connsiteX920-15761" fmla="*/ 3162101 w 18982931"/>
              <a:gd name="connsiteY920-15762" fmla="*/ 1580555 h 4449429"/>
              <a:gd name="connsiteX921-15763" fmla="*/ 3162101 w 18982931"/>
              <a:gd name="connsiteY921-15764" fmla="*/ 1531163 h 4449429"/>
              <a:gd name="connsiteX922-15765" fmla="*/ 3199146 w 18982931"/>
              <a:gd name="connsiteY922-15766" fmla="*/ 1498235 h 4449429"/>
              <a:gd name="connsiteX923-15767" fmla="*/ 3281469 w 18982931"/>
              <a:gd name="connsiteY923-15768" fmla="*/ 1498235 h 4449429"/>
              <a:gd name="connsiteX924-15769" fmla="*/ 3281469 w 18982931"/>
              <a:gd name="connsiteY924-15770" fmla="*/ 1325362 h 4449429"/>
              <a:gd name="connsiteX925-15771" fmla="*/ 3343207 w 18982931"/>
              <a:gd name="connsiteY925-15772" fmla="*/ 1263619 h 4449429"/>
              <a:gd name="connsiteX926-15773" fmla="*/ 3544891 w 18982931"/>
              <a:gd name="connsiteY926-15774" fmla="*/ 1263619 h 4449429"/>
              <a:gd name="connsiteX927-15775" fmla="*/ 3544891 w 18982931"/>
              <a:gd name="connsiteY927-15776" fmla="*/ 712071 h 4449429"/>
              <a:gd name="connsiteX928-15777" fmla="*/ 3561357 w 18982931"/>
              <a:gd name="connsiteY928-15778" fmla="*/ 555662 h 4449429"/>
              <a:gd name="connsiteX929-15779" fmla="*/ 3606633 w 18982931"/>
              <a:gd name="connsiteY929-15780" fmla="*/ 316933 h 4449429"/>
              <a:gd name="connsiteX930-15781" fmla="*/ 3614865 w 18982931"/>
              <a:gd name="connsiteY930-15782" fmla="*/ 279891 h 4449429"/>
              <a:gd name="connsiteX931-15783" fmla="*/ 3676603 w 18982931"/>
              <a:gd name="connsiteY931-15784" fmla="*/ 341628 h 4449429"/>
              <a:gd name="connsiteX932-15785" fmla="*/ 3684835 w 18982931"/>
              <a:gd name="connsiteY932-15786" fmla="*/ 386907 h 4449429"/>
              <a:gd name="connsiteX933-15787" fmla="*/ 3742460 w 18982931"/>
              <a:gd name="connsiteY933-15788" fmla="*/ 481574 h 4449429"/>
              <a:gd name="connsiteX934-15789" fmla="*/ 3763042 w 18982931"/>
              <a:gd name="connsiteY934-15790" fmla="*/ 703838 h 4449429"/>
              <a:gd name="connsiteX935-15791" fmla="*/ 3763042 w 18982931"/>
              <a:gd name="connsiteY935-15792" fmla="*/ 1144256 h 4449429"/>
              <a:gd name="connsiteX936-15793" fmla="*/ 3771275 w 18982931"/>
              <a:gd name="connsiteY936-15794" fmla="*/ 1181298 h 4449429"/>
              <a:gd name="connsiteX937-15795" fmla="*/ 3775390 w 18982931"/>
              <a:gd name="connsiteY937-15796" fmla="*/ 1115443 h 4449429"/>
              <a:gd name="connsiteX938-15797" fmla="*/ 3923568 w 18982931"/>
              <a:gd name="connsiteY938-15798" fmla="*/ 996079 h 4449429"/>
              <a:gd name="connsiteX939-15799" fmla="*/ 3940029 w 18982931"/>
              <a:gd name="connsiteY939-15800" fmla="*/ 1020776 h 4449429"/>
              <a:gd name="connsiteX940-15801" fmla="*/ 3960611 w 18982931"/>
              <a:gd name="connsiteY940-15802" fmla="*/ 1321244 h 4449429"/>
              <a:gd name="connsiteX941-15803" fmla="*/ 3960611 w 18982931"/>
              <a:gd name="connsiteY941-15804" fmla="*/ 1584670 h 4449429"/>
              <a:gd name="connsiteX942-15805" fmla="*/ 3977076 w 18982931"/>
              <a:gd name="connsiteY942-15806" fmla="*/ 1625830 h 4449429"/>
              <a:gd name="connsiteX943-15807" fmla="*/ 4010007 w 18982931"/>
              <a:gd name="connsiteY943-15808" fmla="*/ 1666990 h 4449429"/>
              <a:gd name="connsiteX944-15809" fmla="*/ 4055279 w 18982931"/>
              <a:gd name="connsiteY944-15810" fmla="*/ 1819286 h 4449429"/>
              <a:gd name="connsiteX945-15811" fmla="*/ 4104670 w 18982931"/>
              <a:gd name="connsiteY945-15812" fmla="*/ 1819286 h 4449429"/>
              <a:gd name="connsiteX946-15813" fmla="*/ 4108788 w 18982931"/>
              <a:gd name="connsiteY946-15814" fmla="*/ 1741079 h 4449429"/>
              <a:gd name="connsiteX947-15815" fmla="*/ 4211689 w 18982931"/>
              <a:gd name="connsiteY947-15816" fmla="*/ 1741079 h 4449429"/>
              <a:gd name="connsiteX948-15817" fmla="*/ 4252847 w 18982931"/>
              <a:gd name="connsiteY948-15818" fmla="*/ 1559973 h 4449429"/>
              <a:gd name="connsiteX949-15819" fmla="*/ 4265197 w 18982931"/>
              <a:gd name="connsiteY949-15820" fmla="*/ 1559973 h 4449429"/>
              <a:gd name="connsiteX950-15821" fmla="*/ 4277546 w 18982931"/>
              <a:gd name="connsiteY950-15822" fmla="*/ 1592900 h 4449429"/>
              <a:gd name="connsiteX951-15823" fmla="*/ 4302239 w 18982931"/>
              <a:gd name="connsiteY951-15824" fmla="*/ 1708150 h 4449429"/>
              <a:gd name="connsiteX952-15825" fmla="*/ 4368100 w 18982931"/>
              <a:gd name="connsiteY952-15826" fmla="*/ 1741079 h 4449429"/>
              <a:gd name="connsiteX953-15827" fmla="*/ 4363984 w 18982931"/>
              <a:gd name="connsiteY953-15828" fmla="*/ 1634062 h 4449429"/>
              <a:gd name="connsiteX954-15829" fmla="*/ 4372218 w 18982931"/>
              <a:gd name="connsiteY954-15830" fmla="*/ 839670 h 4449429"/>
              <a:gd name="connsiteX955-15831" fmla="*/ 4442184 w 18982931"/>
              <a:gd name="connsiteY955-15832" fmla="*/ 279891 h 4449429"/>
              <a:gd name="connsiteX956-15833" fmla="*/ 4479230 w 18982931"/>
              <a:gd name="connsiteY956-15834" fmla="*/ 234611 h 4449429"/>
              <a:gd name="connsiteX957-15835" fmla="*/ 4520394 w 18982931"/>
              <a:gd name="connsiteY957-15836" fmla="*/ 284004 h 4449429"/>
              <a:gd name="connsiteX958-15837" fmla="*/ 4549200 w 18982931"/>
              <a:gd name="connsiteY958-15838" fmla="*/ 440413 h 4449429"/>
              <a:gd name="connsiteX959-15839" fmla="*/ 4680914 w 18982931"/>
              <a:gd name="connsiteY959-15840" fmla="*/ 395140 h 4449429"/>
              <a:gd name="connsiteX960-15841" fmla="*/ 4759121 w 18982931"/>
              <a:gd name="connsiteY960-15842" fmla="*/ 460995 h 4449429"/>
              <a:gd name="connsiteX961-15843" fmla="*/ 4771466 w 18982931"/>
              <a:gd name="connsiteY961-15844" fmla="*/ 493924 h 4449429"/>
              <a:gd name="connsiteX962-15845" fmla="*/ 4888657 w 18982931"/>
              <a:gd name="connsiteY962-15846" fmla="*/ 747622 h 4449429"/>
              <a:gd name="connsiteX963-15847" fmla="*/ 4888893 w 18982931"/>
              <a:gd name="connsiteY963-15848" fmla="*/ 807315 h 4449429"/>
              <a:gd name="connsiteX964-15849" fmla="*/ 4856617 w 18982931"/>
              <a:gd name="connsiteY964-15850" fmla="*/ 807315 h 4449429"/>
              <a:gd name="connsiteX965-15851" fmla="*/ 4856617 w 18982931"/>
              <a:gd name="connsiteY965-15852" fmla="*/ 944475 h 4449429"/>
              <a:gd name="connsiteX966-15853" fmla="*/ 4888332 w 18982931"/>
              <a:gd name="connsiteY966-15854" fmla="*/ 944475 h 4449429"/>
              <a:gd name="connsiteX967-15855" fmla="*/ 4888325 w 18982931"/>
              <a:gd name="connsiteY967-15856" fmla="*/ 945600 h 4449429"/>
              <a:gd name="connsiteX968-15857" fmla="*/ 4890835 w 18982931"/>
              <a:gd name="connsiteY968-15858" fmla="*/ 1609365 h 4449429"/>
              <a:gd name="connsiteX969-15859" fmla="*/ 4952574 w 18982931"/>
              <a:gd name="connsiteY969-15860" fmla="*/ 1617597 h 4449429"/>
              <a:gd name="connsiteX970-15861" fmla="*/ 4952574 w 18982931"/>
              <a:gd name="connsiteY970-15862" fmla="*/ 1868678 h 4449429"/>
              <a:gd name="connsiteX971-15863" fmla="*/ 4956691 w 18982931"/>
              <a:gd name="connsiteY971-15864" fmla="*/ 1905720 h 4449429"/>
              <a:gd name="connsiteX972-15865" fmla="*/ 4981387 w 18982931"/>
              <a:gd name="connsiteY972-15866" fmla="*/ 1967462 h 4449429"/>
              <a:gd name="connsiteX973-15867" fmla="*/ 4981387 w 18982931"/>
              <a:gd name="connsiteY973-15868" fmla="*/ 2058015 h 4449429"/>
              <a:gd name="connsiteX974-15869" fmla="*/ 5001966 w 18982931"/>
              <a:gd name="connsiteY974-15870" fmla="*/ 2086824 h 4449429"/>
              <a:gd name="connsiteX975-15871" fmla="*/ 5018429 w 18982931"/>
              <a:gd name="connsiteY975-15872" fmla="*/ 2078592 h 4449429"/>
              <a:gd name="connsiteX976-15873" fmla="*/ 5018429 w 18982931"/>
              <a:gd name="connsiteY976-15874" fmla="*/ 1881023 h 4449429"/>
              <a:gd name="connsiteX977-15875" fmla="*/ 5018429 w 18982931"/>
              <a:gd name="connsiteY977-15876" fmla="*/ 1366522 h 4449429"/>
              <a:gd name="connsiteX978-15877" fmla="*/ 5034894 w 18982931"/>
              <a:gd name="connsiteY978-15878" fmla="*/ 864367 h 4449429"/>
              <a:gd name="connsiteX979-15879" fmla="*/ 5067821 w 18982931"/>
              <a:gd name="connsiteY979-15880" fmla="*/ 197569 h 4449429"/>
              <a:gd name="connsiteX980-15881" fmla="*/ 5080173 w 18982931"/>
              <a:gd name="connsiteY980-15882" fmla="*/ 102899 h 4449429"/>
              <a:gd name="connsiteX981-15883" fmla="*/ 5216000 w 18982931"/>
              <a:gd name="connsiteY981-15884" fmla="*/ 37042 h 4449429"/>
              <a:gd name="connsiteX982-15885" fmla="*/ 5248927 w 18982931"/>
              <a:gd name="connsiteY982-15886" fmla="*/ 69972 h 4449429"/>
              <a:gd name="connsiteX983-15887" fmla="*/ 5372409 w 18982931"/>
              <a:gd name="connsiteY983-15888" fmla="*/ 69972 h 4449429"/>
              <a:gd name="connsiteX984-15889" fmla="*/ 5434151 w 18982931"/>
              <a:gd name="connsiteY984-15890" fmla="*/ 131714 h 4449429"/>
              <a:gd name="connsiteX985-15891" fmla="*/ 5434151 w 18982931"/>
              <a:gd name="connsiteY985-15892" fmla="*/ 382788 h 4449429"/>
              <a:gd name="connsiteX986-15893" fmla="*/ 5434151 w 18982931"/>
              <a:gd name="connsiteY986-15894" fmla="*/ 683261 h 4449429"/>
              <a:gd name="connsiteX987-15895" fmla="*/ 5545282 w 18982931"/>
              <a:gd name="connsiteY987-15896" fmla="*/ 687375 h 4449429"/>
              <a:gd name="connsiteX988-15897" fmla="*/ 5545282 w 18982931"/>
              <a:gd name="connsiteY988-15898" fmla="*/ 1045471 h 4449429"/>
              <a:gd name="connsiteX989-15899" fmla="*/ 5676994 w 18982931"/>
              <a:gd name="connsiteY989-15900" fmla="*/ 1045471 h 4449429"/>
              <a:gd name="connsiteX990-15901" fmla="*/ 5685227 w 18982931"/>
              <a:gd name="connsiteY990-15902" fmla="*/ 1103096 h 4449429"/>
              <a:gd name="connsiteX991-15903" fmla="*/ 5759314 w 18982931"/>
              <a:gd name="connsiteY991-15904" fmla="*/ 1193648 h 4449429"/>
              <a:gd name="connsiteX992-15905" fmla="*/ 5759314 w 18982931"/>
              <a:gd name="connsiteY992-15906" fmla="*/ 1395331 h 4449429"/>
              <a:gd name="connsiteX993-15907" fmla="*/ 5825171 w 18982931"/>
              <a:gd name="connsiteY993-15908" fmla="*/ 1395331 h 4449429"/>
              <a:gd name="connsiteX994-15909" fmla="*/ 5903378 w 18982931"/>
              <a:gd name="connsiteY994-15910" fmla="*/ 1477653 h 4449429"/>
              <a:gd name="connsiteX995-15911" fmla="*/ 5903378 w 18982931"/>
              <a:gd name="connsiteY995-15912" fmla="*/ 1918070 h 4449429"/>
              <a:gd name="connsiteX996-15913" fmla="*/ 5936306 w 18982931"/>
              <a:gd name="connsiteY996-15914" fmla="*/ 1975695 h 4449429"/>
              <a:gd name="connsiteX997-15915" fmla="*/ 5965115 w 18982931"/>
              <a:gd name="connsiteY997-15916" fmla="*/ 1275969 h 4449429"/>
              <a:gd name="connsiteX998-15917" fmla="*/ 5969235 w 18982931"/>
              <a:gd name="connsiteY998-15918" fmla="*/ 1238922 h 4449429"/>
              <a:gd name="connsiteX999-15919" fmla="*/ 6166804 w 18982931"/>
              <a:gd name="connsiteY999-15920" fmla="*/ 1238922 h 4449429"/>
              <a:gd name="connsiteX1000-15921" fmla="*/ 6216196 w 18982931"/>
              <a:gd name="connsiteY1000-15922" fmla="*/ 1288315 h 4449429"/>
              <a:gd name="connsiteX1001-15923" fmla="*/ 6236774 w 18982931"/>
              <a:gd name="connsiteY1001-15924" fmla="*/ 1428261 h 4449429"/>
              <a:gd name="connsiteX1002-15925" fmla="*/ 6273821 w 18982931"/>
              <a:gd name="connsiteY1002-15926" fmla="*/ 1498235 h 4449429"/>
              <a:gd name="connsiteX1003-15927" fmla="*/ 6273821 w 18982931"/>
              <a:gd name="connsiteY1003-15928" fmla="*/ 2230888 h 4449429"/>
              <a:gd name="connsiteX1004-15929" fmla="*/ 6277935 w 18982931"/>
              <a:gd name="connsiteY1004-15930" fmla="*/ 2280280 h 4449429"/>
              <a:gd name="connsiteX1005-15931" fmla="*/ 6319095 w 18982931"/>
              <a:gd name="connsiteY1005-15932" fmla="*/ 2193841 h 4449429"/>
              <a:gd name="connsiteX1006-15933" fmla="*/ 6364373 w 18982931"/>
              <a:gd name="connsiteY1006-15934" fmla="*/ 2288513 h 4449429"/>
              <a:gd name="connsiteX1007-15935" fmla="*/ 6389068 w 18982931"/>
              <a:gd name="connsiteY1007-15936" fmla="*/ 2313208 h 4449429"/>
              <a:gd name="connsiteX1008-15937" fmla="*/ 6541355 w 18982931"/>
              <a:gd name="connsiteY1008-15938" fmla="*/ 2313208 h 4449429"/>
              <a:gd name="connsiteX1009-15939" fmla="*/ 6541355 w 18982931"/>
              <a:gd name="connsiteY1009-15940" fmla="*/ 2148567 h 4449429"/>
              <a:gd name="connsiteX1010-15941" fmla="*/ 6660723 w 18982931"/>
              <a:gd name="connsiteY1010-15942" fmla="*/ 2148567 h 4449429"/>
              <a:gd name="connsiteX1011-15943" fmla="*/ 6660723 w 18982931"/>
              <a:gd name="connsiteY1011-15944" fmla="*/ 2259698 h 4449429"/>
              <a:gd name="connsiteX1012-15945" fmla="*/ 6705999 w 18982931"/>
              <a:gd name="connsiteY1012-15946" fmla="*/ 2551938 h 4449429"/>
              <a:gd name="connsiteX1013-15947" fmla="*/ 6714228 w 18982931"/>
              <a:gd name="connsiteY1013-15948" fmla="*/ 2580748 h 4449429"/>
              <a:gd name="connsiteX1014-15949" fmla="*/ 6722461 w 18982931"/>
              <a:gd name="connsiteY1014-15950" fmla="*/ 2576634 h 4449429"/>
              <a:gd name="connsiteX1015-15951" fmla="*/ 6751278 w 18982931"/>
              <a:gd name="connsiteY1015-15952" fmla="*/ 2263816 h 4449429"/>
              <a:gd name="connsiteX1016-15953" fmla="*/ 6800669 w 18982931"/>
              <a:gd name="connsiteY1016-15954" fmla="*/ 2255583 h 4449429"/>
              <a:gd name="connsiteX1017-15955" fmla="*/ 6837709 w 18982931"/>
              <a:gd name="connsiteY1017-15956" fmla="*/ 2181496 h 4449429"/>
              <a:gd name="connsiteX1018-15957" fmla="*/ 6841831 w 18982931"/>
              <a:gd name="connsiteY1018-15958" fmla="*/ 2152681 h 4449429"/>
              <a:gd name="connsiteX1019-15959" fmla="*/ 6845941 w 18982931"/>
              <a:gd name="connsiteY1019-15960" fmla="*/ 2115639 h 4449429"/>
              <a:gd name="connsiteX1020-15961" fmla="*/ 6857139 w 18982931"/>
              <a:gd name="connsiteY1020-15962" fmla="*/ 2115639 h 4449429"/>
              <a:gd name="connsiteX1021-15963" fmla="*/ 6899298 w 18982931"/>
              <a:gd name="connsiteY1021-15964" fmla="*/ 2109470 h 4449429"/>
              <a:gd name="connsiteX1022-15965" fmla="*/ 6922965 w 18982931"/>
              <a:gd name="connsiteY1022-15966" fmla="*/ 2140339 h 4449429"/>
              <a:gd name="connsiteX1023-15967" fmla="*/ 7009406 w 18982931"/>
              <a:gd name="connsiteY1023-15968" fmla="*/ 2070365 h 4449429"/>
              <a:gd name="connsiteX1024-15969" fmla="*/ 7145231 w 18982931"/>
              <a:gd name="connsiteY1024-15970" fmla="*/ 2066247 h 4449429"/>
              <a:gd name="connsiteX1025-15971" fmla="*/ 7145231 w 18982931"/>
              <a:gd name="connsiteY1025-15972" fmla="*/ 1901605 h 4449429"/>
              <a:gd name="connsiteX1026-15973" fmla="*/ 7145231 w 18982931"/>
              <a:gd name="connsiteY1026-15974" fmla="*/ 1769896 h 4449429"/>
              <a:gd name="connsiteX1027-15975" fmla="*/ 7215204 w 18982931"/>
              <a:gd name="connsiteY1027-15976" fmla="*/ 1597024 h 4449429"/>
              <a:gd name="connsiteX1028-15977" fmla="*/ 7285174 w 18982931"/>
              <a:gd name="connsiteY1028-15978" fmla="*/ 1753433 h 4449429"/>
              <a:gd name="connsiteX1029-15979" fmla="*/ 7297524 w 18982931"/>
              <a:gd name="connsiteY1029-15980" fmla="*/ 2062134 h 4449429"/>
              <a:gd name="connsiteX1030-15981" fmla="*/ 7367494 w 18982931"/>
              <a:gd name="connsiteY1030-15982" fmla="*/ 2066247 h 4449429"/>
              <a:gd name="connsiteX1031-15983" fmla="*/ 7371610 w 18982931"/>
              <a:gd name="connsiteY1031-15984" fmla="*/ 2148567 h 4449429"/>
              <a:gd name="connsiteX1032-15985" fmla="*/ 7462167 w 18982931"/>
              <a:gd name="connsiteY1032-15986" fmla="*/ 2148567 h 4449429"/>
              <a:gd name="connsiteX1033-15987" fmla="*/ 7462167 w 18982931"/>
              <a:gd name="connsiteY1033-15988" fmla="*/ 2095061 h 4449429"/>
              <a:gd name="connsiteX1034-15989" fmla="*/ 7462167 w 18982931"/>
              <a:gd name="connsiteY1034-15990" fmla="*/ 1597024 h 4449429"/>
              <a:gd name="connsiteX1035-15991" fmla="*/ 7482743 w 18982931"/>
              <a:gd name="connsiteY1035-15992" fmla="*/ 1008430 h 4449429"/>
              <a:gd name="connsiteX1036-15993" fmla="*/ 7495096 w 18982931"/>
              <a:gd name="connsiteY1036-15994" fmla="*/ 921991 h 4449429"/>
              <a:gd name="connsiteX1037-15995" fmla="*/ 7536254 w 18982931"/>
              <a:gd name="connsiteY1037-15996" fmla="*/ 934341 h 4449429"/>
              <a:gd name="connsiteX1038-15997" fmla="*/ 7577416 w 18982931"/>
              <a:gd name="connsiteY1038-15998" fmla="*/ 563899 h 4449429"/>
              <a:gd name="connsiteX1039-15999" fmla="*/ 7589759 w 18982931"/>
              <a:gd name="connsiteY1039-16000" fmla="*/ 563899 h 4449429"/>
              <a:gd name="connsiteX1040-16001" fmla="*/ 7639153 w 18982931"/>
              <a:gd name="connsiteY1040-16002" fmla="*/ 975501 h 4449429"/>
              <a:gd name="connsiteX1041-16003" fmla="*/ 7655614 w 18982931"/>
              <a:gd name="connsiteY1041-16004" fmla="*/ 926109 h 4449429"/>
              <a:gd name="connsiteX1042-16005" fmla="*/ 7667968 w 18982931"/>
              <a:gd name="connsiteY1042-16006" fmla="*/ 926109 h 4449429"/>
              <a:gd name="connsiteX1043-16007" fmla="*/ 7676196 w 18982931"/>
              <a:gd name="connsiteY1043-16008" fmla="*/ 1037243 h 4449429"/>
              <a:gd name="connsiteX1044-16009" fmla="*/ 7676196 w 18982931"/>
              <a:gd name="connsiteY1044-16010" fmla="*/ 2049787 h 4449429"/>
              <a:gd name="connsiteX1045-16011" fmla="*/ 7705009 w 18982931"/>
              <a:gd name="connsiteY1045-16012" fmla="*/ 2267935 h 4449429"/>
              <a:gd name="connsiteX1046-16013" fmla="*/ 7750287 w 18982931"/>
              <a:gd name="connsiteY1046-16014" fmla="*/ 2469622 h 4449429"/>
              <a:gd name="connsiteX1047-16015" fmla="*/ 7849072 w 18982931"/>
              <a:gd name="connsiteY1047-16016" fmla="*/ 2469622 h 4449429"/>
              <a:gd name="connsiteX1048-16017" fmla="*/ 7849072 w 18982931"/>
              <a:gd name="connsiteY1048-16018" fmla="*/ 2284398 h 4449429"/>
              <a:gd name="connsiteX1049-16019" fmla="*/ 7919042 w 18982931"/>
              <a:gd name="connsiteY1049-16020" fmla="*/ 2284398 h 4449429"/>
              <a:gd name="connsiteX1050-16021" fmla="*/ 7919042 w 18982931"/>
              <a:gd name="connsiteY1050-16022" fmla="*/ 2473736 h 4449429"/>
              <a:gd name="connsiteX1051-16023" fmla="*/ 8108380 w 18982931"/>
              <a:gd name="connsiteY1051-16024" fmla="*/ 2473736 h 4449429"/>
              <a:gd name="connsiteX1052-16025" fmla="*/ 8142338 w 18982931"/>
              <a:gd name="connsiteY1052-16026" fmla="*/ 2481454 h 4449429"/>
              <a:gd name="connsiteX1053-16027" fmla="*/ 8144242 w 18982931"/>
              <a:gd name="connsiteY1053-16028" fmla="*/ 2485067 h 4449429"/>
              <a:gd name="connsiteX1054-16029" fmla="*/ 8144242 w 18982931"/>
              <a:gd name="connsiteY1054-16030" fmla="*/ 1280084 h 4449429"/>
              <a:gd name="connsiteX1055-16031" fmla="*/ 8189518 w 18982931"/>
              <a:gd name="connsiteY1055-16032" fmla="*/ 1115443 h 4449429"/>
              <a:gd name="connsiteX1056-16033" fmla="*/ 8230679 w 18982931"/>
              <a:gd name="connsiteY1056-16034" fmla="*/ 1090746 h 4449429"/>
              <a:gd name="connsiteX1057-16035" fmla="*/ 8477642 w 18982931"/>
              <a:gd name="connsiteY1057-16036" fmla="*/ 1090746 h 4449429"/>
              <a:gd name="connsiteX1058-16037" fmla="*/ 8518799 w 18982931"/>
              <a:gd name="connsiteY1058-16038" fmla="*/ 1111328 h 4449429"/>
              <a:gd name="connsiteX1059-16039" fmla="*/ 8568194 w 18982931"/>
              <a:gd name="connsiteY1059-16040" fmla="*/ 1288315 h 4449429"/>
              <a:gd name="connsiteX1060-16041" fmla="*/ 8572304 w 18982931"/>
              <a:gd name="connsiteY1060-16042" fmla="*/ 2152681 h 4449429"/>
              <a:gd name="connsiteX1061-16043" fmla="*/ 8572304 w 18982931"/>
              <a:gd name="connsiteY1061-16044" fmla="*/ 2222656 h 4449429"/>
              <a:gd name="connsiteX1062-16045" fmla="*/ 8827499 w 18982931"/>
              <a:gd name="connsiteY1062-16046" fmla="*/ 2222656 h 4449429"/>
              <a:gd name="connsiteX1063-16047" fmla="*/ 8827499 w 18982931"/>
              <a:gd name="connsiteY1063-16048" fmla="*/ 2053897 h 4449429"/>
              <a:gd name="connsiteX1064-16049" fmla="*/ 8827499 w 18982931"/>
              <a:gd name="connsiteY1064-16050" fmla="*/ 1996272 h 4449429"/>
              <a:gd name="connsiteX1065-16051" fmla="*/ 8926285 w 18982931"/>
              <a:gd name="connsiteY1065-16052" fmla="*/ 1876910 h 4449429"/>
              <a:gd name="connsiteX1066-16053" fmla="*/ 8926285 w 18982931"/>
              <a:gd name="connsiteY1066-16054" fmla="*/ 1757542 h 4449429"/>
              <a:gd name="connsiteX1067-16055" fmla="*/ 8926285 w 18982931"/>
              <a:gd name="connsiteY1067-16056" fmla="*/ 1527045 h 4449429"/>
              <a:gd name="connsiteX1068-16057" fmla="*/ 8950980 w 18982931"/>
              <a:gd name="connsiteY1068-16058" fmla="*/ 1432378 h 4449429"/>
              <a:gd name="connsiteX1069-16059" fmla="*/ 8950980 w 18982931"/>
              <a:gd name="connsiteY1069-16060" fmla="*/ 1424146 h 4449429"/>
              <a:gd name="connsiteX1070-16061" fmla="*/ 8983911 w 18982931"/>
              <a:gd name="connsiteY1070-16062" fmla="*/ 1107210 h 4449429"/>
              <a:gd name="connsiteX1071-16063" fmla="*/ 8992140 w 18982931"/>
              <a:gd name="connsiteY1071-16064" fmla="*/ 1049586 h 4449429"/>
              <a:gd name="connsiteX1072-16065" fmla="*/ 9012723 w 18982931"/>
              <a:gd name="connsiteY1072-16066" fmla="*/ 1049586 h 4449429"/>
              <a:gd name="connsiteX1073-16067" fmla="*/ 9049767 w 18982931"/>
              <a:gd name="connsiteY1073-16068" fmla="*/ 1325362 h 4449429"/>
              <a:gd name="connsiteX1074-16069" fmla="*/ 9115624 w 18982931"/>
              <a:gd name="connsiteY1074-16070" fmla="*/ 1329476 h 4449429"/>
              <a:gd name="connsiteX1075-16071" fmla="*/ 9165014 w 18982931"/>
              <a:gd name="connsiteY1075-16072" fmla="*/ 1436493 h 4449429"/>
              <a:gd name="connsiteX1076-16073" fmla="*/ 9181479 w 18982931"/>
              <a:gd name="connsiteY1076-16074" fmla="*/ 1494116 h 4449429"/>
              <a:gd name="connsiteX1077-16075" fmla="*/ 9181479 w 18982931"/>
              <a:gd name="connsiteY1077-16076" fmla="*/ 1823399 h 4449429"/>
              <a:gd name="connsiteX1078-16077" fmla="*/ 9181479 w 18982931"/>
              <a:gd name="connsiteY1078-16078" fmla="*/ 1881023 h 4449429"/>
              <a:gd name="connsiteX1079-16079" fmla="*/ 9280267 w 18982931"/>
              <a:gd name="connsiteY1079-16080" fmla="*/ 1881023 h 4449429"/>
              <a:gd name="connsiteX1080-16081" fmla="*/ 9280267 w 18982931"/>
              <a:gd name="connsiteY1080-16082" fmla="*/ 1815166 h 4449429"/>
              <a:gd name="connsiteX1081-16083" fmla="*/ 9280267 w 18982931"/>
              <a:gd name="connsiteY1081-16084" fmla="*/ 304587 h 4449429"/>
              <a:gd name="connsiteX1082-16085" fmla="*/ 9346122 w 18982931"/>
              <a:gd name="connsiteY1082-16086" fmla="*/ 238731 h 4449429"/>
              <a:gd name="connsiteX1083-16087" fmla="*/ 9453137 w 18982931"/>
              <a:gd name="connsiteY1083-16088" fmla="*/ 341628 h 4449429"/>
              <a:gd name="connsiteX1084-16089" fmla="*/ 9453137 w 18982931"/>
              <a:gd name="connsiteY1084-16090" fmla="*/ 1815166 h 4449429"/>
              <a:gd name="connsiteX1085-16091" fmla="*/ 9453137 w 18982931"/>
              <a:gd name="connsiteY1085-16092" fmla="*/ 1876910 h 4449429"/>
              <a:gd name="connsiteX1086-16093" fmla="*/ 9551919 w 18982931"/>
              <a:gd name="connsiteY1086-16094" fmla="*/ 1876910 h 4449429"/>
              <a:gd name="connsiteX1087-16095" fmla="*/ 9551919 w 18982931"/>
              <a:gd name="connsiteY1087-16096" fmla="*/ 1724614 h 4449429"/>
              <a:gd name="connsiteX1088-16097" fmla="*/ 9551919 w 18982931"/>
              <a:gd name="connsiteY1088-16098" fmla="*/ 1481771 h 4449429"/>
              <a:gd name="connsiteX1089-16099" fmla="*/ 9597198 w 18982931"/>
              <a:gd name="connsiteY1089-16100" fmla="*/ 1374754 h 4449429"/>
              <a:gd name="connsiteX1090-16101" fmla="*/ 9613662 w 18982931"/>
              <a:gd name="connsiteY1090-16102" fmla="*/ 1325362 h 4449429"/>
              <a:gd name="connsiteX1091-16103" fmla="*/ 9683632 w 18982931"/>
              <a:gd name="connsiteY1091-16104" fmla="*/ 1325362 h 4449429"/>
              <a:gd name="connsiteX1092-16105" fmla="*/ 9683632 w 18982931"/>
              <a:gd name="connsiteY1092-16106" fmla="*/ 1522931 h 4449429"/>
              <a:gd name="connsiteX1093-16107" fmla="*/ 9819464 w 18982931"/>
              <a:gd name="connsiteY1093-16108" fmla="*/ 1522931 h 4449429"/>
              <a:gd name="connsiteX1094-16109" fmla="*/ 9819464 w 18982931"/>
              <a:gd name="connsiteY1094-16110" fmla="*/ 1720501 h 4449429"/>
              <a:gd name="connsiteX1095-16111" fmla="*/ 9819464 w 18982931"/>
              <a:gd name="connsiteY1095-16112" fmla="*/ 1835749 h 4449429"/>
              <a:gd name="connsiteX1096-16113" fmla="*/ 9868856 w 18982931"/>
              <a:gd name="connsiteY1096-16114" fmla="*/ 1885142 h 4449429"/>
              <a:gd name="connsiteX1097-16115" fmla="*/ 9922361 w 18982931"/>
              <a:gd name="connsiteY1097-16116" fmla="*/ 1938648 h 4449429"/>
              <a:gd name="connsiteX1098-16117" fmla="*/ 9922361 w 18982931"/>
              <a:gd name="connsiteY1098-16118" fmla="*/ 2226770 h 4449429"/>
              <a:gd name="connsiteX1099-16119" fmla="*/ 10189906 w 18982931"/>
              <a:gd name="connsiteY1099-16120" fmla="*/ 2226770 h 4449429"/>
              <a:gd name="connsiteX1100-16121" fmla="*/ 10189906 w 18982931"/>
              <a:gd name="connsiteY1100-16122" fmla="*/ 1864559 h 4449429"/>
              <a:gd name="connsiteX1101-16123" fmla="*/ 10251644 w 18982931"/>
              <a:gd name="connsiteY1101-16124" fmla="*/ 1852213 h 4449429"/>
              <a:gd name="connsiteX1102-16125" fmla="*/ 10251644 w 18982931"/>
              <a:gd name="connsiteY1102-16126" fmla="*/ 1465306 h 4449429"/>
              <a:gd name="connsiteX1103-16127" fmla="*/ 10198137 w 18982931"/>
              <a:gd name="connsiteY1103-16128" fmla="*/ 1461188 h 4449429"/>
              <a:gd name="connsiteX1104-16129" fmla="*/ 10198137 w 18982931"/>
              <a:gd name="connsiteY1104-16130" fmla="*/ 1317129 h 4449429"/>
              <a:gd name="connsiteX1105-16131" fmla="*/ 10572694 w 18982931"/>
              <a:gd name="connsiteY1105-16132" fmla="*/ 1317129 h 4449429"/>
              <a:gd name="connsiteX1106-16133" fmla="*/ 10572694 w 18982931"/>
              <a:gd name="connsiteY1106-16134" fmla="*/ 2140336 h 4449429"/>
              <a:gd name="connsiteX1107-16135" fmla="*/ 10642669 w 18982931"/>
              <a:gd name="connsiteY1107-16136" fmla="*/ 2144449 h 4449429"/>
              <a:gd name="connsiteX1108-16137" fmla="*/ 10642669 w 18982931"/>
              <a:gd name="connsiteY1108-16138" fmla="*/ 2477849 h 4449429"/>
              <a:gd name="connsiteX1109-16139" fmla="*/ 10885512 w 18982931"/>
              <a:gd name="connsiteY1109-16140" fmla="*/ 2477849 h 4449429"/>
              <a:gd name="connsiteX1110-16141" fmla="*/ 10885512 w 18982931"/>
              <a:gd name="connsiteY1110-16142" fmla="*/ 2292626 h 4449429"/>
              <a:gd name="connsiteX1111-16143" fmla="*/ 10959601 w 18982931"/>
              <a:gd name="connsiteY1111-16144" fmla="*/ 2292626 h 4449429"/>
              <a:gd name="connsiteX1112-16145" fmla="*/ 10959601 w 18982931"/>
              <a:gd name="connsiteY1112-16146" fmla="*/ 2477849 h 4449429"/>
              <a:gd name="connsiteX1113-16147" fmla="*/ 11066618 w 18982931"/>
              <a:gd name="connsiteY1113-16148" fmla="*/ 2477849 h 4449429"/>
              <a:gd name="connsiteX1114-16149" fmla="*/ 11107778 w 18982931"/>
              <a:gd name="connsiteY1114-16150" fmla="*/ 2284395 h 4449429"/>
              <a:gd name="connsiteX1115-16151" fmla="*/ 11136593 w 18982931"/>
              <a:gd name="connsiteY1115-16152" fmla="*/ 2053897 h 4449429"/>
              <a:gd name="connsiteX1116-16153" fmla="*/ 11136593 w 18982931"/>
              <a:gd name="connsiteY1116-16154" fmla="*/ 1061936 h 4449429"/>
              <a:gd name="connsiteX1117-16155" fmla="*/ 11148938 w 18982931"/>
              <a:gd name="connsiteY1117-16156" fmla="*/ 938454 h 4449429"/>
              <a:gd name="connsiteX1118-16157" fmla="*/ 11161288 w 18982931"/>
              <a:gd name="connsiteY1118-16158" fmla="*/ 938454 h 4449429"/>
              <a:gd name="connsiteX1119-16159" fmla="*/ 11177753 w 18982931"/>
              <a:gd name="connsiteY1119-16160" fmla="*/ 983729 h 4449429"/>
              <a:gd name="connsiteX1120-16161" fmla="*/ 11231258 w 18982931"/>
              <a:gd name="connsiteY1120-16162" fmla="*/ 572126 h 4449429"/>
              <a:gd name="connsiteX1121-16163" fmla="*/ 11243610 w 18982931"/>
              <a:gd name="connsiteY1121-16164" fmla="*/ 572126 h 4449429"/>
              <a:gd name="connsiteX1122-16165" fmla="*/ 11284770 w 18982931"/>
              <a:gd name="connsiteY1122-16166" fmla="*/ 946687 h 4449429"/>
              <a:gd name="connsiteX1123-16167" fmla="*/ 11325929 w 18982931"/>
              <a:gd name="connsiteY1123-16168" fmla="*/ 934337 h 4449429"/>
              <a:gd name="connsiteX1124-16169" fmla="*/ 11342394 w 18982931"/>
              <a:gd name="connsiteY1124-16170" fmla="*/ 1061936 h 4449429"/>
              <a:gd name="connsiteX1125-16171" fmla="*/ 11342394 w 18982931"/>
              <a:gd name="connsiteY1125-16172" fmla="*/ 1300666 h 4449429"/>
              <a:gd name="connsiteX1126-16173" fmla="*/ 11358857 w 18982931"/>
              <a:gd name="connsiteY1126-16174" fmla="*/ 2132104 h 4449429"/>
              <a:gd name="connsiteX1127-16175" fmla="*/ 11362976 w 18982931"/>
              <a:gd name="connsiteY1127-16176" fmla="*/ 2165031 h 4449429"/>
              <a:gd name="connsiteX1128-16177" fmla="*/ 11453524 w 18982931"/>
              <a:gd name="connsiteY1128-16178" fmla="*/ 2165031 h 4449429"/>
              <a:gd name="connsiteX1129-16179" fmla="*/ 11457643 w 18982931"/>
              <a:gd name="connsiteY1129-16180" fmla="*/ 2082711 h 4449429"/>
              <a:gd name="connsiteX1130-16181" fmla="*/ 11535845 w 18982931"/>
              <a:gd name="connsiteY1130-16182" fmla="*/ 2078592 h 4449429"/>
              <a:gd name="connsiteX1131-16183" fmla="*/ 11535845 w 18982931"/>
              <a:gd name="connsiteY1131-16184" fmla="*/ 2004505 h 4449429"/>
              <a:gd name="connsiteX1132-16185" fmla="*/ 11548195 w 18982931"/>
              <a:gd name="connsiteY1132-16186" fmla="*/ 1736964 h 4449429"/>
              <a:gd name="connsiteX1133-16187" fmla="*/ 11609938 w 18982931"/>
              <a:gd name="connsiteY1133-16188" fmla="*/ 1609365 h 4449429"/>
              <a:gd name="connsiteX1134-16189" fmla="*/ 11688140 w 18982931"/>
              <a:gd name="connsiteY1134-16190" fmla="*/ 1765774 h 4449429"/>
              <a:gd name="connsiteX1135-16191" fmla="*/ 11688140 w 18982931"/>
              <a:gd name="connsiteY1135-16192" fmla="*/ 2082711 h 4449429"/>
              <a:gd name="connsiteX1136-16193" fmla="*/ 11910406 w 18982931"/>
              <a:gd name="connsiteY1136-16194" fmla="*/ 2148567 h 4449429"/>
              <a:gd name="connsiteX1137-16195" fmla="*/ 11988608 w 18982931"/>
              <a:gd name="connsiteY1137-16196" fmla="*/ 2119754 h 4449429"/>
              <a:gd name="connsiteX1138-16197" fmla="*/ 11991181 w 18982931"/>
              <a:gd name="connsiteY1138-16198" fmla="*/ 2153197 h 4449429"/>
              <a:gd name="connsiteX1139-16199" fmla="*/ 11993908 w 18982931"/>
              <a:gd name="connsiteY1139-16200" fmla="*/ 2158900 h 4449429"/>
              <a:gd name="connsiteX1140-16201" fmla="*/ 11993908 w 18982931"/>
              <a:gd name="connsiteY1140-16202" fmla="*/ 2156799 h 4449429"/>
              <a:gd name="connsiteX1141-16203" fmla="*/ 11998023 w 18982931"/>
              <a:gd name="connsiteY1141-16204" fmla="*/ 2115639 h 4449429"/>
              <a:gd name="connsiteX1142-16205" fmla="*/ 12010373 w 18982931"/>
              <a:gd name="connsiteY1142-16206" fmla="*/ 2115639 h 4449429"/>
              <a:gd name="connsiteX1143-16207" fmla="*/ 12014490 w 18982931"/>
              <a:gd name="connsiteY1143-16208" fmla="*/ 2185614 h 4449429"/>
              <a:gd name="connsiteX1144-16209" fmla="*/ 12055650 w 18982931"/>
              <a:gd name="connsiteY1144-16210" fmla="*/ 2259703 h 4449429"/>
              <a:gd name="connsiteX1145-16211" fmla="*/ 12109157 w 18982931"/>
              <a:gd name="connsiteY1145-16212" fmla="*/ 2267933 h 4449429"/>
              <a:gd name="connsiteX1146-16213" fmla="*/ 12137972 w 18982931"/>
              <a:gd name="connsiteY1146-16214" fmla="*/ 2580753 h 4449429"/>
              <a:gd name="connsiteX1147-16215" fmla="*/ 12150317 w 18982931"/>
              <a:gd name="connsiteY1147-16216" fmla="*/ 2580753 h 4449429"/>
              <a:gd name="connsiteX1148-16217" fmla="*/ 12179132 w 18982931"/>
              <a:gd name="connsiteY1148-16218" fmla="*/ 2411992 h 4449429"/>
              <a:gd name="connsiteX1149-16219" fmla="*/ 12207942 w 18982931"/>
              <a:gd name="connsiteY1149-16220" fmla="*/ 2160917 h 4449429"/>
              <a:gd name="connsiteX1150-16221" fmla="*/ 12216174 w 18982931"/>
              <a:gd name="connsiteY1150-16222" fmla="*/ 2152686 h 4449429"/>
              <a:gd name="connsiteX1151-16223" fmla="*/ 12331423 w 18982931"/>
              <a:gd name="connsiteY1151-16224" fmla="*/ 2152686 h 4449429"/>
              <a:gd name="connsiteX1152-16225" fmla="*/ 12331423 w 18982931"/>
              <a:gd name="connsiteY1152-16226" fmla="*/ 2317327 h 4449429"/>
              <a:gd name="connsiteX1153-16227" fmla="*/ 12496064 w 18982931"/>
              <a:gd name="connsiteY1153-16228" fmla="*/ 2313208 h 4449429"/>
              <a:gd name="connsiteX1154-16229" fmla="*/ 12557802 w 18982931"/>
              <a:gd name="connsiteY1154-16230" fmla="*/ 2210310 h 4449429"/>
              <a:gd name="connsiteX1155-16231" fmla="*/ 12566034 w 18982931"/>
              <a:gd name="connsiteY1155-16232" fmla="*/ 2206191 h 4449429"/>
              <a:gd name="connsiteX1156-16233" fmla="*/ 12598962 w 18982931"/>
              <a:gd name="connsiteY1156-16234" fmla="*/ 2267933 h 4449429"/>
              <a:gd name="connsiteX1157-16235" fmla="*/ 12607194 w 18982931"/>
              <a:gd name="connsiteY1157-16236" fmla="*/ 2263816 h 4449429"/>
              <a:gd name="connsiteX1158-16237" fmla="*/ 12607194 w 18982931"/>
              <a:gd name="connsiteY1158-16238" fmla="*/ 1461193 h 4449429"/>
              <a:gd name="connsiteX1159-16239" fmla="*/ 12677169 w 18982931"/>
              <a:gd name="connsiteY1159-16240" fmla="*/ 1230695 h 4449429"/>
              <a:gd name="connsiteX1160-16241" fmla="*/ 12920017 w 18982931"/>
              <a:gd name="connsiteY1160-16242" fmla="*/ 1230695 h 4449429"/>
              <a:gd name="connsiteX1161-16243" fmla="*/ 12948827 w 18982931"/>
              <a:gd name="connsiteY1161-16244" fmla="*/ 1490003 h 4449429"/>
              <a:gd name="connsiteX1162-16245" fmla="*/ 12948827 w 18982931"/>
              <a:gd name="connsiteY1162-16246" fmla="*/ 1909838 h 4449429"/>
              <a:gd name="connsiteX1163-16247" fmla="*/ 12948827 w 18982931"/>
              <a:gd name="connsiteY1163-16248" fmla="*/ 1975695 h 4449429"/>
              <a:gd name="connsiteX1164-16249" fmla="*/ 12969405 w 18982931"/>
              <a:gd name="connsiteY1164-16250" fmla="*/ 1979812 h 4449429"/>
              <a:gd name="connsiteX1165-16251" fmla="*/ 12989987 w 18982931"/>
              <a:gd name="connsiteY1165-16252" fmla="*/ 1913955 h 4449429"/>
              <a:gd name="connsiteX1166-16253" fmla="*/ 12989987 w 18982931"/>
              <a:gd name="connsiteY1166-16254" fmla="*/ 1469425 h 4449429"/>
              <a:gd name="connsiteX1167-16255" fmla="*/ 13064076 w 18982931"/>
              <a:gd name="connsiteY1167-16256" fmla="*/ 1395336 h 4449429"/>
              <a:gd name="connsiteX1168-16257" fmla="*/ 13146396 w 18982931"/>
              <a:gd name="connsiteY1168-16258" fmla="*/ 1395336 h 4449429"/>
              <a:gd name="connsiteX1169-16259" fmla="*/ 13146396 w 18982931"/>
              <a:gd name="connsiteY1169-16260" fmla="*/ 1111328 h 4449429"/>
              <a:gd name="connsiteX1170-16261" fmla="*/ 13216366 w 18982931"/>
              <a:gd name="connsiteY1170-16262" fmla="*/ 1103096 h 4449429"/>
              <a:gd name="connsiteX1171-16263" fmla="*/ 13228716 w 18982931"/>
              <a:gd name="connsiteY1171-16264" fmla="*/ 1041358 h 4449429"/>
              <a:gd name="connsiteX1172-16265" fmla="*/ 13368662 w 18982931"/>
              <a:gd name="connsiteY1172-16266" fmla="*/ 1041358 h 4449429"/>
              <a:gd name="connsiteX1173-16267" fmla="*/ 13368662 w 18982931"/>
              <a:gd name="connsiteY1173-16268" fmla="*/ 687379 h 4449429"/>
              <a:gd name="connsiteX1174-16269" fmla="*/ 13483911 w 18982931"/>
              <a:gd name="connsiteY1174-16270" fmla="*/ 687379 h 4449429"/>
              <a:gd name="connsiteX1175-16271" fmla="*/ 13483911 w 18982931"/>
              <a:gd name="connsiteY1175-16272" fmla="*/ 617404 h 4449429"/>
              <a:gd name="connsiteX1176-16273" fmla="*/ 13483911 w 18982931"/>
              <a:gd name="connsiteY1176-16274" fmla="*/ 131714 h 4449429"/>
              <a:gd name="connsiteX1177-16275" fmla="*/ 13541534 w 18982931"/>
              <a:gd name="connsiteY1177-16276" fmla="*/ 74089 h 4449429"/>
              <a:gd name="connsiteX1178-16277" fmla="*/ 13685593 w 18982931"/>
              <a:gd name="connsiteY1178-16278" fmla="*/ 74089 h 4449429"/>
              <a:gd name="connsiteX1179-16279" fmla="*/ 13730872 w 18982931"/>
              <a:gd name="connsiteY1179-16280" fmla="*/ 49392 h 4449429"/>
              <a:gd name="connsiteX1180-16281" fmla="*/ 13739104 w 18982931"/>
              <a:gd name="connsiteY1180-16282" fmla="*/ 0 h 4449429"/>
              <a:gd name="connsiteX0-16283" fmla="*/ 16404499 w 18982931"/>
              <a:gd name="connsiteY0-16284" fmla="*/ 4309270 h 4449429"/>
              <a:gd name="connsiteX1-16285" fmla="*/ 16404499 w 18982931"/>
              <a:gd name="connsiteY1-16286" fmla="*/ 4366104 h 4449429"/>
              <a:gd name="connsiteX2-16287" fmla="*/ 16461332 w 18982931"/>
              <a:gd name="connsiteY2-16288" fmla="*/ 4366104 h 4449429"/>
              <a:gd name="connsiteX3-16289" fmla="*/ 16461332 w 18982931"/>
              <a:gd name="connsiteY3-16290" fmla="*/ 4309270 h 4449429"/>
              <a:gd name="connsiteX4-16291" fmla="*/ 16404499 w 18982931"/>
              <a:gd name="connsiteY4-16292" fmla="*/ 4309270 h 4449429"/>
              <a:gd name="connsiteX5-16293" fmla="*/ 16292444 w 18982931"/>
              <a:gd name="connsiteY5-16294" fmla="*/ 4309270 h 4449429"/>
              <a:gd name="connsiteX6-16295" fmla="*/ 16292444 w 18982931"/>
              <a:gd name="connsiteY6-16296" fmla="*/ 4366104 h 4449429"/>
              <a:gd name="connsiteX7-16297" fmla="*/ 16349278 w 18982931"/>
              <a:gd name="connsiteY7-16298" fmla="*/ 4366104 h 4449429"/>
              <a:gd name="connsiteX8-16299" fmla="*/ 16349278 w 18982931"/>
              <a:gd name="connsiteY8-16300" fmla="*/ 4309270 h 4449429"/>
              <a:gd name="connsiteX9-16301" fmla="*/ 16292444 w 18982931"/>
              <a:gd name="connsiteY9-16302" fmla="*/ 4309270 h 4449429"/>
              <a:gd name="connsiteX10-16303" fmla="*/ 16180390 w 18982931"/>
              <a:gd name="connsiteY10-16304" fmla="*/ 4309270 h 4449429"/>
              <a:gd name="connsiteX11-16305" fmla="*/ 16180390 w 18982931"/>
              <a:gd name="connsiteY11-16306" fmla="*/ 4366104 h 4449429"/>
              <a:gd name="connsiteX12-16307" fmla="*/ 16237224 w 18982931"/>
              <a:gd name="connsiteY12-16308" fmla="*/ 4366104 h 4449429"/>
              <a:gd name="connsiteX13-16309" fmla="*/ 16237224 w 18982931"/>
              <a:gd name="connsiteY13-16310" fmla="*/ 4309270 h 4449429"/>
              <a:gd name="connsiteX14-16311" fmla="*/ 16180390 w 18982931"/>
              <a:gd name="connsiteY14-16312" fmla="*/ 4309270 h 4449429"/>
              <a:gd name="connsiteX15-16313" fmla="*/ 2813944 w 18982931"/>
              <a:gd name="connsiteY15-16314" fmla="*/ 4309269 h 4449429"/>
              <a:gd name="connsiteX16-16315" fmla="*/ 2813944 w 18982931"/>
              <a:gd name="connsiteY16-16316" fmla="*/ 4366102 h 4449429"/>
              <a:gd name="connsiteX17-16317" fmla="*/ 2870780 w 18982931"/>
              <a:gd name="connsiteY17-16318" fmla="*/ 4366102 h 4449429"/>
              <a:gd name="connsiteX18-16319" fmla="*/ 2870780 w 18982931"/>
              <a:gd name="connsiteY18-16320" fmla="*/ 4309269 h 4449429"/>
              <a:gd name="connsiteX19-16321" fmla="*/ 2813944 w 18982931"/>
              <a:gd name="connsiteY19-16322" fmla="*/ 4309269 h 4449429"/>
              <a:gd name="connsiteX20-16323" fmla="*/ 2701890 w 18982931"/>
              <a:gd name="connsiteY20-16324" fmla="*/ 4309269 h 4449429"/>
              <a:gd name="connsiteX21-16325" fmla="*/ 2701890 w 18982931"/>
              <a:gd name="connsiteY21-16326" fmla="*/ 4366102 h 4449429"/>
              <a:gd name="connsiteX22-16327" fmla="*/ 2758723 w 18982931"/>
              <a:gd name="connsiteY22-16328" fmla="*/ 4366102 h 4449429"/>
              <a:gd name="connsiteX23-16329" fmla="*/ 2758723 w 18982931"/>
              <a:gd name="connsiteY23-16330" fmla="*/ 4309269 h 4449429"/>
              <a:gd name="connsiteX24-16331" fmla="*/ 2701890 w 18982931"/>
              <a:gd name="connsiteY24-16332" fmla="*/ 4309269 h 4449429"/>
              <a:gd name="connsiteX25-16333" fmla="*/ 2589843 w 18982931"/>
              <a:gd name="connsiteY25-16334" fmla="*/ 4309269 h 4449429"/>
              <a:gd name="connsiteX26-16335" fmla="*/ 2589843 w 18982931"/>
              <a:gd name="connsiteY26-16336" fmla="*/ 4366102 h 4449429"/>
              <a:gd name="connsiteX27-16337" fmla="*/ 2646669 w 18982931"/>
              <a:gd name="connsiteY27-16338" fmla="*/ 4366102 h 4449429"/>
              <a:gd name="connsiteX28-16339" fmla="*/ 2646669 w 18982931"/>
              <a:gd name="connsiteY28-16340" fmla="*/ 4309269 h 4449429"/>
              <a:gd name="connsiteX29-16341" fmla="*/ 2589843 w 18982931"/>
              <a:gd name="connsiteY29-16342" fmla="*/ 4309269 h 4449429"/>
              <a:gd name="connsiteX30-16343" fmla="*/ 16404499 w 18982931"/>
              <a:gd name="connsiteY30-16344" fmla="*/ 4163982 h 4449429"/>
              <a:gd name="connsiteX31-16345" fmla="*/ 16404499 w 18982931"/>
              <a:gd name="connsiteY31-16346" fmla="*/ 4220816 h 4449429"/>
              <a:gd name="connsiteX32-16347" fmla="*/ 16461332 w 18982931"/>
              <a:gd name="connsiteY32-16348" fmla="*/ 4220816 h 4449429"/>
              <a:gd name="connsiteX33-16349" fmla="*/ 16461332 w 18982931"/>
              <a:gd name="connsiteY33-16350" fmla="*/ 4163982 h 4449429"/>
              <a:gd name="connsiteX34-16351" fmla="*/ 16404499 w 18982931"/>
              <a:gd name="connsiteY34-16352" fmla="*/ 4163982 h 4449429"/>
              <a:gd name="connsiteX35-16353" fmla="*/ 16292444 w 18982931"/>
              <a:gd name="connsiteY35-16354" fmla="*/ 4163982 h 4449429"/>
              <a:gd name="connsiteX36-16355" fmla="*/ 16292444 w 18982931"/>
              <a:gd name="connsiteY36-16356" fmla="*/ 4220816 h 4449429"/>
              <a:gd name="connsiteX37-16357" fmla="*/ 16349278 w 18982931"/>
              <a:gd name="connsiteY37-16358" fmla="*/ 4220816 h 4449429"/>
              <a:gd name="connsiteX38-16359" fmla="*/ 16349278 w 18982931"/>
              <a:gd name="connsiteY38-16360" fmla="*/ 4163982 h 4449429"/>
              <a:gd name="connsiteX39-16361" fmla="*/ 16292444 w 18982931"/>
              <a:gd name="connsiteY39-16362" fmla="*/ 4163982 h 4449429"/>
              <a:gd name="connsiteX40-16363" fmla="*/ 16180390 w 18982931"/>
              <a:gd name="connsiteY40-16364" fmla="*/ 4163982 h 4449429"/>
              <a:gd name="connsiteX41-16365" fmla="*/ 16180390 w 18982931"/>
              <a:gd name="connsiteY41-16366" fmla="*/ 4220816 h 4449429"/>
              <a:gd name="connsiteX42-16367" fmla="*/ 16237224 w 18982931"/>
              <a:gd name="connsiteY42-16368" fmla="*/ 4220816 h 4449429"/>
              <a:gd name="connsiteX43-16369" fmla="*/ 16237224 w 18982931"/>
              <a:gd name="connsiteY43-16370" fmla="*/ 4163982 h 4449429"/>
              <a:gd name="connsiteX44-16371" fmla="*/ 16180390 w 18982931"/>
              <a:gd name="connsiteY44-16372" fmla="*/ 4163982 h 4449429"/>
              <a:gd name="connsiteX45-16373" fmla="*/ 2813944 w 18982931"/>
              <a:gd name="connsiteY45-16374" fmla="*/ 4163981 h 4449429"/>
              <a:gd name="connsiteX46-16375" fmla="*/ 2813944 w 18982931"/>
              <a:gd name="connsiteY46-16376" fmla="*/ 4220814 h 4449429"/>
              <a:gd name="connsiteX47-16377" fmla="*/ 2870780 w 18982931"/>
              <a:gd name="connsiteY47-16378" fmla="*/ 4220814 h 4449429"/>
              <a:gd name="connsiteX48-16379" fmla="*/ 2870780 w 18982931"/>
              <a:gd name="connsiteY48-16380" fmla="*/ 4163981 h 4449429"/>
              <a:gd name="connsiteX49-16381" fmla="*/ 2813944 w 18982931"/>
              <a:gd name="connsiteY49-16382" fmla="*/ 4163981 h 4449429"/>
              <a:gd name="connsiteX50-16383" fmla="*/ 2701890 w 18982931"/>
              <a:gd name="connsiteY50-16384" fmla="*/ 4163981 h 4449429"/>
              <a:gd name="connsiteX51-16385" fmla="*/ 2701890 w 18982931"/>
              <a:gd name="connsiteY51-16386" fmla="*/ 4220814 h 4449429"/>
              <a:gd name="connsiteX52-16387" fmla="*/ 2758723 w 18982931"/>
              <a:gd name="connsiteY52-16388" fmla="*/ 4220814 h 4449429"/>
              <a:gd name="connsiteX53-16389" fmla="*/ 2758723 w 18982931"/>
              <a:gd name="connsiteY53-16390" fmla="*/ 4163981 h 4449429"/>
              <a:gd name="connsiteX54-16391" fmla="*/ 2701890 w 18982931"/>
              <a:gd name="connsiteY54-16392" fmla="*/ 4163981 h 4449429"/>
              <a:gd name="connsiteX55-16393" fmla="*/ 2589843 w 18982931"/>
              <a:gd name="connsiteY55-16394" fmla="*/ 4163981 h 4449429"/>
              <a:gd name="connsiteX56-16395" fmla="*/ 2589843 w 18982931"/>
              <a:gd name="connsiteY56-16396" fmla="*/ 4220814 h 4449429"/>
              <a:gd name="connsiteX57-16397" fmla="*/ 2646669 w 18982931"/>
              <a:gd name="connsiteY57-16398" fmla="*/ 4220814 h 4449429"/>
              <a:gd name="connsiteX58-16399" fmla="*/ 2646669 w 18982931"/>
              <a:gd name="connsiteY58-16400" fmla="*/ 4163981 h 4449429"/>
              <a:gd name="connsiteX59-16401" fmla="*/ 2589843 w 18982931"/>
              <a:gd name="connsiteY59-16402" fmla="*/ 4163981 h 4449429"/>
              <a:gd name="connsiteX60-16403" fmla="*/ 9851983 w 18982931"/>
              <a:gd name="connsiteY60-16404" fmla="*/ 4073253 h 4449429"/>
              <a:gd name="connsiteX61-16405" fmla="*/ 9851983 w 18982931"/>
              <a:gd name="connsiteY61-16406" fmla="*/ 4282100 h 4449429"/>
              <a:gd name="connsiteX62-16407" fmla="*/ 9897683 w 18982931"/>
              <a:gd name="connsiteY62-16408" fmla="*/ 4282100 h 4449429"/>
              <a:gd name="connsiteX63-16409" fmla="*/ 9897683 w 18982931"/>
              <a:gd name="connsiteY63-16410" fmla="*/ 4073253 h 4449429"/>
              <a:gd name="connsiteX64-16411" fmla="*/ 9851983 w 18982931"/>
              <a:gd name="connsiteY64-16412" fmla="*/ 4073253 h 4449429"/>
              <a:gd name="connsiteX65-16413" fmla="*/ 9760354 w 18982931"/>
              <a:gd name="connsiteY65-16414" fmla="*/ 4073253 h 4449429"/>
              <a:gd name="connsiteX66-16415" fmla="*/ 9760354 w 18982931"/>
              <a:gd name="connsiteY66-16416" fmla="*/ 4282100 h 4449429"/>
              <a:gd name="connsiteX67-16417" fmla="*/ 9806054 w 18982931"/>
              <a:gd name="connsiteY67-16418" fmla="*/ 4282100 h 4449429"/>
              <a:gd name="connsiteX68-16419" fmla="*/ 9806054 w 18982931"/>
              <a:gd name="connsiteY68-16420" fmla="*/ 4073253 h 4449429"/>
              <a:gd name="connsiteX69-16421" fmla="*/ 9760354 w 18982931"/>
              <a:gd name="connsiteY69-16422" fmla="*/ 4073253 h 4449429"/>
              <a:gd name="connsiteX70-16423" fmla="*/ 9668723 w 18982931"/>
              <a:gd name="connsiteY70-16424" fmla="*/ 4073253 h 4449429"/>
              <a:gd name="connsiteX71-16425" fmla="*/ 9668723 w 18982931"/>
              <a:gd name="connsiteY71-16426" fmla="*/ 4282100 h 4449429"/>
              <a:gd name="connsiteX72-16427" fmla="*/ 9714423 w 18982931"/>
              <a:gd name="connsiteY72-16428" fmla="*/ 4282100 h 4449429"/>
              <a:gd name="connsiteX73-16429" fmla="*/ 9714423 w 18982931"/>
              <a:gd name="connsiteY73-16430" fmla="*/ 4073253 h 4449429"/>
              <a:gd name="connsiteX74-16431" fmla="*/ 9668723 w 18982931"/>
              <a:gd name="connsiteY74-16432" fmla="*/ 4073253 h 4449429"/>
              <a:gd name="connsiteX75-16433" fmla="*/ 9577094 w 18982931"/>
              <a:gd name="connsiteY75-16434" fmla="*/ 4073253 h 4449429"/>
              <a:gd name="connsiteX76-16435" fmla="*/ 9577094 w 18982931"/>
              <a:gd name="connsiteY76-16436" fmla="*/ 4282100 h 4449429"/>
              <a:gd name="connsiteX77-16437" fmla="*/ 9622794 w 18982931"/>
              <a:gd name="connsiteY77-16438" fmla="*/ 4282100 h 4449429"/>
              <a:gd name="connsiteX78-16439" fmla="*/ 9622794 w 18982931"/>
              <a:gd name="connsiteY78-16440" fmla="*/ 4073253 h 4449429"/>
              <a:gd name="connsiteX79-16441" fmla="*/ 9577094 w 18982931"/>
              <a:gd name="connsiteY79-16442" fmla="*/ 4073253 h 4449429"/>
              <a:gd name="connsiteX80-16443" fmla="*/ 9485470 w 18982931"/>
              <a:gd name="connsiteY80-16444" fmla="*/ 4073253 h 4449429"/>
              <a:gd name="connsiteX81-16445" fmla="*/ 9485470 w 18982931"/>
              <a:gd name="connsiteY81-16446" fmla="*/ 4282100 h 4449429"/>
              <a:gd name="connsiteX82-16447" fmla="*/ 9531165 w 18982931"/>
              <a:gd name="connsiteY82-16448" fmla="*/ 4282100 h 4449429"/>
              <a:gd name="connsiteX83-16449" fmla="*/ 9531165 w 18982931"/>
              <a:gd name="connsiteY83-16450" fmla="*/ 4073253 h 4449429"/>
              <a:gd name="connsiteX84-16451" fmla="*/ 9485470 w 18982931"/>
              <a:gd name="connsiteY84-16452" fmla="*/ 4073253 h 4449429"/>
              <a:gd name="connsiteX85-16453" fmla="*/ 9393836 w 18982931"/>
              <a:gd name="connsiteY85-16454" fmla="*/ 4073253 h 4449429"/>
              <a:gd name="connsiteX86-16455" fmla="*/ 9393836 w 18982931"/>
              <a:gd name="connsiteY86-16456" fmla="*/ 4282100 h 4449429"/>
              <a:gd name="connsiteX87-16457" fmla="*/ 9439536 w 18982931"/>
              <a:gd name="connsiteY87-16458" fmla="*/ 4282100 h 4449429"/>
              <a:gd name="connsiteX88-16459" fmla="*/ 9439536 w 18982931"/>
              <a:gd name="connsiteY88-16460" fmla="*/ 4073253 h 4449429"/>
              <a:gd name="connsiteX89-16461" fmla="*/ 9393836 w 18982931"/>
              <a:gd name="connsiteY89-16462" fmla="*/ 4073253 h 4449429"/>
              <a:gd name="connsiteX90-16463" fmla="*/ 9302203 w 18982931"/>
              <a:gd name="connsiteY90-16464" fmla="*/ 4073253 h 4449429"/>
              <a:gd name="connsiteX91-16465" fmla="*/ 9302203 w 18982931"/>
              <a:gd name="connsiteY91-16466" fmla="*/ 4282100 h 4449429"/>
              <a:gd name="connsiteX92-16467" fmla="*/ 9347904 w 18982931"/>
              <a:gd name="connsiteY92-16468" fmla="*/ 4282100 h 4449429"/>
              <a:gd name="connsiteX93-16469" fmla="*/ 9347904 w 18982931"/>
              <a:gd name="connsiteY93-16470" fmla="*/ 4073253 h 4449429"/>
              <a:gd name="connsiteX94-16471" fmla="*/ 9302203 w 18982931"/>
              <a:gd name="connsiteY94-16472" fmla="*/ 4073253 h 4449429"/>
              <a:gd name="connsiteX95-16473" fmla="*/ 16404499 w 18982931"/>
              <a:gd name="connsiteY95-16474" fmla="*/ 4018694 h 4449429"/>
              <a:gd name="connsiteX96-16475" fmla="*/ 16404499 w 18982931"/>
              <a:gd name="connsiteY96-16476" fmla="*/ 4075528 h 4449429"/>
              <a:gd name="connsiteX97-16477" fmla="*/ 16461332 w 18982931"/>
              <a:gd name="connsiteY97-16478" fmla="*/ 4075528 h 4449429"/>
              <a:gd name="connsiteX98-16479" fmla="*/ 16461332 w 18982931"/>
              <a:gd name="connsiteY98-16480" fmla="*/ 4018694 h 4449429"/>
              <a:gd name="connsiteX99-16481" fmla="*/ 16404499 w 18982931"/>
              <a:gd name="connsiteY99-16482" fmla="*/ 4018694 h 4449429"/>
              <a:gd name="connsiteX100-16483" fmla="*/ 16292444 w 18982931"/>
              <a:gd name="connsiteY100-16484" fmla="*/ 4018694 h 4449429"/>
              <a:gd name="connsiteX101-16485" fmla="*/ 16292444 w 18982931"/>
              <a:gd name="connsiteY101-16486" fmla="*/ 4075528 h 4449429"/>
              <a:gd name="connsiteX102-16487" fmla="*/ 16349278 w 18982931"/>
              <a:gd name="connsiteY102-16488" fmla="*/ 4075528 h 4449429"/>
              <a:gd name="connsiteX103-16489" fmla="*/ 16349278 w 18982931"/>
              <a:gd name="connsiteY103-16490" fmla="*/ 4018694 h 4449429"/>
              <a:gd name="connsiteX104-16491" fmla="*/ 16292444 w 18982931"/>
              <a:gd name="connsiteY104-16492" fmla="*/ 4018694 h 4449429"/>
              <a:gd name="connsiteX105-16493" fmla="*/ 16180390 w 18982931"/>
              <a:gd name="connsiteY105-16494" fmla="*/ 4018694 h 4449429"/>
              <a:gd name="connsiteX106-16495" fmla="*/ 16180390 w 18982931"/>
              <a:gd name="connsiteY106-16496" fmla="*/ 4075528 h 4449429"/>
              <a:gd name="connsiteX107-16497" fmla="*/ 16237224 w 18982931"/>
              <a:gd name="connsiteY107-16498" fmla="*/ 4075528 h 4449429"/>
              <a:gd name="connsiteX108-16499" fmla="*/ 16237224 w 18982931"/>
              <a:gd name="connsiteY108-16500" fmla="*/ 4018694 h 4449429"/>
              <a:gd name="connsiteX109-16501" fmla="*/ 16180390 w 18982931"/>
              <a:gd name="connsiteY109-16502" fmla="*/ 4018694 h 4449429"/>
              <a:gd name="connsiteX110-16503" fmla="*/ 2813944 w 18982931"/>
              <a:gd name="connsiteY110-16504" fmla="*/ 4018692 h 4449429"/>
              <a:gd name="connsiteX111-16505" fmla="*/ 2813944 w 18982931"/>
              <a:gd name="connsiteY111-16506" fmla="*/ 4075526 h 4449429"/>
              <a:gd name="connsiteX112-16507" fmla="*/ 2870780 w 18982931"/>
              <a:gd name="connsiteY112-16508" fmla="*/ 4075526 h 4449429"/>
              <a:gd name="connsiteX113-16509" fmla="*/ 2870780 w 18982931"/>
              <a:gd name="connsiteY113-16510" fmla="*/ 4018692 h 4449429"/>
              <a:gd name="connsiteX114-16511" fmla="*/ 2813944 w 18982931"/>
              <a:gd name="connsiteY114-16512" fmla="*/ 4018692 h 4449429"/>
              <a:gd name="connsiteX115-16513" fmla="*/ 2701890 w 18982931"/>
              <a:gd name="connsiteY115-16514" fmla="*/ 4018692 h 4449429"/>
              <a:gd name="connsiteX116-16515" fmla="*/ 2701890 w 18982931"/>
              <a:gd name="connsiteY116-16516" fmla="*/ 4075526 h 4449429"/>
              <a:gd name="connsiteX117-16517" fmla="*/ 2758723 w 18982931"/>
              <a:gd name="connsiteY117-16518" fmla="*/ 4075526 h 4449429"/>
              <a:gd name="connsiteX118-16519" fmla="*/ 2758723 w 18982931"/>
              <a:gd name="connsiteY118-16520" fmla="*/ 4018692 h 4449429"/>
              <a:gd name="connsiteX119-16521" fmla="*/ 2701890 w 18982931"/>
              <a:gd name="connsiteY119-16522" fmla="*/ 4018692 h 4449429"/>
              <a:gd name="connsiteX120-16523" fmla="*/ 2589843 w 18982931"/>
              <a:gd name="connsiteY120-16524" fmla="*/ 4018692 h 4449429"/>
              <a:gd name="connsiteX121-16525" fmla="*/ 2589843 w 18982931"/>
              <a:gd name="connsiteY121-16526" fmla="*/ 4075526 h 4449429"/>
              <a:gd name="connsiteX122-16527" fmla="*/ 2646669 w 18982931"/>
              <a:gd name="connsiteY122-16528" fmla="*/ 4075526 h 4449429"/>
              <a:gd name="connsiteX123-16529" fmla="*/ 2646669 w 18982931"/>
              <a:gd name="connsiteY123-16530" fmla="*/ 4018692 h 4449429"/>
              <a:gd name="connsiteX124-16531" fmla="*/ 2589843 w 18982931"/>
              <a:gd name="connsiteY124-16532" fmla="*/ 4018692 h 4449429"/>
              <a:gd name="connsiteX125-16533" fmla="*/ 16404499 w 18982931"/>
              <a:gd name="connsiteY125-16534" fmla="*/ 3873406 h 4449429"/>
              <a:gd name="connsiteX126-16535" fmla="*/ 16404499 w 18982931"/>
              <a:gd name="connsiteY126-16536" fmla="*/ 3930240 h 4449429"/>
              <a:gd name="connsiteX127-16537" fmla="*/ 16461332 w 18982931"/>
              <a:gd name="connsiteY127-16538" fmla="*/ 3930240 h 4449429"/>
              <a:gd name="connsiteX128-16539" fmla="*/ 16461332 w 18982931"/>
              <a:gd name="connsiteY128-16540" fmla="*/ 3873406 h 4449429"/>
              <a:gd name="connsiteX129-16541" fmla="*/ 16404499 w 18982931"/>
              <a:gd name="connsiteY129-16542" fmla="*/ 3873406 h 4449429"/>
              <a:gd name="connsiteX130-16543" fmla="*/ 16292444 w 18982931"/>
              <a:gd name="connsiteY130-16544" fmla="*/ 3873406 h 4449429"/>
              <a:gd name="connsiteX131-16545" fmla="*/ 16292444 w 18982931"/>
              <a:gd name="connsiteY131-16546" fmla="*/ 3930240 h 4449429"/>
              <a:gd name="connsiteX132-16547" fmla="*/ 16349278 w 18982931"/>
              <a:gd name="connsiteY132-16548" fmla="*/ 3930240 h 4449429"/>
              <a:gd name="connsiteX133-16549" fmla="*/ 16349278 w 18982931"/>
              <a:gd name="connsiteY133-16550" fmla="*/ 3873406 h 4449429"/>
              <a:gd name="connsiteX134-16551" fmla="*/ 16292444 w 18982931"/>
              <a:gd name="connsiteY134-16552" fmla="*/ 3873406 h 4449429"/>
              <a:gd name="connsiteX135-16553" fmla="*/ 16180390 w 18982931"/>
              <a:gd name="connsiteY135-16554" fmla="*/ 3873406 h 4449429"/>
              <a:gd name="connsiteX136-16555" fmla="*/ 16180390 w 18982931"/>
              <a:gd name="connsiteY136-16556" fmla="*/ 3930240 h 4449429"/>
              <a:gd name="connsiteX137-16557" fmla="*/ 16237224 w 18982931"/>
              <a:gd name="connsiteY137-16558" fmla="*/ 3930240 h 4449429"/>
              <a:gd name="connsiteX138-16559" fmla="*/ 16237224 w 18982931"/>
              <a:gd name="connsiteY138-16560" fmla="*/ 3873406 h 4449429"/>
              <a:gd name="connsiteX139-16561" fmla="*/ 16180390 w 18982931"/>
              <a:gd name="connsiteY139-16562" fmla="*/ 3873406 h 4449429"/>
              <a:gd name="connsiteX140-16563" fmla="*/ 2813944 w 18982931"/>
              <a:gd name="connsiteY140-16564" fmla="*/ 3873404 h 4449429"/>
              <a:gd name="connsiteX141-16565" fmla="*/ 2813944 w 18982931"/>
              <a:gd name="connsiteY141-16566" fmla="*/ 3930238 h 4449429"/>
              <a:gd name="connsiteX142-16567" fmla="*/ 2870780 w 18982931"/>
              <a:gd name="connsiteY142-16568" fmla="*/ 3930238 h 4449429"/>
              <a:gd name="connsiteX143-16569" fmla="*/ 2870780 w 18982931"/>
              <a:gd name="connsiteY143-16570" fmla="*/ 3873404 h 4449429"/>
              <a:gd name="connsiteX144-16571" fmla="*/ 2813944 w 18982931"/>
              <a:gd name="connsiteY144-16572" fmla="*/ 3873404 h 4449429"/>
              <a:gd name="connsiteX145-16573" fmla="*/ 2701890 w 18982931"/>
              <a:gd name="connsiteY145-16574" fmla="*/ 3873404 h 4449429"/>
              <a:gd name="connsiteX146-16575" fmla="*/ 2701890 w 18982931"/>
              <a:gd name="connsiteY146-16576" fmla="*/ 3930238 h 4449429"/>
              <a:gd name="connsiteX147-16577" fmla="*/ 2758723 w 18982931"/>
              <a:gd name="connsiteY147-16578" fmla="*/ 3930238 h 4449429"/>
              <a:gd name="connsiteX148-16579" fmla="*/ 2758723 w 18982931"/>
              <a:gd name="connsiteY148-16580" fmla="*/ 3873404 h 4449429"/>
              <a:gd name="connsiteX149-16581" fmla="*/ 2701890 w 18982931"/>
              <a:gd name="connsiteY149-16582" fmla="*/ 3873404 h 4449429"/>
              <a:gd name="connsiteX150-16583" fmla="*/ 2589843 w 18982931"/>
              <a:gd name="connsiteY150-16584" fmla="*/ 3873404 h 4449429"/>
              <a:gd name="connsiteX151-16585" fmla="*/ 2589843 w 18982931"/>
              <a:gd name="connsiteY151-16586" fmla="*/ 3930238 h 4449429"/>
              <a:gd name="connsiteX152-16587" fmla="*/ 2646669 w 18982931"/>
              <a:gd name="connsiteY152-16588" fmla="*/ 3930238 h 4449429"/>
              <a:gd name="connsiteX153-16589" fmla="*/ 2646669 w 18982931"/>
              <a:gd name="connsiteY153-16590" fmla="*/ 3873404 h 4449429"/>
              <a:gd name="connsiteX154-16591" fmla="*/ 2589843 w 18982931"/>
              <a:gd name="connsiteY154-16592" fmla="*/ 3873404 h 4449429"/>
              <a:gd name="connsiteX155-16593" fmla="*/ 17351339 w 18982931"/>
              <a:gd name="connsiteY155-16594" fmla="*/ 3769299 h 4449429"/>
              <a:gd name="connsiteX156-16595" fmla="*/ 17351339 w 18982931"/>
              <a:gd name="connsiteY156-16596" fmla="*/ 3815000 h 4449429"/>
              <a:gd name="connsiteX157-16597" fmla="*/ 17560187 w 18982931"/>
              <a:gd name="connsiteY157-16598" fmla="*/ 3815000 h 4449429"/>
              <a:gd name="connsiteX158-16599" fmla="*/ 17560187 w 18982931"/>
              <a:gd name="connsiteY158-16600" fmla="*/ 3769299 h 4449429"/>
              <a:gd name="connsiteX159-16601" fmla="*/ 17351339 w 18982931"/>
              <a:gd name="connsiteY159-16602" fmla="*/ 3769299 h 4449429"/>
              <a:gd name="connsiteX160-16603" fmla="*/ 16404499 w 18982931"/>
              <a:gd name="connsiteY160-16604" fmla="*/ 3728118 h 4449429"/>
              <a:gd name="connsiteX161-16605" fmla="*/ 16404499 w 18982931"/>
              <a:gd name="connsiteY161-16606" fmla="*/ 3784951 h 4449429"/>
              <a:gd name="connsiteX162-16607" fmla="*/ 16461332 w 18982931"/>
              <a:gd name="connsiteY162-16608" fmla="*/ 3784951 h 4449429"/>
              <a:gd name="connsiteX163-16609" fmla="*/ 16461332 w 18982931"/>
              <a:gd name="connsiteY163-16610" fmla="*/ 3728118 h 4449429"/>
              <a:gd name="connsiteX164-16611" fmla="*/ 16404499 w 18982931"/>
              <a:gd name="connsiteY164-16612" fmla="*/ 3728118 h 4449429"/>
              <a:gd name="connsiteX165-16613" fmla="*/ 16292444 w 18982931"/>
              <a:gd name="connsiteY165-16614" fmla="*/ 3728118 h 4449429"/>
              <a:gd name="connsiteX166-16615" fmla="*/ 16292444 w 18982931"/>
              <a:gd name="connsiteY166-16616" fmla="*/ 3784951 h 4449429"/>
              <a:gd name="connsiteX167-16617" fmla="*/ 16349278 w 18982931"/>
              <a:gd name="connsiteY167-16618" fmla="*/ 3784951 h 4449429"/>
              <a:gd name="connsiteX168-16619" fmla="*/ 16349278 w 18982931"/>
              <a:gd name="connsiteY168-16620" fmla="*/ 3728118 h 4449429"/>
              <a:gd name="connsiteX169-16621" fmla="*/ 16292444 w 18982931"/>
              <a:gd name="connsiteY169-16622" fmla="*/ 3728118 h 4449429"/>
              <a:gd name="connsiteX170-16623" fmla="*/ 16180390 w 18982931"/>
              <a:gd name="connsiteY170-16624" fmla="*/ 3728118 h 4449429"/>
              <a:gd name="connsiteX171-16625" fmla="*/ 16180390 w 18982931"/>
              <a:gd name="connsiteY171-16626" fmla="*/ 3784951 h 4449429"/>
              <a:gd name="connsiteX172-16627" fmla="*/ 16237224 w 18982931"/>
              <a:gd name="connsiteY172-16628" fmla="*/ 3784951 h 4449429"/>
              <a:gd name="connsiteX173-16629" fmla="*/ 16237224 w 18982931"/>
              <a:gd name="connsiteY173-16630" fmla="*/ 3728118 h 4449429"/>
              <a:gd name="connsiteX174-16631" fmla="*/ 16180390 w 18982931"/>
              <a:gd name="connsiteY174-16632" fmla="*/ 3728118 h 4449429"/>
              <a:gd name="connsiteX175-16633" fmla="*/ 2813944 w 18982931"/>
              <a:gd name="connsiteY175-16634" fmla="*/ 3728116 h 4449429"/>
              <a:gd name="connsiteX176-16635" fmla="*/ 2813944 w 18982931"/>
              <a:gd name="connsiteY176-16636" fmla="*/ 3784950 h 4449429"/>
              <a:gd name="connsiteX177-16637" fmla="*/ 2870780 w 18982931"/>
              <a:gd name="connsiteY177-16638" fmla="*/ 3784950 h 4449429"/>
              <a:gd name="connsiteX178-16639" fmla="*/ 2870780 w 18982931"/>
              <a:gd name="connsiteY178-16640" fmla="*/ 3728116 h 4449429"/>
              <a:gd name="connsiteX179-16641" fmla="*/ 2813944 w 18982931"/>
              <a:gd name="connsiteY179-16642" fmla="*/ 3728116 h 4449429"/>
              <a:gd name="connsiteX180-16643" fmla="*/ 2701891 w 18982931"/>
              <a:gd name="connsiteY180-16644" fmla="*/ 3728116 h 4449429"/>
              <a:gd name="connsiteX181-16645" fmla="*/ 2701891 w 18982931"/>
              <a:gd name="connsiteY181-16646" fmla="*/ 3784950 h 4449429"/>
              <a:gd name="connsiteX182-16647" fmla="*/ 2758730 w 18982931"/>
              <a:gd name="connsiteY182-16648" fmla="*/ 3784950 h 4449429"/>
              <a:gd name="connsiteX183-16649" fmla="*/ 2758730 w 18982931"/>
              <a:gd name="connsiteY183-16650" fmla="*/ 3728116 h 4449429"/>
              <a:gd name="connsiteX184-16651" fmla="*/ 2701891 w 18982931"/>
              <a:gd name="connsiteY184-16652" fmla="*/ 3728116 h 4449429"/>
              <a:gd name="connsiteX185-16653" fmla="*/ 2589845 w 18982931"/>
              <a:gd name="connsiteY185-16654" fmla="*/ 3728116 h 4449429"/>
              <a:gd name="connsiteX186-16655" fmla="*/ 2589845 w 18982931"/>
              <a:gd name="connsiteY186-16656" fmla="*/ 3784950 h 4449429"/>
              <a:gd name="connsiteX187-16657" fmla="*/ 2646671 w 18982931"/>
              <a:gd name="connsiteY187-16658" fmla="*/ 3784950 h 4449429"/>
              <a:gd name="connsiteX188-16659" fmla="*/ 2646671 w 18982931"/>
              <a:gd name="connsiteY188-16660" fmla="*/ 3728116 h 4449429"/>
              <a:gd name="connsiteX189-16661" fmla="*/ 2589845 w 18982931"/>
              <a:gd name="connsiteY189-16662" fmla="*/ 3728116 h 4449429"/>
              <a:gd name="connsiteX190-16663" fmla="*/ 17351339 w 18982931"/>
              <a:gd name="connsiteY190-16664" fmla="*/ 3677667 h 4449429"/>
              <a:gd name="connsiteX191-16665" fmla="*/ 17351339 w 18982931"/>
              <a:gd name="connsiteY191-16666" fmla="*/ 3723368 h 4449429"/>
              <a:gd name="connsiteX192-16667" fmla="*/ 17560187 w 18982931"/>
              <a:gd name="connsiteY192-16668" fmla="*/ 3723368 h 4449429"/>
              <a:gd name="connsiteX193-16669" fmla="*/ 17560187 w 18982931"/>
              <a:gd name="connsiteY193-16670" fmla="*/ 3677667 h 4449429"/>
              <a:gd name="connsiteX194-16671" fmla="*/ 17351339 w 18982931"/>
              <a:gd name="connsiteY194-16672" fmla="*/ 3677667 h 4449429"/>
              <a:gd name="connsiteX195-16673" fmla="*/ 12612246 w 18982931"/>
              <a:gd name="connsiteY195-16674" fmla="*/ 3645952 h 4449429"/>
              <a:gd name="connsiteX196-16675" fmla="*/ 12612246 w 18982931"/>
              <a:gd name="connsiteY196-16676" fmla="*/ 3702785 h 4449429"/>
              <a:gd name="connsiteX197-16677" fmla="*/ 12669079 w 18982931"/>
              <a:gd name="connsiteY197-16678" fmla="*/ 3702785 h 4449429"/>
              <a:gd name="connsiteX198-16679" fmla="*/ 12669079 w 18982931"/>
              <a:gd name="connsiteY198-16680" fmla="*/ 3645952 h 4449429"/>
              <a:gd name="connsiteX199-16681" fmla="*/ 12612246 w 18982931"/>
              <a:gd name="connsiteY199-16682" fmla="*/ 3645952 h 4449429"/>
              <a:gd name="connsiteX200-16683" fmla="*/ 12500191 w 18982931"/>
              <a:gd name="connsiteY200-16684" fmla="*/ 3645952 h 4449429"/>
              <a:gd name="connsiteX201-16685" fmla="*/ 12500191 w 18982931"/>
              <a:gd name="connsiteY201-16686" fmla="*/ 3702785 h 4449429"/>
              <a:gd name="connsiteX202-16687" fmla="*/ 12557025 w 18982931"/>
              <a:gd name="connsiteY202-16688" fmla="*/ 3702785 h 4449429"/>
              <a:gd name="connsiteX203-16689" fmla="*/ 12557025 w 18982931"/>
              <a:gd name="connsiteY203-16690" fmla="*/ 3645952 h 4449429"/>
              <a:gd name="connsiteX204-16691" fmla="*/ 12500191 w 18982931"/>
              <a:gd name="connsiteY204-16692" fmla="*/ 3645952 h 4449429"/>
              <a:gd name="connsiteX205-16693" fmla="*/ 12388137 w 18982931"/>
              <a:gd name="connsiteY205-16694" fmla="*/ 3645952 h 4449429"/>
              <a:gd name="connsiteX206-16695" fmla="*/ 12388137 w 18982931"/>
              <a:gd name="connsiteY206-16696" fmla="*/ 3702785 h 4449429"/>
              <a:gd name="connsiteX207-16697" fmla="*/ 12444971 w 18982931"/>
              <a:gd name="connsiteY207-16698" fmla="*/ 3702785 h 4449429"/>
              <a:gd name="connsiteX208-16699" fmla="*/ 12444971 w 18982931"/>
              <a:gd name="connsiteY208-16700" fmla="*/ 3645952 h 4449429"/>
              <a:gd name="connsiteX209-16701" fmla="*/ 12388137 w 18982931"/>
              <a:gd name="connsiteY209-16702" fmla="*/ 3645952 h 4449429"/>
              <a:gd name="connsiteX210-16703" fmla="*/ 17351339 w 18982931"/>
              <a:gd name="connsiteY210-16704" fmla="*/ 3586038 h 4449429"/>
              <a:gd name="connsiteX211-16705" fmla="*/ 17351339 w 18982931"/>
              <a:gd name="connsiteY211-16706" fmla="*/ 3631739 h 4449429"/>
              <a:gd name="connsiteX212-16707" fmla="*/ 17560187 w 18982931"/>
              <a:gd name="connsiteY212-16708" fmla="*/ 3631739 h 4449429"/>
              <a:gd name="connsiteX213-16709" fmla="*/ 17560187 w 18982931"/>
              <a:gd name="connsiteY213-16710" fmla="*/ 3586038 h 4449429"/>
              <a:gd name="connsiteX214-16711" fmla="*/ 17351339 w 18982931"/>
              <a:gd name="connsiteY214-16712" fmla="*/ 3586038 h 4449429"/>
              <a:gd name="connsiteX215-16713" fmla="*/ 16404499 w 18982931"/>
              <a:gd name="connsiteY215-16714" fmla="*/ 3582830 h 4449429"/>
              <a:gd name="connsiteX216-16715" fmla="*/ 16404499 w 18982931"/>
              <a:gd name="connsiteY216-16716" fmla="*/ 3639663 h 4449429"/>
              <a:gd name="connsiteX217-16717" fmla="*/ 16461332 w 18982931"/>
              <a:gd name="connsiteY217-16718" fmla="*/ 3639663 h 4449429"/>
              <a:gd name="connsiteX218-16719" fmla="*/ 16461332 w 18982931"/>
              <a:gd name="connsiteY218-16720" fmla="*/ 3582830 h 4449429"/>
              <a:gd name="connsiteX219-16721" fmla="*/ 16404499 w 18982931"/>
              <a:gd name="connsiteY219-16722" fmla="*/ 3582830 h 4449429"/>
              <a:gd name="connsiteX220-16723" fmla="*/ 16292444 w 18982931"/>
              <a:gd name="connsiteY220-16724" fmla="*/ 3582830 h 4449429"/>
              <a:gd name="connsiteX221-16725" fmla="*/ 16292444 w 18982931"/>
              <a:gd name="connsiteY221-16726" fmla="*/ 3639663 h 4449429"/>
              <a:gd name="connsiteX222-16727" fmla="*/ 16349278 w 18982931"/>
              <a:gd name="connsiteY222-16728" fmla="*/ 3639663 h 4449429"/>
              <a:gd name="connsiteX223-16729" fmla="*/ 16349278 w 18982931"/>
              <a:gd name="connsiteY223-16730" fmla="*/ 3582830 h 4449429"/>
              <a:gd name="connsiteX224-16731" fmla="*/ 16292444 w 18982931"/>
              <a:gd name="connsiteY224-16732" fmla="*/ 3582830 h 4449429"/>
              <a:gd name="connsiteX225-16733" fmla="*/ 16180390 w 18982931"/>
              <a:gd name="connsiteY225-16734" fmla="*/ 3582830 h 4449429"/>
              <a:gd name="connsiteX226-16735" fmla="*/ 16180390 w 18982931"/>
              <a:gd name="connsiteY226-16736" fmla="*/ 3639663 h 4449429"/>
              <a:gd name="connsiteX227-16737" fmla="*/ 16237224 w 18982931"/>
              <a:gd name="connsiteY227-16738" fmla="*/ 3639663 h 4449429"/>
              <a:gd name="connsiteX228-16739" fmla="*/ 16237224 w 18982931"/>
              <a:gd name="connsiteY228-16740" fmla="*/ 3582830 h 4449429"/>
              <a:gd name="connsiteX229-16741" fmla="*/ 16180390 w 18982931"/>
              <a:gd name="connsiteY229-16742" fmla="*/ 3582830 h 4449429"/>
              <a:gd name="connsiteX230-16743" fmla="*/ 2813944 w 18982931"/>
              <a:gd name="connsiteY230-16744" fmla="*/ 3582828 h 4449429"/>
              <a:gd name="connsiteX231-16745" fmla="*/ 2813944 w 18982931"/>
              <a:gd name="connsiteY231-16746" fmla="*/ 3639662 h 4449429"/>
              <a:gd name="connsiteX232-16747" fmla="*/ 2870780 w 18982931"/>
              <a:gd name="connsiteY232-16748" fmla="*/ 3639662 h 4449429"/>
              <a:gd name="connsiteX233-16749" fmla="*/ 2870780 w 18982931"/>
              <a:gd name="connsiteY233-16750" fmla="*/ 3582828 h 4449429"/>
              <a:gd name="connsiteX234-16751" fmla="*/ 2813944 w 18982931"/>
              <a:gd name="connsiteY234-16752" fmla="*/ 3582828 h 4449429"/>
              <a:gd name="connsiteX235-16753" fmla="*/ 2701891 w 18982931"/>
              <a:gd name="connsiteY235-16754" fmla="*/ 3582828 h 4449429"/>
              <a:gd name="connsiteX236-16755" fmla="*/ 2701891 w 18982931"/>
              <a:gd name="connsiteY236-16756" fmla="*/ 3639662 h 4449429"/>
              <a:gd name="connsiteX237-16757" fmla="*/ 2758730 w 18982931"/>
              <a:gd name="connsiteY237-16758" fmla="*/ 3639662 h 4449429"/>
              <a:gd name="connsiteX238-16759" fmla="*/ 2758730 w 18982931"/>
              <a:gd name="connsiteY238-16760" fmla="*/ 3582828 h 4449429"/>
              <a:gd name="connsiteX239-16761" fmla="*/ 2701891 w 18982931"/>
              <a:gd name="connsiteY239-16762" fmla="*/ 3582828 h 4449429"/>
              <a:gd name="connsiteX240-16763" fmla="*/ 2589845 w 18982931"/>
              <a:gd name="connsiteY240-16764" fmla="*/ 3582828 h 4449429"/>
              <a:gd name="connsiteX241-16765" fmla="*/ 2589845 w 18982931"/>
              <a:gd name="connsiteY241-16766" fmla="*/ 3639662 h 4449429"/>
              <a:gd name="connsiteX242-16767" fmla="*/ 2646671 w 18982931"/>
              <a:gd name="connsiteY242-16768" fmla="*/ 3639662 h 4449429"/>
              <a:gd name="connsiteX243-16769" fmla="*/ 2646671 w 18982931"/>
              <a:gd name="connsiteY243-16770" fmla="*/ 3582828 h 4449429"/>
              <a:gd name="connsiteX244-16771" fmla="*/ 2589845 w 18982931"/>
              <a:gd name="connsiteY244-16772" fmla="*/ 3582828 h 4449429"/>
              <a:gd name="connsiteX245-16773" fmla="*/ 12612246 w 18982931"/>
              <a:gd name="connsiteY245-16774" fmla="*/ 3500664 h 4449429"/>
              <a:gd name="connsiteX246-16775" fmla="*/ 12612246 w 18982931"/>
              <a:gd name="connsiteY246-16776" fmla="*/ 3557497 h 4449429"/>
              <a:gd name="connsiteX247-16777" fmla="*/ 12669079 w 18982931"/>
              <a:gd name="connsiteY247-16778" fmla="*/ 3557497 h 4449429"/>
              <a:gd name="connsiteX248-16779" fmla="*/ 12669079 w 18982931"/>
              <a:gd name="connsiteY248-16780" fmla="*/ 3500664 h 4449429"/>
              <a:gd name="connsiteX249-16781" fmla="*/ 12612246 w 18982931"/>
              <a:gd name="connsiteY249-16782" fmla="*/ 3500664 h 4449429"/>
              <a:gd name="connsiteX250-16783" fmla="*/ 12500191 w 18982931"/>
              <a:gd name="connsiteY250-16784" fmla="*/ 3500664 h 4449429"/>
              <a:gd name="connsiteX251-16785" fmla="*/ 12500191 w 18982931"/>
              <a:gd name="connsiteY251-16786" fmla="*/ 3557497 h 4449429"/>
              <a:gd name="connsiteX252-16787" fmla="*/ 12557025 w 18982931"/>
              <a:gd name="connsiteY252-16788" fmla="*/ 3557497 h 4449429"/>
              <a:gd name="connsiteX253-16789" fmla="*/ 12557025 w 18982931"/>
              <a:gd name="connsiteY253-16790" fmla="*/ 3500664 h 4449429"/>
              <a:gd name="connsiteX254-16791" fmla="*/ 12500191 w 18982931"/>
              <a:gd name="connsiteY254-16792" fmla="*/ 3500664 h 4449429"/>
              <a:gd name="connsiteX255-16793" fmla="*/ 12388137 w 18982931"/>
              <a:gd name="connsiteY255-16794" fmla="*/ 3500664 h 4449429"/>
              <a:gd name="connsiteX256-16795" fmla="*/ 12388137 w 18982931"/>
              <a:gd name="connsiteY256-16796" fmla="*/ 3557497 h 4449429"/>
              <a:gd name="connsiteX257-16797" fmla="*/ 12444971 w 18982931"/>
              <a:gd name="connsiteY257-16798" fmla="*/ 3557497 h 4449429"/>
              <a:gd name="connsiteX258-16799" fmla="*/ 12444971 w 18982931"/>
              <a:gd name="connsiteY258-16800" fmla="*/ 3500664 h 4449429"/>
              <a:gd name="connsiteX259-16801" fmla="*/ 12388137 w 18982931"/>
              <a:gd name="connsiteY259-16802" fmla="*/ 3500664 h 4449429"/>
              <a:gd name="connsiteX260-16803" fmla="*/ 17351339 w 18982931"/>
              <a:gd name="connsiteY260-16804" fmla="*/ 3492933 h 4449429"/>
              <a:gd name="connsiteX261-16805" fmla="*/ 17351339 w 18982931"/>
              <a:gd name="connsiteY261-16806" fmla="*/ 3538633 h 4449429"/>
              <a:gd name="connsiteX262-16807" fmla="*/ 17560187 w 18982931"/>
              <a:gd name="connsiteY262-16808" fmla="*/ 3538633 h 4449429"/>
              <a:gd name="connsiteX263-16809" fmla="*/ 17560187 w 18982931"/>
              <a:gd name="connsiteY263-16810" fmla="*/ 3492933 h 4449429"/>
              <a:gd name="connsiteX264-16811" fmla="*/ 17351339 w 18982931"/>
              <a:gd name="connsiteY264-16812" fmla="*/ 3492933 h 4449429"/>
              <a:gd name="connsiteX265-16813" fmla="*/ 17351339 w 18982931"/>
              <a:gd name="connsiteY265-16814" fmla="*/ 3401301 h 4449429"/>
              <a:gd name="connsiteX266-16815" fmla="*/ 17351339 w 18982931"/>
              <a:gd name="connsiteY266-16816" fmla="*/ 3447001 h 4449429"/>
              <a:gd name="connsiteX267-16817" fmla="*/ 17560187 w 18982931"/>
              <a:gd name="connsiteY267-16818" fmla="*/ 3447001 h 4449429"/>
              <a:gd name="connsiteX268-16819" fmla="*/ 17560187 w 18982931"/>
              <a:gd name="connsiteY268-16820" fmla="*/ 3401301 h 4449429"/>
              <a:gd name="connsiteX269-16821" fmla="*/ 17351339 w 18982931"/>
              <a:gd name="connsiteY269-16822" fmla="*/ 3401301 h 4449429"/>
              <a:gd name="connsiteX270-16823" fmla="*/ 1596781 w 18982931"/>
              <a:gd name="connsiteY270-16824" fmla="*/ 3357078 h 4449429"/>
              <a:gd name="connsiteX271-16825" fmla="*/ 1596781 w 18982931"/>
              <a:gd name="connsiteY271-16826" fmla="*/ 3402779 h 4449429"/>
              <a:gd name="connsiteX272-16827" fmla="*/ 1805629 w 18982931"/>
              <a:gd name="connsiteY272-16828" fmla="*/ 3402779 h 4449429"/>
              <a:gd name="connsiteX273-16829" fmla="*/ 1805629 w 18982931"/>
              <a:gd name="connsiteY273-16830" fmla="*/ 3357078 h 4449429"/>
              <a:gd name="connsiteX274-16831" fmla="*/ 1596781 w 18982931"/>
              <a:gd name="connsiteY274-16832" fmla="*/ 3357078 h 4449429"/>
              <a:gd name="connsiteX275-16833" fmla="*/ 12612246 w 18982931"/>
              <a:gd name="connsiteY275-16834" fmla="*/ 3355375 h 4449429"/>
              <a:gd name="connsiteX276-16835" fmla="*/ 12612246 w 18982931"/>
              <a:gd name="connsiteY276-16836" fmla="*/ 3412209 h 4449429"/>
              <a:gd name="connsiteX277-16837" fmla="*/ 12669079 w 18982931"/>
              <a:gd name="connsiteY277-16838" fmla="*/ 3412209 h 4449429"/>
              <a:gd name="connsiteX278-16839" fmla="*/ 12669079 w 18982931"/>
              <a:gd name="connsiteY278-16840" fmla="*/ 3355375 h 4449429"/>
              <a:gd name="connsiteX279-16841" fmla="*/ 12612246 w 18982931"/>
              <a:gd name="connsiteY279-16842" fmla="*/ 3355375 h 4449429"/>
              <a:gd name="connsiteX280-16843" fmla="*/ 12500191 w 18982931"/>
              <a:gd name="connsiteY280-16844" fmla="*/ 3355375 h 4449429"/>
              <a:gd name="connsiteX281-16845" fmla="*/ 12500191 w 18982931"/>
              <a:gd name="connsiteY281-16846" fmla="*/ 3412209 h 4449429"/>
              <a:gd name="connsiteX282-16847" fmla="*/ 12557025 w 18982931"/>
              <a:gd name="connsiteY282-16848" fmla="*/ 3412209 h 4449429"/>
              <a:gd name="connsiteX283-16849" fmla="*/ 12557025 w 18982931"/>
              <a:gd name="connsiteY283-16850" fmla="*/ 3355375 h 4449429"/>
              <a:gd name="connsiteX284-16851" fmla="*/ 12500191 w 18982931"/>
              <a:gd name="connsiteY284-16852" fmla="*/ 3355375 h 4449429"/>
              <a:gd name="connsiteX285-16853" fmla="*/ 12388137 w 18982931"/>
              <a:gd name="connsiteY285-16854" fmla="*/ 3355375 h 4449429"/>
              <a:gd name="connsiteX286-16855" fmla="*/ 12388137 w 18982931"/>
              <a:gd name="connsiteY286-16856" fmla="*/ 3412209 h 4449429"/>
              <a:gd name="connsiteX287-16857" fmla="*/ 12444971 w 18982931"/>
              <a:gd name="connsiteY287-16858" fmla="*/ 3412209 h 4449429"/>
              <a:gd name="connsiteX288-16859" fmla="*/ 12444971 w 18982931"/>
              <a:gd name="connsiteY288-16860" fmla="*/ 3355375 h 4449429"/>
              <a:gd name="connsiteX289-16861" fmla="*/ 12388137 w 18982931"/>
              <a:gd name="connsiteY289-16862" fmla="*/ 3355375 h 4449429"/>
              <a:gd name="connsiteX290-16863" fmla="*/ 17351339 w 18982931"/>
              <a:gd name="connsiteY290-16864" fmla="*/ 3309670 h 4449429"/>
              <a:gd name="connsiteX291-16865" fmla="*/ 17351339 w 18982931"/>
              <a:gd name="connsiteY291-16866" fmla="*/ 3355371 h 4449429"/>
              <a:gd name="connsiteX292-16867" fmla="*/ 17560187 w 18982931"/>
              <a:gd name="connsiteY292-16868" fmla="*/ 3355371 h 4449429"/>
              <a:gd name="connsiteX293-16869" fmla="*/ 17560187 w 18982931"/>
              <a:gd name="connsiteY293-16870" fmla="*/ 3309670 h 4449429"/>
              <a:gd name="connsiteX294-16871" fmla="*/ 17351339 w 18982931"/>
              <a:gd name="connsiteY294-16872" fmla="*/ 3309670 h 4449429"/>
              <a:gd name="connsiteX295-16873" fmla="*/ 1596781 w 18982931"/>
              <a:gd name="connsiteY295-16874" fmla="*/ 3265446 h 4449429"/>
              <a:gd name="connsiteX296-16875" fmla="*/ 1596781 w 18982931"/>
              <a:gd name="connsiteY296-16876" fmla="*/ 3311147 h 4449429"/>
              <a:gd name="connsiteX297-16877" fmla="*/ 1805629 w 18982931"/>
              <a:gd name="connsiteY297-16878" fmla="*/ 3311147 h 4449429"/>
              <a:gd name="connsiteX298-16879" fmla="*/ 1805629 w 18982931"/>
              <a:gd name="connsiteY298-16880" fmla="*/ 3265446 h 4449429"/>
              <a:gd name="connsiteX299-16881" fmla="*/ 1596781 w 18982931"/>
              <a:gd name="connsiteY299-16882" fmla="*/ 3265446 h 4449429"/>
              <a:gd name="connsiteX300-16883" fmla="*/ 17351339 w 18982931"/>
              <a:gd name="connsiteY300-16884" fmla="*/ 3218041 h 4449429"/>
              <a:gd name="connsiteX301-16885" fmla="*/ 17351339 w 18982931"/>
              <a:gd name="connsiteY301-16886" fmla="*/ 3263742 h 4449429"/>
              <a:gd name="connsiteX302-16887" fmla="*/ 17560187 w 18982931"/>
              <a:gd name="connsiteY302-16888" fmla="*/ 3263742 h 4449429"/>
              <a:gd name="connsiteX303-16889" fmla="*/ 17560187 w 18982931"/>
              <a:gd name="connsiteY303-16890" fmla="*/ 3218041 h 4449429"/>
              <a:gd name="connsiteX304-16891" fmla="*/ 17351339 w 18982931"/>
              <a:gd name="connsiteY304-16892" fmla="*/ 3218041 h 4449429"/>
              <a:gd name="connsiteX305-16893" fmla="*/ 12612246 w 18982931"/>
              <a:gd name="connsiteY305-16894" fmla="*/ 3210087 h 4449429"/>
              <a:gd name="connsiteX306-16895" fmla="*/ 12612246 w 18982931"/>
              <a:gd name="connsiteY306-16896" fmla="*/ 3266921 h 4449429"/>
              <a:gd name="connsiteX307-16897" fmla="*/ 12669079 w 18982931"/>
              <a:gd name="connsiteY307-16898" fmla="*/ 3266921 h 4449429"/>
              <a:gd name="connsiteX308-16899" fmla="*/ 12669079 w 18982931"/>
              <a:gd name="connsiteY308-16900" fmla="*/ 3210087 h 4449429"/>
              <a:gd name="connsiteX309-16901" fmla="*/ 12612246 w 18982931"/>
              <a:gd name="connsiteY309-16902" fmla="*/ 3210087 h 4449429"/>
              <a:gd name="connsiteX310-16903" fmla="*/ 12500191 w 18982931"/>
              <a:gd name="connsiteY310-16904" fmla="*/ 3210087 h 4449429"/>
              <a:gd name="connsiteX311-16905" fmla="*/ 12500191 w 18982931"/>
              <a:gd name="connsiteY311-16906" fmla="*/ 3266921 h 4449429"/>
              <a:gd name="connsiteX312-16907" fmla="*/ 12557025 w 18982931"/>
              <a:gd name="connsiteY312-16908" fmla="*/ 3266921 h 4449429"/>
              <a:gd name="connsiteX313-16909" fmla="*/ 12557025 w 18982931"/>
              <a:gd name="connsiteY313-16910" fmla="*/ 3210087 h 4449429"/>
              <a:gd name="connsiteX314-16911" fmla="*/ 12500191 w 18982931"/>
              <a:gd name="connsiteY314-16912" fmla="*/ 3210087 h 4449429"/>
              <a:gd name="connsiteX315-16913" fmla="*/ 12388137 w 18982931"/>
              <a:gd name="connsiteY315-16914" fmla="*/ 3210087 h 4449429"/>
              <a:gd name="connsiteX316-16915" fmla="*/ 12388137 w 18982931"/>
              <a:gd name="connsiteY316-16916" fmla="*/ 3266921 h 4449429"/>
              <a:gd name="connsiteX317-16917" fmla="*/ 12444971 w 18982931"/>
              <a:gd name="connsiteY317-16918" fmla="*/ 3266921 h 4449429"/>
              <a:gd name="connsiteX318-16919" fmla="*/ 12444971 w 18982931"/>
              <a:gd name="connsiteY318-16920" fmla="*/ 3210087 h 4449429"/>
              <a:gd name="connsiteX319-16921" fmla="*/ 12388137 w 18982931"/>
              <a:gd name="connsiteY319-16922" fmla="*/ 3210087 h 4449429"/>
              <a:gd name="connsiteX320-16923" fmla="*/ 1596781 w 18982931"/>
              <a:gd name="connsiteY320-16924" fmla="*/ 3173817 h 4449429"/>
              <a:gd name="connsiteX321-16925" fmla="*/ 1596781 w 18982931"/>
              <a:gd name="connsiteY321-16926" fmla="*/ 3219518 h 4449429"/>
              <a:gd name="connsiteX322-16927" fmla="*/ 1805629 w 18982931"/>
              <a:gd name="connsiteY322-16928" fmla="*/ 3219518 h 4449429"/>
              <a:gd name="connsiteX323-16929" fmla="*/ 1805629 w 18982931"/>
              <a:gd name="connsiteY323-16930" fmla="*/ 3173817 h 4449429"/>
              <a:gd name="connsiteX324-16931" fmla="*/ 1596781 w 18982931"/>
              <a:gd name="connsiteY324-16932" fmla="*/ 3173817 h 4449429"/>
              <a:gd name="connsiteX325-16933" fmla="*/ 17351339 w 18982931"/>
              <a:gd name="connsiteY325-16934" fmla="*/ 3126412 h 4449429"/>
              <a:gd name="connsiteX326-16935" fmla="*/ 17351339 w 18982931"/>
              <a:gd name="connsiteY326-16936" fmla="*/ 3172113 h 4449429"/>
              <a:gd name="connsiteX327-16937" fmla="*/ 17560187 w 18982931"/>
              <a:gd name="connsiteY327-16938" fmla="*/ 3172113 h 4449429"/>
              <a:gd name="connsiteX328-16939" fmla="*/ 17560187 w 18982931"/>
              <a:gd name="connsiteY328-16940" fmla="*/ 3126412 h 4449429"/>
              <a:gd name="connsiteX329-16941" fmla="*/ 17351339 w 18982931"/>
              <a:gd name="connsiteY329-16942" fmla="*/ 3126412 h 4449429"/>
              <a:gd name="connsiteX330-16943" fmla="*/ 1596781 w 18982931"/>
              <a:gd name="connsiteY330-16944" fmla="*/ 3080712 h 4449429"/>
              <a:gd name="connsiteX331-16945" fmla="*/ 1596781 w 18982931"/>
              <a:gd name="connsiteY331-16946" fmla="*/ 3126412 h 4449429"/>
              <a:gd name="connsiteX332-16947" fmla="*/ 1805629 w 18982931"/>
              <a:gd name="connsiteY332-16948" fmla="*/ 3126412 h 4449429"/>
              <a:gd name="connsiteX333-16949" fmla="*/ 1805629 w 18982931"/>
              <a:gd name="connsiteY333-16950" fmla="*/ 3080712 h 4449429"/>
              <a:gd name="connsiteX334-16951" fmla="*/ 1596781 w 18982931"/>
              <a:gd name="connsiteY334-16952" fmla="*/ 3080712 h 4449429"/>
              <a:gd name="connsiteX335-16953" fmla="*/ 12612246 w 18982931"/>
              <a:gd name="connsiteY335-16954" fmla="*/ 3064799 h 4449429"/>
              <a:gd name="connsiteX336-16955" fmla="*/ 12612246 w 18982931"/>
              <a:gd name="connsiteY336-16956" fmla="*/ 3121633 h 4449429"/>
              <a:gd name="connsiteX337-16957" fmla="*/ 12669079 w 18982931"/>
              <a:gd name="connsiteY337-16958" fmla="*/ 3121633 h 4449429"/>
              <a:gd name="connsiteX338-16959" fmla="*/ 12669079 w 18982931"/>
              <a:gd name="connsiteY338-16960" fmla="*/ 3064799 h 4449429"/>
              <a:gd name="connsiteX339-16961" fmla="*/ 12612246 w 18982931"/>
              <a:gd name="connsiteY339-16962" fmla="*/ 3064799 h 4449429"/>
              <a:gd name="connsiteX340-16963" fmla="*/ 12500191 w 18982931"/>
              <a:gd name="connsiteY340-16964" fmla="*/ 3064799 h 4449429"/>
              <a:gd name="connsiteX341-16965" fmla="*/ 12500191 w 18982931"/>
              <a:gd name="connsiteY341-16966" fmla="*/ 3121633 h 4449429"/>
              <a:gd name="connsiteX342-16967" fmla="*/ 12557025 w 18982931"/>
              <a:gd name="connsiteY342-16968" fmla="*/ 3121633 h 4449429"/>
              <a:gd name="connsiteX343-16969" fmla="*/ 12557025 w 18982931"/>
              <a:gd name="connsiteY343-16970" fmla="*/ 3064799 h 4449429"/>
              <a:gd name="connsiteX344-16971" fmla="*/ 12500191 w 18982931"/>
              <a:gd name="connsiteY344-16972" fmla="*/ 3064799 h 4449429"/>
              <a:gd name="connsiteX345-16973" fmla="*/ 12388137 w 18982931"/>
              <a:gd name="connsiteY345-16974" fmla="*/ 3064799 h 4449429"/>
              <a:gd name="connsiteX346-16975" fmla="*/ 12388137 w 18982931"/>
              <a:gd name="connsiteY346-16976" fmla="*/ 3121633 h 4449429"/>
              <a:gd name="connsiteX347-16977" fmla="*/ 12444971 w 18982931"/>
              <a:gd name="connsiteY347-16978" fmla="*/ 3121633 h 4449429"/>
              <a:gd name="connsiteX348-16979" fmla="*/ 12444971 w 18982931"/>
              <a:gd name="connsiteY348-16980" fmla="*/ 3064799 h 4449429"/>
              <a:gd name="connsiteX349-16981" fmla="*/ 12388137 w 18982931"/>
              <a:gd name="connsiteY349-16982" fmla="*/ 3064799 h 4449429"/>
              <a:gd name="connsiteX350-16983" fmla="*/ 17351339 w 18982931"/>
              <a:gd name="connsiteY350-16984" fmla="*/ 3034782 h 4449429"/>
              <a:gd name="connsiteX351-16985" fmla="*/ 17351339 w 18982931"/>
              <a:gd name="connsiteY351-16986" fmla="*/ 3080482 h 4449429"/>
              <a:gd name="connsiteX352-16987" fmla="*/ 17560187 w 18982931"/>
              <a:gd name="connsiteY352-16988" fmla="*/ 3080482 h 4449429"/>
              <a:gd name="connsiteX353-16989" fmla="*/ 17560187 w 18982931"/>
              <a:gd name="connsiteY353-16990" fmla="*/ 3034782 h 4449429"/>
              <a:gd name="connsiteX354-16991" fmla="*/ 17351339 w 18982931"/>
              <a:gd name="connsiteY354-16992" fmla="*/ 3034782 h 4449429"/>
              <a:gd name="connsiteX355-16993" fmla="*/ 1596781 w 18982931"/>
              <a:gd name="connsiteY355-16994" fmla="*/ 2989080 h 4449429"/>
              <a:gd name="connsiteX356-16995" fmla="*/ 1596781 w 18982931"/>
              <a:gd name="connsiteY356-16996" fmla="*/ 3034780 h 4449429"/>
              <a:gd name="connsiteX357-16997" fmla="*/ 1805629 w 18982931"/>
              <a:gd name="connsiteY357-16998" fmla="*/ 3034780 h 4449429"/>
              <a:gd name="connsiteX358-16999" fmla="*/ 1805629 w 18982931"/>
              <a:gd name="connsiteY358-17000" fmla="*/ 2989080 h 4449429"/>
              <a:gd name="connsiteX359-17001" fmla="*/ 1596781 w 18982931"/>
              <a:gd name="connsiteY359-17002" fmla="*/ 2989080 h 4449429"/>
              <a:gd name="connsiteX360-17003" fmla="*/ 17351339 w 18982931"/>
              <a:gd name="connsiteY360-17004" fmla="*/ 2943153 h 4449429"/>
              <a:gd name="connsiteX361-17005" fmla="*/ 17351339 w 18982931"/>
              <a:gd name="connsiteY361-17006" fmla="*/ 2988853 h 4449429"/>
              <a:gd name="connsiteX362-17007" fmla="*/ 17560187 w 18982931"/>
              <a:gd name="connsiteY362-17008" fmla="*/ 2988853 h 4449429"/>
              <a:gd name="connsiteX363-17009" fmla="*/ 17560187 w 18982931"/>
              <a:gd name="connsiteY363-17010" fmla="*/ 2943153 h 4449429"/>
              <a:gd name="connsiteX364-17011" fmla="*/ 17351339 w 18982931"/>
              <a:gd name="connsiteY364-17012" fmla="*/ 2943153 h 4449429"/>
              <a:gd name="connsiteX365-17013" fmla="*/ 12612246 w 18982931"/>
              <a:gd name="connsiteY365-17014" fmla="*/ 2919511 h 4449429"/>
              <a:gd name="connsiteX366-17015" fmla="*/ 12612246 w 18982931"/>
              <a:gd name="connsiteY366-17016" fmla="*/ 2976345 h 4449429"/>
              <a:gd name="connsiteX367-17017" fmla="*/ 12669079 w 18982931"/>
              <a:gd name="connsiteY367-17018" fmla="*/ 2976345 h 4449429"/>
              <a:gd name="connsiteX368-17019" fmla="*/ 12669079 w 18982931"/>
              <a:gd name="connsiteY368-17020" fmla="*/ 2919511 h 4449429"/>
              <a:gd name="connsiteX369-17021" fmla="*/ 12612246 w 18982931"/>
              <a:gd name="connsiteY369-17022" fmla="*/ 2919511 h 4449429"/>
              <a:gd name="connsiteX370-17023" fmla="*/ 12500191 w 18982931"/>
              <a:gd name="connsiteY370-17024" fmla="*/ 2919511 h 4449429"/>
              <a:gd name="connsiteX371-17025" fmla="*/ 12500191 w 18982931"/>
              <a:gd name="connsiteY371-17026" fmla="*/ 2976345 h 4449429"/>
              <a:gd name="connsiteX372-17027" fmla="*/ 12557025 w 18982931"/>
              <a:gd name="connsiteY372-17028" fmla="*/ 2976345 h 4449429"/>
              <a:gd name="connsiteX373-17029" fmla="*/ 12557025 w 18982931"/>
              <a:gd name="connsiteY373-17030" fmla="*/ 2919511 h 4449429"/>
              <a:gd name="connsiteX374-17031" fmla="*/ 12500191 w 18982931"/>
              <a:gd name="connsiteY374-17032" fmla="*/ 2919511 h 4449429"/>
              <a:gd name="connsiteX375-17033" fmla="*/ 12388137 w 18982931"/>
              <a:gd name="connsiteY375-17034" fmla="*/ 2919511 h 4449429"/>
              <a:gd name="connsiteX376-17035" fmla="*/ 12388137 w 18982931"/>
              <a:gd name="connsiteY376-17036" fmla="*/ 2976345 h 4449429"/>
              <a:gd name="connsiteX377-17037" fmla="*/ 12444971 w 18982931"/>
              <a:gd name="connsiteY377-17038" fmla="*/ 2976345 h 4449429"/>
              <a:gd name="connsiteX378-17039" fmla="*/ 12444971 w 18982931"/>
              <a:gd name="connsiteY378-17040" fmla="*/ 2919511 h 4449429"/>
              <a:gd name="connsiteX379-17041" fmla="*/ 12388137 w 18982931"/>
              <a:gd name="connsiteY379-17042" fmla="*/ 2919511 h 4449429"/>
              <a:gd name="connsiteX380-17043" fmla="*/ 1596781 w 18982931"/>
              <a:gd name="connsiteY380-17044" fmla="*/ 2897450 h 4449429"/>
              <a:gd name="connsiteX381-17045" fmla="*/ 1596781 w 18982931"/>
              <a:gd name="connsiteY381-17046" fmla="*/ 2943150 h 4449429"/>
              <a:gd name="connsiteX382-17047" fmla="*/ 1805629 w 18982931"/>
              <a:gd name="connsiteY382-17048" fmla="*/ 2943150 h 4449429"/>
              <a:gd name="connsiteX383-17049" fmla="*/ 1805629 w 18982931"/>
              <a:gd name="connsiteY383-17050" fmla="*/ 2897450 h 4449429"/>
              <a:gd name="connsiteX384-17051" fmla="*/ 1596781 w 18982931"/>
              <a:gd name="connsiteY384-17052" fmla="*/ 2897450 h 4449429"/>
              <a:gd name="connsiteX385-17053" fmla="*/ 17351339 w 18982931"/>
              <a:gd name="connsiteY385-17054" fmla="*/ 2851522 h 4449429"/>
              <a:gd name="connsiteX386-17055" fmla="*/ 17351339 w 18982931"/>
              <a:gd name="connsiteY386-17056" fmla="*/ 2897223 h 4449429"/>
              <a:gd name="connsiteX387-17057" fmla="*/ 17560187 w 18982931"/>
              <a:gd name="connsiteY387-17058" fmla="*/ 2897223 h 4449429"/>
              <a:gd name="connsiteX388-17059" fmla="*/ 17560187 w 18982931"/>
              <a:gd name="connsiteY388-17060" fmla="*/ 2851522 h 4449429"/>
              <a:gd name="connsiteX389-17061" fmla="*/ 17351339 w 18982931"/>
              <a:gd name="connsiteY389-17062" fmla="*/ 2851522 h 4449429"/>
              <a:gd name="connsiteX390-17063" fmla="*/ 1596781 w 18982931"/>
              <a:gd name="connsiteY390-17064" fmla="*/ 2805821 h 4449429"/>
              <a:gd name="connsiteX391-17065" fmla="*/ 1596781 w 18982931"/>
              <a:gd name="connsiteY391-17066" fmla="*/ 2851521 h 4449429"/>
              <a:gd name="connsiteX392-17067" fmla="*/ 1805629 w 18982931"/>
              <a:gd name="connsiteY392-17068" fmla="*/ 2851521 h 4449429"/>
              <a:gd name="connsiteX393-17069" fmla="*/ 1805629 w 18982931"/>
              <a:gd name="connsiteY393-17070" fmla="*/ 2805821 h 4449429"/>
              <a:gd name="connsiteX394-17071" fmla="*/ 1596781 w 18982931"/>
              <a:gd name="connsiteY394-17072" fmla="*/ 2805821 h 4449429"/>
              <a:gd name="connsiteX395-17073" fmla="*/ 1596781 w 18982931"/>
              <a:gd name="connsiteY395-17074" fmla="*/ 2714192 h 4449429"/>
              <a:gd name="connsiteX396-17075" fmla="*/ 1596781 w 18982931"/>
              <a:gd name="connsiteY396-17076" fmla="*/ 2759892 h 4449429"/>
              <a:gd name="connsiteX397-17077" fmla="*/ 1805629 w 18982931"/>
              <a:gd name="connsiteY397-17078" fmla="*/ 2759892 h 4449429"/>
              <a:gd name="connsiteX398-17079" fmla="*/ 1805629 w 18982931"/>
              <a:gd name="connsiteY398-17080" fmla="*/ 2714192 h 4449429"/>
              <a:gd name="connsiteX399-17081" fmla="*/ 1596781 w 18982931"/>
              <a:gd name="connsiteY399-17082" fmla="*/ 2714192 h 4449429"/>
              <a:gd name="connsiteX400-17083" fmla="*/ 4422120 w 18982931"/>
              <a:gd name="connsiteY400-17084" fmla="*/ 2688604 h 4449429"/>
              <a:gd name="connsiteX401-17085" fmla="*/ 4422120 w 18982931"/>
              <a:gd name="connsiteY401-17086" fmla="*/ 2851522 h 4449429"/>
              <a:gd name="connsiteX402-17087" fmla="*/ 4459897 w 18982931"/>
              <a:gd name="connsiteY402-17088" fmla="*/ 2851522 h 4449429"/>
              <a:gd name="connsiteX403-17089" fmla="*/ 4459897 w 18982931"/>
              <a:gd name="connsiteY403-17090" fmla="*/ 2688604 h 4449429"/>
              <a:gd name="connsiteX404-17091" fmla="*/ 4422120 w 18982931"/>
              <a:gd name="connsiteY404-17092" fmla="*/ 2688604 h 4449429"/>
              <a:gd name="connsiteX405-17093" fmla="*/ 4346370 w 18982931"/>
              <a:gd name="connsiteY405-17094" fmla="*/ 2688604 h 4449429"/>
              <a:gd name="connsiteX406-17095" fmla="*/ 4346370 w 18982931"/>
              <a:gd name="connsiteY406-17096" fmla="*/ 2851522 h 4449429"/>
              <a:gd name="connsiteX407-17097" fmla="*/ 4384149 w 18982931"/>
              <a:gd name="connsiteY407-17098" fmla="*/ 2851522 h 4449429"/>
              <a:gd name="connsiteX408-17099" fmla="*/ 4384149 w 18982931"/>
              <a:gd name="connsiteY408-17100" fmla="*/ 2688604 h 4449429"/>
              <a:gd name="connsiteX409-17101" fmla="*/ 4346370 w 18982931"/>
              <a:gd name="connsiteY409-17102" fmla="*/ 2688604 h 4449429"/>
              <a:gd name="connsiteX410-17103" fmla="*/ 4270624 w 18982931"/>
              <a:gd name="connsiteY410-17104" fmla="*/ 2688604 h 4449429"/>
              <a:gd name="connsiteX411-17105" fmla="*/ 4270624 w 18982931"/>
              <a:gd name="connsiteY411-17106" fmla="*/ 2851522 h 4449429"/>
              <a:gd name="connsiteX412-17107" fmla="*/ 4308407 w 18982931"/>
              <a:gd name="connsiteY412-17108" fmla="*/ 2851522 h 4449429"/>
              <a:gd name="connsiteX413-17109" fmla="*/ 4308407 w 18982931"/>
              <a:gd name="connsiteY413-17110" fmla="*/ 2688604 h 4449429"/>
              <a:gd name="connsiteX414-17111" fmla="*/ 4270624 w 18982931"/>
              <a:gd name="connsiteY414-17112" fmla="*/ 2688604 h 4449429"/>
              <a:gd name="connsiteX415-17113" fmla="*/ 4194881 w 18982931"/>
              <a:gd name="connsiteY415-17114" fmla="*/ 2688604 h 4449429"/>
              <a:gd name="connsiteX416-17115" fmla="*/ 4194881 w 18982931"/>
              <a:gd name="connsiteY416-17116" fmla="*/ 2851522 h 4449429"/>
              <a:gd name="connsiteX417-17117" fmla="*/ 4232658 w 18982931"/>
              <a:gd name="connsiteY417-17118" fmla="*/ 2851522 h 4449429"/>
              <a:gd name="connsiteX418-17119" fmla="*/ 4232658 w 18982931"/>
              <a:gd name="connsiteY418-17120" fmla="*/ 2688604 h 4449429"/>
              <a:gd name="connsiteX419-17121" fmla="*/ 4194881 w 18982931"/>
              <a:gd name="connsiteY419-17122" fmla="*/ 2688604 h 4449429"/>
              <a:gd name="connsiteX420-17123" fmla="*/ 4119132 w 18982931"/>
              <a:gd name="connsiteY420-17124" fmla="*/ 2688604 h 4449429"/>
              <a:gd name="connsiteX421-17125" fmla="*/ 4119132 w 18982931"/>
              <a:gd name="connsiteY421-17126" fmla="*/ 2851522 h 4449429"/>
              <a:gd name="connsiteX422-17127" fmla="*/ 4156909 w 18982931"/>
              <a:gd name="connsiteY422-17128" fmla="*/ 2851522 h 4449429"/>
              <a:gd name="connsiteX423-17129" fmla="*/ 4156909 w 18982931"/>
              <a:gd name="connsiteY423-17130" fmla="*/ 2688604 h 4449429"/>
              <a:gd name="connsiteX424-17131" fmla="*/ 4119132 w 18982931"/>
              <a:gd name="connsiteY424-17132" fmla="*/ 2688604 h 4449429"/>
              <a:gd name="connsiteX425-17133" fmla="*/ 4043383 w 18982931"/>
              <a:gd name="connsiteY425-17134" fmla="*/ 2688604 h 4449429"/>
              <a:gd name="connsiteX426-17135" fmla="*/ 4043383 w 18982931"/>
              <a:gd name="connsiteY426-17136" fmla="*/ 2851522 h 4449429"/>
              <a:gd name="connsiteX427-17137" fmla="*/ 4081160 w 18982931"/>
              <a:gd name="connsiteY427-17138" fmla="*/ 2851522 h 4449429"/>
              <a:gd name="connsiteX428-17139" fmla="*/ 4081160 w 18982931"/>
              <a:gd name="connsiteY428-17140" fmla="*/ 2688604 h 4449429"/>
              <a:gd name="connsiteX429-17141" fmla="*/ 4043383 w 18982931"/>
              <a:gd name="connsiteY429-17142" fmla="*/ 2688604 h 4449429"/>
              <a:gd name="connsiteX430-17143" fmla="*/ 3967636 w 18982931"/>
              <a:gd name="connsiteY430-17144" fmla="*/ 2688604 h 4449429"/>
              <a:gd name="connsiteX431-17145" fmla="*/ 3967636 w 18982931"/>
              <a:gd name="connsiteY431-17146" fmla="*/ 2851522 h 4449429"/>
              <a:gd name="connsiteX432-17147" fmla="*/ 4005415 w 18982931"/>
              <a:gd name="connsiteY432-17148" fmla="*/ 2851522 h 4449429"/>
              <a:gd name="connsiteX433-17149" fmla="*/ 4005415 w 18982931"/>
              <a:gd name="connsiteY433-17150" fmla="*/ 2688604 h 4449429"/>
              <a:gd name="connsiteX434-17151" fmla="*/ 3967636 w 18982931"/>
              <a:gd name="connsiteY434-17152" fmla="*/ 2688604 h 4449429"/>
              <a:gd name="connsiteX435-17153" fmla="*/ 3891895 w 18982931"/>
              <a:gd name="connsiteY435-17154" fmla="*/ 2688604 h 4449429"/>
              <a:gd name="connsiteX436-17155" fmla="*/ 3891895 w 18982931"/>
              <a:gd name="connsiteY436-17156" fmla="*/ 2851522 h 4449429"/>
              <a:gd name="connsiteX437-17157" fmla="*/ 3929672 w 18982931"/>
              <a:gd name="connsiteY437-17158" fmla="*/ 2851522 h 4449429"/>
              <a:gd name="connsiteX438-17159" fmla="*/ 3929672 w 18982931"/>
              <a:gd name="connsiteY438-17160" fmla="*/ 2688604 h 4449429"/>
              <a:gd name="connsiteX439-17161" fmla="*/ 3891895 w 18982931"/>
              <a:gd name="connsiteY439-17162" fmla="*/ 2688604 h 4449429"/>
              <a:gd name="connsiteX440-17163" fmla="*/ 15043403 w 18982931"/>
              <a:gd name="connsiteY440-17164" fmla="*/ 2685661 h 4449429"/>
              <a:gd name="connsiteX441-17165" fmla="*/ 15043403 w 18982931"/>
              <a:gd name="connsiteY441-17166" fmla="*/ 2894508 h 4449429"/>
              <a:gd name="connsiteX442-17167" fmla="*/ 15089105 w 18982931"/>
              <a:gd name="connsiteY442-17168" fmla="*/ 2894508 h 4449429"/>
              <a:gd name="connsiteX443-17169" fmla="*/ 15089105 w 18982931"/>
              <a:gd name="connsiteY443-17170" fmla="*/ 2685661 h 4449429"/>
              <a:gd name="connsiteX444-17171" fmla="*/ 15043403 w 18982931"/>
              <a:gd name="connsiteY444-17172" fmla="*/ 2685661 h 4449429"/>
              <a:gd name="connsiteX445-17173" fmla="*/ 14951773 w 18982931"/>
              <a:gd name="connsiteY445-17174" fmla="*/ 2685661 h 4449429"/>
              <a:gd name="connsiteX446-17175" fmla="*/ 14951773 w 18982931"/>
              <a:gd name="connsiteY446-17176" fmla="*/ 2894508 h 4449429"/>
              <a:gd name="connsiteX447-17177" fmla="*/ 14997475 w 18982931"/>
              <a:gd name="connsiteY447-17178" fmla="*/ 2894508 h 4449429"/>
              <a:gd name="connsiteX448-17179" fmla="*/ 14997475 w 18982931"/>
              <a:gd name="connsiteY448-17180" fmla="*/ 2685661 h 4449429"/>
              <a:gd name="connsiteX449-17181" fmla="*/ 14951773 w 18982931"/>
              <a:gd name="connsiteY449-17182" fmla="*/ 2685661 h 4449429"/>
              <a:gd name="connsiteX450-17183" fmla="*/ 14860145 w 18982931"/>
              <a:gd name="connsiteY450-17184" fmla="*/ 2685661 h 4449429"/>
              <a:gd name="connsiteX451-17185" fmla="*/ 14860145 w 18982931"/>
              <a:gd name="connsiteY451-17186" fmla="*/ 2894508 h 4449429"/>
              <a:gd name="connsiteX452-17187" fmla="*/ 14905844 w 18982931"/>
              <a:gd name="connsiteY452-17188" fmla="*/ 2894508 h 4449429"/>
              <a:gd name="connsiteX453-17189" fmla="*/ 14905844 w 18982931"/>
              <a:gd name="connsiteY453-17190" fmla="*/ 2685661 h 4449429"/>
              <a:gd name="connsiteX454-17191" fmla="*/ 14860145 w 18982931"/>
              <a:gd name="connsiteY454-17192" fmla="*/ 2685661 h 4449429"/>
              <a:gd name="connsiteX455-17193" fmla="*/ 14768515 w 18982931"/>
              <a:gd name="connsiteY455-17194" fmla="*/ 2685661 h 4449429"/>
              <a:gd name="connsiteX456-17195" fmla="*/ 14768515 w 18982931"/>
              <a:gd name="connsiteY456-17196" fmla="*/ 2894508 h 4449429"/>
              <a:gd name="connsiteX457-17197" fmla="*/ 14814217 w 18982931"/>
              <a:gd name="connsiteY457-17198" fmla="*/ 2894508 h 4449429"/>
              <a:gd name="connsiteX458-17199" fmla="*/ 14814217 w 18982931"/>
              <a:gd name="connsiteY458-17200" fmla="*/ 2685661 h 4449429"/>
              <a:gd name="connsiteX459-17201" fmla="*/ 14768515 w 18982931"/>
              <a:gd name="connsiteY459-17202" fmla="*/ 2685661 h 4449429"/>
              <a:gd name="connsiteX460-17203" fmla="*/ 14676884 w 18982931"/>
              <a:gd name="connsiteY460-17204" fmla="*/ 2685661 h 4449429"/>
              <a:gd name="connsiteX461-17205" fmla="*/ 14676884 w 18982931"/>
              <a:gd name="connsiteY461-17206" fmla="*/ 2894508 h 4449429"/>
              <a:gd name="connsiteX462-17207" fmla="*/ 14722586 w 18982931"/>
              <a:gd name="connsiteY462-17208" fmla="*/ 2894508 h 4449429"/>
              <a:gd name="connsiteX463-17209" fmla="*/ 14722586 w 18982931"/>
              <a:gd name="connsiteY463-17210" fmla="*/ 2685661 h 4449429"/>
              <a:gd name="connsiteX464-17211" fmla="*/ 14676884 w 18982931"/>
              <a:gd name="connsiteY464-17212" fmla="*/ 2685661 h 4449429"/>
              <a:gd name="connsiteX465-17213" fmla="*/ 14585255 w 18982931"/>
              <a:gd name="connsiteY465-17214" fmla="*/ 2685661 h 4449429"/>
              <a:gd name="connsiteX466-17215" fmla="*/ 14585255 w 18982931"/>
              <a:gd name="connsiteY466-17216" fmla="*/ 2894508 h 4449429"/>
              <a:gd name="connsiteX467-17217" fmla="*/ 14630955 w 18982931"/>
              <a:gd name="connsiteY467-17218" fmla="*/ 2894508 h 4449429"/>
              <a:gd name="connsiteX468-17219" fmla="*/ 14630955 w 18982931"/>
              <a:gd name="connsiteY468-17220" fmla="*/ 2685661 h 4449429"/>
              <a:gd name="connsiteX469-17221" fmla="*/ 14585255 w 18982931"/>
              <a:gd name="connsiteY469-17222" fmla="*/ 2685661 h 4449429"/>
              <a:gd name="connsiteX470-17223" fmla="*/ 14493625 w 18982931"/>
              <a:gd name="connsiteY470-17224" fmla="*/ 2685661 h 4449429"/>
              <a:gd name="connsiteX471-17225" fmla="*/ 14493625 w 18982931"/>
              <a:gd name="connsiteY471-17226" fmla="*/ 2894508 h 4449429"/>
              <a:gd name="connsiteX472-17227" fmla="*/ 14539325 w 18982931"/>
              <a:gd name="connsiteY472-17228" fmla="*/ 2894508 h 4449429"/>
              <a:gd name="connsiteX473-17229" fmla="*/ 14539325 w 18982931"/>
              <a:gd name="connsiteY473-17230" fmla="*/ 2685661 h 4449429"/>
              <a:gd name="connsiteX474-17231" fmla="*/ 14493625 w 18982931"/>
              <a:gd name="connsiteY474-17232" fmla="*/ 2685661 h 4449429"/>
              <a:gd name="connsiteX475-17233" fmla="*/ 2875284 w 18982931"/>
              <a:gd name="connsiteY475-17234" fmla="*/ 2661196 h 4449429"/>
              <a:gd name="connsiteX476-17235" fmla="*/ 2875284 w 18982931"/>
              <a:gd name="connsiteY476-17236" fmla="*/ 3265443 h 4449429"/>
              <a:gd name="connsiteX477-17237" fmla="*/ 2913063 w 18982931"/>
              <a:gd name="connsiteY477-17238" fmla="*/ 3265443 h 4449429"/>
              <a:gd name="connsiteX478-17239" fmla="*/ 2913063 w 18982931"/>
              <a:gd name="connsiteY478-17240" fmla="*/ 2661196 h 4449429"/>
              <a:gd name="connsiteX479-17241" fmla="*/ 2875284 w 18982931"/>
              <a:gd name="connsiteY479-17242" fmla="*/ 2661196 h 4449429"/>
              <a:gd name="connsiteX480-17243" fmla="*/ 2769698 w 18982931"/>
              <a:gd name="connsiteY480-17244" fmla="*/ 2661196 h 4449429"/>
              <a:gd name="connsiteX481-17245" fmla="*/ 2769698 w 18982931"/>
              <a:gd name="connsiteY481-17246" fmla="*/ 3265443 h 4449429"/>
              <a:gd name="connsiteX482-17247" fmla="*/ 2807479 w 18982931"/>
              <a:gd name="connsiteY482-17248" fmla="*/ 3265443 h 4449429"/>
              <a:gd name="connsiteX483-17249" fmla="*/ 2807479 w 18982931"/>
              <a:gd name="connsiteY483-17250" fmla="*/ 2661196 h 4449429"/>
              <a:gd name="connsiteX484-17251" fmla="*/ 2769698 w 18982931"/>
              <a:gd name="connsiteY484-17252" fmla="*/ 2661196 h 4449429"/>
              <a:gd name="connsiteX485-17253" fmla="*/ 2664114 w 18982931"/>
              <a:gd name="connsiteY485-17254" fmla="*/ 2661196 h 4449429"/>
              <a:gd name="connsiteX486-17255" fmla="*/ 2664114 w 18982931"/>
              <a:gd name="connsiteY486-17256" fmla="*/ 3265443 h 4449429"/>
              <a:gd name="connsiteX487-17257" fmla="*/ 2701891 w 18982931"/>
              <a:gd name="connsiteY487-17258" fmla="*/ 3265443 h 4449429"/>
              <a:gd name="connsiteX488-17259" fmla="*/ 2701891 w 18982931"/>
              <a:gd name="connsiteY488-17260" fmla="*/ 2661196 h 4449429"/>
              <a:gd name="connsiteX489-17261" fmla="*/ 2664114 w 18982931"/>
              <a:gd name="connsiteY489-17262" fmla="*/ 2661196 h 4449429"/>
              <a:gd name="connsiteX490-17263" fmla="*/ 2558534 w 18982931"/>
              <a:gd name="connsiteY490-17264" fmla="*/ 2661196 h 4449429"/>
              <a:gd name="connsiteX491-17265" fmla="*/ 2558534 w 18982931"/>
              <a:gd name="connsiteY491-17266" fmla="*/ 3265443 h 4449429"/>
              <a:gd name="connsiteX492-17267" fmla="*/ 2596306 w 18982931"/>
              <a:gd name="connsiteY492-17268" fmla="*/ 3265443 h 4449429"/>
              <a:gd name="connsiteX493-17269" fmla="*/ 2596306 w 18982931"/>
              <a:gd name="connsiteY493-17270" fmla="*/ 2661196 h 4449429"/>
              <a:gd name="connsiteX494-17271" fmla="*/ 2558534 w 18982931"/>
              <a:gd name="connsiteY494-17272" fmla="*/ 2661196 h 4449429"/>
              <a:gd name="connsiteX495-17273" fmla="*/ 2980870 w 18982931"/>
              <a:gd name="connsiteY495-17274" fmla="*/ 2661194 h 4449429"/>
              <a:gd name="connsiteX496-17275" fmla="*/ 2980870 w 18982931"/>
              <a:gd name="connsiteY496-17276" fmla="*/ 3265442 h 4449429"/>
              <a:gd name="connsiteX497-17277" fmla="*/ 3018648 w 18982931"/>
              <a:gd name="connsiteY497-17278" fmla="*/ 3265442 h 4449429"/>
              <a:gd name="connsiteX498-17279" fmla="*/ 3018648 w 18982931"/>
              <a:gd name="connsiteY498-17280" fmla="*/ 2661194 h 4449429"/>
              <a:gd name="connsiteX499-17281" fmla="*/ 2980870 w 18982931"/>
              <a:gd name="connsiteY499-17282" fmla="*/ 2661194 h 4449429"/>
              <a:gd name="connsiteX500-17283" fmla="*/ 16374516 w 18982931"/>
              <a:gd name="connsiteY500-17284" fmla="*/ 2632791 h 4449429"/>
              <a:gd name="connsiteX501-17285" fmla="*/ 16374516 w 18982931"/>
              <a:gd name="connsiteY501-17286" fmla="*/ 3237039 h 4449429"/>
              <a:gd name="connsiteX502-17287" fmla="*/ 16412296 w 18982931"/>
              <a:gd name="connsiteY502-17288" fmla="*/ 3237039 h 4449429"/>
              <a:gd name="connsiteX503-17289" fmla="*/ 16412296 w 18982931"/>
              <a:gd name="connsiteY503-17290" fmla="*/ 2632791 h 4449429"/>
              <a:gd name="connsiteX504-17291" fmla="*/ 16374516 w 18982931"/>
              <a:gd name="connsiteY504-17292" fmla="*/ 2632791 h 4449429"/>
              <a:gd name="connsiteX505-17293" fmla="*/ 16268931 w 18982931"/>
              <a:gd name="connsiteY505-17294" fmla="*/ 2632791 h 4449429"/>
              <a:gd name="connsiteX506-17295" fmla="*/ 16268931 w 18982931"/>
              <a:gd name="connsiteY506-17296" fmla="*/ 3237039 h 4449429"/>
              <a:gd name="connsiteX507-17297" fmla="*/ 16306709 w 18982931"/>
              <a:gd name="connsiteY507-17298" fmla="*/ 3237039 h 4449429"/>
              <a:gd name="connsiteX508-17299" fmla="*/ 16306709 w 18982931"/>
              <a:gd name="connsiteY508-17300" fmla="*/ 2632791 h 4449429"/>
              <a:gd name="connsiteX509-17301" fmla="*/ 16268931 w 18982931"/>
              <a:gd name="connsiteY509-17302" fmla="*/ 2632791 h 4449429"/>
              <a:gd name="connsiteX510-17303" fmla="*/ 16163344 w 18982931"/>
              <a:gd name="connsiteY510-17304" fmla="*/ 2632791 h 4449429"/>
              <a:gd name="connsiteX511-17305" fmla="*/ 16163344 w 18982931"/>
              <a:gd name="connsiteY511-17306" fmla="*/ 3237039 h 4449429"/>
              <a:gd name="connsiteX512-17307" fmla="*/ 16201125 w 18982931"/>
              <a:gd name="connsiteY512-17308" fmla="*/ 3237039 h 4449429"/>
              <a:gd name="connsiteX513-17309" fmla="*/ 16201125 w 18982931"/>
              <a:gd name="connsiteY513-17310" fmla="*/ 2632791 h 4449429"/>
              <a:gd name="connsiteX514-17311" fmla="*/ 16163344 w 18982931"/>
              <a:gd name="connsiteY514-17312" fmla="*/ 2632791 h 4449429"/>
              <a:gd name="connsiteX515-17313" fmla="*/ 16057760 w 18982931"/>
              <a:gd name="connsiteY515-17314" fmla="*/ 2632791 h 4449429"/>
              <a:gd name="connsiteX516-17315" fmla="*/ 16057760 w 18982931"/>
              <a:gd name="connsiteY516-17316" fmla="*/ 3237039 h 4449429"/>
              <a:gd name="connsiteX517-17317" fmla="*/ 16095537 w 18982931"/>
              <a:gd name="connsiteY517-17318" fmla="*/ 3237039 h 4449429"/>
              <a:gd name="connsiteX518-17319" fmla="*/ 16095537 w 18982931"/>
              <a:gd name="connsiteY518-17320" fmla="*/ 2632791 h 4449429"/>
              <a:gd name="connsiteX519-17321" fmla="*/ 16057760 w 18982931"/>
              <a:gd name="connsiteY519-17322" fmla="*/ 2632791 h 4449429"/>
              <a:gd name="connsiteX520-17323" fmla="*/ 16480103 w 18982931"/>
              <a:gd name="connsiteY520-17324" fmla="*/ 2632790 h 4449429"/>
              <a:gd name="connsiteX521-17325" fmla="*/ 16480103 w 18982931"/>
              <a:gd name="connsiteY521-17326" fmla="*/ 3237037 h 4449429"/>
              <a:gd name="connsiteX522-17327" fmla="*/ 16517880 w 18982931"/>
              <a:gd name="connsiteY522-17328" fmla="*/ 3237037 h 4449429"/>
              <a:gd name="connsiteX523-17329" fmla="*/ 16517880 w 18982931"/>
              <a:gd name="connsiteY523-17330" fmla="*/ 2632790 h 4449429"/>
              <a:gd name="connsiteX524-17331" fmla="*/ 16480103 w 18982931"/>
              <a:gd name="connsiteY524-17332" fmla="*/ 2632790 h 4449429"/>
              <a:gd name="connsiteX525-17333" fmla="*/ 1596781 w 18982931"/>
              <a:gd name="connsiteY525-17334" fmla="*/ 2622561 h 4449429"/>
              <a:gd name="connsiteX526-17335" fmla="*/ 1596781 w 18982931"/>
              <a:gd name="connsiteY526-17336" fmla="*/ 2668261 h 4449429"/>
              <a:gd name="connsiteX527-17337" fmla="*/ 1805629 w 18982931"/>
              <a:gd name="connsiteY527-17338" fmla="*/ 2668261 h 4449429"/>
              <a:gd name="connsiteX528-17339" fmla="*/ 1805629 w 18982931"/>
              <a:gd name="connsiteY528-17340" fmla="*/ 2622561 h 4449429"/>
              <a:gd name="connsiteX529-17341" fmla="*/ 1596781 w 18982931"/>
              <a:gd name="connsiteY529-17342" fmla="*/ 2622561 h 4449429"/>
              <a:gd name="connsiteX530-17343" fmla="*/ 1596781 w 18982931"/>
              <a:gd name="connsiteY530-17344" fmla="*/ 2530932 h 4449429"/>
              <a:gd name="connsiteX531-17345" fmla="*/ 1596781 w 18982931"/>
              <a:gd name="connsiteY531-17346" fmla="*/ 2576632 h 4449429"/>
              <a:gd name="connsiteX532-17347" fmla="*/ 1805629 w 18982931"/>
              <a:gd name="connsiteY532-17348" fmla="*/ 2576632 h 4449429"/>
              <a:gd name="connsiteX533-17349" fmla="*/ 1805629 w 18982931"/>
              <a:gd name="connsiteY533-17350" fmla="*/ 2530932 h 4449429"/>
              <a:gd name="connsiteX534-17351" fmla="*/ 1596781 w 18982931"/>
              <a:gd name="connsiteY534-17352" fmla="*/ 2530932 h 4449429"/>
              <a:gd name="connsiteX535-17353" fmla="*/ 1596781 w 18982931"/>
              <a:gd name="connsiteY535-17354" fmla="*/ 2439301 h 4449429"/>
              <a:gd name="connsiteX536-17355" fmla="*/ 1596781 w 18982931"/>
              <a:gd name="connsiteY536-17356" fmla="*/ 2485002 h 4449429"/>
              <a:gd name="connsiteX537-17357" fmla="*/ 1805629 w 18982931"/>
              <a:gd name="connsiteY537-17358" fmla="*/ 2485002 h 4449429"/>
              <a:gd name="connsiteX538-17359" fmla="*/ 1805629 w 18982931"/>
              <a:gd name="connsiteY538-17360" fmla="*/ 2439301 h 4449429"/>
              <a:gd name="connsiteX539-17361" fmla="*/ 1596781 w 18982931"/>
              <a:gd name="connsiteY539-17362" fmla="*/ 2439301 h 4449429"/>
              <a:gd name="connsiteX540-17363" fmla="*/ 17217171 w 18982931"/>
              <a:gd name="connsiteY540-17364" fmla="*/ 2397981 h 4449429"/>
              <a:gd name="connsiteX541-17365" fmla="*/ 17217171 w 18982931"/>
              <a:gd name="connsiteY541-17366" fmla="*/ 2434557 h 4449429"/>
              <a:gd name="connsiteX542-17367" fmla="*/ 17582931 w 18982931"/>
              <a:gd name="connsiteY542-17368" fmla="*/ 2434557 h 4449429"/>
              <a:gd name="connsiteX543-17369" fmla="*/ 17582931 w 18982931"/>
              <a:gd name="connsiteY543-17370" fmla="*/ 2397981 h 4449429"/>
              <a:gd name="connsiteX544-17371" fmla="*/ 17217171 w 18982931"/>
              <a:gd name="connsiteY544-17372" fmla="*/ 2397981 h 4449429"/>
              <a:gd name="connsiteX545-17373" fmla="*/ 9762349 w 18982931"/>
              <a:gd name="connsiteY545-17374" fmla="*/ 2057780 h 4449429"/>
              <a:gd name="connsiteX546-17375" fmla="*/ 9762349 w 18982931"/>
              <a:gd name="connsiteY546-17376" fmla="*/ 2266627 h 4449429"/>
              <a:gd name="connsiteX547-17377" fmla="*/ 9808049 w 18982931"/>
              <a:gd name="connsiteY547-17378" fmla="*/ 2266627 h 4449429"/>
              <a:gd name="connsiteX548-17379" fmla="*/ 9808049 w 18982931"/>
              <a:gd name="connsiteY548-17380" fmla="*/ 2057780 h 4449429"/>
              <a:gd name="connsiteX549-17381" fmla="*/ 9762349 w 18982931"/>
              <a:gd name="connsiteY549-17382" fmla="*/ 2057780 h 4449429"/>
              <a:gd name="connsiteX550-17383" fmla="*/ 9670720 w 18982931"/>
              <a:gd name="connsiteY550-17384" fmla="*/ 2057780 h 4449429"/>
              <a:gd name="connsiteX551-17385" fmla="*/ 9670720 w 18982931"/>
              <a:gd name="connsiteY551-17386" fmla="*/ 2266627 h 4449429"/>
              <a:gd name="connsiteX552-17387" fmla="*/ 9716420 w 18982931"/>
              <a:gd name="connsiteY552-17388" fmla="*/ 2266627 h 4449429"/>
              <a:gd name="connsiteX553-17389" fmla="*/ 9716420 w 18982931"/>
              <a:gd name="connsiteY553-17390" fmla="*/ 2057780 h 4449429"/>
              <a:gd name="connsiteX554-17391" fmla="*/ 9670720 w 18982931"/>
              <a:gd name="connsiteY554-17392" fmla="*/ 2057780 h 4449429"/>
              <a:gd name="connsiteX555-17393" fmla="*/ 9579089 w 18982931"/>
              <a:gd name="connsiteY555-17394" fmla="*/ 2057780 h 4449429"/>
              <a:gd name="connsiteX556-17395" fmla="*/ 9579089 w 18982931"/>
              <a:gd name="connsiteY556-17396" fmla="*/ 2266627 h 4449429"/>
              <a:gd name="connsiteX557-17397" fmla="*/ 9624790 w 18982931"/>
              <a:gd name="connsiteY557-17398" fmla="*/ 2266627 h 4449429"/>
              <a:gd name="connsiteX558-17399" fmla="*/ 9624790 w 18982931"/>
              <a:gd name="connsiteY558-17400" fmla="*/ 2057780 h 4449429"/>
              <a:gd name="connsiteX559-17401" fmla="*/ 9579089 w 18982931"/>
              <a:gd name="connsiteY559-17402" fmla="*/ 2057780 h 4449429"/>
              <a:gd name="connsiteX560-17403" fmla="*/ 9487461 w 18982931"/>
              <a:gd name="connsiteY560-17404" fmla="*/ 2057780 h 4449429"/>
              <a:gd name="connsiteX561-17405" fmla="*/ 9487461 w 18982931"/>
              <a:gd name="connsiteY561-17406" fmla="*/ 2266627 h 4449429"/>
              <a:gd name="connsiteX562-17407" fmla="*/ 9533161 w 18982931"/>
              <a:gd name="connsiteY562-17408" fmla="*/ 2266627 h 4449429"/>
              <a:gd name="connsiteX563-17409" fmla="*/ 9533161 w 18982931"/>
              <a:gd name="connsiteY563-17410" fmla="*/ 2057780 h 4449429"/>
              <a:gd name="connsiteX564-17411" fmla="*/ 9487461 w 18982931"/>
              <a:gd name="connsiteY564-17412" fmla="*/ 2057780 h 4449429"/>
              <a:gd name="connsiteX565-17413" fmla="*/ 9395836 w 18982931"/>
              <a:gd name="connsiteY565-17414" fmla="*/ 2057780 h 4449429"/>
              <a:gd name="connsiteX566-17415" fmla="*/ 9395836 w 18982931"/>
              <a:gd name="connsiteY566-17416" fmla="*/ 2266627 h 4449429"/>
              <a:gd name="connsiteX567-17417" fmla="*/ 9441534 w 18982931"/>
              <a:gd name="connsiteY567-17418" fmla="*/ 2266627 h 4449429"/>
              <a:gd name="connsiteX568-17419" fmla="*/ 9441534 w 18982931"/>
              <a:gd name="connsiteY568-17420" fmla="*/ 2057780 h 4449429"/>
              <a:gd name="connsiteX569-17421" fmla="*/ 9395836 w 18982931"/>
              <a:gd name="connsiteY569-17422" fmla="*/ 2057780 h 4449429"/>
              <a:gd name="connsiteX570-17423" fmla="*/ 9304202 w 18982931"/>
              <a:gd name="connsiteY570-17424" fmla="*/ 2057780 h 4449429"/>
              <a:gd name="connsiteX571-17425" fmla="*/ 9304202 w 18982931"/>
              <a:gd name="connsiteY571-17426" fmla="*/ 2266627 h 4449429"/>
              <a:gd name="connsiteX572-17427" fmla="*/ 9349902 w 18982931"/>
              <a:gd name="connsiteY572-17428" fmla="*/ 2266627 h 4449429"/>
              <a:gd name="connsiteX573-17429" fmla="*/ 9349902 w 18982931"/>
              <a:gd name="connsiteY573-17430" fmla="*/ 2057780 h 4449429"/>
              <a:gd name="connsiteX574-17431" fmla="*/ 9304202 w 18982931"/>
              <a:gd name="connsiteY574-17432" fmla="*/ 2057780 h 4449429"/>
              <a:gd name="connsiteX575-17433" fmla="*/ 9212570 w 18982931"/>
              <a:gd name="connsiteY575-17434" fmla="*/ 2057780 h 4449429"/>
              <a:gd name="connsiteX576-17435" fmla="*/ 9212570 w 18982931"/>
              <a:gd name="connsiteY576-17436" fmla="*/ 2266627 h 4449429"/>
              <a:gd name="connsiteX577-17437" fmla="*/ 9258270 w 18982931"/>
              <a:gd name="connsiteY577-17438" fmla="*/ 2266627 h 4449429"/>
              <a:gd name="connsiteX578-17439" fmla="*/ 9258270 w 18982931"/>
              <a:gd name="connsiteY578-17440" fmla="*/ 2057780 h 4449429"/>
              <a:gd name="connsiteX579-17441" fmla="*/ 9212570 w 18982931"/>
              <a:gd name="connsiteY579-17442" fmla="*/ 2057780 h 4449429"/>
              <a:gd name="connsiteX580-17443" fmla="*/ 14092702 w 18982931"/>
              <a:gd name="connsiteY580-17444" fmla="*/ 1859157 h 4449429"/>
              <a:gd name="connsiteX581-17445" fmla="*/ 14092702 w 18982931"/>
              <a:gd name="connsiteY581-17446" fmla="*/ 1895733 h 4449429"/>
              <a:gd name="connsiteX582-17447" fmla="*/ 14458462 w 18982931"/>
              <a:gd name="connsiteY582-17448" fmla="*/ 1895733 h 4449429"/>
              <a:gd name="connsiteX583-17449" fmla="*/ 14458462 w 18982931"/>
              <a:gd name="connsiteY583-17450" fmla="*/ 1859157 h 4449429"/>
              <a:gd name="connsiteX584-17451" fmla="*/ 14092702 w 18982931"/>
              <a:gd name="connsiteY584-17452" fmla="*/ 1859157 h 4449429"/>
              <a:gd name="connsiteX585-17453" fmla="*/ 17871603 w 18982931"/>
              <a:gd name="connsiteY585-17454" fmla="*/ 1806939 h 4449429"/>
              <a:gd name="connsiteX586-17455" fmla="*/ 17871603 w 18982931"/>
              <a:gd name="connsiteY586-17456" fmla="*/ 1809649 h 4449429"/>
              <a:gd name="connsiteX587-17457" fmla="*/ 17871627 w 18982931"/>
              <a:gd name="connsiteY587-17458" fmla="*/ 1809649 h 4449429"/>
              <a:gd name="connsiteX588-17459" fmla="*/ 17871603 w 18982931"/>
              <a:gd name="connsiteY588-17460" fmla="*/ 1806939 h 4449429"/>
              <a:gd name="connsiteX589-17461" fmla="*/ 18172695 w 18982931"/>
              <a:gd name="connsiteY589-17462" fmla="*/ 1733739 h 4449429"/>
              <a:gd name="connsiteX590-17463" fmla="*/ 18172695 w 18982931"/>
              <a:gd name="connsiteY590-17464" fmla="*/ 1870899 h 4449429"/>
              <a:gd name="connsiteX591-17465" fmla="*/ 18209271 w 18982931"/>
              <a:gd name="connsiteY591-17466" fmla="*/ 1870899 h 4449429"/>
              <a:gd name="connsiteX592-17467" fmla="*/ 18209271 w 18982931"/>
              <a:gd name="connsiteY592-17468" fmla="*/ 1733739 h 4449429"/>
              <a:gd name="connsiteX593-17469" fmla="*/ 18172695 w 18982931"/>
              <a:gd name="connsiteY593-17470" fmla="*/ 1733739 h 4449429"/>
              <a:gd name="connsiteX594-17471" fmla="*/ 18104295 w 18982931"/>
              <a:gd name="connsiteY594-17472" fmla="*/ 1733739 h 4449429"/>
              <a:gd name="connsiteX595-17473" fmla="*/ 18104295 w 18982931"/>
              <a:gd name="connsiteY595-17474" fmla="*/ 1870899 h 4449429"/>
              <a:gd name="connsiteX596-17475" fmla="*/ 18140871 w 18982931"/>
              <a:gd name="connsiteY596-17476" fmla="*/ 1870899 h 4449429"/>
              <a:gd name="connsiteX597-17477" fmla="*/ 18140871 w 18982931"/>
              <a:gd name="connsiteY597-17478" fmla="*/ 1733739 h 4449429"/>
              <a:gd name="connsiteX598-17479" fmla="*/ 18104295 w 18982931"/>
              <a:gd name="connsiteY598-17480" fmla="*/ 1733739 h 4449429"/>
              <a:gd name="connsiteX599-17481" fmla="*/ 18035895 w 18982931"/>
              <a:gd name="connsiteY599-17482" fmla="*/ 1733739 h 4449429"/>
              <a:gd name="connsiteX600-17483" fmla="*/ 18035895 w 18982931"/>
              <a:gd name="connsiteY600-17484" fmla="*/ 1870899 h 4449429"/>
              <a:gd name="connsiteX601-17485" fmla="*/ 18072471 w 18982931"/>
              <a:gd name="connsiteY601-17486" fmla="*/ 1870899 h 4449429"/>
              <a:gd name="connsiteX602-17487" fmla="*/ 18072471 w 18982931"/>
              <a:gd name="connsiteY602-17488" fmla="*/ 1733739 h 4449429"/>
              <a:gd name="connsiteX603-17489" fmla="*/ 18035895 w 18982931"/>
              <a:gd name="connsiteY603-17490" fmla="*/ 1733739 h 4449429"/>
              <a:gd name="connsiteX604-17491" fmla="*/ 17967493 w 18982931"/>
              <a:gd name="connsiteY604-17492" fmla="*/ 1733739 h 4449429"/>
              <a:gd name="connsiteX605-17493" fmla="*/ 17967493 w 18982931"/>
              <a:gd name="connsiteY605-17494" fmla="*/ 1870899 h 4449429"/>
              <a:gd name="connsiteX606-17495" fmla="*/ 18004069 w 18982931"/>
              <a:gd name="connsiteY606-17496" fmla="*/ 1870899 h 4449429"/>
              <a:gd name="connsiteX607-17497" fmla="*/ 18004069 w 18982931"/>
              <a:gd name="connsiteY607-17498" fmla="*/ 1733739 h 4449429"/>
              <a:gd name="connsiteX608-17499" fmla="*/ 17967493 w 18982931"/>
              <a:gd name="connsiteY608-17500" fmla="*/ 1733739 h 4449429"/>
              <a:gd name="connsiteX609-17501" fmla="*/ 14251161 w 18982931"/>
              <a:gd name="connsiteY609-17502" fmla="*/ 868400 h 4449429"/>
              <a:gd name="connsiteX610-17503" fmla="*/ 14251161 w 18982931"/>
              <a:gd name="connsiteY610-17504" fmla="*/ 1005560 h 4449429"/>
              <a:gd name="connsiteX611-17505" fmla="*/ 14287737 w 18982931"/>
              <a:gd name="connsiteY611-17506" fmla="*/ 1005560 h 4449429"/>
              <a:gd name="connsiteX612-17507" fmla="*/ 14287737 w 18982931"/>
              <a:gd name="connsiteY612-17508" fmla="*/ 868400 h 4449429"/>
              <a:gd name="connsiteX613-17509" fmla="*/ 14251161 w 18982931"/>
              <a:gd name="connsiteY613-17510" fmla="*/ 868400 h 4449429"/>
              <a:gd name="connsiteX614-17511" fmla="*/ 14182760 w 18982931"/>
              <a:gd name="connsiteY614-17512" fmla="*/ 868400 h 4449429"/>
              <a:gd name="connsiteX615-17513" fmla="*/ 14182760 w 18982931"/>
              <a:gd name="connsiteY615-17514" fmla="*/ 1005560 h 4449429"/>
              <a:gd name="connsiteX616-17515" fmla="*/ 14219336 w 18982931"/>
              <a:gd name="connsiteY616-17516" fmla="*/ 1005560 h 4449429"/>
              <a:gd name="connsiteX617-17517" fmla="*/ 14219336 w 18982931"/>
              <a:gd name="connsiteY617-17518" fmla="*/ 868400 h 4449429"/>
              <a:gd name="connsiteX618-17519" fmla="*/ 14182760 w 18982931"/>
              <a:gd name="connsiteY618-17520" fmla="*/ 868400 h 4449429"/>
              <a:gd name="connsiteX619-17521" fmla="*/ 14114359 w 18982931"/>
              <a:gd name="connsiteY619-17522" fmla="*/ 868400 h 4449429"/>
              <a:gd name="connsiteX620-17523" fmla="*/ 14114359 w 18982931"/>
              <a:gd name="connsiteY620-17524" fmla="*/ 1005560 h 4449429"/>
              <a:gd name="connsiteX621-17525" fmla="*/ 14150935 w 18982931"/>
              <a:gd name="connsiteY621-17526" fmla="*/ 1005560 h 4449429"/>
              <a:gd name="connsiteX622-17527" fmla="*/ 14150935 w 18982931"/>
              <a:gd name="connsiteY622-17528" fmla="*/ 868400 h 4449429"/>
              <a:gd name="connsiteX623-17529" fmla="*/ 14114359 w 18982931"/>
              <a:gd name="connsiteY623-17530" fmla="*/ 868400 h 4449429"/>
              <a:gd name="connsiteX624-17531" fmla="*/ 4788216 w 18982931"/>
              <a:gd name="connsiteY624-17532" fmla="*/ 807315 h 4449429"/>
              <a:gd name="connsiteX625-17533" fmla="*/ 4788216 w 18982931"/>
              <a:gd name="connsiteY625-17534" fmla="*/ 944475 h 4449429"/>
              <a:gd name="connsiteX626-17535" fmla="*/ 4824792 w 18982931"/>
              <a:gd name="connsiteY626-17536" fmla="*/ 944475 h 4449429"/>
              <a:gd name="connsiteX627-17537" fmla="*/ 4824792 w 18982931"/>
              <a:gd name="connsiteY627-17538" fmla="*/ 807315 h 4449429"/>
              <a:gd name="connsiteX628-17539" fmla="*/ 4788216 w 18982931"/>
              <a:gd name="connsiteY628-17540" fmla="*/ 807315 h 4449429"/>
              <a:gd name="connsiteX629-17541" fmla="*/ 4719815 w 18982931"/>
              <a:gd name="connsiteY629-17542" fmla="*/ 807315 h 4449429"/>
              <a:gd name="connsiteX630-17543" fmla="*/ 4719815 w 18982931"/>
              <a:gd name="connsiteY630-17544" fmla="*/ 944475 h 4449429"/>
              <a:gd name="connsiteX631-17545" fmla="*/ 4756391 w 18982931"/>
              <a:gd name="connsiteY631-17546" fmla="*/ 944475 h 4449429"/>
              <a:gd name="connsiteX632-17547" fmla="*/ 4756391 w 18982931"/>
              <a:gd name="connsiteY632-17548" fmla="*/ 807315 h 4449429"/>
              <a:gd name="connsiteX633-17549" fmla="*/ 4719815 w 18982931"/>
              <a:gd name="connsiteY633-17550" fmla="*/ 807315 h 4449429"/>
              <a:gd name="connsiteX634-17551" fmla="*/ 4651414 w 18982931"/>
              <a:gd name="connsiteY634-17552" fmla="*/ 807315 h 4449429"/>
              <a:gd name="connsiteX635-17553" fmla="*/ 4651414 w 18982931"/>
              <a:gd name="connsiteY635-17554" fmla="*/ 944475 h 4449429"/>
              <a:gd name="connsiteX636-17555" fmla="*/ 4687992 w 18982931"/>
              <a:gd name="connsiteY636-17556" fmla="*/ 944475 h 4449429"/>
              <a:gd name="connsiteX637-17557" fmla="*/ 4687992 w 18982931"/>
              <a:gd name="connsiteY637-17558" fmla="*/ 807315 h 4449429"/>
              <a:gd name="connsiteX638-17559" fmla="*/ 4651414 w 18982931"/>
              <a:gd name="connsiteY638-17560" fmla="*/ 807315 h 4449429"/>
              <a:gd name="connsiteX639-17561" fmla="*/ 2212838 w 18982931"/>
              <a:gd name="connsiteY639-17562" fmla="*/ 748887 h 4449429"/>
              <a:gd name="connsiteX640-17563" fmla="*/ 2212838 w 18982931"/>
              <a:gd name="connsiteY640-17564" fmla="*/ 886047 h 4449429"/>
              <a:gd name="connsiteX641-17565" fmla="*/ 2249414 w 18982931"/>
              <a:gd name="connsiteY641-17566" fmla="*/ 886047 h 4449429"/>
              <a:gd name="connsiteX642-17567" fmla="*/ 2249414 w 18982931"/>
              <a:gd name="connsiteY642-17568" fmla="*/ 748887 h 4449429"/>
              <a:gd name="connsiteX643-17569" fmla="*/ 2212838 w 18982931"/>
              <a:gd name="connsiteY643-17570" fmla="*/ 748887 h 4449429"/>
              <a:gd name="connsiteX644-17571" fmla="*/ 2144438 w 18982931"/>
              <a:gd name="connsiteY644-17572" fmla="*/ 748887 h 4449429"/>
              <a:gd name="connsiteX645-17573" fmla="*/ 2144438 w 18982931"/>
              <a:gd name="connsiteY645-17574" fmla="*/ 886047 h 4449429"/>
              <a:gd name="connsiteX646-17575" fmla="*/ 2181014 w 18982931"/>
              <a:gd name="connsiteY646-17576" fmla="*/ 886047 h 4449429"/>
              <a:gd name="connsiteX647-17577" fmla="*/ 2181014 w 18982931"/>
              <a:gd name="connsiteY647-17578" fmla="*/ 748887 h 4449429"/>
              <a:gd name="connsiteX648-17579" fmla="*/ 2144438 w 18982931"/>
              <a:gd name="connsiteY648-17580" fmla="*/ 748887 h 4449429"/>
              <a:gd name="connsiteX649-17581" fmla="*/ 2076037 w 18982931"/>
              <a:gd name="connsiteY649-17582" fmla="*/ 748887 h 4449429"/>
              <a:gd name="connsiteX650-17583" fmla="*/ 2076037 w 18982931"/>
              <a:gd name="connsiteY650-17584" fmla="*/ 886047 h 4449429"/>
              <a:gd name="connsiteX651-17585" fmla="*/ 2112612 w 18982931"/>
              <a:gd name="connsiteY651-17586" fmla="*/ 886047 h 4449429"/>
              <a:gd name="connsiteX652-17587" fmla="*/ 2112612 w 18982931"/>
              <a:gd name="connsiteY652-17588" fmla="*/ 748887 h 4449429"/>
              <a:gd name="connsiteX653-17589" fmla="*/ 2076037 w 18982931"/>
              <a:gd name="connsiteY653-17590" fmla="*/ 748887 h 4449429"/>
              <a:gd name="connsiteX654-17591" fmla="*/ 2007635 w 18982931"/>
              <a:gd name="connsiteY654-17592" fmla="*/ 748887 h 4449429"/>
              <a:gd name="connsiteX655-17593" fmla="*/ 2007635 w 18982931"/>
              <a:gd name="connsiteY655-17594" fmla="*/ 886047 h 4449429"/>
              <a:gd name="connsiteX656-17595" fmla="*/ 2044211 w 18982931"/>
              <a:gd name="connsiteY656-17596" fmla="*/ 886047 h 4449429"/>
              <a:gd name="connsiteX657-17597" fmla="*/ 2044211 w 18982931"/>
              <a:gd name="connsiteY657-17598" fmla="*/ 748887 h 4449429"/>
              <a:gd name="connsiteX658-17599" fmla="*/ 2007635 w 18982931"/>
              <a:gd name="connsiteY658-17600" fmla="*/ 748887 h 4449429"/>
              <a:gd name="connsiteX659-17601" fmla="*/ 17088019 w 18982931"/>
              <a:gd name="connsiteY659-17602" fmla="*/ 737716 h 4449429"/>
              <a:gd name="connsiteX660-17603" fmla="*/ 17088019 w 18982931"/>
              <a:gd name="connsiteY660-17604" fmla="*/ 825107 h 4449429"/>
              <a:gd name="connsiteX661-17605" fmla="*/ 17124595 w 18982931"/>
              <a:gd name="connsiteY661-17606" fmla="*/ 825107 h 4449429"/>
              <a:gd name="connsiteX662-17607" fmla="*/ 17124595 w 18982931"/>
              <a:gd name="connsiteY662-17608" fmla="*/ 737716 h 4449429"/>
              <a:gd name="connsiteX663-17609" fmla="*/ 17088019 w 18982931"/>
              <a:gd name="connsiteY663-17610" fmla="*/ 737716 h 4449429"/>
              <a:gd name="connsiteX664-17611" fmla="*/ 17021803 w 18982931"/>
              <a:gd name="connsiteY664-17612" fmla="*/ 737716 h 4449429"/>
              <a:gd name="connsiteX665-17613" fmla="*/ 17021803 w 18982931"/>
              <a:gd name="connsiteY665-17614" fmla="*/ 825107 h 4449429"/>
              <a:gd name="connsiteX666-17615" fmla="*/ 17058379 w 18982931"/>
              <a:gd name="connsiteY666-17616" fmla="*/ 825107 h 4449429"/>
              <a:gd name="connsiteX667-17617" fmla="*/ 17058379 w 18982931"/>
              <a:gd name="connsiteY667-17618" fmla="*/ 737716 h 4449429"/>
              <a:gd name="connsiteX668-17619" fmla="*/ 17021803 w 18982931"/>
              <a:gd name="connsiteY668-17620" fmla="*/ 737716 h 4449429"/>
              <a:gd name="connsiteX669-17621" fmla="*/ 16955591 w 18982931"/>
              <a:gd name="connsiteY669-17622" fmla="*/ 737716 h 4449429"/>
              <a:gd name="connsiteX670-17623" fmla="*/ 16955591 w 18982931"/>
              <a:gd name="connsiteY670-17624" fmla="*/ 825107 h 4449429"/>
              <a:gd name="connsiteX671-17625" fmla="*/ 16992167 w 18982931"/>
              <a:gd name="connsiteY671-17626" fmla="*/ 825107 h 4449429"/>
              <a:gd name="connsiteX672-17627" fmla="*/ 16992167 w 18982931"/>
              <a:gd name="connsiteY672-17628" fmla="*/ 737716 h 4449429"/>
              <a:gd name="connsiteX673-17629" fmla="*/ 16955591 w 18982931"/>
              <a:gd name="connsiteY673-17630" fmla="*/ 737716 h 4449429"/>
              <a:gd name="connsiteX674-17631" fmla="*/ 16889375 w 18982931"/>
              <a:gd name="connsiteY674-17632" fmla="*/ 737716 h 4449429"/>
              <a:gd name="connsiteX675-17633" fmla="*/ 16889375 w 18982931"/>
              <a:gd name="connsiteY675-17634" fmla="*/ 825107 h 4449429"/>
              <a:gd name="connsiteX676-17635" fmla="*/ 16925951 w 18982931"/>
              <a:gd name="connsiteY676-17636" fmla="*/ 825107 h 4449429"/>
              <a:gd name="connsiteX677-17637" fmla="*/ 16925951 w 18982931"/>
              <a:gd name="connsiteY677-17638" fmla="*/ 737716 h 4449429"/>
              <a:gd name="connsiteX678-17639" fmla="*/ 16889375 w 18982931"/>
              <a:gd name="connsiteY678-17640" fmla="*/ 737716 h 4449429"/>
              <a:gd name="connsiteX679-17641" fmla="*/ 16823163 w 18982931"/>
              <a:gd name="connsiteY679-17642" fmla="*/ 737716 h 4449429"/>
              <a:gd name="connsiteX680-17643" fmla="*/ 16823163 w 18982931"/>
              <a:gd name="connsiteY680-17644" fmla="*/ 825107 h 4449429"/>
              <a:gd name="connsiteX681-17645" fmla="*/ 16859739 w 18982931"/>
              <a:gd name="connsiteY681-17646" fmla="*/ 825107 h 4449429"/>
              <a:gd name="connsiteX682-17647" fmla="*/ 16859739 w 18982931"/>
              <a:gd name="connsiteY682-17648" fmla="*/ 737716 h 4449429"/>
              <a:gd name="connsiteX683-17649" fmla="*/ 16823163 w 18982931"/>
              <a:gd name="connsiteY683-17650" fmla="*/ 737716 h 4449429"/>
              <a:gd name="connsiteX684-17651" fmla="*/ 16756948 w 18982931"/>
              <a:gd name="connsiteY684-17652" fmla="*/ 737716 h 4449429"/>
              <a:gd name="connsiteX685-17653" fmla="*/ 16756948 w 18982931"/>
              <a:gd name="connsiteY685-17654" fmla="*/ 825107 h 4449429"/>
              <a:gd name="connsiteX686-17655" fmla="*/ 16793523 w 18982931"/>
              <a:gd name="connsiteY686-17656" fmla="*/ 825107 h 4449429"/>
              <a:gd name="connsiteX687-17657" fmla="*/ 16793523 w 18982931"/>
              <a:gd name="connsiteY687-17658" fmla="*/ 737716 h 4449429"/>
              <a:gd name="connsiteX688-17659" fmla="*/ 16756948 w 18982931"/>
              <a:gd name="connsiteY688-17660" fmla="*/ 737716 h 4449429"/>
              <a:gd name="connsiteX689-17661" fmla="*/ 13739104 w 18982931"/>
              <a:gd name="connsiteY689-17662" fmla="*/ 0 h 4449429"/>
              <a:gd name="connsiteX690-17663" fmla="*/ 13842002 w 18982931"/>
              <a:gd name="connsiteY690-17664" fmla="*/ 0 h 4449429"/>
              <a:gd name="connsiteX691-17665" fmla="*/ 13883163 w 18982931"/>
              <a:gd name="connsiteY691-17666" fmla="*/ 428067 h 4449429"/>
              <a:gd name="connsiteX692-17667" fmla="*/ 13883163 w 18982931"/>
              <a:gd name="connsiteY692-17668" fmla="*/ 456882 h 4449429"/>
              <a:gd name="connsiteX693-17669" fmla="*/ 13907863 w 18982931"/>
              <a:gd name="connsiteY693-17670" fmla="*/ 954919 h 4449429"/>
              <a:gd name="connsiteX694-17671" fmla="*/ 13911978 w 18982931"/>
              <a:gd name="connsiteY694-17672" fmla="*/ 1679340 h 4449429"/>
              <a:gd name="connsiteX695-17673" fmla="*/ 13916091 w 18982931"/>
              <a:gd name="connsiteY695-17674" fmla="*/ 2058015 h 4449429"/>
              <a:gd name="connsiteX696-17675" fmla="*/ 13936673 w 18982931"/>
              <a:gd name="connsiteY696-17676" fmla="*/ 2086829 h 4449429"/>
              <a:gd name="connsiteX697-17677" fmla="*/ 13953138 w 18982931"/>
              <a:gd name="connsiteY697-17678" fmla="*/ 2058015 h 4449429"/>
              <a:gd name="connsiteX698-17679" fmla="*/ 13953138 w 18982931"/>
              <a:gd name="connsiteY698-17680" fmla="*/ 1955115 h 4449429"/>
              <a:gd name="connsiteX699-17681" fmla="*/ 13965483 w 18982931"/>
              <a:gd name="connsiteY699-17682" fmla="*/ 1922188 h 4449429"/>
              <a:gd name="connsiteX700-17683" fmla="*/ 13986066 w 18982931"/>
              <a:gd name="connsiteY700-17684" fmla="*/ 1876909 h 4449429"/>
              <a:gd name="connsiteX701-17685" fmla="*/ 13986066 w 18982931"/>
              <a:gd name="connsiteY701-17686" fmla="*/ 1625834 h 4449429"/>
              <a:gd name="connsiteX702-17687" fmla="*/ 14051922 w 18982931"/>
              <a:gd name="connsiteY702-17688" fmla="*/ 1617602 h 4449429"/>
              <a:gd name="connsiteX703-17689" fmla="*/ 14047992 w 18982931"/>
              <a:gd name="connsiteY703-17690" fmla="*/ 1005560 h 4449429"/>
              <a:gd name="connsiteX704-17691" fmla="*/ 14082534 w 18982931"/>
              <a:gd name="connsiteY704-17692" fmla="*/ 1005560 h 4449429"/>
              <a:gd name="connsiteX705-17693" fmla="*/ 14082534 w 18982931"/>
              <a:gd name="connsiteY705-17694" fmla="*/ 868400 h 4449429"/>
              <a:gd name="connsiteX706-17695" fmla="*/ 14047111 w 18982931"/>
              <a:gd name="connsiteY706-17696" fmla="*/ 868400 h 4449429"/>
              <a:gd name="connsiteX707-17697" fmla="*/ 14046442 w 18982931"/>
              <a:gd name="connsiteY707-17698" fmla="*/ 764191 h 4449429"/>
              <a:gd name="connsiteX708-17699" fmla="*/ 14187749 w 18982931"/>
              <a:gd name="connsiteY708-17700" fmla="*/ 436300 h 4449429"/>
              <a:gd name="connsiteX709-17701" fmla="*/ 14212445 w 18982931"/>
              <a:gd name="connsiteY709-17702" fmla="*/ 411603 h 4449429"/>
              <a:gd name="connsiteX710-17703" fmla="*/ 14410015 w 18982931"/>
              <a:gd name="connsiteY710-17704" fmla="*/ 444532 h 4449429"/>
              <a:gd name="connsiteX711-17705" fmla="*/ 14442947 w 18982931"/>
              <a:gd name="connsiteY711-17706" fmla="*/ 275776 h 4449429"/>
              <a:gd name="connsiteX712-17707" fmla="*/ 14479990 w 18982931"/>
              <a:gd name="connsiteY712-17708" fmla="*/ 246961 h 4449429"/>
              <a:gd name="connsiteX713-17709" fmla="*/ 14517032 w 18982931"/>
              <a:gd name="connsiteY713-17710" fmla="*/ 271658 h 4449429"/>
              <a:gd name="connsiteX714-17711" fmla="*/ 14574655 w 18982931"/>
              <a:gd name="connsiteY714-17712" fmla="*/ 522739 h 4449429"/>
              <a:gd name="connsiteX715-17713" fmla="*/ 14603469 w 18982931"/>
              <a:gd name="connsiteY715-17714" fmla="*/ 1123678 h 4449429"/>
              <a:gd name="connsiteX716-17715" fmla="*/ 14603469 w 18982931"/>
              <a:gd name="connsiteY716-17716" fmla="*/ 1617602 h 4449429"/>
              <a:gd name="connsiteX717-17717" fmla="*/ 14595237 w 18982931"/>
              <a:gd name="connsiteY717-17718" fmla="*/ 1683457 h 4449429"/>
              <a:gd name="connsiteX718-17719" fmla="*/ 14607589 w 18982931"/>
              <a:gd name="connsiteY718-17720" fmla="*/ 1753429 h 4449429"/>
              <a:gd name="connsiteX719-17721" fmla="*/ 14656976 w 18982931"/>
              <a:gd name="connsiteY719-17722" fmla="*/ 1753429 h 4449429"/>
              <a:gd name="connsiteX720-17723" fmla="*/ 14706369 w 18982931"/>
              <a:gd name="connsiteY720-17724" fmla="*/ 1568210 h 4449429"/>
              <a:gd name="connsiteX721-17725" fmla="*/ 14722833 w 18982931"/>
              <a:gd name="connsiteY721-17726" fmla="*/ 1568210 h 4449429"/>
              <a:gd name="connsiteX722-17727" fmla="*/ 14768111 w 18982931"/>
              <a:gd name="connsiteY722-17728" fmla="*/ 1753429 h 4449429"/>
              <a:gd name="connsiteX723-17729" fmla="*/ 14875128 w 18982931"/>
              <a:gd name="connsiteY723-17730" fmla="*/ 1753429 h 4449429"/>
              <a:gd name="connsiteX724-17731" fmla="*/ 14883360 w 18982931"/>
              <a:gd name="connsiteY724-17732" fmla="*/ 1827516 h 4449429"/>
              <a:gd name="connsiteX725-17733" fmla="*/ 14940984 w 18982931"/>
              <a:gd name="connsiteY725-17734" fmla="*/ 1827516 h 4449429"/>
              <a:gd name="connsiteX726-17735" fmla="*/ 15019191 w 18982931"/>
              <a:gd name="connsiteY726-17736" fmla="*/ 1625834 h 4449429"/>
              <a:gd name="connsiteX727-17737" fmla="*/ 15043883 w 18982931"/>
              <a:gd name="connsiteY727-17738" fmla="*/ 1090750 h 4449429"/>
              <a:gd name="connsiteX728-17739" fmla="*/ 15134436 w 18982931"/>
              <a:gd name="connsiteY728-17740" fmla="*/ 1000197 h 4449429"/>
              <a:gd name="connsiteX729-17741" fmla="*/ 15212643 w 18982931"/>
              <a:gd name="connsiteY729-17742" fmla="*/ 1078400 h 4449429"/>
              <a:gd name="connsiteX730-17743" fmla="*/ 15212643 w 18982931"/>
              <a:gd name="connsiteY730-17744" fmla="*/ 1152488 h 4449429"/>
              <a:gd name="connsiteX731-17745" fmla="*/ 15224993 w 18982931"/>
              <a:gd name="connsiteY731-17746" fmla="*/ 1119560 h 4449429"/>
              <a:gd name="connsiteX732-17747" fmla="*/ 15237338 w 18982931"/>
              <a:gd name="connsiteY732-17748" fmla="*/ 563899 h 4449429"/>
              <a:gd name="connsiteX733-17749" fmla="*/ 15290845 w 18982931"/>
              <a:gd name="connsiteY733-17750" fmla="*/ 382793 h 4449429"/>
              <a:gd name="connsiteX734-17751" fmla="*/ 15323772 w 18982931"/>
              <a:gd name="connsiteY734-17752" fmla="*/ 300473 h 4449429"/>
              <a:gd name="connsiteX735-17753" fmla="*/ 15364932 w 18982931"/>
              <a:gd name="connsiteY735-17754" fmla="*/ 259313 h 4449429"/>
              <a:gd name="connsiteX736-17755" fmla="*/ 15389634 w 18982931"/>
              <a:gd name="connsiteY736-17756" fmla="*/ 296354 h 4449429"/>
              <a:gd name="connsiteX737-17757" fmla="*/ 15401979 w 18982931"/>
              <a:gd name="connsiteY737-17758" fmla="*/ 411603 h 4449429"/>
              <a:gd name="connsiteX738-17759" fmla="*/ 15451371 w 18982931"/>
              <a:gd name="connsiteY738-17760" fmla="*/ 703843 h 4449429"/>
              <a:gd name="connsiteX739-17761" fmla="*/ 15455486 w 18982931"/>
              <a:gd name="connsiteY739-17762" fmla="*/ 1173070 h 4449429"/>
              <a:gd name="connsiteX740-17763" fmla="*/ 15455486 w 18982931"/>
              <a:gd name="connsiteY740-17764" fmla="*/ 1238927 h 4449429"/>
              <a:gd name="connsiteX741-17765" fmla="*/ 15727143 w 18982931"/>
              <a:gd name="connsiteY741-17766" fmla="*/ 1238927 h 4449429"/>
              <a:gd name="connsiteX742-17767" fmla="*/ 15727143 w 18982931"/>
              <a:gd name="connsiteY742-17768" fmla="*/ 1465306 h 4449429"/>
              <a:gd name="connsiteX743-17769" fmla="*/ 15772422 w 18982931"/>
              <a:gd name="connsiteY743-17770" fmla="*/ 1469425 h 4449429"/>
              <a:gd name="connsiteX744-17771" fmla="*/ 15850624 w 18982931"/>
              <a:gd name="connsiteY744-17772" fmla="*/ 1551745 h 4449429"/>
              <a:gd name="connsiteX745-17773" fmla="*/ 15850624 w 18982931"/>
              <a:gd name="connsiteY745-17774" fmla="*/ 2224712 h 4449429"/>
              <a:gd name="connsiteX746-17775" fmla="*/ 15923336 w 18982931"/>
              <a:gd name="connsiteY746-17776" fmla="*/ 2224712 h 4449429"/>
              <a:gd name="connsiteX747-17777" fmla="*/ 15924718 w 18982931"/>
              <a:gd name="connsiteY747-17778" fmla="*/ 2177381 h 4449429"/>
              <a:gd name="connsiteX748-17779" fmla="*/ 15982338 w 18982931"/>
              <a:gd name="connsiteY748-17780" fmla="*/ 2103294 h 4449429"/>
              <a:gd name="connsiteX749-17781" fmla="*/ 15986455 w 18982931"/>
              <a:gd name="connsiteY749-17782" fmla="*/ 2045669 h 4449429"/>
              <a:gd name="connsiteX750-17783" fmla="*/ 16002920 w 18982931"/>
              <a:gd name="connsiteY750-17784" fmla="*/ 2033319 h 4449429"/>
              <a:gd name="connsiteX751-17785" fmla="*/ 16015265 w 18982931"/>
              <a:gd name="connsiteY751-17786" fmla="*/ 2041550 h 4449429"/>
              <a:gd name="connsiteX752-17787" fmla="*/ 16056425 w 18982931"/>
              <a:gd name="connsiteY752-17788" fmla="*/ 2210310 h 4449429"/>
              <a:gd name="connsiteX753-17789" fmla="*/ 16056425 w 18982931"/>
              <a:gd name="connsiteY753-17790" fmla="*/ 2276166 h 4449429"/>
              <a:gd name="connsiteX754-17791" fmla="*/ 16077008 w 18982931"/>
              <a:gd name="connsiteY754-17792" fmla="*/ 2276166 h 4449429"/>
              <a:gd name="connsiteX755-17793" fmla="*/ 16097587 w 18982931"/>
              <a:gd name="connsiteY755-17794" fmla="*/ 1938652 h 4449429"/>
              <a:gd name="connsiteX756-17795" fmla="*/ 16122282 w 18982931"/>
              <a:gd name="connsiteY756-17796" fmla="*/ 1934533 h 4449429"/>
              <a:gd name="connsiteX757-17797" fmla="*/ 16155210 w 18982931"/>
              <a:gd name="connsiteY757-17798" fmla="*/ 1938652 h 4449429"/>
              <a:gd name="connsiteX758-17799" fmla="*/ 16155210 w 18982931"/>
              <a:gd name="connsiteY758-17800" fmla="*/ 2272048 h 4449429"/>
              <a:gd name="connsiteX759-17801" fmla="*/ 16175792 w 18982931"/>
              <a:gd name="connsiteY759-17802" fmla="*/ 2276166 h 4449429"/>
              <a:gd name="connsiteX760-17803" fmla="*/ 16192257 w 18982931"/>
              <a:gd name="connsiteY760-17804" fmla="*/ 2243238 h 4449429"/>
              <a:gd name="connsiteX761-17805" fmla="*/ 16192257 w 18982931"/>
              <a:gd name="connsiteY761-17806" fmla="*/ 1992158 h 4449429"/>
              <a:gd name="connsiteX762-17807" fmla="*/ 16192257 w 18982931"/>
              <a:gd name="connsiteY762-17808" fmla="*/ 1774011 h 4449429"/>
              <a:gd name="connsiteX763-17809" fmla="*/ 16488610 w 18982931"/>
              <a:gd name="connsiteY763-17810" fmla="*/ 1774011 h 4449429"/>
              <a:gd name="connsiteX764-17811" fmla="*/ 16538004 w 18982931"/>
              <a:gd name="connsiteY764-17812" fmla="*/ 1823403 h 4449429"/>
              <a:gd name="connsiteX765-17813" fmla="*/ 16538004 w 18982931"/>
              <a:gd name="connsiteY765-17814" fmla="*/ 2029205 h 4449429"/>
              <a:gd name="connsiteX766-17815" fmla="*/ 16550349 w 18982931"/>
              <a:gd name="connsiteY766-17816" fmla="*/ 2033319 h 4449429"/>
              <a:gd name="connsiteX767-17817" fmla="*/ 16566812 w 18982931"/>
              <a:gd name="connsiteY767-17818" fmla="*/ 1992158 h 4449429"/>
              <a:gd name="connsiteX768-17819" fmla="*/ 16570932 w 18982931"/>
              <a:gd name="connsiteY768-17820" fmla="*/ 1695804 h 4449429"/>
              <a:gd name="connsiteX769-17821" fmla="*/ 16566812 w 18982931"/>
              <a:gd name="connsiteY769-17822" fmla="*/ 773813 h 4449429"/>
              <a:gd name="connsiteX770-17823" fmla="*/ 16636788 w 18982931"/>
              <a:gd name="connsiteY770-17824" fmla="*/ 646219 h 4449429"/>
              <a:gd name="connsiteX771-17825" fmla="*/ 16723226 w 18982931"/>
              <a:gd name="connsiteY771-17826" fmla="*/ 514506 h 4449429"/>
              <a:gd name="connsiteX772-17827" fmla="*/ 16743805 w 18982931"/>
              <a:gd name="connsiteY772-17828" fmla="*/ 481577 h 4449429"/>
              <a:gd name="connsiteX773-17829" fmla="*/ 16817899 w 18982931"/>
              <a:gd name="connsiteY773-17830" fmla="*/ 329283 h 4449429"/>
              <a:gd name="connsiteX774-17831" fmla="*/ 16842595 w 18982931"/>
              <a:gd name="connsiteY774-17832" fmla="*/ 275776 h 4449429"/>
              <a:gd name="connsiteX775-17833" fmla="*/ 16859059 w 18982931"/>
              <a:gd name="connsiteY775-17834" fmla="*/ 279891 h 4449429"/>
              <a:gd name="connsiteX776-17835" fmla="*/ 16859059 w 18982931"/>
              <a:gd name="connsiteY776-17836" fmla="*/ 337515 h 4449429"/>
              <a:gd name="connsiteX777-17837" fmla="*/ 16867291 w 18982931"/>
              <a:gd name="connsiteY777-17838" fmla="*/ 382793 h 4449429"/>
              <a:gd name="connsiteX778-17839" fmla="*/ 16966075 w 18982931"/>
              <a:gd name="connsiteY778-17840" fmla="*/ 436300 h 4449429"/>
              <a:gd name="connsiteX779-17841" fmla="*/ 17031935 w 18982931"/>
              <a:gd name="connsiteY779-17842" fmla="*/ 526852 h 4449429"/>
              <a:gd name="connsiteX780-17843" fmla="*/ 17031935 w 18982931"/>
              <a:gd name="connsiteY780-17844" fmla="*/ 596826 h 4449429"/>
              <a:gd name="connsiteX781-17845" fmla="*/ 17060743 w 18982931"/>
              <a:gd name="connsiteY781-17846" fmla="*/ 600941 h 4449429"/>
              <a:gd name="connsiteX782-17847" fmla="*/ 17147183 w 18982931"/>
              <a:gd name="connsiteY782-17848" fmla="*/ 691493 h 4449429"/>
              <a:gd name="connsiteX783-17849" fmla="*/ 17147219 w 18982931"/>
              <a:gd name="connsiteY783-17850" fmla="*/ 704240 h 4449429"/>
              <a:gd name="connsiteX784-17851" fmla="*/ 17148515 w 18982931"/>
              <a:gd name="connsiteY784-17852" fmla="*/ 704240 h 4449429"/>
              <a:gd name="connsiteX785-17853" fmla="*/ 17148515 w 18982931"/>
              <a:gd name="connsiteY785-17854" fmla="*/ 880086 h 4449429"/>
              <a:gd name="connsiteX786-17855" fmla="*/ 17147731 w 18982931"/>
              <a:gd name="connsiteY786-17856" fmla="*/ 880086 h 4449429"/>
              <a:gd name="connsiteX787-17857" fmla="*/ 17151295 w 18982931"/>
              <a:gd name="connsiteY787-17858" fmla="*/ 2103294 h 4449429"/>
              <a:gd name="connsiteX788-17859" fmla="*/ 17151295 w 18982931"/>
              <a:gd name="connsiteY788-17860" fmla="*/ 2152686 h 4449429"/>
              <a:gd name="connsiteX789-17861" fmla="*/ 17225383 w 18982931"/>
              <a:gd name="connsiteY789-17862" fmla="*/ 2152686 h 4449429"/>
              <a:gd name="connsiteX790-17863" fmla="*/ 17225383 w 18982931"/>
              <a:gd name="connsiteY790-17864" fmla="*/ 1811053 h 4449429"/>
              <a:gd name="connsiteX791-17865" fmla="*/ 17307703 w 18982931"/>
              <a:gd name="connsiteY791-17866" fmla="*/ 1757546 h 4449429"/>
              <a:gd name="connsiteX792-17867" fmla="*/ 17307703 w 18982931"/>
              <a:gd name="connsiteY792-17868" fmla="*/ 1889260 h 4449429"/>
              <a:gd name="connsiteX793-17869" fmla="*/ 17336519 w 18982931"/>
              <a:gd name="connsiteY793-17870" fmla="*/ 1926302 h 4449429"/>
              <a:gd name="connsiteX794-17871" fmla="*/ 17381799 w 18982931"/>
              <a:gd name="connsiteY794-17872" fmla="*/ 1975695 h 4449429"/>
              <a:gd name="connsiteX795-17873" fmla="*/ 17381799 w 18982931"/>
              <a:gd name="connsiteY795-17874" fmla="*/ 2165031 h 4449429"/>
              <a:gd name="connsiteX796-17875" fmla="*/ 17562899 w 18982931"/>
              <a:gd name="connsiteY796-17876" fmla="*/ 2165031 h 4449429"/>
              <a:gd name="connsiteX797-17877" fmla="*/ 17562899 w 18982931"/>
              <a:gd name="connsiteY797-17878" fmla="*/ 2329673 h 4449429"/>
              <a:gd name="connsiteX798-17879" fmla="*/ 17575251 w 18982931"/>
              <a:gd name="connsiteY798-17880" fmla="*/ 2329673 h 4449429"/>
              <a:gd name="connsiteX799-17881" fmla="*/ 17575251 w 18982931"/>
              <a:gd name="connsiteY799-17882" fmla="*/ 2127989 h 4449429"/>
              <a:gd name="connsiteX800-17883" fmla="*/ 17591711 w 18982931"/>
              <a:gd name="connsiteY800-17884" fmla="*/ 1609370 h 4449429"/>
              <a:gd name="connsiteX801-17885" fmla="*/ 17604059 w 18982931"/>
              <a:gd name="connsiteY801-17886" fmla="*/ 1584673 h 4449429"/>
              <a:gd name="connsiteX802-17887" fmla="*/ 17711083 w 18982931"/>
              <a:gd name="connsiteY802-17888" fmla="*/ 1580555 h 4449429"/>
              <a:gd name="connsiteX803-17889" fmla="*/ 17735775 w 18982931"/>
              <a:gd name="connsiteY803-17890" fmla="*/ 1609370 h 4449429"/>
              <a:gd name="connsiteX804-17891" fmla="*/ 17772819 w 18982931"/>
              <a:gd name="connsiteY804-17892" fmla="*/ 1613483 h 4449429"/>
              <a:gd name="connsiteX805-17893" fmla="*/ 17768699 w 18982931"/>
              <a:gd name="connsiteY805-17894" fmla="*/ 1559977 h 4449429"/>
              <a:gd name="connsiteX806-17895" fmla="*/ 17772819 w 18982931"/>
              <a:gd name="connsiteY806-17896" fmla="*/ 1531163 h 4449429"/>
              <a:gd name="connsiteX807-17897" fmla="*/ 17797515 w 18982931"/>
              <a:gd name="connsiteY807-17898" fmla="*/ 1469425 h 4449429"/>
              <a:gd name="connsiteX808-17899" fmla="*/ 17797515 w 18982931"/>
              <a:gd name="connsiteY808-17900" fmla="*/ 1374754 h 4449429"/>
              <a:gd name="connsiteX809-17901" fmla="*/ 17813979 w 18982931"/>
              <a:gd name="connsiteY809-17902" fmla="*/ 1374754 h 4449429"/>
              <a:gd name="connsiteX810-17903" fmla="*/ 17834559 w 18982931"/>
              <a:gd name="connsiteY810-17904" fmla="*/ 1424146 h 4449429"/>
              <a:gd name="connsiteX811-17905" fmla="*/ 17912763 w 18982931"/>
              <a:gd name="connsiteY811-17906" fmla="*/ 1378872 h 4449429"/>
              <a:gd name="connsiteX812-17907" fmla="*/ 18069171 w 18982931"/>
              <a:gd name="connsiteY812-17908" fmla="*/ 1415914 h 4449429"/>
              <a:gd name="connsiteX813-17909" fmla="*/ 18069171 w 18982931"/>
              <a:gd name="connsiteY813-17910" fmla="*/ 1576442 h 4449429"/>
              <a:gd name="connsiteX814-17911" fmla="*/ 18237927 w 18982931"/>
              <a:gd name="connsiteY814-17912" fmla="*/ 1576442 h 4449429"/>
              <a:gd name="connsiteX815-17913" fmla="*/ 18237927 w 18982931"/>
              <a:gd name="connsiteY815-17914" fmla="*/ 1642297 h 4449429"/>
              <a:gd name="connsiteX816-17915" fmla="*/ 18270859 w 18982931"/>
              <a:gd name="connsiteY816-17916" fmla="*/ 1691690 h 4449429"/>
              <a:gd name="connsiteX817-17917" fmla="*/ 18270859 w 18982931"/>
              <a:gd name="connsiteY817-17918" fmla="*/ 1704036 h 4449429"/>
              <a:gd name="connsiteX818-17919" fmla="*/ 18274975 w 18982931"/>
              <a:gd name="connsiteY818-17920" fmla="*/ 1926302 h 4449429"/>
              <a:gd name="connsiteX819-17921" fmla="*/ 18279087 w 18982931"/>
              <a:gd name="connsiteY819-17922" fmla="*/ 1938652 h 4449429"/>
              <a:gd name="connsiteX820-17923" fmla="*/ 18320247 w 18982931"/>
              <a:gd name="connsiteY820-17924" fmla="*/ 1934533 h 4449429"/>
              <a:gd name="connsiteX821-17925" fmla="*/ 18320247 w 18982931"/>
              <a:gd name="connsiteY821-17926" fmla="*/ 1144256 h 4449429"/>
              <a:gd name="connsiteX822-17927" fmla="*/ 18303783 w 18982931"/>
              <a:gd name="connsiteY822-17928" fmla="*/ 1111328 h 4449429"/>
              <a:gd name="connsiteX823-17929" fmla="*/ 18287323 w 18982931"/>
              <a:gd name="connsiteY823-17930" fmla="*/ 1024893 h 4449429"/>
              <a:gd name="connsiteX824-17931" fmla="*/ 18336711 w 18982931"/>
              <a:gd name="connsiteY824-17932" fmla="*/ 1000197 h 4449429"/>
              <a:gd name="connsiteX825-17933" fmla="*/ 18361407 w 18982931"/>
              <a:gd name="connsiteY825-17934" fmla="*/ 996079 h 4449429"/>
              <a:gd name="connsiteX826-17935" fmla="*/ 18373759 w 18982931"/>
              <a:gd name="connsiteY826-17936" fmla="*/ 946687 h 4449429"/>
              <a:gd name="connsiteX827-17937" fmla="*/ 18534287 w 18982931"/>
              <a:gd name="connsiteY827-17938" fmla="*/ 946687 h 4449429"/>
              <a:gd name="connsiteX828-17939" fmla="*/ 18563095 w 18982931"/>
              <a:gd name="connsiteY828-17940" fmla="*/ 798510 h 4449429"/>
              <a:gd name="connsiteX829-17941" fmla="*/ 18731851 w 18982931"/>
              <a:gd name="connsiteY829-17942" fmla="*/ 806742 h 4449429"/>
              <a:gd name="connsiteX830-17943" fmla="*/ 18773011 w 18982931"/>
              <a:gd name="connsiteY830-17944" fmla="*/ 798510 h 4449429"/>
              <a:gd name="connsiteX831-17945" fmla="*/ 18822407 w 18982931"/>
              <a:gd name="connsiteY831-17946" fmla="*/ 893180 h 4449429"/>
              <a:gd name="connsiteX832-17947" fmla="*/ 18822407 w 18982931"/>
              <a:gd name="connsiteY832-17948" fmla="*/ 963151 h 4449429"/>
              <a:gd name="connsiteX833-17949" fmla="*/ 18982931 w 18982931"/>
              <a:gd name="connsiteY833-17950" fmla="*/ 983734 h 4449429"/>
              <a:gd name="connsiteX834-17951" fmla="*/ 18982931 w 18982931"/>
              <a:gd name="connsiteY834-17952" fmla="*/ 4449429 h 4449429"/>
              <a:gd name="connsiteX835-17953" fmla="*/ 11998023 w 18982931"/>
              <a:gd name="connsiteY835-17954" fmla="*/ 4449429 h 4449429"/>
              <a:gd name="connsiteX836-17955" fmla="*/ 11995198 w 18982931"/>
              <a:gd name="connsiteY836-17956" fmla="*/ 4429646 h 4449429"/>
              <a:gd name="connsiteX837-17957" fmla="*/ 11992726 w 18982931"/>
              <a:gd name="connsiteY837-17958" fmla="*/ 4449425 h 4449429"/>
              <a:gd name="connsiteX838-17959" fmla="*/ 8153658 w 18982931"/>
              <a:gd name="connsiteY838-17960" fmla="*/ 4449425 h 4449429"/>
              <a:gd name="connsiteX839-17961" fmla="*/ 8153658 w 18982931"/>
              <a:gd name="connsiteY839-17962" fmla="*/ 4449429 h 4449429"/>
              <a:gd name="connsiteX840-17963" fmla="*/ 6861227 w 18982931"/>
              <a:gd name="connsiteY840-17964" fmla="*/ 4449429 h 4449429"/>
              <a:gd name="connsiteX841-17965" fmla="*/ 6859697 w 18982931"/>
              <a:gd name="connsiteY841-17966" fmla="*/ 4432598 h 4449429"/>
              <a:gd name="connsiteX842-17967" fmla="*/ 6858292 w 18982931"/>
              <a:gd name="connsiteY842-17968" fmla="*/ 4449425 h 4449429"/>
              <a:gd name="connsiteX843-17969" fmla="*/ 7922 w 18982931"/>
              <a:gd name="connsiteY843-17970" fmla="*/ 4440866 h 4449429"/>
              <a:gd name="connsiteX844-17971" fmla="*/ 0 w 18982931"/>
              <a:gd name="connsiteY844-17972" fmla="*/ 1181446 h 4449429"/>
              <a:gd name="connsiteX845-17973" fmla="*/ 169756 w 18982931"/>
              <a:gd name="connsiteY845-17974" fmla="*/ 979616 h 4449429"/>
              <a:gd name="connsiteX846-17975" fmla="*/ 301466 w 18982931"/>
              <a:gd name="connsiteY846-17976" fmla="*/ 971384 h 4449429"/>
              <a:gd name="connsiteX847-17977" fmla="*/ 301466 w 18982931"/>
              <a:gd name="connsiteY847-17978" fmla="*/ 909640 h 4449429"/>
              <a:gd name="connsiteX848-17979" fmla="*/ 346746 w 18982931"/>
              <a:gd name="connsiteY848-17980" fmla="*/ 810855 h 4449429"/>
              <a:gd name="connsiteX849-17981" fmla="*/ 571541 w 18982931"/>
              <a:gd name="connsiteY849-17982" fmla="*/ 799909 h 4449429"/>
              <a:gd name="connsiteX850-17983" fmla="*/ 581356 w 18982931"/>
              <a:gd name="connsiteY850-17984" fmla="*/ 963151 h 4449429"/>
              <a:gd name="connsiteX851-17985" fmla="*/ 737766 w 18982931"/>
              <a:gd name="connsiteY851-17986" fmla="*/ 963151 h 4449429"/>
              <a:gd name="connsiteX852-17987" fmla="*/ 750116 w 18982931"/>
              <a:gd name="connsiteY852-17988" fmla="*/ 1012543 h 4449429"/>
              <a:gd name="connsiteX853-17989" fmla="*/ 778926 w 18982931"/>
              <a:gd name="connsiteY853-17990" fmla="*/ 1016657 h 4449429"/>
              <a:gd name="connsiteX854-17991" fmla="*/ 820087 w 18982931"/>
              <a:gd name="connsiteY854-17992" fmla="*/ 1041353 h 4449429"/>
              <a:gd name="connsiteX855-17993" fmla="*/ 820087 w 18982931"/>
              <a:gd name="connsiteY855-17994" fmla="*/ 1119560 h 4449429"/>
              <a:gd name="connsiteX856-17995" fmla="*/ 791276 w 18982931"/>
              <a:gd name="connsiteY856-17996" fmla="*/ 1193648 h 4449429"/>
              <a:gd name="connsiteX857-17997" fmla="*/ 791276 w 18982931"/>
              <a:gd name="connsiteY857-17998" fmla="*/ 1580555 h 4449429"/>
              <a:gd name="connsiteX858-17999" fmla="*/ 791276 w 18982931"/>
              <a:gd name="connsiteY858-18000" fmla="*/ 1955112 h 4449429"/>
              <a:gd name="connsiteX859-18001" fmla="*/ 840669 w 18982931"/>
              <a:gd name="connsiteY859-18002" fmla="*/ 1950998 h 4449429"/>
              <a:gd name="connsiteX860-18003" fmla="*/ 844783 w 18982931"/>
              <a:gd name="connsiteY860-18004" fmla="*/ 1720500 h 4449429"/>
              <a:gd name="connsiteX861-18005" fmla="*/ 873596 w 18982931"/>
              <a:gd name="connsiteY861-18006" fmla="*/ 1597020 h 4449429"/>
              <a:gd name="connsiteX862-18007" fmla="*/ 906526 w 18982931"/>
              <a:gd name="connsiteY862-18008" fmla="*/ 1584670 h 4449429"/>
              <a:gd name="connsiteX863-18009" fmla="*/ 1034120 w 18982931"/>
              <a:gd name="connsiteY863-18010" fmla="*/ 1584670 h 4449429"/>
              <a:gd name="connsiteX864-18011" fmla="*/ 1034120 w 18982931"/>
              <a:gd name="connsiteY864-18012" fmla="*/ 1420028 h 4449429"/>
              <a:gd name="connsiteX865-18013" fmla="*/ 1276969 w 18982931"/>
              <a:gd name="connsiteY865-18014" fmla="*/ 1387099 h 4449429"/>
              <a:gd name="connsiteX866-18015" fmla="*/ 1289312 w 18982931"/>
              <a:gd name="connsiteY866-18016" fmla="*/ 1395331 h 4449429"/>
              <a:gd name="connsiteX867-18017" fmla="*/ 1322242 w 18982931"/>
              <a:gd name="connsiteY867-18018" fmla="*/ 1559973 h 4449429"/>
              <a:gd name="connsiteX868-18019" fmla="*/ 1318126 w 18982931"/>
              <a:gd name="connsiteY868-18020" fmla="*/ 1576437 h 4449429"/>
              <a:gd name="connsiteX869-18021" fmla="*/ 1326360 w 18982931"/>
              <a:gd name="connsiteY869-18022" fmla="*/ 1621715 h 4449429"/>
              <a:gd name="connsiteX870-18023" fmla="*/ 1359290 w 18982931"/>
              <a:gd name="connsiteY870-18024" fmla="*/ 1597020 h 4449429"/>
              <a:gd name="connsiteX871-18025" fmla="*/ 1375751 w 18982931"/>
              <a:gd name="connsiteY871-18026" fmla="*/ 1588787 h 4449429"/>
              <a:gd name="connsiteX872-18027" fmla="*/ 1486884 w 18982931"/>
              <a:gd name="connsiteY872-18028" fmla="*/ 1588787 h 4449429"/>
              <a:gd name="connsiteX873-18029" fmla="*/ 1507466 w 18982931"/>
              <a:gd name="connsiteY873-18030" fmla="*/ 2337905 h 4449429"/>
              <a:gd name="connsiteX874-18031" fmla="*/ 1523929 w 18982931"/>
              <a:gd name="connsiteY874-18032" fmla="*/ 2337905 h 4449429"/>
              <a:gd name="connsiteX875-18033" fmla="*/ 1523929 w 18982931"/>
              <a:gd name="connsiteY875-18034" fmla="*/ 2169146 h 4449429"/>
              <a:gd name="connsiteX876-18035" fmla="*/ 1692685 w 18982931"/>
              <a:gd name="connsiteY876-18036" fmla="*/ 2169146 h 4449429"/>
              <a:gd name="connsiteX877-18037" fmla="*/ 1692685 w 18982931"/>
              <a:gd name="connsiteY877-18038" fmla="*/ 2020968 h 4449429"/>
              <a:gd name="connsiteX878-18039" fmla="*/ 1766772 w 18982931"/>
              <a:gd name="connsiteY878-18040" fmla="*/ 1922183 h 4449429"/>
              <a:gd name="connsiteX879-18041" fmla="*/ 1766772 w 18982931"/>
              <a:gd name="connsiteY879-18042" fmla="*/ 1757542 h 4449429"/>
              <a:gd name="connsiteX880-18043" fmla="*/ 1849095 w 18982931"/>
              <a:gd name="connsiteY880-18044" fmla="*/ 1757542 h 4449429"/>
              <a:gd name="connsiteX881-18045" fmla="*/ 1849095 w 18982931"/>
              <a:gd name="connsiteY881-18046" fmla="*/ 2156799 h 4449429"/>
              <a:gd name="connsiteX882-18047" fmla="*/ 1919070 w 18982931"/>
              <a:gd name="connsiteY882-18048" fmla="*/ 2156799 h 4449429"/>
              <a:gd name="connsiteX883-18049" fmla="*/ 1919070 w 18982931"/>
              <a:gd name="connsiteY883-18050" fmla="*/ 1864559 h 4449429"/>
              <a:gd name="connsiteX884-18051" fmla="*/ 1919070 w 18982931"/>
              <a:gd name="connsiteY884-18052" fmla="*/ 695608 h 4449429"/>
              <a:gd name="connsiteX885-18053" fmla="*/ 2005504 w 18982931"/>
              <a:gd name="connsiteY885-18054" fmla="*/ 609173 h 4449429"/>
              <a:gd name="connsiteX886-18055" fmla="*/ 2026085 w 18982931"/>
              <a:gd name="connsiteY886-18056" fmla="*/ 605054 h 4449429"/>
              <a:gd name="connsiteX887-18057" fmla="*/ 2100174 w 18982931"/>
              <a:gd name="connsiteY887-18058" fmla="*/ 448645 h 4449429"/>
              <a:gd name="connsiteX888-18059" fmla="*/ 2137215 w 18982931"/>
              <a:gd name="connsiteY888-18060" fmla="*/ 407485 h 4449429"/>
              <a:gd name="connsiteX889-18061" fmla="*/ 2194840 w 18982931"/>
              <a:gd name="connsiteY889-18062" fmla="*/ 337515 h 4449429"/>
              <a:gd name="connsiteX890-18063" fmla="*/ 2198958 w 18982931"/>
              <a:gd name="connsiteY890-18064" fmla="*/ 292236 h 4449429"/>
              <a:gd name="connsiteX891-18065" fmla="*/ 2240121 w 18982931"/>
              <a:gd name="connsiteY891-18066" fmla="*/ 358093 h 4449429"/>
              <a:gd name="connsiteX892-18067" fmla="*/ 2273047 w 18982931"/>
              <a:gd name="connsiteY892-18068" fmla="*/ 444532 h 4449429"/>
              <a:gd name="connsiteX893-18069" fmla="*/ 2330670 w 18982931"/>
              <a:gd name="connsiteY893-18070" fmla="*/ 563894 h 4449429"/>
              <a:gd name="connsiteX894-18071" fmla="*/ 2351248 w 18982931"/>
              <a:gd name="connsiteY894-18072" fmla="*/ 613286 h 4449429"/>
              <a:gd name="connsiteX895-18073" fmla="*/ 2429455 w 18982931"/>
              <a:gd name="connsiteY895-18074" fmla="*/ 675029 h 4449429"/>
              <a:gd name="connsiteX896-18075" fmla="*/ 2470614 w 18982931"/>
              <a:gd name="connsiteY896-18076" fmla="*/ 757350 h 4449429"/>
              <a:gd name="connsiteX897-18077" fmla="*/ 2470614 w 18982931"/>
              <a:gd name="connsiteY897-18078" fmla="*/ 1086631 h 4449429"/>
              <a:gd name="connsiteX898-18079" fmla="*/ 2470614 w 18982931"/>
              <a:gd name="connsiteY898-18080" fmla="*/ 2008622 h 4449429"/>
              <a:gd name="connsiteX899-18081" fmla="*/ 2487080 w 18982931"/>
              <a:gd name="connsiteY899-18082" fmla="*/ 2053897 h 4449429"/>
              <a:gd name="connsiteX900-18083" fmla="*/ 2499426 w 18982931"/>
              <a:gd name="connsiteY900-18084" fmla="*/ 1897488 h 4449429"/>
              <a:gd name="connsiteX901-18085" fmla="*/ 2602322 w 18982931"/>
              <a:gd name="connsiteY901-18086" fmla="*/ 1798703 h 4449429"/>
              <a:gd name="connsiteX902-18087" fmla="*/ 2836935 w 18982931"/>
              <a:gd name="connsiteY902-18088" fmla="*/ 1798703 h 4449429"/>
              <a:gd name="connsiteX903-18089" fmla="*/ 2836935 w 18982931"/>
              <a:gd name="connsiteY903-18090" fmla="*/ 1860446 h 4449429"/>
              <a:gd name="connsiteX904-18091" fmla="*/ 2836935 w 18982931"/>
              <a:gd name="connsiteY904-18092" fmla="*/ 2263816 h 4449429"/>
              <a:gd name="connsiteX905-18093" fmla="*/ 2845169 w 18982931"/>
              <a:gd name="connsiteY905-18094" fmla="*/ 2304976 h 4449429"/>
              <a:gd name="connsiteX906-18095" fmla="*/ 2861629 w 18982931"/>
              <a:gd name="connsiteY906-18096" fmla="*/ 2300858 h 4449429"/>
              <a:gd name="connsiteX907-18097" fmla="*/ 2861629 w 18982931"/>
              <a:gd name="connsiteY907-18098" fmla="*/ 2247351 h 4449429"/>
              <a:gd name="connsiteX908-18099" fmla="*/ 2869861 w 18982931"/>
              <a:gd name="connsiteY908-18100" fmla="*/ 1996272 h 4449429"/>
              <a:gd name="connsiteX909-18101" fmla="*/ 2923374 w 18982931"/>
              <a:gd name="connsiteY909-18102" fmla="*/ 1967462 h 4449429"/>
              <a:gd name="connsiteX910-18103" fmla="*/ 2939836 w 18982931"/>
              <a:gd name="connsiteY910-18104" fmla="*/ 2300858 h 4449429"/>
              <a:gd name="connsiteX911-18105" fmla="*/ 2956300 w 18982931"/>
              <a:gd name="connsiteY911-18106" fmla="*/ 2300858 h 4449429"/>
              <a:gd name="connsiteX912-18107" fmla="*/ 2989230 w 18982931"/>
              <a:gd name="connsiteY912-18108" fmla="*/ 2111521 h 4449429"/>
              <a:gd name="connsiteX913-18109" fmla="*/ 3018038 w 18982931"/>
              <a:gd name="connsiteY913-18110" fmla="*/ 2058015 h 4449429"/>
              <a:gd name="connsiteX914-18111" fmla="*/ 3034502 w 18982931"/>
              <a:gd name="connsiteY914-18112" fmla="*/ 2123871 h 4449429"/>
              <a:gd name="connsiteX915-18113" fmla="*/ 3038620 w 18982931"/>
              <a:gd name="connsiteY915-18114" fmla="*/ 2132104 h 4449429"/>
              <a:gd name="connsiteX916-18115" fmla="*/ 3088018 w 18982931"/>
              <a:gd name="connsiteY916-18116" fmla="*/ 2140336 h 4449429"/>
              <a:gd name="connsiteX917-18117" fmla="*/ 3095320 w 18982931"/>
              <a:gd name="connsiteY917-18118" fmla="*/ 2275334 h 4449429"/>
              <a:gd name="connsiteX918-18119" fmla="*/ 3162101 w 18982931"/>
              <a:gd name="connsiteY918-18120" fmla="*/ 2275334 h 4449429"/>
              <a:gd name="connsiteX919-18121" fmla="*/ 3162101 w 18982931"/>
              <a:gd name="connsiteY919-18122" fmla="*/ 1580555 h 4449429"/>
              <a:gd name="connsiteX920-18123" fmla="*/ 3162101 w 18982931"/>
              <a:gd name="connsiteY920-18124" fmla="*/ 1531163 h 4449429"/>
              <a:gd name="connsiteX921-18125" fmla="*/ 3199146 w 18982931"/>
              <a:gd name="connsiteY921-18126" fmla="*/ 1498235 h 4449429"/>
              <a:gd name="connsiteX922-18127" fmla="*/ 3281469 w 18982931"/>
              <a:gd name="connsiteY922-18128" fmla="*/ 1498235 h 4449429"/>
              <a:gd name="connsiteX923-18129" fmla="*/ 3281469 w 18982931"/>
              <a:gd name="connsiteY923-18130" fmla="*/ 1325362 h 4449429"/>
              <a:gd name="connsiteX924-18131" fmla="*/ 3343207 w 18982931"/>
              <a:gd name="connsiteY924-18132" fmla="*/ 1263619 h 4449429"/>
              <a:gd name="connsiteX925-18133" fmla="*/ 3544891 w 18982931"/>
              <a:gd name="connsiteY925-18134" fmla="*/ 1263619 h 4449429"/>
              <a:gd name="connsiteX926-18135" fmla="*/ 3544891 w 18982931"/>
              <a:gd name="connsiteY926-18136" fmla="*/ 712071 h 4449429"/>
              <a:gd name="connsiteX927-18137" fmla="*/ 3561357 w 18982931"/>
              <a:gd name="connsiteY927-18138" fmla="*/ 555662 h 4449429"/>
              <a:gd name="connsiteX928-18139" fmla="*/ 3606633 w 18982931"/>
              <a:gd name="connsiteY928-18140" fmla="*/ 316933 h 4449429"/>
              <a:gd name="connsiteX929-18141" fmla="*/ 3614865 w 18982931"/>
              <a:gd name="connsiteY929-18142" fmla="*/ 279891 h 4449429"/>
              <a:gd name="connsiteX930-18143" fmla="*/ 3676603 w 18982931"/>
              <a:gd name="connsiteY930-18144" fmla="*/ 341628 h 4449429"/>
              <a:gd name="connsiteX931-18145" fmla="*/ 3684835 w 18982931"/>
              <a:gd name="connsiteY931-18146" fmla="*/ 386907 h 4449429"/>
              <a:gd name="connsiteX932-18147" fmla="*/ 3742460 w 18982931"/>
              <a:gd name="connsiteY932-18148" fmla="*/ 481574 h 4449429"/>
              <a:gd name="connsiteX933-18149" fmla="*/ 3763042 w 18982931"/>
              <a:gd name="connsiteY933-18150" fmla="*/ 703838 h 4449429"/>
              <a:gd name="connsiteX934-18151" fmla="*/ 3763042 w 18982931"/>
              <a:gd name="connsiteY934-18152" fmla="*/ 1144256 h 4449429"/>
              <a:gd name="connsiteX935-18153" fmla="*/ 3771275 w 18982931"/>
              <a:gd name="connsiteY935-18154" fmla="*/ 1181298 h 4449429"/>
              <a:gd name="connsiteX936-18155" fmla="*/ 3775390 w 18982931"/>
              <a:gd name="connsiteY936-18156" fmla="*/ 1115443 h 4449429"/>
              <a:gd name="connsiteX937-18157" fmla="*/ 3923568 w 18982931"/>
              <a:gd name="connsiteY937-18158" fmla="*/ 996079 h 4449429"/>
              <a:gd name="connsiteX938-18159" fmla="*/ 3940029 w 18982931"/>
              <a:gd name="connsiteY938-18160" fmla="*/ 1020776 h 4449429"/>
              <a:gd name="connsiteX939-18161" fmla="*/ 3960611 w 18982931"/>
              <a:gd name="connsiteY939-18162" fmla="*/ 1321244 h 4449429"/>
              <a:gd name="connsiteX940-18163" fmla="*/ 3960611 w 18982931"/>
              <a:gd name="connsiteY940-18164" fmla="*/ 1584670 h 4449429"/>
              <a:gd name="connsiteX941-18165" fmla="*/ 3977076 w 18982931"/>
              <a:gd name="connsiteY941-18166" fmla="*/ 1625830 h 4449429"/>
              <a:gd name="connsiteX942-18167" fmla="*/ 4010007 w 18982931"/>
              <a:gd name="connsiteY942-18168" fmla="*/ 1666990 h 4449429"/>
              <a:gd name="connsiteX943-18169" fmla="*/ 4055279 w 18982931"/>
              <a:gd name="connsiteY943-18170" fmla="*/ 1819286 h 4449429"/>
              <a:gd name="connsiteX944-18171" fmla="*/ 4104670 w 18982931"/>
              <a:gd name="connsiteY944-18172" fmla="*/ 1819286 h 4449429"/>
              <a:gd name="connsiteX945-18173" fmla="*/ 4108788 w 18982931"/>
              <a:gd name="connsiteY945-18174" fmla="*/ 1741079 h 4449429"/>
              <a:gd name="connsiteX946-18175" fmla="*/ 4211689 w 18982931"/>
              <a:gd name="connsiteY946-18176" fmla="*/ 1741079 h 4449429"/>
              <a:gd name="connsiteX947-18177" fmla="*/ 4252847 w 18982931"/>
              <a:gd name="connsiteY947-18178" fmla="*/ 1559973 h 4449429"/>
              <a:gd name="connsiteX948-18179" fmla="*/ 4265197 w 18982931"/>
              <a:gd name="connsiteY948-18180" fmla="*/ 1559973 h 4449429"/>
              <a:gd name="connsiteX949-18181" fmla="*/ 4277546 w 18982931"/>
              <a:gd name="connsiteY949-18182" fmla="*/ 1592900 h 4449429"/>
              <a:gd name="connsiteX950-18183" fmla="*/ 4302239 w 18982931"/>
              <a:gd name="connsiteY950-18184" fmla="*/ 1708150 h 4449429"/>
              <a:gd name="connsiteX951-18185" fmla="*/ 4368100 w 18982931"/>
              <a:gd name="connsiteY951-18186" fmla="*/ 1741079 h 4449429"/>
              <a:gd name="connsiteX952-18187" fmla="*/ 4363984 w 18982931"/>
              <a:gd name="connsiteY952-18188" fmla="*/ 1634062 h 4449429"/>
              <a:gd name="connsiteX953-18189" fmla="*/ 4372218 w 18982931"/>
              <a:gd name="connsiteY953-18190" fmla="*/ 839670 h 4449429"/>
              <a:gd name="connsiteX954-18191" fmla="*/ 4442184 w 18982931"/>
              <a:gd name="connsiteY954-18192" fmla="*/ 279891 h 4449429"/>
              <a:gd name="connsiteX955-18193" fmla="*/ 4479230 w 18982931"/>
              <a:gd name="connsiteY955-18194" fmla="*/ 234611 h 4449429"/>
              <a:gd name="connsiteX956-18195" fmla="*/ 4520394 w 18982931"/>
              <a:gd name="connsiteY956-18196" fmla="*/ 284004 h 4449429"/>
              <a:gd name="connsiteX957-18197" fmla="*/ 4549200 w 18982931"/>
              <a:gd name="connsiteY957-18198" fmla="*/ 440413 h 4449429"/>
              <a:gd name="connsiteX958-18199" fmla="*/ 4680914 w 18982931"/>
              <a:gd name="connsiteY958-18200" fmla="*/ 395140 h 4449429"/>
              <a:gd name="connsiteX959-18201" fmla="*/ 4759121 w 18982931"/>
              <a:gd name="connsiteY959-18202" fmla="*/ 460995 h 4449429"/>
              <a:gd name="connsiteX960-18203" fmla="*/ 4771466 w 18982931"/>
              <a:gd name="connsiteY960-18204" fmla="*/ 493924 h 4449429"/>
              <a:gd name="connsiteX961-18205" fmla="*/ 4888657 w 18982931"/>
              <a:gd name="connsiteY961-18206" fmla="*/ 747622 h 4449429"/>
              <a:gd name="connsiteX962-18207" fmla="*/ 4888893 w 18982931"/>
              <a:gd name="connsiteY962-18208" fmla="*/ 807315 h 4449429"/>
              <a:gd name="connsiteX963-18209" fmla="*/ 4856617 w 18982931"/>
              <a:gd name="connsiteY963-18210" fmla="*/ 807315 h 4449429"/>
              <a:gd name="connsiteX964-18211" fmla="*/ 4856617 w 18982931"/>
              <a:gd name="connsiteY964-18212" fmla="*/ 944475 h 4449429"/>
              <a:gd name="connsiteX965-18213" fmla="*/ 4888332 w 18982931"/>
              <a:gd name="connsiteY965-18214" fmla="*/ 944475 h 4449429"/>
              <a:gd name="connsiteX966-18215" fmla="*/ 4888325 w 18982931"/>
              <a:gd name="connsiteY966-18216" fmla="*/ 945600 h 4449429"/>
              <a:gd name="connsiteX967-18217" fmla="*/ 4890835 w 18982931"/>
              <a:gd name="connsiteY967-18218" fmla="*/ 1609365 h 4449429"/>
              <a:gd name="connsiteX968-18219" fmla="*/ 4952574 w 18982931"/>
              <a:gd name="connsiteY968-18220" fmla="*/ 1617597 h 4449429"/>
              <a:gd name="connsiteX969-18221" fmla="*/ 4952574 w 18982931"/>
              <a:gd name="connsiteY969-18222" fmla="*/ 1868678 h 4449429"/>
              <a:gd name="connsiteX970-18223" fmla="*/ 4956691 w 18982931"/>
              <a:gd name="connsiteY970-18224" fmla="*/ 1905720 h 4449429"/>
              <a:gd name="connsiteX971-18225" fmla="*/ 4981387 w 18982931"/>
              <a:gd name="connsiteY971-18226" fmla="*/ 1967462 h 4449429"/>
              <a:gd name="connsiteX972-18227" fmla="*/ 4981387 w 18982931"/>
              <a:gd name="connsiteY972-18228" fmla="*/ 2058015 h 4449429"/>
              <a:gd name="connsiteX973-18229" fmla="*/ 5001966 w 18982931"/>
              <a:gd name="connsiteY973-18230" fmla="*/ 2086824 h 4449429"/>
              <a:gd name="connsiteX974-18231" fmla="*/ 5018429 w 18982931"/>
              <a:gd name="connsiteY974-18232" fmla="*/ 2078592 h 4449429"/>
              <a:gd name="connsiteX975-18233" fmla="*/ 5018429 w 18982931"/>
              <a:gd name="connsiteY975-18234" fmla="*/ 1881023 h 4449429"/>
              <a:gd name="connsiteX976-18235" fmla="*/ 5018429 w 18982931"/>
              <a:gd name="connsiteY976-18236" fmla="*/ 1366522 h 4449429"/>
              <a:gd name="connsiteX977-18237" fmla="*/ 5034894 w 18982931"/>
              <a:gd name="connsiteY977-18238" fmla="*/ 864367 h 4449429"/>
              <a:gd name="connsiteX978-18239" fmla="*/ 5067821 w 18982931"/>
              <a:gd name="connsiteY978-18240" fmla="*/ 197569 h 4449429"/>
              <a:gd name="connsiteX979-18241" fmla="*/ 5080173 w 18982931"/>
              <a:gd name="connsiteY979-18242" fmla="*/ 102899 h 4449429"/>
              <a:gd name="connsiteX980-18243" fmla="*/ 5216000 w 18982931"/>
              <a:gd name="connsiteY980-18244" fmla="*/ 37042 h 4449429"/>
              <a:gd name="connsiteX981-18245" fmla="*/ 5248927 w 18982931"/>
              <a:gd name="connsiteY981-18246" fmla="*/ 69972 h 4449429"/>
              <a:gd name="connsiteX982-18247" fmla="*/ 5372409 w 18982931"/>
              <a:gd name="connsiteY982-18248" fmla="*/ 69972 h 4449429"/>
              <a:gd name="connsiteX983-18249" fmla="*/ 5434151 w 18982931"/>
              <a:gd name="connsiteY983-18250" fmla="*/ 131714 h 4449429"/>
              <a:gd name="connsiteX984-18251" fmla="*/ 5434151 w 18982931"/>
              <a:gd name="connsiteY984-18252" fmla="*/ 382788 h 4449429"/>
              <a:gd name="connsiteX985-18253" fmla="*/ 5434151 w 18982931"/>
              <a:gd name="connsiteY985-18254" fmla="*/ 683261 h 4449429"/>
              <a:gd name="connsiteX986-18255" fmla="*/ 5545282 w 18982931"/>
              <a:gd name="connsiteY986-18256" fmla="*/ 687375 h 4449429"/>
              <a:gd name="connsiteX987-18257" fmla="*/ 5545282 w 18982931"/>
              <a:gd name="connsiteY987-18258" fmla="*/ 1045471 h 4449429"/>
              <a:gd name="connsiteX988-18259" fmla="*/ 5676994 w 18982931"/>
              <a:gd name="connsiteY988-18260" fmla="*/ 1045471 h 4449429"/>
              <a:gd name="connsiteX989-18261" fmla="*/ 5685227 w 18982931"/>
              <a:gd name="connsiteY989-18262" fmla="*/ 1103096 h 4449429"/>
              <a:gd name="connsiteX990-18263" fmla="*/ 5759314 w 18982931"/>
              <a:gd name="connsiteY990-18264" fmla="*/ 1193648 h 4449429"/>
              <a:gd name="connsiteX991-18265" fmla="*/ 5759314 w 18982931"/>
              <a:gd name="connsiteY991-18266" fmla="*/ 1395331 h 4449429"/>
              <a:gd name="connsiteX992-18267" fmla="*/ 5825171 w 18982931"/>
              <a:gd name="connsiteY992-18268" fmla="*/ 1395331 h 4449429"/>
              <a:gd name="connsiteX993-18269" fmla="*/ 5903378 w 18982931"/>
              <a:gd name="connsiteY993-18270" fmla="*/ 1477653 h 4449429"/>
              <a:gd name="connsiteX994-18271" fmla="*/ 5903378 w 18982931"/>
              <a:gd name="connsiteY994-18272" fmla="*/ 1918070 h 4449429"/>
              <a:gd name="connsiteX995-18273" fmla="*/ 5936306 w 18982931"/>
              <a:gd name="connsiteY995-18274" fmla="*/ 1975695 h 4449429"/>
              <a:gd name="connsiteX996-18275" fmla="*/ 5965115 w 18982931"/>
              <a:gd name="connsiteY996-18276" fmla="*/ 1275969 h 4449429"/>
              <a:gd name="connsiteX997-18277" fmla="*/ 5969235 w 18982931"/>
              <a:gd name="connsiteY997-18278" fmla="*/ 1238922 h 4449429"/>
              <a:gd name="connsiteX998-18279" fmla="*/ 6166804 w 18982931"/>
              <a:gd name="connsiteY998-18280" fmla="*/ 1238922 h 4449429"/>
              <a:gd name="connsiteX999-18281" fmla="*/ 6216196 w 18982931"/>
              <a:gd name="connsiteY999-18282" fmla="*/ 1288315 h 4449429"/>
              <a:gd name="connsiteX1000-18283" fmla="*/ 6236774 w 18982931"/>
              <a:gd name="connsiteY1000-18284" fmla="*/ 1428261 h 4449429"/>
              <a:gd name="connsiteX1001-18285" fmla="*/ 6273821 w 18982931"/>
              <a:gd name="connsiteY1001-18286" fmla="*/ 1498235 h 4449429"/>
              <a:gd name="connsiteX1002-18287" fmla="*/ 6273821 w 18982931"/>
              <a:gd name="connsiteY1002-18288" fmla="*/ 2230888 h 4449429"/>
              <a:gd name="connsiteX1003-18289" fmla="*/ 6277935 w 18982931"/>
              <a:gd name="connsiteY1003-18290" fmla="*/ 2280280 h 4449429"/>
              <a:gd name="connsiteX1004-18291" fmla="*/ 6319095 w 18982931"/>
              <a:gd name="connsiteY1004-18292" fmla="*/ 2193841 h 4449429"/>
              <a:gd name="connsiteX1005-18293" fmla="*/ 6364373 w 18982931"/>
              <a:gd name="connsiteY1005-18294" fmla="*/ 2288513 h 4449429"/>
              <a:gd name="connsiteX1006-18295" fmla="*/ 6389068 w 18982931"/>
              <a:gd name="connsiteY1006-18296" fmla="*/ 2313208 h 4449429"/>
              <a:gd name="connsiteX1007-18297" fmla="*/ 6541355 w 18982931"/>
              <a:gd name="connsiteY1007-18298" fmla="*/ 2313208 h 4449429"/>
              <a:gd name="connsiteX1008-18299" fmla="*/ 6541355 w 18982931"/>
              <a:gd name="connsiteY1008-18300" fmla="*/ 2148567 h 4449429"/>
              <a:gd name="connsiteX1009-18301" fmla="*/ 6660723 w 18982931"/>
              <a:gd name="connsiteY1009-18302" fmla="*/ 2148567 h 4449429"/>
              <a:gd name="connsiteX1010-18303" fmla="*/ 6660723 w 18982931"/>
              <a:gd name="connsiteY1010-18304" fmla="*/ 2259698 h 4449429"/>
              <a:gd name="connsiteX1011-18305" fmla="*/ 6705999 w 18982931"/>
              <a:gd name="connsiteY1011-18306" fmla="*/ 2551938 h 4449429"/>
              <a:gd name="connsiteX1012-18307" fmla="*/ 6714228 w 18982931"/>
              <a:gd name="connsiteY1012-18308" fmla="*/ 2580748 h 4449429"/>
              <a:gd name="connsiteX1013-18309" fmla="*/ 6722461 w 18982931"/>
              <a:gd name="connsiteY1013-18310" fmla="*/ 2576634 h 4449429"/>
              <a:gd name="connsiteX1014-18311" fmla="*/ 6751278 w 18982931"/>
              <a:gd name="connsiteY1014-18312" fmla="*/ 2263816 h 4449429"/>
              <a:gd name="connsiteX1015-18313" fmla="*/ 6800669 w 18982931"/>
              <a:gd name="connsiteY1015-18314" fmla="*/ 2255583 h 4449429"/>
              <a:gd name="connsiteX1016-18315" fmla="*/ 6837709 w 18982931"/>
              <a:gd name="connsiteY1016-18316" fmla="*/ 2181496 h 4449429"/>
              <a:gd name="connsiteX1017-18317" fmla="*/ 6841831 w 18982931"/>
              <a:gd name="connsiteY1017-18318" fmla="*/ 2152681 h 4449429"/>
              <a:gd name="connsiteX1018-18319" fmla="*/ 6845941 w 18982931"/>
              <a:gd name="connsiteY1018-18320" fmla="*/ 2115639 h 4449429"/>
              <a:gd name="connsiteX1019-18321" fmla="*/ 6857139 w 18982931"/>
              <a:gd name="connsiteY1019-18322" fmla="*/ 2115639 h 4449429"/>
              <a:gd name="connsiteX1020-18323" fmla="*/ 6899298 w 18982931"/>
              <a:gd name="connsiteY1020-18324" fmla="*/ 2109470 h 4449429"/>
              <a:gd name="connsiteX1021-18325" fmla="*/ 6922965 w 18982931"/>
              <a:gd name="connsiteY1021-18326" fmla="*/ 2140339 h 4449429"/>
              <a:gd name="connsiteX1022-18327" fmla="*/ 7009406 w 18982931"/>
              <a:gd name="connsiteY1022-18328" fmla="*/ 2070365 h 4449429"/>
              <a:gd name="connsiteX1023-18329" fmla="*/ 7145231 w 18982931"/>
              <a:gd name="connsiteY1023-18330" fmla="*/ 2066247 h 4449429"/>
              <a:gd name="connsiteX1024-18331" fmla="*/ 7145231 w 18982931"/>
              <a:gd name="connsiteY1024-18332" fmla="*/ 1901605 h 4449429"/>
              <a:gd name="connsiteX1025-18333" fmla="*/ 7145231 w 18982931"/>
              <a:gd name="connsiteY1025-18334" fmla="*/ 1769896 h 4449429"/>
              <a:gd name="connsiteX1026-18335" fmla="*/ 7215204 w 18982931"/>
              <a:gd name="connsiteY1026-18336" fmla="*/ 1597024 h 4449429"/>
              <a:gd name="connsiteX1027-18337" fmla="*/ 7285174 w 18982931"/>
              <a:gd name="connsiteY1027-18338" fmla="*/ 1753433 h 4449429"/>
              <a:gd name="connsiteX1028-18339" fmla="*/ 7297524 w 18982931"/>
              <a:gd name="connsiteY1028-18340" fmla="*/ 2062134 h 4449429"/>
              <a:gd name="connsiteX1029-18341" fmla="*/ 7367494 w 18982931"/>
              <a:gd name="connsiteY1029-18342" fmla="*/ 2066247 h 4449429"/>
              <a:gd name="connsiteX1030-18343" fmla="*/ 7371610 w 18982931"/>
              <a:gd name="connsiteY1030-18344" fmla="*/ 2148567 h 4449429"/>
              <a:gd name="connsiteX1031-18345" fmla="*/ 7462167 w 18982931"/>
              <a:gd name="connsiteY1031-18346" fmla="*/ 2148567 h 4449429"/>
              <a:gd name="connsiteX1032-18347" fmla="*/ 7462167 w 18982931"/>
              <a:gd name="connsiteY1032-18348" fmla="*/ 2095061 h 4449429"/>
              <a:gd name="connsiteX1033-18349" fmla="*/ 7462167 w 18982931"/>
              <a:gd name="connsiteY1033-18350" fmla="*/ 1597024 h 4449429"/>
              <a:gd name="connsiteX1034-18351" fmla="*/ 7482743 w 18982931"/>
              <a:gd name="connsiteY1034-18352" fmla="*/ 1008430 h 4449429"/>
              <a:gd name="connsiteX1035-18353" fmla="*/ 7495096 w 18982931"/>
              <a:gd name="connsiteY1035-18354" fmla="*/ 921991 h 4449429"/>
              <a:gd name="connsiteX1036-18355" fmla="*/ 7536254 w 18982931"/>
              <a:gd name="connsiteY1036-18356" fmla="*/ 934341 h 4449429"/>
              <a:gd name="connsiteX1037-18357" fmla="*/ 7577416 w 18982931"/>
              <a:gd name="connsiteY1037-18358" fmla="*/ 563899 h 4449429"/>
              <a:gd name="connsiteX1038-18359" fmla="*/ 7589759 w 18982931"/>
              <a:gd name="connsiteY1038-18360" fmla="*/ 563899 h 4449429"/>
              <a:gd name="connsiteX1039-18361" fmla="*/ 7639153 w 18982931"/>
              <a:gd name="connsiteY1039-18362" fmla="*/ 975501 h 4449429"/>
              <a:gd name="connsiteX1040-18363" fmla="*/ 7655614 w 18982931"/>
              <a:gd name="connsiteY1040-18364" fmla="*/ 926109 h 4449429"/>
              <a:gd name="connsiteX1041-18365" fmla="*/ 7667968 w 18982931"/>
              <a:gd name="connsiteY1041-18366" fmla="*/ 926109 h 4449429"/>
              <a:gd name="connsiteX1042-18367" fmla="*/ 7676196 w 18982931"/>
              <a:gd name="connsiteY1042-18368" fmla="*/ 1037243 h 4449429"/>
              <a:gd name="connsiteX1043-18369" fmla="*/ 7676196 w 18982931"/>
              <a:gd name="connsiteY1043-18370" fmla="*/ 2049787 h 4449429"/>
              <a:gd name="connsiteX1044-18371" fmla="*/ 7705009 w 18982931"/>
              <a:gd name="connsiteY1044-18372" fmla="*/ 2267935 h 4449429"/>
              <a:gd name="connsiteX1045-18373" fmla="*/ 7750287 w 18982931"/>
              <a:gd name="connsiteY1045-18374" fmla="*/ 2469622 h 4449429"/>
              <a:gd name="connsiteX1046-18375" fmla="*/ 7849072 w 18982931"/>
              <a:gd name="connsiteY1046-18376" fmla="*/ 2469622 h 4449429"/>
              <a:gd name="connsiteX1047-18377" fmla="*/ 7849072 w 18982931"/>
              <a:gd name="connsiteY1047-18378" fmla="*/ 2284398 h 4449429"/>
              <a:gd name="connsiteX1048-18379" fmla="*/ 7919042 w 18982931"/>
              <a:gd name="connsiteY1048-18380" fmla="*/ 2284398 h 4449429"/>
              <a:gd name="connsiteX1049-18381" fmla="*/ 7919042 w 18982931"/>
              <a:gd name="connsiteY1049-18382" fmla="*/ 2473736 h 4449429"/>
              <a:gd name="connsiteX1050-18383" fmla="*/ 8108380 w 18982931"/>
              <a:gd name="connsiteY1050-18384" fmla="*/ 2473736 h 4449429"/>
              <a:gd name="connsiteX1051-18385" fmla="*/ 8142338 w 18982931"/>
              <a:gd name="connsiteY1051-18386" fmla="*/ 2481454 h 4449429"/>
              <a:gd name="connsiteX1052-18387" fmla="*/ 8144242 w 18982931"/>
              <a:gd name="connsiteY1052-18388" fmla="*/ 2485067 h 4449429"/>
              <a:gd name="connsiteX1053-18389" fmla="*/ 8144242 w 18982931"/>
              <a:gd name="connsiteY1053-18390" fmla="*/ 1280084 h 4449429"/>
              <a:gd name="connsiteX1054-18391" fmla="*/ 8189518 w 18982931"/>
              <a:gd name="connsiteY1054-18392" fmla="*/ 1115443 h 4449429"/>
              <a:gd name="connsiteX1055-18393" fmla="*/ 8230679 w 18982931"/>
              <a:gd name="connsiteY1055-18394" fmla="*/ 1090746 h 4449429"/>
              <a:gd name="connsiteX1056-18395" fmla="*/ 8477642 w 18982931"/>
              <a:gd name="connsiteY1056-18396" fmla="*/ 1090746 h 4449429"/>
              <a:gd name="connsiteX1057-18397" fmla="*/ 8518799 w 18982931"/>
              <a:gd name="connsiteY1057-18398" fmla="*/ 1111328 h 4449429"/>
              <a:gd name="connsiteX1058-18399" fmla="*/ 8568194 w 18982931"/>
              <a:gd name="connsiteY1058-18400" fmla="*/ 1288315 h 4449429"/>
              <a:gd name="connsiteX1059-18401" fmla="*/ 8572304 w 18982931"/>
              <a:gd name="connsiteY1059-18402" fmla="*/ 2152681 h 4449429"/>
              <a:gd name="connsiteX1060-18403" fmla="*/ 8572304 w 18982931"/>
              <a:gd name="connsiteY1060-18404" fmla="*/ 2222656 h 4449429"/>
              <a:gd name="connsiteX1061-18405" fmla="*/ 8827499 w 18982931"/>
              <a:gd name="connsiteY1061-18406" fmla="*/ 2222656 h 4449429"/>
              <a:gd name="connsiteX1062-18407" fmla="*/ 8827499 w 18982931"/>
              <a:gd name="connsiteY1062-18408" fmla="*/ 2053897 h 4449429"/>
              <a:gd name="connsiteX1063-18409" fmla="*/ 8827499 w 18982931"/>
              <a:gd name="connsiteY1063-18410" fmla="*/ 1996272 h 4449429"/>
              <a:gd name="connsiteX1064-18411" fmla="*/ 8926285 w 18982931"/>
              <a:gd name="connsiteY1064-18412" fmla="*/ 1876910 h 4449429"/>
              <a:gd name="connsiteX1065-18413" fmla="*/ 8926285 w 18982931"/>
              <a:gd name="connsiteY1065-18414" fmla="*/ 1757542 h 4449429"/>
              <a:gd name="connsiteX1066-18415" fmla="*/ 8926285 w 18982931"/>
              <a:gd name="connsiteY1066-18416" fmla="*/ 1527045 h 4449429"/>
              <a:gd name="connsiteX1067-18417" fmla="*/ 8950980 w 18982931"/>
              <a:gd name="connsiteY1067-18418" fmla="*/ 1432378 h 4449429"/>
              <a:gd name="connsiteX1068-18419" fmla="*/ 8950980 w 18982931"/>
              <a:gd name="connsiteY1068-18420" fmla="*/ 1424146 h 4449429"/>
              <a:gd name="connsiteX1069-18421" fmla="*/ 8983911 w 18982931"/>
              <a:gd name="connsiteY1069-18422" fmla="*/ 1107210 h 4449429"/>
              <a:gd name="connsiteX1070-18423" fmla="*/ 8992140 w 18982931"/>
              <a:gd name="connsiteY1070-18424" fmla="*/ 1049586 h 4449429"/>
              <a:gd name="connsiteX1071-18425" fmla="*/ 9012723 w 18982931"/>
              <a:gd name="connsiteY1071-18426" fmla="*/ 1049586 h 4449429"/>
              <a:gd name="connsiteX1072-18427" fmla="*/ 9049767 w 18982931"/>
              <a:gd name="connsiteY1072-18428" fmla="*/ 1325362 h 4449429"/>
              <a:gd name="connsiteX1073-18429" fmla="*/ 9115624 w 18982931"/>
              <a:gd name="connsiteY1073-18430" fmla="*/ 1329476 h 4449429"/>
              <a:gd name="connsiteX1074-18431" fmla="*/ 9165014 w 18982931"/>
              <a:gd name="connsiteY1074-18432" fmla="*/ 1436493 h 4449429"/>
              <a:gd name="connsiteX1075-18433" fmla="*/ 9181479 w 18982931"/>
              <a:gd name="connsiteY1075-18434" fmla="*/ 1494116 h 4449429"/>
              <a:gd name="connsiteX1076-18435" fmla="*/ 9181479 w 18982931"/>
              <a:gd name="connsiteY1076-18436" fmla="*/ 1823399 h 4449429"/>
              <a:gd name="connsiteX1077-18437" fmla="*/ 9181479 w 18982931"/>
              <a:gd name="connsiteY1077-18438" fmla="*/ 1881023 h 4449429"/>
              <a:gd name="connsiteX1078-18439" fmla="*/ 9280267 w 18982931"/>
              <a:gd name="connsiteY1078-18440" fmla="*/ 1881023 h 4449429"/>
              <a:gd name="connsiteX1079-18441" fmla="*/ 9280267 w 18982931"/>
              <a:gd name="connsiteY1079-18442" fmla="*/ 1815166 h 4449429"/>
              <a:gd name="connsiteX1080-18443" fmla="*/ 9280267 w 18982931"/>
              <a:gd name="connsiteY1080-18444" fmla="*/ 304587 h 4449429"/>
              <a:gd name="connsiteX1081-18445" fmla="*/ 9346122 w 18982931"/>
              <a:gd name="connsiteY1081-18446" fmla="*/ 238731 h 4449429"/>
              <a:gd name="connsiteX1082-18447" fmla="*/ 9453137 w 18982931"/>
              <a:gd name="connsiteY1082-18448" fmla="*/ 341628 h 4449429"/>
              <a:gd name="connsiteX1083-18449" fmla="*/ 9453137 w 18982931"/>
              <a:gd name="connsiteY1083-18450" fmla="*/ 1815166 h 4449429"/>
              <a:gd name="connsiteX1084-18451" fmla="*/ 9453137 w 18982931"/>
              <a:gd name="connsiteY1084-18452" fmla="*/ 1876910 h 4449429"/>
              <a:gd name="connsiteX1085-18453" fmla="*/ 9551919 w 18982931"/>
              <a:gd name="connsiteY1085-18454" fmla="*/ 1876910 h 4449429"/>
              <a:gd name="connsiteX1086-18455" fmla="*/ 9551919 w 18982931"/>
              <a:gd name="connsiteY1086-18456" fmla="*/ 1724614 h 4449429"/>
              <a:gd name="connsiteX1087-18457" fmla="*/ 9551919 w 18982931"/>
              <a:gd name="connsiteY1087-18458" fmla="*/ 1481771 h 4449429"/>
              <a:gd name="connsiteX1088-18459" fmla="*/ 9597198 w 18982931"/>
              <a:gd name="connsiteY1088-18460" fmla="*/ 1374754 h 4449429"/>
              <a:gd name="connsiteX1089-18461" fmla="*/ 9613662 w 18982931"/>
              <a:gd name="connsiteY1089-18462" fmla="*/ 1325362 h 4449429"/>
              <a:gd name="connsiteX1090-18463" fmla="*/ 9683632 w 18982931"/>
              <a:gd name="connsiteY1090-18464" fmla="*/ 1325362 h 4449429"/>
              <a:gd name="connsiteX1091-18465" fmla="*/ 9683632 w 18982931"/>
              <a:gd name="connsiteY1091-18466" fmla="*/ 1522931 h 4449429"/>
              <a:gd name="connsiteX1092-18467" fmla="*/ 9819464 w 18982931"/>
              <a:gd name="connsiteY1092-18468" fmla="*/ 1522931 h 4449429"/>
              <a:gd name="connsiteX1093-18469" fmla="*/ 9819464 w 18982931"/>
              <a:gd name="connsiteY1093-18470" fmla="*/ 1720501 h 4449429"/>
              <a:gd name="connsiteX1094-18471" fmla="*/ 9819464 w 18982931"/>
              <a:gd name="connsiteY1094-18472" fmla="*/ 1835749 h 4449429"/>
              <a:gd name="connsiteX1095-18473" fmla="*/ 9868856 w 18982931"/>
              <a:gd name="connsiteY1095-18474" fmla="*/ 1885142 h 4449429"/>
              <a:gd name="connsiteX1096-18475" fmla="*/ 9922361 w 18982931"/>
              <a:gd name="connsiteY1096-18476" fmla="*/ 1938648 h 4449429"/>
              <a:gd name="connsiteX1097-18477" fmla="*/ 9922361 w 18982931"/>
              <a:gd name="connsiteY1097-18478" fmla="*/ 2226770 h 4449429"/>
              <a:gd name="connsiteX1098-18479" fmla="*/ 10189906 w 18982931"/>
              <a:gd name="connsiteY1098-18480" fmla="*/ 2226770 h 4449429"/>
              <a:gd name="connsiteX1099-18481" fmla="*/ 10189906 w 18982931"/>
              <a:gd name="connsiteY1099-18482" fmla="*/ 1864559 h 4449429"/>
              <a:gd name="connsiteX1100-18483" fmla="*/ 10251644 w 18982931"/>
              <a:gd name="connsiteY1100-18484" fmla="*/ 1852213 h 4449429"/>
              <a:gd name="connsiteX1101-18485" fmla="*/ 10251644 w 18982931"/>
              <a:gd name="connsiteY1101-18486" fmla="*/ 1465306 h 4449429"/>
              <a:gd name="connsiteX1102-18487" fmla="*/ 10198137 w 18982931"/>
              <a:gd name="connsiteY1102-18488" fmla="*/ 1461188 h 4449429"/>
              <a:gd name="connsiteX1103-18489" fmla="*/ 10198137 w 18982931"/>
              <a:gd name="connsiteY1103-18490" fmla="*/ 1317129 h 4449429"/>
              <a:gd name="connsiteX1104-18491" fmla="*/ 10572694 w 18982931"/>
              <a:gd name="connsiteY1104-18492" fmla="*/ 1317129 h 4449429"/>
              <a:gd name="connsiteX1105-18493" fmla="*/ 10572694 w 18982931"/>
              <a:gd name="connsiteY1105-18494" fmla="*/ 2140336 h 4449429"/>
              <a:gd name="connsiteX1106-18495" fmla="*/ 10642669 w 18982931"/>
              <a:gd name="connsiteY1106-18496" fmla="*/ 2144449 h 4449429"/>
              <a:gd name="connsiteX1107-18497" fmla="*/ 10642669 w 18982931"/>
              <a:gd name="connsiteY1107-18498" fmla="*/ 2477849 h 4449429"/>
              <a:gd name="connsiteX1108-18499" fmla="*/ 10885512 w 18982931"/>
              <a:gd name="connsiteY1108-18500" fmla="*/ 2477849 h 4449429"/>
              <a:gd name="connsiteX1109-18501" fmla="*/ 10885512 w 18982931"/>
              <a:gd name="connsiteY1109-18502" fmla="*/ 2292626 h 4449429"/>
              <a:gd name="connsiteX1110-18503" fmla="*/ 10959601 w 18982931"/>
              <a:gd name="connsiteY1110-18504" fmla="*/ 2292626 h 4449429"/>
              <a:gd name="connsiteX1111-18505" fmla="*/ 10959601 w 18982931"/>
              <a:gd name="connsiteY1111-18506" fmla="*/ 2477849 h 4449429"/>
              <a:gd name="connsiteX1112-18507" fmla="*/ 11066618 w 18982931"/>
              <a:gd name="connsiteY1112-18508" fmla="*/ 2477849 h 4449429"/>
              <a:gd name="connsiteX1113-18509" fmla="*/ 11107778 w 18982931"/>
              <a:gd name="connsiteY1113-18510" fmla="*/ 2284395 h 4449429"/>
              <a:gd name="connsiteX1114-18511" fmla="*/ 11136593 w 18982931"/>
              <a:gd name="connsiteY1114-18512" fmla="*/ 2053897 h 4449429"/>
              <a:gd name="connsiteX1115-18513" fmla="*/ 11136593 w 18982931"/>
              <a:gd name="connsiteY1115-18514" fmla="*/ 1061936 h 4449429"/>
              <a:gd name="connsiteX1116-18515" fmla="*/ 11148938 w 18982931"/>
              <a:gd name="connsiteY1116-18516" fmla="*/ 938454 h 4449429"/>
              <a:gd name="connsiteX1117-18517" fmla="*/ 11161288 w 18982931"/>
              <a:gd name="connsiteY1117-18518" fmla="*/ 938454 h 4449429"/>
              <a:gd name="connsiteX1118-18519" fmla="*/ 11177753 w 18982931"/>
              <a:gd name="connsiteY1118-18520" fmla="*/ 983729 h 4449429"/>
              <a:gd name="connsiteX1119-18521" fmla="*/ 11231258 w 18982931"/>
              <a:gd name="connsiteY1119-18522" fmla="*/ 572126 h 4449429"/>
              <a:gd name="connsiteX1120-18523" fmla="*/ 11243610 w 18982931"/>
              <a:gd name="connsiteY1120-18524" fmla="*/ 572126 h 4449429"/>
              <a:gd name="connsiteX1121-18525" fmla="*/ 11284770 w 18982931"/>
              <a:gd name="connsiteY1121-18526" fmla="*/ 946687 h 4449429"/>
              <a:gd name="connsiteX1122-18527" fmla="*/ 11325929 w 18982931"/>
              <a:gd name="connsiteY1122-18528" fmla="*/ 934337 h 4449429"/>
              <a:gd name="connsiteX1123-18529" fmla="*/ 11342394 w 18982931"/>
              <a:gd name="connsiteY1123-18530" fmla="*/ 1061936 h 4449429"/>
              <a:gd name="connsiteX1124-18531" fmla="*/ 11342394 w 18982931"/>
              <a:gd name="connsiteY1124-18532" fmla="*/ 1300666 h 4449429"/>
              <a:gd name="connsiteX1125-18533" fmla="*/ 11358857 w 18982931"/>
              <a:gd name="connsiteY1125-18534" fmla="*/ 2132104 h 4449429"/>
              <a:gd name="connsiteX1126-18535" fmla="*/ 11362976 w 18982931"/>
              <a:gd name="connsiteY1126-18536" fmla="*/ 2165031 h 4449429"/>
              <a:gd name="connsiteX1127-18537" fmla="*/ 11453524 w 18982931"/>
              <a:gd name="connsiteY1127-18538" fmla="*/ 2165031 h 4449429"/>
              <a:gd name="connsiteX1128-18539" fmla="*/ 11457643 w 18982931"/>
              <a:gd name="connsiteY1128-18540" fmla="*/ 2082711 h 4449429"/>
              <a:gd name="connsiteX1129-18541" fmla="*/ 11535845 w 18982931"/>
              <a:gd name="connsiteY1129-18542" fmla="*/ 2078592 h 4449429"/>
              <a:gd name="connsiteX1130-18543" fmla="*/ 11535845 w 18982931"/>
              <a:gd name="connsiteY1130-18544" fmla="*/ 2004505 h 4449429"/>
              <a:gd name="connsiteX1131-18545" fmla="*/ 11548195 w 18982931"/>
              <a:gd name="connsiteY1131-18546" fmla="*/ 1736964 h 4449429"/>
              <a:gd name="connsiteX1132-18547" fmla="*/ 11609938 w 18982931"/>
              <a:gd name="connsiteY1132-18548" fmla="*/ 1609365 h 4449429"/>
              <a:gd name="connsiteX1133-18549" fmla="*/ 11688140 w 18982931"/>
              <a:gd name="connsiteY1133-18550" fmla="*/ 1765774 h 4449429"/>
              <a:gd name="connsiteX1134-18551" fmla="*/ 11688140 w 18982931"/>
              <a:gd name="connsiteY1134-18552" fmla="*/ 2082711 h 4449429"/>
              <a:gd name="connsiteX1135-18553" fmla="*/ 11910406 w 18982931"/>
              <a:gd name="connsiteY1135-18554" fmla="*/ 2148567 h 4449429"/>
              <a:gd name="connsiteX1136-18555" fmla="*/ 11988608 w 18982931"/>
              <a:gd name="connsiteY1136-18556" fmla="*/ 2119754 h 4449429"/>
              <a:gd name="connsiteX1137-18557" fmla="*/ 11991181 w 18982931"/>
              <a:gd name="connsiteY1137-18558" fmla="*/ 2153197 h 4449429"/>
              <a:gd name="connsiteX1138-18559" fmla="*/ 11993908 w 18982931"/>
              <a:gd name="connsiteY1138-18560" fmla="*/ 2158900 h 4449429"/>
              <a:gd name="connsiteX1139-18561" fmla="*/ 11993908 w 18982931"/>
              <a:gd name="connsiteY1139-18562" fmla="*/ 2156799 h 4449429"/>
              <a:gd name="connsiteX1140-18563" fmla="*/ 11998023 w 18982931"/>
              <a:gd name="connsiteY1140-18564" fmla="*/ 2115639 h 4449429"/>
              <a:gd name="connsiteX1141-18565" fmla="*/ 12010373 w 18982931"/>
              <a:gd name="connsiteY1141-18566" fmla="*/ 2115639 h 4449429"/>
              <a:gd name="connsiteX1142-18567" fmla="*/ 12014490 w 18982931"/>
              <a:gd name="connsiteY1142-18568" fmla="*/ 2185614 h 4449429"/>
              <a:gd name="connsiteX1143-18569" fmla="*/ 12055650 w 18982931"/>
              <a:gd name="connsiteY1143-18570" fmla="*/ 2259703 h 4449429"/>
              <a:gd name="connsiteX1144-18571" fmla="*/ 12109157 w 18982931"/>
              <a:gd name="connsiteY1144-18572" fmla="*/ 2267933 h 4449429"/>
              <a:gd name="connsiteX1145-18573" fmla="*/ 12137972 w 18982931"/>
              <a:gd name="connsiteY1145-18574" fmla="*/ 2580753 h 4449429"/>
              <a:gd name="connsiteX1146-18575" fmla="*/ 12150317 w 18982931"/>
              <a:gd name="connsiteY1146-18576" fmla="*/ 2580753 h 4449429"/>
              <a:gd name="connsiteX1147-18577" fmla="*/ 12179132 w 18982931"/>
              <a:gd name="connsiteY1147-18578" fmla="*/ 2411992 h 4449429"/>
              <a:gd name="connsiteX1148-18579" fmla="*/ 12207942 w 18982931"/>
              <a:gd name="connsiteY1148-18580" fmla="*/ 2160917 h 4449429"/>
              <a:gd name="connsiteX1149-18581" fmla="*/ 12216174 w 18982931"/>
              <a:gd name="connsiteY1149-18582" fmla="*/ 2152686 h 4449429"/>
              <a:gd name="connsiteX1150-18583" fmla="*/ 12331423 w 18982931"/>
              <a:gd name="connsiteY1150-18584" fmla="*/ 2152686 h 4449429"/>
              <a:gd name="connsiteX1151-18585" fmla="*/ 12331423 w 18982931"/>
              <a:gd name="connsiteY1151-18586" fmla="*/ 2317327 h 4449429"/>
              <a:gd name="connsiteX1152-18587" fmla="*/ 12496064 w 18982931"/>
              <a:gd name="connsiteY1152-18588" fmla="*/ 2313208 h 4449429"/>
              <a:gd name="connsiteX1153-18589" fmla="*/ 12557802 w 18982931"/>
              <a:gd name="connsiteY1153-18590" fmla="*/ 2210310 h 4449429"/>
              <a:gd name="connsiteX1154-18591" fmla="*/ 12566034 w 18982931"/>
              <a:gd name="connsiteY1154-18592" fmla="*/ 2206191 h 4449429"/>
              <a:gd name="connsiteX1155-18593" fmla="*/ 12598962 w 18982931"/>
              <a:gd name="connsiteY1155-18594" fmla="*/ 2267933 h 4449429"/>
              <a:gd name="connsiteX1156-18595" fmla="*/ 12607194 w 18982931"/>
              <a:gd name="connsiteY1156-18596" fmla="*/ 2263816 h 4449429"/>
              <a:gd name="connsiteX1157-18597" fmla="*/ 12607194 w 18982931"/>
              <a:gd name="connsiteY1157-18598" fmla="*/ 1461193 h 4449429"/>
              <a:gd name="connsiteX1158-18599" fmla="*/ 12677169 w 18982931"/>
              <a:gd name="connsiteY1158-18600" fmla="*/ 1230695 h 4449429"/>
              <a:gd name="connsiteX1159-18601" fmla="*/ 12920017 w 18982931"/>
              <a:gd name="connsiteY1159-18602" fmla="*/ 1230695 h 4449429"/>
              <a:gd name="connsiteX1160-18603" fmla="*/ 12948827 w 18982931"/>
              <a:gd name="connsiteY1160-18604" fmla="*/ 1490003 h 4449429"/>
              <a:gd name="connsiteX1161-18605" fmla="*/ 12948827 w 18982931"/>
              <a:gd name="connsiteY1161-18606" fmla="*/ 1909838 h 4449429"/>
              <a:gd name="connsiteX1162-18607" fmla="*/ 12948827 w 18982931"/>
              <a:gd name="connsiteY1162-18608" fmla="*/ 1975695 h 4449429"/>
              <a:gd name="connsiteX1163-18609" fmla="*/ 12969405 w 18982931"/>
              <a:gd name="connsiteY1163-18610" fmla="*/ 1979812 h 4449429"/>
              <a:gd name="connsiteX1164-18611" fmla="*/ 12989987 w 18982931"/>
              <a:gd name="connsiteY1164-18612" fmla="*/ 1913955 h 4449429"/>
              <a:gd name="connsiteX1165-18613" fmla="*/ 12989987 w 18982931"/>
              <a:gd name="connsiteY1165-18614" fmla="*/ 1469425 h 4449429"/>
              <a:gd name="connsiteX1166-18615" fmla="*/ 13064076 w 18982931"/>
              <a:gd name="connsiteY1166-18616" fmla="*/ 1395336 h 4449429"/>
              <a:gd name="connsiteX1167-18617" fmla="*/ 13146396 w 18982931"/>
              <a:gd name="connsiteY1167-18618" fmla="*/ 1395336 h 4449429"/>
              <a:gd name="connsiteX1168-18619" fmla="*/ 13146396 w 18982931"/>
              <a:gd name="connsiteY1168-18620" fmla="*/ 1111328 h 4449429"/>
              <a:gd name="connsiteX1169-18621" fmla="*/ 13216366 w 18982931"/>
              <a:gd name="connsiteY1169-18622" fmla="*/ 1103096 h 4449429"/>
              <a:gd name="connsiteX1170-18623" fmla="*/ 13228716 w 18982931"/>
              <a:gd name="connsiteY1170-18624" fmla="*/ 1041358 h 4449429"/>
              <a:gd name="connsiteX1171-18625" fmla="*/ 13368662 w 18982931"/>
              <a:gd name="connsiteY1171-18626" fmla="*/ 1041358 h 4449429"/>
              <a:gd name="connsiteX1172-18627" fmla="*/ 13368662 w 18982931"/>
              <a:gd name="connsiteY1172-18628" fmla="*/ 687379 h 4449429"/>
              <a:gd name="connsiteX1173-18629" fmla="*/ 13483911 w 18982931"/>
              <a:gd name="connsiteY1173-18630" fmla="*/ 687379 h 4449429"/>
              <a:gd name="connsiteX1174-18631" fmla="*/ 13483911 w 18982931"/>
              <a:gd name="connsiteY1174-18632" fmla="*/ 617404 h 4449429"/>
              <a:gd name="connsiteX1175-18633" fmla="*/ 13483911 w 18982931"/>
              <a:gd name="connsiteY1175-18634" fmla="*/ 131714 h 4449429"/>
              <a:gd name="connsiteX1176-18635" fmla="*/ 13541534 w 18982931"/>
              <a:gd name="connsiteY1176-18636" fmla="*/ 74089 h 4449429"/>
              <a:gd name="connsiteX1177-18637" fmla="*/ 13685593 w 18982931"/>
              <a:gd name="connsiteY1177-18638" fmla="*/ 74089 h 4449429"/>
              <a:gd name="connsiteX1178-18639" fmla="*/ 13730872 w 18982931"/>
              <a:gd name="connsiteY1178-18640" fmla="*/ 49392 h 4449429"/>
              <a:gd name="connsiteX1179-18641" fmla="*/ 13739104 w 18982931"/>
              <a:gd name="connsiteY1179-18642" fmla="*/ 0 h 4449429"/>
              <a:gd name="connsiteX0-18643" fmla="*/ 16404499 w 18982931"/>
              <a:gd name="connsiteY0-18644" fmla="*/ 4309270 h 4449429"/>
              <a:gd name="connsiteX1-18645" fmla="*/ 16404499 w 18982931"/>
              <a:gd name="connsiteY1-18646" fmla="*/ 4366104 h 4449429"/>
              <a:gd name="connsiteX2-18647" fmla="*/ 16461332 w 18982931"/>
              <a:gd name="connsiteY2-18648" fmla="*/ 4366104 h 4449429"/>
              <a:gd name="connsiteX3-18649" fmla="*/ 16461332 w 18982931"/>
              <a:gd name="connsiteY3-18650" fmla="*/ 4309270 h 4449429"/>
              <a:gd name="connsiteX4-18651" fmla="*/ 16404499 w 18982931"/>
              <a:gd name="connsiteY4-18652" fmla="*/ 4309270 h 4449429"/>
              <a:gd name="connsiteX5-18653" fmla="*/ 16292444 w 18982931"/>
              <a:gd name="connsiteY5-18654" fmla="*/ 4309270 h 4449429"/>
              <a:gd name="connsiteX6-18655" fmla="*/ 16292444 w 18982931"/>
              <a:gd name="connsiteY6-18656" fmla="*/ 4366104 h 4449429"/>
              <a:gd name="connsiteX7-18657" fmla="*/ 16349278 w 18982931"/>
              <a:gd name="connsiteY7-18658" fmla="*/ 4366104 h 4449429"/>
              <a:gd name="connsiteX8-18659" fmla="*/ 16349278 w 18982931"/>
              <a:gd name="connsiteY8-18660" fmla="*/ 4309270 h 4449429"/>
              <a:gd name="connsiteX9-18661" fmla="*/ 16292444 w 18982931"/>
              <a:gd name="connsiteY9-18662" fmla="*/ 4309270 h 4449429"/>
              <a:gd name="connsiteX10-18663" fmla="*/ 16180390 w 18982931"/>
              <a:gd name="connsiteY10-18664" fmla="*/ 4309270 h 4449429"/>
              <a:gd name="connsiteX11-18665" fmla="*/ 16180390 w 18982931"/>
              <a:gd name="connsiteY11-18666" fmla="*/ 4366104 h 4449429"/>
              <a:gd name="connsiteX12-18667" fmla="*/ 16237224 w 18982931"/>
              <a:gd name="connsiteY12-18668" fmla="*/ 4366104 h 4449429"/>
              <a:gd name="connsiteX13-18669" fmla="*/ 16237224 w 18982931"/>
              <a:gd name="connsiteY13-18670" fmla="*/ 4309270 h 4449429"/>
              <a:gd name="connsiteX14-18671" fmla="*/ 16180390 w 18982931"/>
              <a:gd name="connsiteY14-18672" fmla="*/ 4309270 h 4449429"/>
              <a:gd name="connsiteX15-18673" fmla="*/ 2813944 w 18982931"/>
              <a:gd name="connsiteY15-18674" fmla="*/ 4309269 h 4449429"/>
              <a:gd name="connsiteX16-18675" fmla="*/ 2813944 w 18982931"/>
              <a:gd name="connsiteY16-18676" fmla="*/ 4366102 h 4449429"/>
              <a:gd name="connsiteX17-18677" fmla="*/ 2870780 w 18982931"/>
              <a:gd name="connsiteY17-18678" fmla="*/ 4366102 h 4449429"/>
              <a:gd name="connsiteX18-18679" fmla="*/ 2870780 w 18982931"/>
              <a:gd name="connsiteY18-18680" fmla="*/ 4309269 h 4449429"/>
              <a:gd name="connsiteX19-18681" fmla="*/ 2813944 w 18982931"/>
              <a:gd name="connsiteY19-18682" fmla="*/ 4309269 h 4449429"/>
              <a:gd name="connsiteX20-18683" fmla="*/ 2701890 w 18982931"/>
              <a:gd name="connsiteY20-18684" fmla="*/ 4309269 h 4449429"/>
              <a:gd name="connsiteX21-18685" fmla="*/ 2701890 w 18982931"/>
              <a:gd name="connsiteY21-18686" fmla="*/ 4366102 h 4449429"/>
              <a:gd name="connsiteX22-18687" fmla="*/ 2758723 w 18982931"/>
              <a:gd name="connsiteY22-18688" fmla="*/ 4366102 h 4449429"/>
              <a:gd name="connsiteX23-18689" fmla="*/ 2758723 w 18982931"/>
              <a:gd name="connsiteY23-18690" fmla="*/ 4309269 h 4449429"/>
              <a:gd name="connsiteX24-18691" fmla="*/ 2701890 w 18982931"/>
              <a:gd name="connsiteY24-18692" fmla="*/ 4309269 h 4449429"/>
              <a:gd name="connsiteX25-18693" fmla="*/ 2589843 w 18982931"/>
              <a:gd name="connsiteY25-18694" fmla="*/ 4309269 h 4449429"/>
              <a:gd name="connsiteX26-18695" fmla="*/ 2589843 w 18982931"/>
              <a:gd name="connsiteY26-18696" fmla="*/ 4366102 h 4449429"/>
              <a:gd name="connsiteX27-18697" fmla="*/ 2646669 w 18982931"/>
              <a:gd name="connsiteY27-18698" fmla="*/ 4366102 h 4449429"/>
              <a:gd name="connsiteX28-18699" fmla="*/ 2646669 w 18982931"/>
              <a:gd name="connsiteY28-18700" fmla="*/ 4309269 h 4449429"/>
              <a:gd name="connsiteX29-18701" fmla="*/ 2589843 w 18982931"/>
              <a:gd name="connsiteY29-18702" fmla="*/ 4309269 h 4449429"/>
              <a:gd name="connsiteX30-18703" fmla="*/ 16404499 w 18982931"/>
              <a:gd name="connsiteY30-18704" fmla="*/ 4163982 h 4449429"/>
              <a:gd name="connsiteX31-18705" fmla="*/ 16404499 w 18982931"/>
              <a:gd name="connsiteY31-18706" fmla="*/ 4220816 h 4449429"/>
              <a:gd name="connsiteX32-18707" fmla="*/ 16461332 w 18982931"/>
              <a:gd name="connsiteY32-18708" fmla="*/ 4220816 h 4449429"/>
              <a:gd name="connsiteX33-18709" fmla="*/ 16461332 w 18982931"/>
              <a:gd name="connsiteY33-18710" fmla="*/ 4163982 h 4449429"/>
              <a:gd name="connsiteX34-18711" fmla="*/ 16404499 w 18982931"/>
              <a:gd name="connsiteY34-18712" fmla="*/ 4163982 h 4449429"/>
              <a:gd name="connsiteX35-18713" fmla="*/ 16292444 w 18982931"/>
              <a:gd name="connsiteY35-18714" fmla="*/ 4163982 h 4449429"/>
              <a:gd name="connsiteX36-18715" fmla="*/ 16292444 w 18982931"/>
              <a:gd name="connsiteY36-18716" fmla="*/ 4220816 h 4449429"/>
              <a:gd name="connsiteX37-18717" fmla="*/ 16349278 w 18982931"/>
              <a:gd name="connsiteY37-18718" fmla="*/ 4220816 h 4449429"/>
              <a:gd name="connsiteX38-18719" fmla="*/ 16349278 w 18982931"/>
              <a:gd name="connsiteY38-18720" fmla="*/ 4163982 h 4449429"/>
              <a:gd name="connsiteX39-18721" fmla="*/ 16292444 w 18982931"/>
              <a:gd name="connsiteY39-18722" fmla="*/ 4163982 h 4449429"/>
              <a:gd name="connsiteX40-18723" fmla="*/ 16180390 w 18982931"/>
              <a:gd name="connsiteY40-18724" fmla="*/ 4163982 h 4449429"/>
              <a:gd name="connsiteX41-18725" fmla="*/ 16180390 w 18982931"/>
              <a:gd name="connsiteY41-18726" fmla="*/ 4220816 h 4449429"/>
              <a:gd name="connsiteX42-18727" fmla="*/ 16237224 w 18982931"/>
              <a:gd name="connsiteY42-18728" fmla="*/ 4220816 h 4449429"/>
              <a:gd name="connsiteX43-18729" fmla="*/ 16237224 w 18982931"/>
              <a:gd name="connsiteY43-18730" fmla="*/ 4163982 h 4449429"/>
              <a:gd name="connsiteX44-18731" fmla="*/ 16180390 w 18982931"/>
              <a:gd name="connsiteY44-18732" fmla="*/ 4163982 h 4449429"/>
              <a:gd name="connsiteX45-18733" fmla="*/ 2813944 w 18982931"/>
              <a:gd name="connsiteY45-18734" fmla="*/ 4163981 h 4449429"/>
              <a:gd name="connsiteX46-18735" fmla="*/ 2813944 w 18982931"/>
              <a:gd name="connsiteY46-18736" fmla="*/ 4220814 h 4449429"/>
              <a:gd name="connsiteX47-18737" fmla="*/ 2870780 w 18982931"/>
              <a:gd name="connsiteY47-18738" fmla="*/ 4220814 h 4449429"/>
              <a:gd name="connsiteX48-18739" fmla="*/ 2870780 w 18982931"/>
              <a:gd name="connsiteY48-18740" fmla="*/ 4163981 h 4449429"/>
              <a:gd name="connsiteX49-18741" fmla="*/ 2813944 w 18982931"/>
              <a:gd name="connsiteY49-18742" fmla="*/ 4163981 h 4449429"/>
              <a:gd name="connsiteX50-18743" fmla="*/ 2701890 w 18982931"/>
              <a:gd name="connsiteY50-18744" fmla="*/ 4163981 h 4449429"/>
              <a:gd name="connsiteX51-18745" fmla="*/ 2701890 w 18982931"/>
              <a:gd name="connsiteY51-18746" fmla="*/ 4220814 h 4449429"/>
              <a:gd name="connsiteX52-18747" fmla="*/ 2758723 w 18982931"/>
              <a:gd name="connsiteY52-18748" fmla="*/ 4220814 h 4449429"/>
              <a:gd name="connsiteX53-18749" fmla="*/ 2758723 w 18982931"/>
              <a:gd name="connsiteY53-18750" fmla="*/ 4163981 h 4449429"/>
              <a:gd name="connsiteX54-18751" fmla="*/ 2701890 w 18982931"/>
              <a:gd name="connsiteY54-18752" fmla="*/ 4163981 h 4449429"/>
              <a:gd name="connsiteX55-18753" fmla="*/ 2589843 w 18982931"/>
              <a:gd name="connsiteY55-18754" fmla="*/ 4163981 h 4449429"/>
              <a:gd name="connsiteX56-18755" fmla="*/ 2589843 w 18982931"/>
              <a:gd name="connsiteY56-18756" fmla="*/ 4220814 h 4449429"/>
              <a:gd name="connsiteX57-18757" fmla="*/ 2646669 w 18982931"/>
              <a:gd name="connsiteY57-18758" fmla="*/ 4220814 h 4449429"/>
              <a:gd name="connsiteX58-18759" fmla="*/ 2646669 w 18982931"/>
              <a:gd name="connsiteY58-18760" fmla="*/ 4163981 h 4449429"/>
              <a:gd name="connsiteX59-18761" fmla="*/ 2589843 w 18982931"/>
              <a:gd name="connsiteY59-18762" fmla="*/ 4163981 h 4449429"/>
              <a:gd name="connsiteX60-18763" fmla="*/ 9851983 w 18982931"/>
              <a:gd name="connsiteY60-18764" fmla="*/ 4073253 h 4449429"/>
              <a:gd name="connsiteX61-18765" fmla="*/ 9851983 w 18982931"/>
              <a:gd name="connsiteY61-18766" fmla="*/ 4282100 h 4449429"/>
              <a:gd name="connsiteX62-18767" fmla="*/ 9897683 w 18982931"/>
              <a:gd name="connsiteY62-18768" fmla="*/ 4282100 h 4449429"/>
              <a:gd name="connsiteX63-18769" fmla="*/ 9897683 w 18982931"/>
              <a:gd name="connsiteY63-18770" fmla="*/ 4073253 h 4449429"/>
              <a:gd name="connsiteX64-18771" fmla="*/ 9851983 w 18982931"/>
              <a:gd name="connsiteY64-18772" fmla="*/ 4073253 h 4449429"/>
              <a:gd name="connsiteX65-18773" fmla="*/ 9760354 w 18982931"/>
              <a:gd name="connsiteY65-18774" fmla="*/ 4073253 h 4449429"/>
              <a:gd name="connsiteX66-18775" fmla="*/ 9760354 w 18982931"/>
              <a:gd name="connsiteY66-18776" fmla="*/ 4282100 h 4449429"/>
              <a:gd name="connsiteX67-18777" fmla="*/ 9806054 w 18982931"/>
              <a:gd name="connsiteY67-18778" fmla="*/ 4282100 h 4449429"/>
              <a:gd name="connsiteX68-18779" fmla="*/ 9806054 w 18982931"/>
              <a:gd name="connsiteY68-18780" fmla="*/ 4073253 h 4449429"/>
              <a:gd name="connsiteX69-18781" fmla="*/ 9760354 w 18982931"/>
              <a:gd name="connsiteY69-18782" fmla="*/ 4073253 h 4449429"/>
              <a:gd name="connsiteX70-18783" fmla="*/ 9668723 w 18982931"/>
              <a:gd name="connsiteY70-18784" fmla="*/ 4073253 h 4449429"/>
              <a:gd name="connsiteX71-18785" fmla="*/ 9668723 w 18982931"/>
              <a:gd name="connsiteY71-18786" fmla="*/ 4282100 h 4449429"/>
              <a:gd name="connsiteX72-18787" fmla="*/ 9714423 w 18982931"/>
              <a:gd name="connsiteY72-18788" fmla="*/ 4282100 h 4449429"/>
              <a:gd name="connsiteX73-18789" fmla="*/ 9714423 w 18982931"/>
              <a:gd name="connsiteY73-18790" fmla="*/ 4073253 h 4449429"/>
              <a:gd name="connsiteX74-18791" fmla="*/ 9668723 w 18982931"/>
              <a:gd name="connsiteY74-18792" fmla="*/ 4073253 h 4449429"/>
              <a:gd name="connsiteX75-18793" fmla="*/ 9577094 w 18982931"/>
              <a:gd name="connsiteY75-18794" fmla="*/ 4073253 h 4449429"/>
              <a:gd name="connsiteX76-18795" fmla="*/ 9577094 w 18982931"/>
              <a:gd name="connsiteY76-18796" fmla="*/ 4282100 h 4449429"/>
              <a:gd name="connsiteX77-18797" fmla="*/ 9622794 w 18982931"/>
              <a:gd name="connsiteY77-18798" fmla="*/ 4282100 h 4449429"/>
              <a:gd name="connsiteX78-18799" fmla="*/ 9622794 w 18982931"/>
              <a:gd name="connsiteY78-18800" fmla="*/ 4073253 h 4449429"/>
              <a:gd name="connsiteX79-18801" fmla="*/ 9577094 w 18982931"/>
              <a:gd name="connsiteY79-18802" fmla="*/ 4073253 h 4449429"/>
              <a:gd name="connsiteX80-18803" fmla="*/ 9485470 w 18982931"/>
              <a:gd name="connsiteY80-18804" fmla="*/ 4073253 h 4449429"/>
              <a:gd name="connsiteX81-18805" fmla="*/ 9485470 w 18982931"/>
              <a:gd name="connsiteY81-18806" fmla="*/ 4282100 h 4449429"/>
              <a:gd name="connsiteX82-18807" fmla="*/ 9531165 w 18982931"/>
              <a:gd name="connsiteY82-18808" fmla="*/ 4282100 h 4449429"/>
              <a:gd name="connsiteX83-18809" fmla="*/ 9531165 w 18982931"/>
              <a:gd name="connsiteY83-18810" fmla="*/ 4073253 h 4449429"/>
              <a:gd name="connsiteX84-18811" fmla="*/ 9485470 w 18982931"/>
              <a:gd name="connsiteY84-18812" fmla="*/ 4073253 h 4449429"/>
              <a:gd name="connsiteX85-18813" fmla="*/ 9393836 w 18982931"/>
              <a:gd name="connsiteY85-18814" fmla="*/ 4073253 h 4449429"/>
              <a:gd name="connsiteX86-18815" fmla="*/ 9393836 w 18982931"/>
              <a:gd name="connsiteY86-18816" fmla="*/ 4282100 h 4449429"/>
              <a:gd name="connsiteX87-18817" fmla="*/ 9439536 w 18982931"/>
              <a:gd name="connsiteY87-18818" fmla="*/ 4282100 h 4449429"/>
              <a:gd name="connsiteX88-18819" fmla="*/ 9439536 w 18982931"/>
              <a:gd name="connsiteY88-18820" fmla="*/ 4073253 h 4449429"/>
              <a:gd name="connsiteX89-18821" fmla="*/ 9393836 w 18982931"/>
              <a:gd name="connsiteY89-18822" fmla="*/ 4073253 h 4449429"/>
              <a:gd name="connsiteX90-18823" fmla="*/ 9302203 w 18982931"/>
              <a:gd name="connsiteY90-18824" fmla="*/ 4073253 h 4449429"/>
              <a:gd name="connsiteX91-18825" fmla="*/ 9302203 w 18982931"/>
              <a:gd name="connsiteY91-18826" fmla="*/ 4282100 h 4449429"/>
              <a:gd name="connsiteX92-18827" fmla="*/ 9347904 w 18982931"/>
              <a:gd name="connsiteY92-18828" fmla="*/ 4282100 h 4449429"/>
              <a:gd name="connsiteX93-18829" fmla="*/ 9347904 w 18982931"/>
              <a:gd name="connsiteY93-18830" fmla="*/ 4073253 h 4449429"/>
              <a:gd name="connsiteX94-18831" fmla="*/ 9302203 w 18982931"/>
              <a:gd name="connsiteY94-18832" fmla="*/ 4073253 h 4449429"/>
              <a:gd name="connsiteX95-18833" fmla="*/ 16404499 w 18982931"/>
              <a:gd name="connsiteY95-18834" fmla="*/ 4018694 h 4449429"/>
              <a:gd name="connsiteX96-18835" fmla="*/ 16404499 w 18982931"/>
              <a:gd name="connsiteY96-18836" fmla="*/ 4075528 h 4449429"/>
              <a:gd name="connsiteX97-18837" fmla="*/ 16461332 w 18982931"/>
              <a:gd name="connsiteY97-18838" fmla="*/ 4075528 h 4449429"/>
              <a:gd name="connsiteX98-18839" fmla="*/ 16461332 w 18982931"/>
              <a:gd name="connsiteY98-18840" fmla="*/ 4018694 h 4449429"/>
              <a:gd name="connsiteX99-18841" fmla="*/ 16404499 w 18982931"/>
              <a:gd name="connsiteY99-18842" fmla="*/ 4018694 h 4449429"/>
              <a:gd name="connsiteX100-18843" fmla="*/ 16292444 w 18982931"/>
              <a:gd name="connsiteY100-18844" fmla="*/ 4018694 h 4449429"/>
              <a:gd name="connsiteX101-18845" fmla="*/ 16292444 w 18982931"/>
              <a:gd name="connsiteY101-18846" fmla="*/ 4075528 h 4449429"/>
              <a:gd name="connsiteX102-18847" fmla="*/ 16349278 w 18982931"/>
              <a:gd name="connsiteY102-18848" fmla="*/ 4075528 h 4449429"/>
              <a:gd name="connsiteX103-18849" fmla="*/ 16349278 w 18982931"/>
              <a:gd name="connsiteY103-18850" fmla="*/ 4018694 h 4449429"/>
              <a:gd name="connsiteX104-18851" fmla="*/ 16292444 w 18982931"/>
              <a:gd name="connsiteY104-18852" fmla="*/ 4018694 h 4449429"/>
              <a:gd name="connsiteX105-18853" fmla="*/ 16180390 w 18982931"/>
              <a:gd name="connsiteY105-18854" fmla="*/ 4018694 h 4449429"/>
              <a:gd name="connsiteX106-18855" fmla="*/ 16180390 w 18982931"/>
              <a:gd name="connsiteY106-18856" fmla="*/ 4075528 h 4449429"/>
              <a:gd name="connsiteX107-18857" fmla="*/ 16237224 w 18982931"/>
              <a:gd name="connsiteY107-18858" fmla="*/ 4075528 h 4449429"/>
              <a:gd name="connsiteX108-18859" fmla="*/ 16237224 w 18982931"/>
              <a:gd name="connsiteY108-18860" fmla="*/ 4018694 h 4449429"/>
              <a:gd name="connsiteX109-18861" fmla="*/ 16180390 w 18982931"/>
              <a:gd name="connsiteY109-18862" fmla="*/ 4018694 h 4449429"/>
              <a:gd name="connsiteX110-18863" fmla="*/ 2813944 w 18982931"/>
              <a:gd name="connsiteY110-18864" fmla="*/ 4018692 h 4449429"/>
              <a:gd name="connsiteX111-18865" fmla="*/ 2813944 w 18982931"/>
              <a:gd name="connsiteY111-18866" fmla="*/ 4075526 h 4449429"/>
              <a:gd name="connsiteX112-18867" fmla="*/ 2870780 w 18982931"/>
              <a:gd name="connsiteY112-18868" fmla="*/ 4075526 h 4449429"/>
              <a:gd name="connsiteX113-18869" fmla="*/ 2870780 w 18982931"/>
              <a:gd name="connsiteY113-18870" fmla="*/ 4018692 h 4449429"/>
              <a:gd name="connsiteX114-18871" fmla="*/ 2813944 w 18982931"/>
              <a:gd name="connsiteY114-18872" fmla="*/ 4018692 h 4449429"/>
              <a:gd name="connsiteX115-18873" fmla="*/ 2701890 w 18982931"/>
              <a:gd name="connsiteY115-18874" fmla="*/ 4018692 h 4449429"/>
              <a:gd name="connsiteX116-18875" fmla="*/ 2701890 w 18982931"/>
              <a:gd name="connsiteY116-18876" fmla="*/ 4075526 h 4449429"/>
              <a:gd name="connsiteX117-18877" fmla="*/ 2758723 w 18982931"/>
              <a:gd name="connsiteY117-18878" fmla="*/ 4075526 h 4449429"/>
              <a:gd name="connsiteX118-18879" fmla="*/ 2758723 w 18982931"/>
              <a:gd name="connsiteY118-18880" fmla="*/ 4018692 h 4449429"/>
              <a:gd name="connsiteX119-18881" fmla="*/ 2701890 w 18982931"/>
              <a:gd name="connsiteY119-18882" fmla="*/ 4018692 h 4449429"/>
              <a:gd name="connsiteX120-18883" fmla="*/ 2589843 w 18982931"/>
              <a:gd name="connsiteY120-18884" fmla="*/ 4018692 h 4449429"/>
              <a:gd name="connsiteX121-18885" fmla="*/ 2589843 w 18982931"/>
              <a:gd name="connsiteY121-18886" fmla="*/ 4075526 h 4449429"/>
              <a:gd name="connsiteX122-18887" fmla="*/ 2646669 w 18982931"/>
              <a:gd name="connsiteY122-18888" fmla="*/ 4075526 h 4449429"/>
              <a:gd name="connsiteX123-18889" fmla="*/ 2646669 w 18982931"/>
              <a:gd name="connsiteY123-18890" fmla="*/ 4018692 h 4449429"/>
              <a:gd name="connsiteX124-18891" fmla="*/ 2589843 w 18982931"/>
              <a:gd name="connsiteY124-18892" fmla="*/ 4018692 h 4449429"/>
              <a:gd name="connsiteX125-18893" fmla="*/ 16404499 w 18982931"/>
              <a:gd name="connsiteY125-18894" fmla="*/ 3873406 h 4449429"/>
              <a:gd name="connsiteX126-18895" fmla="*/ 16404499 w 18982931"/>
              <a:gd name="connsiteY126-18896" fmla="*/ 3930240 h 4449429"/>
              <a:gd name="connsiteX127-18897" fmla="*/ 16461332 w 18982931"/>
              <a:gd name="connsiteY127-18898" fmla="*/ 3930240 h 4449429"/>
              <a:gd name="connsiteX128-18899" fmla="*/ 16461332 w 18982931"/>
              <a:gd name="connsiteY128-18900" fmla="*/ 3873406 h 4449429"/>
              <a:gd name="connsiteX129-18901" fmla="*/ 16404499 w 18982931"/>
              <a:gd name="connsiteY129-18902" fmla="*/ 3873406 h 4449429"/>
              <a:gd name="connsiteX130-18903" fmla="*/ 16292444 w 18982931"/>
              <a:gd name="connsiteY130-18904" fmla="*/ 3873406 h 4449429"/>
              <a:gd name="connsiteX131-18905" fmla="*/ 16292444 w 18982931"/>
              <a:gd name="connsiteY131-18906" fmla="*/ 3930240 h 4449429"/>
              <a:gd name="connsiteX132-18907" fmla="*/ 16349278 w 18982931"/>
              <a:gd name="connsiteY132-18908" fmla="*/ 3930240 h 4449429"/>
              <a:gd name="connsiteX133-18909" fmla="*/ 16349278 w 18982931"/>
              <a:gd name="connsiteY133-18910" fmla="*/ 3873406 h 4449429"/>
              <a:gd name="connsiteX134-18911" fmla="*/ 16292444 w 18982931"/>
              <a:gd name="connsiteY134-18912" fmla="*/ 3873406 h 4449429"/>
              <a:gd name="connsiteX135-18913" fmla="*/ 16180390 w 18982931"/>
              <a:gd name="connsiteY135-18914" fmla="*/ 3873406 h 4449429"/>
              <a:gd name="connsiteX136-18915" fmla="*/ 16180390 w 18982931"/>
              <a:gd name="connsiteY136-18916" fmla="*/ 3930240 h 4449429"/>
              <a:gd name="connsiteX137-18917" fmla="*/ 16237224 w 18982931"/>
              <a:gd name="connsiteY137-18918" fmla="*/ 3930240 h 4449429"/>
              <a:gd name="connsiteX138-18919" fmla="*/ 16237224 w 18982931"/>
              <a:gd name="connsiteY138-18920" fmla="*/ 3873406 h 4449429"/>
              <a:gd name="connsiteX139-18921" fmla="*/ 16180390 w 18982931"/>
              <a:gd name="connsiteY139-18922" fmla="*/ 3873406 h 4449429"/>
              <a:gd name="connsiteX140-18923" fmla="*/ 2813944 w 18982931"/>
              <a:gd name="connsiteY140-18924" fmla="*/ 3873404 h 4449429"/>
              <a:gd name="connsiteX141-18925" fmla="*/ 2813944 w 18982931"/>
              <a:gd name="connsiteY141-18926" fmla="*/ 3930238 h 4449429"/>
              <a:gd name="connsiteX142-18927" fmla="*/ 2870780 w 18982931"/>
              <a:gd name="connsiteY142-18928" fmla="*/ 3930238 h 4449429"/>
              <a:gd name="connsiteX143-18929" fmla="*/ 2870780 w 18982931"/>
              <a:gd name="connsiteY143-18930" fmla="*/ 3873404 h 4449429"/>
              <a:gd name="connsiteX144-18931" fmla="*/ 2813944 w 18982931"/>
              <a:gd name="connsiteY144-18932" fmla="*/ 3873404 h 4449429"/>
              <a:gd name="connsiteX145-18933" fmla="*/ 2701890 w 18982931"/>
              <a:gd name="connsiteY145-18934" fmla="*/ 3873404 h 4449429"/>
              <a:gd name="connsiteX146-18935" fmla="*/ 2701890 w 18982931"/>
              <a:gd name="connsiteY146-18936" fmla="*/ 3930238 h 4449429"/>
              <a:gd name="connsiteX147-18937" fmla="*/ 2758723 w 18982931"/>
              <a:gd name="connsiteY147-18938" fmla="*/ 3930238 h 4449429"/>
              <a:gd name="connsiteX148-18939" fmla="*/ 2758723 w 18982931"/>
              <a:gd name="connsiteY148-18940" fmla="*/ 3873404 h 4449429"/>
              <a:gd name="connsiteX149-18941" fmla="*/ 2701890 w 18982931"/>
              <a:gd name="connsiteY149-18942" fmla="*/ 3873404 h 4449429"/>
              <a:gd name="connsiteX150-18943" fmla="*/ 2589843 w 18982931"/>
              <a:gd name="connsiteY150-18944" fmla="*/ 3873404 h 4449429"/>
              <a:gd name="connsiteX151-18945" fmla="*/ 2589843 w 18982931"/>
              <a:gd name="connsiteY151-18946" fmla="*/ 3930238 h 4449429"/>
              <a:gd name="connsiteX152-18947" fmla="*/ 2646669 w 18982931"/>
              <a:gd name="connsiteY152-18948" fmla="*/ 3930238 h 4449429"/>
              <a:gd name="connsiteX153-18949" fmla="*/ 2646669 w 18982931"/>
              <a:gd name="connsiteY153-18950" fmla="*/ 3873404 h 4449429"/>
              <a:gd name="connsiteX154-18951" fmla="*/ 2589843 w 18982931"/>
              <a:gd name="connsiteY154-18952" fmla="*/ 3873404 h 4449429"/>
              <a:gd name="connsiteX155-18953" fmla="*/ 17351339 w 18982931"/>
              <a:gd name="connsiteY155-18954" fmla="*/ 3769299 h 4449429"/>
              <a:gd name="connsiteX156-18955" fmla="*/ 17351339 w 18982931"/>
              <a:gd name="connsiteY156-18956" fmla="*/ 3815000 h 4449429"/>
              <a:gd name="connsiteX157-18957" fmla="*/ 17560187 w 18982931"/>
              <a:gd name="connsiteY157-18958" fmla="*/ 3815000 h 4449429"/>
              <a:gd name="connsiteX158-18959" fmla="*/ 17560187 w 18982931"/>
              <a:gd name="connsiteY158-18960" fmla="*/ 3769299 h 4449429"/>
              <a:gd name="connsiteX159-18961" fmla="*/ 17351339 w 18982931"/>
              <a:gd name="connsiteY159-18962" fmla="*/ 3769299 h 4449429"/>
              <a:gd name="connsiteX160-18963" fmla="*/ 16404499 w 18982931"/>
              <a:gd name="connsiteY160-18964" fmla="*/ 3728118 h 4449429"/>
              <a:gd name="connsiteX161-18965" fmla="*/ 16404499 w 18982931"/>
              <a:gd name="connsiteY161-18966" fmla="*/ 3784951 h 4449429"/>
              <a:gd name="connsiteX162-18967" fmla="*/ 16461332 w 18982931"/>
              <a:gd name="connsiteY162-18968" fmla="*/ 3784951 h 4449429"/>
              <a:gd name="connsiteX163-18969" fmla="*/ 16461332 w 18982931"/>
              <a:gd name="connsiteY163-18970" fmla="*/ 3728118 h 4449429"/>
              <a:gd name="connsiteX164-18971" fmla="*/ 16404499 w 18982931"/>
              <a:gd name="connsiteY164-18972" fmla="*/ 3728118 h 4449429"/>
              <a:gd name="connsiteX165-18973" fmla="*/ 16292444 w 18982931"/>
              <a:gd name="connsiteY165-18974" fmla="*/ 3728118 h 4449429"/>
              <a:gd name="connsiteX166-18975" fmla="*/ 16292444 w 18982931"/>
              <a:gd name="connsiteY166-18976" fmla="*/ 3784951 h 4449429"/>
              <a:gd name="connsiteX167-18977" fmla="*/ 16349278 w 18982931"/>
              <a:gd name="connsiteY167-18978" fmla="*/ 3784951 h 4449429"/>
              <a:gd name="connsiteX168-18979" fmla="*/ 16349278 w 18982931"/>
              <a:gd name="connsiteY168-18980" fmla="*/ 3728118 h 4449429"/>
              <a:gd name="connsiteX169-18981" fmla="*/ 16292444 w 18982931"/>
              <a:gd name="connsiteY169-18982" fmla="*/ 3728118 h 4449429"/>
              <a:gd name="connsiteX170-18983" fmla="*/ 16180390 w 18982931"/>
              <a:gd name="connsiteY170-18984" fmla="*/ 3728118 h 4449429"/>
              <a:gd name="connsiteX171-18985" fmla="*/ 16180390 w 18982931"/>
              <a:gd name="connsiteY171-18986" fmla="*/ 3784951 h 4449429"/>
              <a:gd name="connsiteX172-18987" fmla="*/ 16237224 w 18982931"/>
              <a:gd name="connsiteY172-18988" fmla="*/ 3784951 h 4449429"/>
              <a:gd name="connsiteX173-18989" fmla="*/ 16237224 w 18982931"/>
              <a:gd name="connsiteY173-18990" fmla="*/ 3728118 h 4449429"/>
              <a:gd name="connsiteX174-18991" fmla="*/ 16180390 w 18982931"/>
              <a:gd name="connsiteY174-18992" fmla="*/ 3728118 h 4449429"/>
              <a:gd name="connsiteX175-18993" fmla="*/ 2813944 w 18982931"/>
              <a:gd name="connsiteY175-18994" fmla="*/ 3728116 h 4449429"/>
              <a:gd name="connsiteX176-18995" fmla="*/ 2813944 w 18982931"/>
              <a:gd name="connsiteY176-18996" fmla="*/ 3784950 h 4449429"/>
              <a:gd name="connsiteX177-18997" fmla="*/ 2870780 w 18982931"/>
              <a:gd name="connsiteY177-18998" fmla="*/ 3784950 h 4449429"/>
              <a:gd name="connsiteX178-18999" fmla="*/ 2870780 w 18982931"/>
              <a:gd name="connsiteY178-19000" fmla="*/ 3728116 h 4449429"/>
              <a:gd name="connsiteX179-19001" fmla="*/ 2813944 w 18982931"/>
              <a:gd name="connsiteY179-19002" fmla="*/ 3728116 h 4449429"/>
              <a:gd name="connsiteX180-19003" fmla="*/ 2701891 w 18982931"/>
              <a:gd name="connsiteY180-19004" fmla="*/ 3728116 h 4449429"/>
              <a:gd name="connsiteX181-19005" fmla="*/ 2701891 w 18982931"/>
              <a:gd name="connsiteY181-19006" fmla="*/ 3784950 h 4449429"/>
              <a:gd name="connsiteX182-19007" fmla="*/ 2758730 w 18982931"/>
              <a:gd name="connsiteY182-19008" fmla="*/ 3784950 h 4449429"/>
              <a:gd name="connsiteX183-19009" fmla="*/ 2758730 w 18982931"/>
              <a:gd name="connsiteY183-19010" fmla="*/ 3728116 h 4449429"/>
              <a:gd name="connsiteX184-19011" fmla="*/ 2701891 w 18982931"/>
              <a:gd name="connsiteY184-19012" fmla="*/ 3728116 h 4449429"/>
              <a:gd name="connsiteX185-19013" fmla="*/ 2589845 w 18982931"/>
              <a:gd name="connsiteY185-19014" fmla="*/ 3728116 h 4449429"/>
              <a:gd name="connsiteX186-19015" fmla="*/ 2589845 w 18982931"/>
              <a:gd name="connsiteY186-19016" fmla="*/ 3784950 h 4449429"/>
              <a:gd name="connsiteX187-19017" fmla="*/ 2646671 w 18982931"/>
              <a:gd name="connsiteY187-19018" fmla="*/ 3784950 h 4449429"/>
              <a:gd name="connsiteX188-19019" fmla="*/ 2646671 w 18982931"/>
              <a:gd name="connsiteY188-19020" fmla="*/ 3728116 h 4449429"/>
              <a:gd name="connsiteX189-19021" fmla="*/ 2589845 w 18982931"/>
              <a:gd name="connsiteY189-19022" fmla="*/ 3728116 h 4449429"/>
              <a:gd name="connsiteX190-19023" fmla="*/ 17351339 w 18982931"/>
              <a:gd name="connsiteY190-19024" fmla="*/ 3677667 h 4449429"/>
              <a:gd name="connsiteX191-19025" fmla="*/ 17351339 w 18982931"/>
              <a:gd name="connsiteY191-19026" fmla="*/ 3723368 h 4449429"/>
              <a:gd name="connsiteX192-19027" fmla="*/ 17560187 w 18982931"/>
              <a:gd name="connsiteY192-19028" fmla="*/ 3723368 h 4449429"/>
              <a:gd name="connsiteX193-19029" fmla="*/ 17560187 w 18982931"/>
              <a:gd name="connsiteY193-19030" fmla="*/ 3677667 h 4449429"/>
              <a:gd name="connsiteX194-19031" fmla="*/ 17351339 w 18982931"/>
              <a:gd name="connsiteY194-19032" fmla="*/ 3677667 h 4449429"/>
              <a:gd name="connsiteX195-19033" fmla="*/ 12612246 w 18982931"/>
              <a:gd name="connsiteY195-19034" fmla="*/ 3645952 h 4449429"/>
              <a:gd name="connsiteX196-19035" fmla="*/ 12612246 w 18982931"/>
              <a:gd name="connsiteY196-19036" fmla="*/ 3702785 h 4449429"/>
              <a:gd name="connsiteX197-19037" fmla="*/ 12669079 w 18982931"/>
              <a:gd name="connsiteY197-19038" fmla="*/ 3702785 h 4449429"/>
              <a:gd name="connsiteX198-19039" fmla="*/ 12669079 w 18982931"/>
              <a:gd name="connsiteY198-19040" fmla="*/ 3645952 h 4449429"/>
              <a:gd name="connsiteX199-19041" fmla="*/ 12612246 w 18982931"/>
              <a:gd name="connsiteY199-19042" fmla="*/ 3645952 h 4449429"/>
              <a:gd name="connsiteX200-19043" fmla="*/ 12500191 w 18982931"/>
              <a:gd name="connsiteY200-19044" fmla="*/ 3645952 h 4449429"/>
              <a:gd name="connsiteX201-19045" fmla="*/ 12500191 w 18982931"/>
              <a:gd name="connsiteY201-19046" fmla="*/ 3702785 h 4449429"/>
              <a:gd name="connsiteX202-19047" fmla="*/ 12557025 w 18982931"/>
              <a:gd name="connsiteY202-19048" fmla="*/ 3702785 h 4449429"/>
              <a:gd name="connsiteX203-19049" fmla="*/ 12557025 w 18982931"/>
              <a:gd name="connsiteY203-19050" fmla="*/ 3645952 h 4449429"/>
              <a:gd name="connsiteX204-19051" fmla="*/ 12500191 w 18982931"/>
              <a:gd name="connsiteY204-19052" fmla="*/ 3645952 h 4449429"/>
              <a:gd name="connsiteX205-19053" fmla="*/ 12388137 w 18982931"/>
              <a:gd name="connsiteY205-19054" fmla="*/ 3645952 h 4449429"/>
              <a:gd name="connsiteX206-19055" fmla="*/ 12388137 w 18982931"/>
              <a:gd name="connsiteY206-19056" fmla="*/ 3702785 h 4449429"/>
              <a:gd name="connsiteX207-19057" fmla="*/ 12444971 w 18982931"/>
              <a:gd name="connsiteY207-19058" fmla="*/ 3702785 h 4449429"/>
              <a:gd name="connsiteX208-19059" fmla="*/ 12444971 w 18982931"/>
              <a:gd name="connsiteY208-19060" fmla="*/ 3645952 h 4449429"/>
              <a:gd name="connsiteX209-19061" fmla="*/ 12388137 w 18982931"/>
              <a:gd name="connsiteY209-19062" fmla="*/ 3645952 h 4449429"/>
              <a:gd name="connsiteX210-19063" fmla="*/ 17351339 w 18982931"/>
              <a:gd name="connsiteY210-19064" fmla="*/ 3586038 h 4449429"/>
              <a:gd name="connsiteX211-19065" fmla="*/ 17351339 w 18982931"/>
              <a:gd name="connsiteY211-19066" fmla="*/ 3631739 h 4449429"/>
              <a:gd name="connsiteX212-19067" fmla="*/ 17560187 w 18982931"/>
              <a:gd name="connsiteY212-19068" fmla="*/ 3631739 h 4449429"/>
              <a:gd name="connsiteX213-19069" fmla="*/ 17560187 w 18982931"/>
              <a:gd name="connsiteY213-19070" fmla="*/ 3586038 h 4449429"/>
              <a:gd name="connsiteX214-19071" fmla="*/ 17351339 w 18982931"/>
              <a:gd name="connsiteY214-19072" fmla="*/ 3586038 h 4449429"/>
              <a:gd name="connsiteX215-19073" fmla="*/ 16404499 w 18982931"/>
              <a:gd name="connsiteY215-19074" fmla="*/ 3582830 h 4449429"/>
              <a:gd name="connsiteX216-19075" fmla="*/ 16404499 w 18982931"/>
              <a:gd name="connsiteY216-19076" fmla="*/ 3639663 h 4449429"/>
              <a:gd name="connsiteX217-19077" fmla="*/ 16461332 w 18982931"/>
              <a:gd name="connsiteY217-19078" fmla="*/ 3639663 h 4449429"/>
              <a:gd name="connsiteX218-19079" fmla="*/ 16461332 w 18982931"/>
              <a:gd name="connsiteY218-19080" fmla="*/ 3582830 h 4449429"/>
              <a:gd name="connsiteX219-19081" fmla="*/ 16404499 w 18982931"/>
              <a:gd name="connsiteY219-19082" fmla="*/ 3582830 h 4449429"/>
              <a:gd name="connsiteX220-19083" fmla="*/ 16292444 w 18982931"/>
              <a:gd name="connsiteY220-19084" fmla="*/ 3582830 h 4449429"/>
              <a:gd name="connsiteX221-19085" fmla="*/ 16292444 w 18982931"/>
              <a:gd name="connsiteY221-19086" fmla="*/ 3639663 h 4449429"/>
              <a:gd name="connsiteX222-19087" fmla="*/ 16349278 w 18982931"/>
              <a:gd name="connsiteY222-19088" fmla="*/ 3639663 h 4449429"/>
              <a:gd name="connsiteX223-19089" fmla="*/ 16349278 w 18982931"/>
              <a:gd name="connsiteY223-19090" fmla="*/ 3582830 h 4449429"/>
              <a:gd name="connsiteX224-19091" fmla="*/ 16292444 w 18982931"/>
              <a:gd name="connsiteY224-19092" fmla="*/ 3582830 h 4449429"/>
              <a:gd name="connsiteX225-19093" fmla="*/ 16180390 w 18982931"/>
              <a:gd name="connsiteY225-19094" fmla="*/ 3582830 h 4449429"/>
              <a:gd name="connsiteX226-19095" fmla="*/ 16180390 w 18982931"/>
              <a:gd name="connsiteY226-19096" fmla="*/ 3639663 h 4449429"/>
              <a:gd name="connsiteX227-19097" fmla="*/ 16237224 w 18982931"/>
              <a:gd name="connsiteY227-19098" fmla="*/ 3639663 h 4449429"/>
              <a:gd name="connsiteX228-19099" fmla="*/ 16237224 w 18982931"/>
              <a:gd name="connsiteY228-19100" fmla="*/ 3582830 h 4449429"/>
              <a:gd name="connsiteX229-19101" fmla="*/ 16180390 w 18982931"/>
              <a:gd name="connsiteY229-19102" fmla="*/ 3582830 h 4449429"/>
              <a:gd name="connsiteX230-19103" fmla="*/ 2813944 w 18982931"/>
              <a:gd name="connsiteY230-19104" fmla="*/ 3582828 h 4449429"/>
              <a:gd name="connsiteX231-19105" fmla="*/ 2813944 w 18982931"/>
              <a:gd name="connsiteY231-19106" fmla="*/ 3639662 h 4449429"/>
              <a:gd name="connsiteX232-19107" fmla="*/ 2870780 w 18982931"/>
              <a:gd name="connsiteY232-19108" fmla="*/ 3639662 h 4449429"/>
              <a:gd name="connsiteX233-19109" fmla="*/ 2870780 w 18982931"/>
              <a:gd name="connsiteY233-19110" fmla="*/ 3582828 h 4449429"/>
              <a:gd name="connsiteX234-19111" fmla="*/ 2813944 w 18982931"/>
              <a:gd name="connsiteY234-19112" fmla="*/ 3582828 h 4449429"/>
              <a:gd name="connsiteX235-19113" fmla="*/ 2701891 w 18982931"/>
              <a:gd name="connsiteY235-19114" fmla="*/ 3582828 h 4449429"/>
              <a:gd name="connsiteX236-19115" fmla="*/ 2701891 w 18982931"/>
              <a:gd name="connsiteY236-19116" fmla="*/ 3639662 h 4449429"/>
              <a:gd name="connsiteX237-19117" fmla="*/ 2758730 w 18982931"/>
              <a:gd name="connsiteY237-19118" fmla="*/ 3639662 h 4449429"/>
              <a:gd name="connsiteX238-19119" fmla="*/ 2758730 w 18982931"/>
              <a:gd name="connsiteY238-19120" fmla="*/ 3582828 h 4449429"/>
              <a:gd name="connsiteX239-19121" fmla="*/ 2701891 w 18982931"/>
              <a:gd name="connsiteY239-19122" fmla="*/ 3582828 h 4449429"/>
              <a:gd name="connsiteX240-19123" fmla="*/ 2589845 w 18982931"/>
              <a:gd name="connsiteY240-19124" fmla="*/ 3582828 h 4449429"/>
              <a:gd name="connsiteX241-19125" fmla="*/ 2589845 w 18982931"/>
              <a:gd name="connsiteY241-19126" fmla="*/ 3639662 h 4449429"/>
              <a:gd name="connsiteX242-19127" fmla="*/ 2646671 w 18982931"/>
              <a:gd name="connsiteY242-19128" fmla="*/ 3639662 h 4449429"/>
              <a:gd name="connsiteX243-19129" fmla="*/ 2646671 w 18982931"/>
              <a:gd name="connsiteY243-19130" fmla="*/ 3582828 h 4449429"/>
              <a:gd name="connsiteX244-19131" fmla="*/ 2589845 w 18982931"/>
              <a:gd name="connsiteY244-19132" fmla="*/ 3582828 h 4449429"/>
              <a:gd name="connsiteX245-19133" fmla="*/ 12612246 w 18982931"/>
              <a:gd name="connsiteY245-19134" fmla="*/ 3500664 h 4449429"/>
              <a:gd name="connsiteX246-19135" fmla="*/ 12612246 w 18982931"/>
              <a:gd name="connsiteY246-19136" fmla="*/ 3557497 h 4449429"/>
              <a:gd name="connsiteX247-19137" fmla="*/ 12669079 w 18982931"/>
              <a:gd name="connsiteY247-19138" fmla="*/ 3557497 h 4449429"/>
              <a:gd name="connsiteX248-19139" fmla="*/ 12669079 w 18982931"/>
              <a:gd name="connsiteY248-19140" fmla="*/ 3500664 h 4449429"/>
              <a:gd name="connsiteX249-19141" fmla="*/ 12612246 w 18982931"/>
              <a:gd name="connsiteY249-19142" fmla="*/ 3500664 h 4449429"/>
              <a:gd name="connsiteX250-19143" fmla="*/ 12500191 w 18982931"/>
              <a:gd name="connsiteY250-19144" fmla="*/ 3500664 h 4449429"/>
              <a:gd name="connsiteX251-19145" fmla="*/ 12500191 w 18982931"/>
              <a:gd name="connsiteY251-19146" fmla="*/ 3557497 h 4449429"/>
              <a:gd name="connsiteX252-19147" fmla="*/ 12557025 w 18982931"/>
              <a:gd name="connsiteY252-19148" fmla="*/ 3557497 h 4449429"/>
              <a:gd name="connsiteX253-19149" fmla="*/ 12557025 w 18982931"/>
              <a:gd name="connsiteY253-19150" fmla="*/ 3500664 h 4449429"/>
              <a:gd name="connsiteX254-19151" fmla="*/ 12500191 w 18982931"/>
              <a:gd name="connsiteY254-19152" fmla="*/ 3500664 h 4449429"/>
              <a:gd name="connsiteX255-19153" fmla="*/ 12388137 w 18982931"/>
              <a:gd name="connsiteY255-19154" fmla="*/ 3500664 h 4449429"/>
              <a:gd name="connsiteX256-19155" fmla="*/ 12388137 w 18982931"/>
              <a:gd name="connsiteY256-19156" fmla="*/ 3557497 h 4449429"/>
              <a:gd name="connsiteX257-19157" fmla="*/ 12444971 w 18982931"/>
              <a:gd name="connsiteY257-19158" fmla="*/ 3557497 h 4449429"/>
              <a:gd name="connsiteX258-19159" fmla="*/ 12444971 w 18982931"/>
              <a:gd name="connsiteY258-19160" fmla="*/ 3500664 h 4449429"/>
              <a:gd name="connsiteX259-19161" fmla="*/ 12388137 w 18982931"/>
              <a:gd name="connsiteY259-19162" fmla="*/ 3500664 h 4449429"/>
              <a:gd name="connsiteX260-19163" fmla="*/ 17351339 w 18982931"/>
              <a:gd name="connsiteY260-19164" fmla="*/ 3492933 h 4449429"/>
              <a:gd name="connsiteX261-19165" fmla="*/ 17351339 w 18982931"/>
              <a:gd name="connsiteY261-19166" fmla="*/ 3538633 h 4449429"/>
              <a:gd name="connsiteX262-19167" fmla="*/ 17560187 w 18982931"/>
              <a:gd name="connsiteY262-19168" fmla="*/ 3538633 h 4449429"/>
              <a:gd name="connsiteX263-19169" fmla="*/ 17560187 w 18982931"/>
              <a:gd name="connsiteY263-19170" fmla="*/ 3492933 h 4449429"/>
              <a:gd name="connsiteX264-19171" fmla="*/ 17351339 w 18982931"/>
              <a:gd name="connsiteY264-19172" fmla="*/ 3492933 h 4449429"/>
              <a:gd name="connsiteX265-19173" fmla="*/ 17351339 w 18982931"/>
              <a:gd name="connsiteY265-19174" fmla="*/ 3401301 h 4449429"/>
              <a:gd name="connsiteX266-19175" fmla="*/ 17351339 w 18982931"/>
              <a:gd name="connsiteY266-19176" fmla="*/ 3447001 h 4449429"/>
              <a:gd name="connsiteX267-19177" fmla="*/ 17560187 w 18982931"/>
              <a:gd name="connsiteY267-19178" fmla="*/ 3447001 h 4449429"/>
              <a:gd name="connsiteX268-19179" fmla="*/ 17560187 w 18982931"/>
              <a:gd name="connsiteY268-19180" fmla="*/ 3401301 h 4449429"/>
              <a:gd name="connsiteX269-19181" fmla="*/ 17351339 w 18982931"/>
              <a:gd name="connsiteY269-19182" fmla="*/ 3401301 h 4449429"/>
              <a:gd name="connsiteX270-19183" fmla="*/ 1596781 w 18982931"/>
              <a:gd name="connsiteY270-19184" fmla="*/ 3357078 h 4449429"/>
              <a:gd name="connsiteX271-19185" fmla="*/ 1596781 w 18982931"/>
              <a:gd name="connsiteY271-19186" fmla="*/ 3402779 h 4449429"/>
              <a:gd name="connsiteX272-19187" fmla="*/ 1805629 w 18982931"/>
              <a:gd name="connsiteY272-19188" fmla="*/ 3402779 h 4449429"/>
              <a:gd name="connsiteX273-19189" fmla="*/ 1805629 w 18982931"/>
              <a:gd name="connsiteY273-19190" fmla="*/ 3357078 h 4449429"/>
              <a:gd name="connsiteX274-19191" fmla="*/ 1596781 w 18982931"/>
              <a:gd name="connsiteY274-19192" fmla="*/ 3357078 h 4449429"/>
              <a:gd name="connsiteX275-19193" fmla="*/ 12612246 w 18982931"/>
              <a:gd name="connsiteY275-19194" fmla="*/ 3355375 h 4449429"/>
              <a:gd name="connsiteX276-19195" fmla="*/ 12612246 w 18982931"/>
              <a:gd name="connsiteY276-19196" fmla="*/ 3412209 h 4449429"/>
              <a:gd name="connsiteX277-19197" fmla="*/ 12669079 w 18982931"/>
              <a:gd name="connsiteY277-19198" fmla="*/ 3412209 h 4449429"/>
              <a:gd name="connsiteX278-19199" fmla="*/ 12669079 w 18982931"/>
              <a:gd name="connsiteY278-19200" fmla="*/ 3355375 h 4449429"/>
              <a:gd name="connsiteX279-19201" fmla="*/ 12612246 w 18982931"/>
              <a:gd name="connsiteY279-19202" fmla="*/ 3355375 h 4449429"/>
              <a:gd name="connsiteX280-19203" fmla="*/ 12500191 w 18982931"/>
              <a:gd name="connsiteY280-19204" fmla="*/ 3355375 h 4449429"/>
              <a:gd name="connsiteX281-19205" fmla="*/ 12500191 w 18982931"/>
              <a:gd name="connsiteY281-19206" fmla="*/ 3412209 h 4449429"/>
              <a:gd name="connsiteX282-19207" fmla="*/ 12557025 w 18982931"/>
              <a:gd name="connsiteY282-19208" fmla="*/ 3412209 h 4449429"/>
              <a:gd name="connsiteX283-19209" fmla="*/ 12557025 w 18982931"/>
              <a:gd name="connsiteY283-19210" fmla="*/ 3355375 h 4449429"/>
              <a:gd name="connsiteX284-19211" fmla="*/ 12500191 w 18982931"/>
              <a:gd name="connsiteY284-19212" fmla="*/ 3355375 h 4449429"/>
              <a:gd name="connsiteX285-19213" fmla="*/ 12388137 w 18982931"/>
              <a:gd name="connsiteY285-19214" fmla="*/ 3355375 h 4449429"/>
              <a:gd name="connsiteX286-19215" fmla="*/ 12388137 w 18982931"/>
              <a:gd name="connsiteY286-19216" fmla="*/ 3412209 h 4449429"/>
              <a:gd name="connsiteX287-19217" fmla="*/ 12444971 w 18982931"/>
              <a:gd name="connsiteY287-19218" fmla="*/ 3412209 h 4449429"/>
              <a:gd name="connsiteX288-19219" fmla="*/ 12444971 w 18982931"/>
              <a:gd name="connsiteY288-19220" fmla="*/ 3355375 h 4449429"/>
              <a:gd name="connsiteX289-19221" fmla="*/ 12388137 w 18982931"/>
              <a:gd name="connsiteY289-19222" fmla="*/ 3355375 h 4449429"/>
              <a:gd name="connsiteX290-19223" fmla="*/ 17351339 w 18982931"/>
              <a:gd name="connsiteY290-19224" fmla="*/ 3309670 h 4449429"/>
              <a:gd name="connsiteX291-19225" fmla="*/ 17351339 w 18982931"/>
              <a:gd name="connsiteY291-19226" fmla="*/ 3355371 h 4449429"/>
              <a:gd name="connsiteX292-19227" fmla="*/ 17560187 w 18982931"/>
              <a:gd name="connsiteY292-19228" fmla="*/ 3355371 h 4449429"/>
              <a:gd name="connsiteX293-19229" fmla="*/ 17560187 w 18982931"/>
              <a:gd name="connsiteY293-19230" fmla="*/ 3309670 h 4449429"/>
              <a:gd name="connsiteX294-19231" fmla="*/ 17351339 w 18982931"/>
              <a:gd name="connsiteY294-19232" fmla="*/ 3309670 h 4449429"/>
              <a:gd name="connsiteX295-19233" fmla="*/ 1596781 w 18982931"/>
              <a:gd name="connsiteY295-19234" fmla="*/ 3265446 h 4449429"/>
              <a:gd name="connsiteX296-19235" fmla="*/ 1596781 w 18982931"/>
              <a:gd name="connsiteY296-19236" fmla="*/ 3311147 h 4449429"/>
              <a:gd name="connsiteX297-19237" fmla="*/ 1805629 w 18982931"/>
              <a:gd name="connsiteY297-19238" fmla="*/ 3311147 h 4449429"/>
              <a:gd name="connsiteX298-19239" fmla="*/ 1805629 w 18982931"/>
              <a:gd name="connsiteY298-19240" fmla="*/ 3265446 h 4449429"/>
              <a:gd name="connsiteX299-19241" fmla="*/ 1596781 w 18982931"/>
              <a:gd name="connsiteY299-19242" fmla="*/ 3265446 h 4449429"/>
              <a:gd name="connsiteX300-19243" fmla="*/ 17351339 w 18982931"/>
              <a:gd name="connsiteY300-19244" fmla="*/ 3218041 h 4449429"/>
              <a:gd name="connsiteX301-19245" fmla="*/ 17351339 w 18982931"/>
              <a:gd name="connsiteY301-19246" fmla="*/ 3263742 h 4449429"/>
              <a:gd name="connsiteX302-19247" fmla="*/ 17560187 w 18982931"/>
              <a:gd name="connsiteY302-19248" fmla="*/ 3263742 h 4449429"/>
              <a:gd name="connsiteX303-19249" fmla="*/ 17560187 w 18982931"/>
              <a:gd name="connsiteY303-19250" fmla="*/ 3218041 h 4449429"/>
              <a:gd name="connsiteX304-19251" fmla="*/ 17351339 w 18982931"/>
              <a:gd name="connsiteY304-19252" fmla="*/ 3218041 h 4449429"/>
              <a:gd name="connsiteX305-19253" fmla="*/ 12612246 w 18982931"/>
              <a:gd name="connsiteY305-19254" fmla="*/ 3210087 h 4449429"/>
              <a:gd name="connsiteX306-19255" fmla="*/ 12612246 w 18982931"/>
              <a:gd name="connsiteY306-19256" fmla="*/ 3266921 h 4449429"/>
              <a:gd name="connsiteX307-19257" fmla="*/ 12669079 w 18982931"/>
              <a:gd name="connsiteY307-19258" fmla="*/ 3266921 h 4449429"/>
              <a:gd name="connsiteX308-19259" fmla="*/ 12669079 w 18982931"/>
              <a:gd name="connsiteY308-19260" fmla="*/ 3210087 h 4449429"/>
              <a:gd name="connsiteX309-19261" fmla="*/ 12612246 w 18982931"/>
              <a:gd name="connsiteY309-19262" fmla="*/ 3210087 h 4449429"/>
              <a:gd name="connsiteX310-19263" fmla="*/ 12500191 w 18982931"/>
              <a:gd name="connsiteY310-19264" fmla="*/ 3210087 h 4449429"/>
              <a:gd name="connsiteX311-19265" fmla="*/ 12500191 w 18982931"/>
              <a:gd name="connsiteY311-19266" fmla="*/ 3266921 h 4449429"/>
              <a:gd name="connsiteX312-19267" fmla="*/ 12557025 w 18982931"/>
              <a:gd name="connsiteY312-19268" fmla="*/ 3266921 h 4449429"/>
              <a:gd name="connsiteX313-19269" fmla="*/ 12557025 w 18982931"/>
              <a:gd name="connsiteY313-19270" fmla="*/ 3210087 h 4449429"/>
              <a:gd name="connsiteX314-19271" fmla="*/ 12500191 w 18982931"/>
              <a:gd name="connsiteY314-19272" fmla="*/ 3210087 h 4449429"/>
              <a:gd name="connsiteX315-19273" fmla="*/ 12388137 w 18982931"/>
              <a:gd name="connsiteY315-19274" fmla="*/ 3210087 h 4449429"/>
              <a:gd name="connsiteX316-19275" fmla="*/ 12388137 w 18982931"/>
              <a:gd name="connsiteY316-19276" fmla="*/ 3266921 h 4449429"/>
              <a:gd name="connsiteX317-19277" fmla="*/ 12444971 w 18982931"/>
              <a:gd name="connsiteY317-19278" fmla="*/ 3266921 h 4449429"/>
              <a:gd name="connsiteX318-19279" fmla="*/ 12444971 w 18982931"/>
              <a:gd name="connsiteY318-19280" fmla="*/ 3210087 h 4449429"/>
              <a:gd name="connsiteX319-19281" fmla="*/ 12388137 w 18982931"/>
              <a:gd name="connsiteY319-19282" fmla="*/ 3210087 h 4449429"/>
              <a:gd name="connsiteX320-19283" fmla="*/ 1596781 w 18982931"/>
              <a:gd name="connsiteY320-19284" fmla="*/ 3173817 h 4449429"/>
              <a:gd name="connsiteX321-19285" fmla="*/ 1596781 w 18982931"/>
              <a:gd name="connsiteY321-19286" fmla="*/ 3219518 h 4449429"/>
              <a:gd name="connsiteX322-19287" fmla="*/ 1805629 w 18982931"/>
              <a:gd name="connsiteY322-19288" fmla="*/ 3219518 h 4449429"/>
              <a:gd name="connsiteX323-19289" fmla="*/ 1805629 w 18982931"/>
              <a:gd name="connsiteY323-19290" fmla="*/ 3173817 h 4449429"/>
              <a:gd name="connsiteX324-19291" fmla="*/ 1596781 w 18982931"/>
              <a:gd name="connsiteY324-19292" fmla="*/ 3173817 h 4449429"/>
              <a:gd name="connsiteX325-19293" fmla="*/ 17351339 w 18982931"/>
              <a:gd name="connsiteY325-19294" fmla="*/ 3126412 h 4449429"/>
              <a:gd name="connsiteX326-19295" fmla="*/ 17351339 w 18982931"/>
              <a:gd name="connsiteY326-19296" fmla="*/ 3172113 h 4449429"/>
              <a:gd name="connsiteX327-19297" fmla="*/ 17560187 w 18982931"/>
              <a:gd name="connsiteY327-19298" fmla="*/ 3172113 h 4449429"/>
              <a:gd name="connsiteX328-19299" fmla="*/ 17560187 w 18982931"/>
              <a:gd name="connsiteY328-19300" fmla="*/ 3126412 h 4449429"/>
              <a:gd name="connsiteX329-19301" fmla="*/ 17351339 w 18982931"/>
              <a:gd name="connsiteY329-19302" fmla="*/ 3126412 h 4449429"/>
              <a:gd name="connsiteX330-19303" fmla="*/ 1596781 w 18982931"/>
              <a:gd name="connsiteY330-19304" fmla="*/ 3080712 h 4449429"/>
              <a:gd name="connsiteX331-19305" fmla="*/ 1596781 w 18982931"/>
              <a:gd name="connsiteY331-19306" fmla="*/ 3126412 h 4449429"/>
              <a:gd name="connsiteX332-19307" fmla="*/ 1805629 w 18982931"/>
              <a:gd name="connsiteY332-19308" fmla="*/ 3126412 h 4449429"/>
              <a:gd name="connsiteX333-19309" fmla="*/ 1805629 w 18982931"/>
              <a:gd name="connsiteY333-19310" fmla="*/ 3080712 h 4449429"/>
              <a:gd name="connsiteX334-19311" fmla="*/ 1596781 w 18982931"/>
              <a:gd name="connsiteY334-19312" fmla="*/ 3080712 h 4449429"/>
              <a:gd name="connsiteX335-19313" fmla="*/ 12612246 w 18982931"/>
              <a:gd name="connsiteY335-19314" fmla="*/ 3064799 h 4449429"/>
              <a:gd name="connsiteX336-19315" fmla="*/ 12612246 w 18982931"/>
              <a:gd name="connsiteY336-19316" fmla="*/ 3121633 h 4449429"/>
              <a:gd name="connsiteX337-19317" fmla="*/ 12669079 w 18982931"/>
              <a:gd name="connsiteY337-19318" fmla="*/ 3121633 h 4449429"/>
              <a:gd name="connsiteX338-19319" fmla="*/ 12669079 w 18982931"/>
              <a:gd name="connsiteY338-19320" fmla="*/ 3064799 h 4449429"/>
              <a:gd name="connsiteX339-19321" fmla="*/ 12612246 w 18982931"/>
              <a:gd name="connsiteY339-19322" fmla="*/ 3064799 h 4449429"/>
              <a:gd name="connsiteX340-19323" fmla="*/ 12500191 w 18982931"/>
              <a:gd name="connsiteY340-19324" fmla="*/ 3064799 h 4449429"/>
              <a:gd name="connsiteX341-19325" fmla="*/ 12500191 w 18982931"/>
              <a:gd name="connsiteY341-19326" fmla="*/ 3121633 h 4449429"/>
              <a:gd name="connsiteX342-19327" fmla="*/ 12557025 w 18982931"/>
              <a:gd name="connsiteY342-19328" fmla="*/ 3121633 h 4449429"/>
              <a:gd name="connsiteX343-19329" fmla="*/ 12557025 w 18982931"/>
              <a:gd name="connsiteY343-19330" fmla="*/ 3064799 h 4449429"/>
              <a:gd name="connsiteX344-19331" fmla="*/ 12500191 w 18982931"/>
              <a:gd name="connsiteY344-19332" fmla="*/ 3064799 h 4449429"/>
              <a:gd name="connsiteX345-19333" fmla="*/ 12388137 w 18982931"/>
              <a:gd name="connsiteY345-19334" fmla="*/ 3064799 h 4449429"/>
              <a:gd name="connsiteX346-19335" fmla="*/ 12388137 w 18982931"/>
              <a:gd name="connsiteY346-19336" fmla="*/ 3121633 h 4449429"/>
              <a:gd name="connsiteX347-19337" fmla="*/ 12444971 w 18982931"/>
              <a:gd name="connsiteY347-19338" fmla="*/ 3121633 h 4449429"/>
              <a:gd name="connsiteX348-19339" fmla="*/ 12444971 w 18982931"/>
              <a:gd name="connsiteY348-19340" fmla="*/ 3064799 h 4449429"/>
              <a:gd name="connsiteX349-19341" fmla="*/ 12388137 w 18982931"/>
              <a:gd name="connsiteY349-19342" fmla="*/ 3064799 h 4449429"/>
              <a:gd name="connsiteX350-19343" fmla="*/ 17351339 w 18982931"/>
              <a:gd name="connsiteY350-19344" fmla="*/ 3034782 h 4449429"/>
              <a:gd name="connsiteX351-19345" fmla="*/ 17351339 w 18982931"/>
              <a:gd name="connsiteY351-19346" fmla="*/ 3080482 h 4449429"/>
              <a:gd name="connsiteX352-19347" fmla="*/ 17560187 w 18982931"/>
              <a:gd name="connsiteY352-19348" fmla="*/ 3080482 h 4449429"/>
              <a:gd name="connsiteX353-19349" fmla="*/ 17560187 w 18982931"/>
              <a:gd name="connsiteY353-19350" fmla="*/ 3034782 h 4449429"/>
              <a:gd name="connsiteX354-19351" fmla="*/ 17351339 w 18982931"/>
              <a:gd name="connsiteY354-19352" fmla="*/ 3034782 h 4449429"/>
              <a:gd name="connsiteX355-19353" fmla="*/ 1596781 w 18982931"/>
              <a:gd name="connsiteY355-19354" fmla="*/ 2989080 h 4449429"/>
              <a:gd name="connsiteX356-19355" fmla="*/ 1596781 w 18982931"/>
              <a:gd name="connsiteY356-19356" fmla="*/ 3034780 h 4449429"/>
              <a:gd name="connsiteX357-19357" fmla="*/ 1805629 w 18982931"/>
              <a:gd name="connsiteY357-19358" fmla="*/ 3034780 h 4449429"/>
              <a:gd name="connsiteX358-19359" fmla="*/ 1805629 w 18982931"/>
              <a:gd name="connsiteY358-19360" fmla="*/ 2989080 h 4449429"/>
              <a:gd name="connsiteX359-19361" fmla="*/ 1596781 w 18982931"/>
              <a:gd name="connsiteY359-19362" fmla="*/ 2989080 h 4449429"/>
              <a:gd name="connsiteX360-19363" fmla="*/ 17351339 w 18982931"/>
              <a:gd name="connsiteY360-19364" fmla="*/ 2943153 h 4449429"/>
              <a:gd name="connsiteX361-19365" fmla="*/ 17351339 w 18982931"/>
              <a:gd name="connsiteY361-19366" fmla="*/ 2988853 h 4449429"/>
              <a:gd name="connsiteX362-19367" fmla="*/ 17560187 w 18982931"/>
              <a:gd name="connsiteY362-19368" fmla="*/ 2988853 h 4449429"/>
              <a:gd name="connsiteX363-19369" fmla="*/ 17560187 w 18982931"/>
              <a:gd name="connsiteY363-19370" fmla="*/ 2943153 h 4449429"/>
              <a:gd name="connsiteX364-19371" fmla="*/ 17351339 w 18982931"/>
              <a:gd name="connsiteY364-19372" fmla="*/ 2943153 h 4449429"/>
              <a:gd name="connsiteX365-19373" fmla="*/ 12612246 w 18982931"/>
              <a:gd name="connsiteY365-19374" fmla="*/ 2919511 h 4449429"/>
              <a:gd name="connsiteX366-19375" fmla="*/ 12612246 w 18982931"/>
              <a:gd name="connsiteY366-19376" fmla="*/ 2976345 h 4449429"/>
              <a:gd name="connsiteX367-19377" fmla="*/ 12669079 w 18982931"/>
              <a:gd name="connsiteY367-19378" fmla="*/ 2976345 h 4449429"/>
              <a:gd name="connsiteX368-19379" fmla="*/ 12669079 w 18982931"/>
              <a:gd name="connsiteY368-19380" fmla="*/ 2919511 h 4449429"/>
              <a:gd name="connsiteX369-19381" fmla="*/ 12612246 w 18982931"/>
              <a:gd name="connsiteY369-19382" fmla="*/ 2919511 h 4449429"/>
              <a:gd name="connsiteX370-19383" fmla="*/ 12500191 w 18982931"/>
              <a:gd name="connsiteY370-19384" fmla="*/ 2919511 h 4449429"/>
              <a:gd name="connsiteX371-19385" fmla="*/ 12500191 w 18982931"/>
              <a:gd name="connsiteY371-19386" fmla="*/ 2976345 h 4449429"/>
              <a:gd name="connsiteX372-19387" fmla="*/ 12557025 w 18982931"/>
              <a:gd name="connsiteY372-19388" fmla="*/ 2976345 h 4449429"/>
              <a:gd name="connsiteX373-19389" fmla="*/ 12557025 w 18982931"/>
              <a:gd name="connsiteY373-19390" fmla="*/ 2919511 h 4449429"/>
              <a:gd name="connsiteX374-19391" fmla="*/ 12500191 w 18982931"/>
              <a:gd name="connsiteY374-19392" fmla="*/ 2919511 h 4449429"/>
              <a:gd name="connsiteX375-19393" fmla="*/ 12388137 w 18982931"/>
              <a:gd name="connsiteY375-19394" fmla="*/ 2919511 h 4449429"/>
              <a:gd name="connsiteX376-19395" fmla="*/ 12388137 w 18982931"/>
              <a:gd name="connsiteY376-19396" fmla="*/ 2976345 h 4449429"/>
              <a:gd name="connsiteX377-19397" fmla="*/ 12444971 w 18982931"/>
              <a:gd name="connsiteY377-19398" fmla="*/ 2976345 h 4449429"/>
              <a:gd name="connsiteX378-19399" fmla="*/ 12444971 w 18982931"/>
              <a:gd name="connsiteY378-19400" fmla="*/ 2919511 h 4449429"/>
              <a:gd name="connsiteX379-19401" fmla="*/ 12388137 w 18982931"/>
              <a:gd name="connsiteY379-19402" fmla="*/ 2919511 h 4449429"/>
              <a:gd name="connsiteX380-19403" fmla="*/ 1596781 w 18982931"/>
              <a:gd name="connsiteY380-19404" fmla="*/ 2897450 h 4449429"/>
              <a:gd name="connsiteX381-19405" fmla="*/ 1596781 w 18982931"/>
              <a:gd name="connsiteY381-19406" fmla="*/ 2943150 h 4449429"/>
              <a:gd name="connsiteX382-19407" fmla="*/ 1805629 w 18982931"/>
              <a:gd name="connsiteY382-19408" fmla="*/ 2943150 h 4449429"/>
              <a:gd name="connsiteX383-19409" fmla="*/ 1805629 w 18982931"/>
              <a:gd name="connsiteY383-19410" fmla="*/ 2897450 h 4449429"/>
              <a:gd name="connsiteX384-19411" fmla="*/ 1596781 w 18982931"/>
              <a:gd name="connsiteY384-19412" fmla="*/ 2897450 h 4449429"/>
              <a:gd name="connsiteX385-19413" fmla="*/ 17351339 w 18982931"/>
              <a:gd name="connsiteY385-19414" fmla="*/ 2851522 h 4449429"/>
              <a:gd name="connsiteX386-19415" fmla="*/ 17351339 w 18982931"/>
              <a:gd name="connsiteY386-19416" fmla="*/ 2897223 h 4449429"/>
              <a:gd name="connsiteX387-19417" fmla="*/ 17560187 w 18982931"/>
              <a:gd name="connsiteY387-19418" fmla="*/ 2897223 h 4449429"/>
              <a:gd name="connsiteX388-19419" fmla="*/ 17560187 w 18982931"/>
              <a:gd name="connsiteY388-19420" fmla="*/ 2851522 h 4449429"/>
              <a:gd name="connsiteX389-19421" fmla="*/ 17351339 w 18982931"/>
              <a:gd name="connsiteY389-19422" fmla="*/ 2851522 h 4449429"/>
              <a:gd name="connsiteX390-19423" fmla="*/ 1596781 w 18982931"/>
              <a:gd name="connsiteY390-19424" fmla="*/ 2805821 h 4449429"/>
              <a:gd name="connsiteX391-19425" fmla="*/ 1596781 w 18982931"/>
              <a:gd name="connsiteY391-19426" fmla="*/ 2851521 h 4449429"/>
              <a:gd name="connsiteX392-19427" fmla="*/ 1805629 w 18982931"/>
              <a:gd name="connsiteY392-19428" fmla="*/ 2851521 h 4449429"/>
              <a:gd name="connsiteX393-19429" fmla="*/ 1805629 w 18982931"/>
              <a:gd name="connsiteY393-19430" fmla="*/ 2805821 h 4449429"/>
              <a:gd name="connsiteX394-19431" fmla="*/ 1596781 w 18982931"/>
              <a:gd name="connsiteY394-19432" fmla="*/ 2805821 h 4449429"/>
              <a:gd name="connsiteX395-19433" fmla="*/ 1596781 w 18982931"/>
              <a:gd name="connsiteY395-19434" fmla="*/ 2714192 h 4449429"/>
              <a:gd name="connsiteX396-19435" fmla="*/ 1596781 w 18982931"/>
              <a:gd name="connsiteY396-19436" fmla="*/ 2759892 h 4449429"/>
              <a:gd name="connsiteX397-19437" fmla="*/ 1805629 w 18982931"/>
              <a:gd name="connsiteY397-19438" fmla="*/ 2759892 h 4449429"/>
              <a:gd name="connsiteX398-19439" fmla="*/ 1805629 w 18982931"/>
              <a:gd name="connsiteY398-19440" fmla="*/ 2714192 h 4449429"/>
              <a:gd name="connsiteX399-19441" fmla="*/ 1596781 w 18982931"/>
              <a:gd name="connsiteY399-19442" fmla="*/ 2714192 h 4449429"/>
              <a:gd name="connsiteX400-19443" fmla="*/ 4422120 w 18982931"/>
              <a:gd name="connsiteY400-19444" fmla="*/ 2688604 h 4449429"/>
              <a:gd name="connsiteX401-19445" fmla="*/ 4422120 w 18982931"/>
              <a:gd name="connsiteY401-19446" fmla="*/ 2851522 h 4449429"/>
              <a:gd name="connsiteX402-19447" fmla="*/ 4459897 w 18982931"/>
              <a:gd name="connsiteY402-19448" fmla="*/ 2851522 h 4449429"/>
              <a:gd name="connsiteX403-19449" fmla="*/ 4459897 w 18982931"/>
              <a:gd name="connsiteY403-19450" fmla="*/ 2688604 h 4449429"/>
              <a:gd name="connsiteX404-19451" fmla="*/ 4422120 w 18982931"/>
              <a:gd name="connsiteY404-19452" fmla="*/ 2688604 h 4449429"/>
              <a:gd name="connsiteX405-19453" fmla="*/ 4346370 w 18982931"/>
              <a:gd name="connsiteY405-19454" fmla="*/ 2688604 h 4449429"/>
              <a:gd name="connsiteX406-19455" fmla="*/ 4346370 w 18982931"/>
              <a:gd name="connsiteY406-19456" fmla="*/ 2851522 h 4449429"/>
              <a:gd name="connsiteX407-19457" fmla="*/ 4384149 w 18982931"/>
              <a:gd name="connsiteY407-19458" fmla="*/ 2851522 h 4449429"/>
              <a:gd name="connsiteX408-19459" fmla="*/ 4384149 w 18982931"/>
              <a:gd name="connsiteY408-19460" fmla="*/ 2688604 h 4449429"/>
              <a:gd name="connsiteX409-19461" fmla="*/ 4346370 w 18982931"/>
              <a:gd name="connsiteY409-19462" fmla="*/ 2688604 h 4449429"/>
              <a:gd name="connsiteX410-19463" fmla="*/ 4270624 w 18982931"/>
              <a:gd name="connsiteY410-19464" fmla="*/ 2688604 h 4449429"/>
              <a:gd name="connsiteX411-19465" fmla="*/ 4270624 w 18982931"/>
              <a:gd name="connsiteY411-19466" fmla="*/ 2851522 h 4449429"/>
              <a:gd name="connsiteX412-19467" fmla="*/ 4308407 w 18982931"/>
              <a:gd name="connsiteY412-19468" fmla="*/ 2851522 h 4449429"/>
              <a:gd name="connsiteX413-19469" fmla="*/ 4308407 w 18982931"/>
              <a:gd name="connsiteY413-19470" fmla="*/ 2688604 h 4449429"/>
              <a:gd name="connsiteX414-19471" fmla="*/ 4270624 w 18982931"/>
              <a:gd name="connsiteY414-19472" fmla="*/ 2688604 h 4449429"/>
              <a:gd name="connsiteX415-19473" fmla="*/ 4194881 w 18982931"/>
              <a:gd name="connsiteY415-19474" fmla="*/ 2688604 h 4449429"/>
              <a:gd name="connsiteX416-19475" fmla="*/ 4194881 w 18982931"/>
              <a:gd name="connsiteY416-19476" fmla="*/ 2851522 h 4449429"/>
              <a:gd name="connsiteX417-19477" fmla="*/ 4232658 w 18982931"/>
              <a:gd name="connsiteY417-19478" fmla="*/ 2851522 h 4449429"/>
              <a:gd name="connsiteX418-19479" fmla="*/ 4232658 w 18982931"/>
              <a:gd name="connsiteY418-19480" fmla="*/ 2688604 h 4449429"/>
              <a:gd name="connsiteX419-19481" fmla="*/ 4194881 w 18982931"/>
              <a:gd name="connsiteY419-19482" fmla="*/ 2688604 h 4449429"/>
              <a:gd name="connsiteX420-19483" fmla="*/ 4119132 w 18982931"/>
              <a:gd name="connsiteY420-19484" fmla="*/ 2688604 h 4449429"/>
              <a:gd name="connsiteX421-19485" fmla="*/ 4119132 w 18982931"/>
              <a:gd name="connsiteY421-19486" fmla="*/ 2851522 h 4449429"/>
              <a:gd name="connsiteX422-19487" fmla="*/ 4156909 w 18982931"/>
              <a:gd name="connsiteY422-19488" fmla="*/ 2851522 h 4449429"/>
              <a:gd name="connsiteX423-19489" fmla="*/ 4156909 w 18982931"/>
              <a:gd name="connsiteY423-19490" fmla="*/ 2688604 h 4449429"/>
              <a:gd name="connsiteX424-19491" fmla="*/ 4119132 w 18982931"/>
              <a:gd name="connsiteY424-19492" fmla="*/ 2688604 h 4449429"/>
              <a:gd name="connsiteX425-19493" fmla="*/ 4043383 w 18982931"/>
              <a:gd name="connsiteY425-19494" fmla="*/ 2688604 h 4449429"/>
              <a:gd name="connsiteX426-19495" fmla="*/ 4043383 w 18982931"/>
              <a:gd name="connsiteY426-19496" fmla="*/ 2851522 h 4449429"/>
              <a:gd name="connsiteX427-19497" fmla="*/ 4081160 w 18982931"/>
              <a:gd name="connsiteY427-19498" fmla="*/ 2851522 h 4449429"/>
              <a:gd name="connsiteX428-19499" fmla="*/ 4081160 w 18982931"/>
              <a:gd name="connsiteY428-19500" fmla="*/ 2688604 h 4449429"/>
              <a:gd name="connsiteX429-19501" fmla="*/ 4043383 w 18982931"/>
              <a:gd name="connsiteY429-19502" fmla="*/ 2688604 h 4449429"/>
              <a:gd name="connsiteX430-19503" fmla="*/ 3967636 w 18982931"/>
              <a:gd name="connsiteY430-19504" fmla="*/ 2688604 h 4449429"/>
              <a:gd name="connsiteX431-19505" fmla="*/ 3967636 w 18982931"/>
              <a:gd name="connsiteY431-19506" fmla="*/ 2851522 h 4449429"/>
              <a:gd name="connsiteX432-19507" fmla="*/ 4005415 w 18982931"/>
              <a:gd name="connsiteY432-19508" fmla="*/ 2851522 h 4449429"/>
              <a:gd name="connsiteX433-19509" fmla="*/ 4005415 w 18982931"/>
              <a:gd name="connsiteY433-19510" fmla="*/ 2688604 h 4449429"/>
              <a:gd name="connsiteX434-19511" fmla="*/ 3967636 w 18982931"/>
              <a:gd name="connsiteY434-19512" fmla="*/ 2688604 h 4449429"/>
              <a:gd name="connsiteX435-19513" fmla="*/ 3891895 w 18982931"/>
              <a:gd name="connsiteY435-19514" fmla="*/ 2688604 h 4449429"/>
              <a:gd name="connsiteX436-19515" fmla="*/ 3891895 w 18982931"/>
              <a:gd name="connsiteY436-19516" fmla="*/ 2851522 h 4449429"/>
              <a:gd name="connsiteX437-19517" fmla="*/ 3929672 w 18982931"/>
              <a:gd name="connsiteY437-19518" fmla="*/ 2851522 h 4449429"/>
              <a:gd name="connsiteX438-19519" fmla="*/ 3929672 w 18982931"/>
              <a:gd name="connsiteY438-19520" fmla="*/ 2688604 h 4449429"/>
              <a:gd name="connsiteX439-19521" fmla="*/ 3891895 w 18982931"/>
              <a:gd name="connsiteY439-19522" fmla="*/ 2688604 h 4449429"/>
              <a:gd name="connsiteX440-19523" fmla="*/ 15043403 w 18982931"/>
              <a:gd name="connsiteY440-19524" fmla="*/ 2685661 h 4449429"/>
              <a:gd name="connsiteX441-19525" fmla="*/ 15043403 w 18982931"/>
              <a:gd name="connsiteY441-19526" fmla="*/ 2894508 h 4449429"/>
              <a:gd name="connsiteX442-19527" fmla="*/ 15089105 w 18982931"/>
              <a:gd name="connsiteY442-19528" fmla="*/ 2894508 h 4449429"/>
              <a:gd name="connsiteX443-19529" fmla="*/ 15089105 w 18982931"/>
              <a:gd name="connsiteY443-19530" fmla="*/ 2685661 h 4449429"/>
              <a:gd name="connsiteX444-19531" fmla="*/ 15043403 w 18982931"/>
              <a:gd name="connsiteY444-19532" fmla="*/ 2685661 h 4449429"/>
              <a:gd name="connsiteX445-19533" fmla="*/ 14951773 w 18982931"/>
              <a:gd name="connsiteY445-19534" fmla="*/ 2685661 h 4449429"/>
              <a:gd name="connsiteX446-19535" fmla="*/ 14951773 w 18982931"/>
              <a:gd name="connsiteY446-19536" fmla="*/ 2894508 h 4449429"/>
              <a:gd name="connsiteX447-19537" fmla="*/ 14997475 w 18982931"/>
              <a:gd name="connsiteY447-19538" fmla="*/ 2894508 h 4449429"/>
              <a:gd name="connsiteX448-19539" fmla="*/ 14997475 w 18982931"/>
              <a:gd name="connsiteY448-19540" fmla="*/ 2685661 h 4449429"/>
              <a:gd name="connsiteX449-19541" fmla="*/ 14951773 w 18982931"/>
              <a:gd name="connsiteY449-19542" fmla="*/ 2685661 h 4449429"/>
              <a:gd name="connsiteX450-19543" fmla="*/ 14860145 w 18982931"/>
              <a:gd name="connsiteY450-19544" fmla="*/ 2685661 h 4449429"/>
              <a:gd name="connsiteX451-19545" fmla="*/ 14860145 w 18982931"/>
              <a:gd name="connsiteY451-19546" fmla="*/ 2894508 h 4449429"/>
              <a:gd name="connsiteX452-19547" fmla="*/ 14905844 w 18982931"/>
              <a:gd name="connsiteY452-19548" fmla="*/ 2894508 h 4449429"/>
              <a:gd name="connsiteX453-19549" fmla="*/ 14905844 w 18982931"/>
              <a:gd name="connsiteY453-19550" fmla="*/ 2685661 h 4449429"/>
              <a:gd name="connsiteX454-19551" fmla="*/ 14860145 w 18982931"/>
              <a:gd name="connsiteY454-19552" fmla="*/ 2685661 h 4449429"/>
              <a:gd name="connsiteX455-19553" fmla="*/ 14768515 w 18982931"/>
              <a:gd name="connsiteY455-19554" fmla="*/ 2685661 h 4449429"/>
              <a:gd name="connsiteX456-19555" fmla="*/ 14768515 w 18982931"/>
              <a:gd name="connsiteY456-19556" fmla="*/ 2894508 h 4449429"/>
              <a:gd name="connsiteX457-19557" fmla="*/ 14814217 w 18982931"/>
              <a:gd name="connsiteY457-19558" fmla="*/ 2894508 h 4449429"/>
              <a:gd name="connsiteX458-19559" fmla="*/ 14814217 w 18982931"/>
              <a:gd name="connsiteY458-19560" fmla="*/ 2685661 h 4449429"/>
              <a:gd name="connsiteX459-19561" fmla="*/ 14768515 w 18982931"/>
              <a:gd name="connsiteY459-19562" fmla="*/ 2685661 h 4449429"/>
              <a:gd name="connsiteX460-19563" fmla="*/ 14676884 w 18982931"/>
              <a:gd name="connsiteY460-19564" fmla="*/ 2685661 h 4449429"/>
              <a:gd name="connsiteX461-19565" fmla="*/ 14676884 w 18982931"/>
              <a:gd name="connsiteY461-19566" fmla="*/ 2894508 h 4449429"/>
              <a:gd name="connsiteX462-19567" fmla="*/ 14722586 w 18982931"/>
              <a:gd name="connsiteY462-19568" fmla="*/ 2894508 h 4449429"/>
              <a:gd name="connsiteX463-19569" fmla="*/ 14722586 w 18982931"/>
              <a:gd name="connsiteY463-19570" fmla="*/ 2685661 h 4449429"/>
              <a:gd name="connsiteX464-19571" fmla="*/ 14676884 w 18982931"/>
              <a:gd name="connsiteY464-19572" fmla="*/ 2685661 h 4449429"/>
              <a:gd name="connsiteX465-19573" fmla="*/ 14585255 w 18982931"/>
              <a:gd name="connsiteY465-19574" fmla="*/ 2685661 h 4449429"/>
              <a:gd name="connsiteX466-19575" fmla="*/ 14585255 w 18982931"/>
              <a:gd name="connsiteY466-19576" fmla="*/ 2894508 h 4449429"/>
              <a:gd name="connsiteX467-19577" fmla="*/ 14630955 w 18982931"/>
              <a:gd name="connsiteY467-19578" fmla="*/ 2894508 h 4449429"/>
              <a:gd name="connsiteX468-19579" fmla="*/ 14630955 w 18982931"/>
              <a:gd name="connsiteY468-19580" fmla="*/ 2685661 h 4449429"/>
              <a:gd name="connsiteX469-19581" fmla="*/ 14585255 w 18982931"/>
              <a:gd name="connsiteY469-19582" fmla="*/ 2685661 h 4449429"/>
              <a:gd name="connsiteX470-19583" fmla="*/ 14493625 w 18982931"/>
              <a:gd name="connsiteY470-19584" fmla="*/ 2685661 h 4449429"/>
              <a:gd name="connsiteX471-19585" fmla="*/ 14493625 w 18982931"/>
              <a:gd name="connsiteY471-19586" fmla="*/ 2894508 h 4449429"/>
              <a:gd name="connsiteX472-19587" fmla="*/ 14539325 w 18982931"/>
              <a:gd name="connsiteY472-19588" fmla="*/ 2894508 h 4449429"/>
              <a:gd name="connsiteX473-19589" fmla="*/ 14539325 w 18982931"/>
              <a:gd name="connsiteY473-19590" fmla="*/ 2685661 h 4449429"/>
              <a:gd name="connsiteX474-19591" fmla="*/ 14493625 w 18982931"/>
              <a:gd name="connsiteY474-19592" fmla="*/ 2685661 h 4449429"/>
              <a:gd name="connsiteX475-19593" fmla="*/ 2875284 w 18982931"/>
              <a:gd name="connsiteY475-19594" fmla="*/ 2661196 h 4449429"/>
              <a:gd name="connsiteX476-19595" fmla="*/ 2875284 w 18982931"/>
              <a:gd name="connsiteY476-19596" fmla="*/ 3265443 h 4449429"/>
              <a:gd name="connsiteX477-19597" fmla="*/ 2913063 w 18982931"/>
              <a:gd name="connsiteY477-19598" fmla="*/ 3265443 h 4449429"/>
              <a:gd name="connsiteX478-19599" fmla="*/ 2913063 w 18982931"/>
              <a:gd name="connsiteY478-19600" fmla="*/ 2661196 h 4449429"/>
              <a:gd name="connsiteX479-19601" fmla="*/ 2875284 w 18982931"/>
              <a:gd name="connsiteY479-19602" fmla="*/ 2661196 h 4449429"/>
              <a:gd name="connsiteX480-19603" fmla="*/ 2769698 w 18982931"/>
              <a:gd name="connsiteY480-19604" fmla="*/ 2661196 h 4449429"/>
              <a:gd name="connsiteX481-19605" fmla="*/ 2769698 w 18982931"/>
              <a:gd name="connsiteY481-19606" fmla="*/ 3265443 h 4449429"/>
              <a:gd name="connsiteX482-19607" fmla="*/ 2807479 w 18982931"/>
              <a:gd name="connsiteY482-19608" fmla="*/ 3265443 h 4449429"/>
              <a:gd name="connsiteX483-19609" fmla="*/ 2807479 w 18982931"/>
              <a:gd name="connsiteY483-19610" fmla="*/ 2661196 h 4449429"/>
              <a:gd name="connsiteX484-19611" fmla="*/ 2769698 w 18982931"/>
              <a:gd name="connsiteY484-19612" fmla="*/ 2661196 h 4449429"/>
              <a:gd name="connsiteX485-19613" fmla="*/ 2664114 w 18982931"/>
              <a:gd name="connsiteY485-19614" fmla="*/ 2661196 h 4449429"/>
              <a:gd name="connsiteX486-19615" fmla="*/ 2664114 w 18982931"/>
              <a:gd name="connsiteY486-19616" fmla="*/ 3265443 h 4449429"/>
              <a:gd name="connsiteX487-19617" fmla="*/ 2701891 w 18982931"/>
              <a:gd name="connsiteY487-19618" fmla="*/ 3265443 h 4449429"/>
              <a:gd name="connsiteX488-19619" fmla="*/ 2701891 w 18982931"/>
              <a:gd name="connsiteY488-19620" fmla="*/ 2661196 h 4449429"/>
              <a:gd name="connsiteX489-19621" fmla="*/ 2664114 w 18982931"/>
              <a:gd name="connsiteY489-19622" fmla="*/ 2661196 h 4449429"/>
              <a:gd name="connsiteX490-19623" fmla="*/ 2558534 w 18982931"/>
              <a:gd name="connsiteY490-19624" fmla="*/ 2661196 h 4449429"/>
              <a:gd name="connsiteX491-19625" fmla="*/ 2558534 w 18982931"/>
              <a:gd name="connsiteY491-19626" fmla="*/ 3265443 h 4449429"/>
              <a:gd name="connsiteX492-19627" fmla="*/ 2596306 w 18982931"/>
              <a:gd name="connsiteY492-19628" fmla="*/ 3265443 h 4449429"/>
              <a:gd name="connsiteX493-19629" fmla="*/ 2596306 w 18982931"/>
              <a:gd name="connsiteY493-19630" fmla="*/ 2661196 h 4449429"/>
              <a:gd name="connsiteX494-19631" fmla="*/ 2558534 w 18982931"/>
              <a:gd name="connsiteY494-19632" fmla="*/ 2661196 h 4449429"/>
              <a:gd name="connsiteX495-19633" fmla="*/ 2980870 w 18982931"/>
              <a:gd name="connsiteY495-19634" fmla="*/ 2661194 h 4449429"/>
              <a:gd name="connsiteX496-19635" fmla="*/ 2980870 w 18982931"/>
              <a:gd name="connsiteY496-19636" fmla="*/ 3265442 h 4449429"/>
              <a:gd name="connsiteX497-19637" fmla="*/ 3018648 w 18982931"/>
              <a:gd name="connsiteY497-19638" fmla="*/ 3265442 h 4449429"/>
              <a:gd name="connsiteX498-19639" fmla="*/ 3018648 w 18982931"/>
              <a:gd name="connsiteY498-19640" fmla="*/ 2661194 h 4449429"/>
              <a:gd name="connsiteX499-19641" fmla="*/ 2980870 w 18982931"/>
              <a:gd name="connsiteY499-19642" fmla="*/ 2661194 h 4449429"/>
              <a:gd name="connsiteX500-19643" fmla="*/ 16374516 w 18982931"/>
              <a:gd name="connsiteY500-19644" fmla="*/ 2632791 h 4449429"/>
              <a:gd name="connsiteX501-19645" fmla="*/ 16374516 w 18982931"/>
              <a:gd name="connsiteY501-19646" fmla="*/ 3237039 h 4449429"/>
              <a:gd name="connsiteX502-19647" fmla="*/ 16412296 w 18982931"/>
              <a:gd name="connsiteY502-19648" fmla="*/ 3237039 h 4449429"/>
              <a:gd name="connsiteX503-19649" fmla="*/ 16412296 w 18982931"/>
              <a:gd name="connsiteY503-19650" fmla="*/ 2632791 h 4449429"/>
              <a:gd name="connsiteX504-19651" fmla="*/ 16374516 w 18982931"/>
              <a:gd name="connsiteY504-19652" fmla="*/ 2632791 h 4449429"/>
              <a:gd name="connsiteX505-19653" fmla="*/ 16268931 w 18982931"/>
              <a:gd name="connsiteY505-19654" fmla="*/ 2632791 h 4449429"/>
              <a:gd name="connsiteX506-19655" fmla="*/ 16268931 w 18982931"/>
              <a:gd name="connsiteY506-19656" fmla="*/ 3237039 h 4449429"/>
              <a:gd name="connsiteX507-19657" fmla="*/ 16306709 w 18982931"/>
              <a:gd name="connsiteY507-19658" fmla="*/ 3237039 h 4449429"/>
              <a:gd name="connsiteX508-19659" fmla="*/ 16306709 w 18982931"/>
              <a:gd name="connsiteY508-19660" fmla="*/ 2632791 h 4449429"/>
              <a:gd name="connsiteX509-19661" fmla="*/ 16268931 w 18982931"/>
              <a:gd name="connsiteY509-19662" fmla="*/ 2632791 h 4449429"/>
              <a:gd name="connsiteX510-19663" fmla="*/ 16163344 w 18982931"/>
              <a:gd name="connsiteY510-19664" fmla="*/ 2632791 h 4449429"/>
              <a:gd name="connsiteX511-19665" fmla="*/ 16163344 w 18982931"/>
              <a:gd name="connsiteY511-19666" fmla="*/ 3237039 h 4449429"/>
              <a:gd name="connsiteX512-19667" fmla="*/ 16201125 w 18982931"/>
              <a:gd name="connsiteY512-19668" fmla="*/ 3237039 h 4449429"/>
              <a:gd name="connsiteX513-19669" fmla="*/ 16201125 w 18982931"/>
              <a:gd name="connsiteY513-19670" fmla="*/ 2632791 h 4449429"/>
              <a:gd name="connsiteX514-19671" fmla="*/ 16163344 w 18982931"/>
              <a:gd name="connsiteY514-19672" fmla="*/ 2632791 h 4449429"/>
              <a:gd name="connsiteX515-19673" fmla="*/ 16057760 w 18982931"/>
              <a:gd name="connsiteY515-19674" fmla="*/ 2632791 h 4449429"/>
              <a:gd name="connsiteX516-19675" fmla="*/ 16057760 w 18982931"/>
              <a:gd name="connsiteY516-19676" fmla="*/ 3237039 h 4449429"/>
              <a:gd name="connsiteX517-19677" fmla="*/ 16095537 w 18982931"/>
              <a:gd name="connsiteY517-19678" fmla="*/ 3237039 h 4449429"/>
              <a:gd name="connsiteX518-19679" fmla="*/ 16095537 w 18982931"/>
              <a:gd name="connsiteY518-19680" fmla="*/ 2632791 h 4449429"/>
              <a:gd name="connsiteX519-19681" fmla="*/ 16057760 w 18982931"/>
              <a:gd name="connsiteY519-19682" fmla="*/ 2632791 h 4449429"/>
              <a:gd name="connsiteX520-19683" fmla="*/ 16480103 w 18982931"/>
              <a:gd name="connsiteY520-19684" fmla="*/ 2632790 h 4449429"/>
              <a:gd name="connsiteX521-19685" fmla="*/ 16480103 w 18982931"/>
              <a:gd name="connsiteY521-19686" fmla="*/ 3237037 h 4449429"/>
              <a:gd name="connsiteX522-19687" fmla="*/ 16517880 w 18982931"/>
              <a:gd name="connsiteY522-19688" fmla="*/ 3237037 h 4449429"/>
              <a:gd name="connsiteX523-19689" fmla="*/ 16517880 w 18982931"/>
              <a:gd name="connsiteY523-19690" fmla="*/ 2632790 h 4449429"/>
              <a:gd name="connsiteX524-19691" fmla="*/ 16480103 w 18982931"/>
              <a:gd name="connsiteY524-19692" fmla="*/ 2632790 h 4449429"/>
              <a:gd name="connsiteX525-19693" fmla="*/ 1596781 w 18982931"/>
              <a:gd name="connsiteY525-19694" fmla="*/ 2622561 h 4449429"/>
              <a:gd name="connsiteX526-19695" fmla="*/ 1596781 w 18982931"/>
              <a:gd name="connsiteY526-19696" fmla="*/ 2668261 h 4449429"/>
              <a:gd name="connsiteX527-19697" fmla="*/ 1805629 w 18982931"/>
              <a:gd name="connsiteY527-19698" fmla="*/ 2668261 h 4449429"/>
              <a:gd name="connsiteX528-19699" fmla="*/ 1805629 w 18982931"/>
              <a:gd name="connsiteY528-19700" fmla="*/ 2622561 h 4449429"/>
              <a:gd name="connsiteX529-19701" fmla="*/ 1596781 w 18982931"/>
              <a:gd name="connsiteY529-19702" fmla="*/ 2622561 h 4449429"/>
              <a:gd name="connsiteX530-19703" fmla="*/ 1596781 w 18982931"/>
              <a:gd name="connsiteY530-19704" fmla="*/ 2530932 h 4449429"/>
              <a:gd name="connsiteX531-19705" fmla="*/ 1596781 w 18982931"/>
              <a:gd name="connsiteY531-19706" fmla="*/ 2576632 h 4449429"/>
              <a:gd name="connsiteX532-19707" fmla="*/ 1805629 w 18982931"/>
              <a:gd name="connsiteY532-19708" fmla="*/ 2576632 h 4449429"/>
              <a:gd name="connsiteX533-19709" fmla="*/ 1805629 w 18982931"/>
              <a:gd name="connsiteY533-19710" fmla="*/ 2530932 h 4449429"/>
              <a:gd name="connsiteX534-19711" fmla="*/ 1596781 w 18982931"/>
              <a:gd name="connsiteY534-19712" fmla="*/ 2530932 h 4449429"/>
              <a:gd name="connsiteX535-19713" fmla="*/ 1596781 w 18982931"/>
              <a:gd name="connsiteY535-19714" fmla="*/ 2439301 h 4449429"/>
              <a:gd name="connsiteX536-19715" fmla="*/ 1596781 w 18982931"/>
              <a:gd name="connsiteY536-19716" fmla="*/ 2485002 h 4449429"/>
              <a:gd name="connsiteX537-19717" fmla="*/ 1805629 w 18982931"/>
              <a:gd name="connsiteY537-19718" fmla="*/ 2485002 h 4449429"/>
              <a:gd name="connsiteX538-19719" fmla="*/ 1805629 w 18982931"/>
              <a:gd name="connsiteY538-19720" fmla="*/ 2439301 h 4449429"/>
              <a:gd name="connsiteX539-19721" fmla="*/ 1596781 w 18982931"/>
              <a:gd name="connsiteY539-19722" fmla="*/ 2439301 h 4449429"/>
              <a:gd name="connsiteX540-19723" fmla="*/ 17217171 w 18982931"/>
              <a:gd name="connsiteY540-19724" fmla="*/ 2397981 h 4449429"/>
              <a:gd name="connsiteX541-19725" fmla="*/ 17217171 w 18982931"/>
              <a:gd name="connsiteY541-19726" fmla="*/ 2434557 h 4449429"/>
              <a:gd name="connsiteX542-19727" fmla="*/ 17582931 w 18982931"/>
              <a:gd name="connsiteY542-19728" fmla="*/ 2434557 h 4449429"/>
              <a:gd name="connsiteX543-19729" fmla="*/ 17582931 w 18982931"/>
              <a:gd name="connsiteY543-19730" fmla="*/ 2397981 h 4449429"/>
              <a:gd name="connsiteX544-19731" fmla="*/ 17217171 w 18982931"/>
              <a:gd name="connsiteY544-19732" fmla="*/ 2397981 h 4449429"/>
              <a:gd name="connsiteX545-19733" fmla="*/ 9762349 w 18982931"/>
              <a:gd name="connsiteY545-19734" fmla="*/ 2057780 h 4449429"/>
              <a:gd name="connsiteX546-19735" fmla="*/ 9762349 w 18982931"/>
              <a:gd name="connsiteY546-19736" fmla="*/ 2266627 h 4449429"/>
              <a:gd name="connsiteX547-19737" fmla="*/ 9808049 w 18982931"/>
              <a:gd name="connsiteY547-19738" fmla="*/ 2266627 h 4449429"/>
              <a:gd name="connsiteX548-19739" fmla="*/ 9808049 w 18982931"/>
              <a:gd name="connsiteY548-19740" fmla="*/ 2057780 h 4449429"/>
              <a:gd name="connsiteX549-19741" fmla="*/ 9762349 w 18982931"/>
              <a:gd name="connsiteY549-19742" fmla="*/ 2057780 h 4449429"/>
              <a:gd name="connsiteX550-19743" fmla="*/ 9670720 w 18982931"/>
              <a:gd name="connsiteY550-19744" fmla="*/ 2057780 h 4449429"/>
              <a:gd name="connsiteX551-19745" fmla="*/ 9670720 w 18982931"/>
              <a:gd name="connsiteY551-19746" fmla="*/ 2266627 h 4449429"/>
              <a:gd name="connsiteX552-19747" fmla="*/ 9716420 w 18982931"/>
              <a:gd name="connsiteY552-19748" fmla="*/ 2266627 h 4449429"/>
              <a:gd name="connsiteX553-19749" fmla="*/ 9716420 w 18982931"/>
              <a:gd name="connsiteY553-19750" fmla="*/ 2057780 h 4449429"/>
              <a:gd name="connsiteX554-19751" fmla="*/ 9670720 w 18982931"/>
              <a:gd name="connsiteY554-19752" fmla="*/ 2057780 h 4449429"/>
              <a:gd name="connsiteX555-19753" fmla="*/ 9579089 w 18982931"/>
              <a:gd name="connsiteY555-19754" fmla="*/ 2057780 h 4449429"/>
              <a:gd name="connsiteX556-19755" fmla="*/ 9579089 w 18982931"/>
              <a:gd name="connsiteY556-19756" fmla="*/ 2266627 h 4449429"/>
              <a:gd name="connsiteX557-19757" fmla="*/ 9624790 w 18982931"/>
              <a:gd name="connsiteY557-19758" fmla="*/ 2266627 h 4449429"/>
              <a:gd name="connsiteX558-19759" fmla="*/ 9624790 w 18982931"/>
              <a:gd name="connsiteY558-19760" fmla="*/ 2057780 h 4449429"/>
              <a:gd name="connsiteX559-19761" fmla="*/ 9579089 w 18982931"/>
              <a:gd name="connsiteY559-19762" fmla="*/ 2057780 h 4449429"/>
              <a:gd name="connsiteX560-19763" fmla="*/ 9487461 w 18982931"/>
              <a:gd name="connsiteY560-19764" fmla="*/ 2057780 h 4449429"/>
              <a:gd name="connsiteX561-19765" fmla="*/ 9487461 w 18982931"/>
              <a:gd name="connsiteY561-19766" fmla="*/ 2266627 h 4449429"/>
              <a:gd name="connsiteX562-19767" fmla="*/ 9533161 w 18982931"/>
              <a:gd name="connsiteY562-19768" fmla="*/ 2266627 h 4449429"/>
              <a:gd name="connsiteX563-19769" fmla="*/ 9533161 w 18982931"/>
              <a:gd name="connsiteY563-19770" fmla="*/ 2057780 h 4449429"/>
              <a:gd name="connsiteX564-19771" fmla="*/ 9487461 w 18982931"/>
              <a:gd name="connsiteY564-19772" fmla="*/ 2057780 h 4449429"/>
              <a:gd name="connsiteX565-19773" fmla="*/ 9395836 w 18982931"/>
              <a:gd name="connsiteY565-19774" fmla="*/ 2057780 h 4449429"/>
              <a:gd name="connsiteX566-19775" fmla="*/ 9395836 w 18982931"/>
              <a:gd name="connsiteY566-19776" fmla="*/ 2266627 h 4449429"/>
              <a:gd name="connsiteX567-19777" fmla="*/ 9441534 w 18982931"/>
              <a:gd name="connsiteY567-19778" fmla="*/ 2266627 h 4449429"/>
              <a:gd name="connsiteX568-19779" fmla="*/ 9441534 w 18982931"/>
              <a:gd name="connsiteY568-19780" fmla="*/ 2057780 h 4449429"/>
              <a:gd name="connsiteX569-19781" fmla="*/ 9395836 w 18982931"/>
              <a:gd name="connsiteY569-19782" fmla="*/ 2057780 h 4449429"/>
              <a:gd name="connsiteX570-19783" fmla="*/ 9304202 w 18982931"/>
              <a:gd name="connsiteY570-19784" fmla="*/ 2057780 h 4449429"/>
              <a:gd name="connsiteX571-19785" fmla="*/ 9304202 w 18982931"/>
              <a:gd name="connsiteY571-19786" fmla="*/ 2266627 h 4449429"/>
              <a:gd name="connsiteX572-19787" fmla="*/ 9349902 w 18982931"/>
              <a:gd name="connsiteY572-19788" fmla="*/ 2266627 h 4449429"/>
              <a:gd name="connsiteX573-19789" fmla="*/ 9349902 w 18982931"/>
              <a:gd name="connsiteY573-19790" fmla="*/ 2057780 h 4449429"/>
              <a:gd name="connsiteX574-19791" fmla="*/ 9304202 w 18982931"/>
              <a:gd name="connsiteY574-19792" fmla="*/ 2057780 h 4449429"/>
              <a:gd name="connsiteX575-19793" fmla="*/ 9212570 w 18982931"/>
              <a:gd name="connsiteY575-19794" fmla="*/ 2057780 h 4449429"/>
              <a:gd name="connsiteX576-19795" fmla="*/ 9212570 w 18982931"/>
              <a:gd name="connsiteY576-19796" fmla="*/ 2266627 h 4449429"/>
              <a:gd name="connsiteX577-19797" fmla="*/ 9258270 w 18982931"/>
              <a:gd name="connsiteY577-19798" fmla="*/ 2266627 h 4449429"/>
              <a:gd name="connsiteX578-19799" fmla="*/ 9258270 w 18982931"/>
              <a:gd name="connsiteY578-19800" fmla="*/ 2057780 h 4449429"/>
              <a:gd name="connsiteX579-19801" fmla="*/ 9212570 w 18982931"/>
              <a:gd name="connsiteY579-19802" fmla="*/ 2057780 h 4449429"/>
              <a:gd name="connsiteX580-19803" fmla="*/ 14092702 w 18982931"/>
              <a:gd name="connsiteY580-19804" fmla="*/ 1859157 h 4449429"/>
              <a:gd name="connsiteX581-19805" fmla="*/ 14092702 w 18982931"/>
              <a:gd name="connsiteY581-19806" fmla="*/ 1895733 h 4449429"/>
              <a:gd name="connsiteX582-19807" fmla="*/ 14458462 w 18982931"/>
              <a:gd name="connsiteY582-19808" fmla="*/ 1895733 h 4449429"/>
              <a:gd name="connsiteX583-19809" fmla="*/ 14458462 w 18982931"/>
              <a:gd name="connsiteY583-19810" fmla="*/ 1859157 h 4449429"/>
              <a:gd name="connsiteX584-19811" fmla="*/ 14092702 w 18982931"/>
              <a:gd name="connsiteY584-19812" fmla="*/ 1859157 h 4449429"/>
              <a:gd name="connsiteX585-19813" fmla="*/ 17871603 w 18982931"/>
              <a:gd name="connsiteY585-19814" fmla="*/ 1806939 h 4449429"/>
              <a:gd name="connsiteX586-19815" fmla="*/ 17871603 w 18982931"/>
              <a:gd name="connsiteY586-19816" fmla="*/ 1809649 h 4449429"/>
              <a:gd name="connsiteX587-19817" fmla="*/ 17871627 w 18982931"/>
              <a:gd name="connsiteY587-19818" fmla="*/ 1809649 h 4449429"/>
              <a:gd name="connsiteX588-19819" fmla="*/ 17871603 w 18982931"/>
              <a:gd name="connsiteY588-19820" fmla="*/ 1806939 h 4449429"/>
              <a:gd name="connsiteX589-19821" fmla="*/ 18172695 w 18982931"/>
              <a:gd name="connsiteY589-19822" fmla="*/ 1733739 h 4449429"/>
              <a:gd name="connsiteX590-19823" fmla="*/ 18172695 w 18982931"/>
              <a:gd name="connsiteY590-19824" fmla="*/ 1870899 h 4449429"/>
              <a:gd name="connsiteX591-19825" fmla="*/ 18209271 w 18982931"/>
              <a:gd name="connsiteY591-19826" fmla="*/ 1870899 h 4449429"/>
              <a:gd name="connsiteX592-19827" fmla="*/ 18209271 w 18982931"/>
              <a:gd name="connsiteY592-19828" fmla="*/ 1733739 h 4449429"/>
              <a:gd name="connsiteX593-19829" fmla="*/ 18172695 w 18982931"/>
              <a:gd name="connsiteY593-19830" fmla="*/ 1733739 h 4449429"/>
              <a:gd name="connsiteX594-19831" fmla="*/ 18104295 w 18982931"/>
              <a:gd name="connsiteY594-19832" fmla="*/ 1733739 h 4449429"/>
              <a:gd name="connsiteX595-19833" fmla="*/ 18104295 w 18982931"/>
              <a:gd name="connsiteY595-19834" fmla="*/ 1870899 h 4449429"/>
              <a:gd name="connsiteX596-19835" fmla="*/ 18140871 w 18982931"/>
              <a:gd name="connsiteY596-19836" fmla="*/ 1870899 h 4449429"/>
              <a:gd name="connsiteX597-19837" fmla="*/ 18140871 w 18982931"/>
              <a:gd name="connsiteY597-19838" fmla="*/ 1733739 h 4449429"/>
              <a:gd name="connsiteX598-19839" fmla="*/ 18104295 w 18982931"/>
              <a:gd name="connsiteY598-19840" fmla="*/ 1733739 h 4449429"/>
              <a:gd name="connsiteX599-19841" fmla="*/ 18035895 w 18982931"/>
              <a:gd name="connsiteY599-19842" fmla="*/ 1733739 h 4449429"/>
              <a:gd name="connsiteX600-19843" fmla="*/ 18035895 w 18982931"/>
              <a:gd name="connsiteY600-19844" fmla="*/ 1870899 h 4449429"/>
              <a:gd name="connsiteX601-19845" fmla="*/ 18072471 w 18982931"/>
              <a:gd name="connsiteY601-19846" fmla="*/ 1870899 h 4449429"/>
              <a:gd name="connsiteX602-19847" fmla="*/ 18072471 w 18982931"/>
              <a:gd name="connsiteY602-19848" fmla="*/ 1733739 h 4449429"/>
              <a:gd name="connsiteX603-19849" fmla="*/ 18035895 w 18982931"/>
              <a:gd name="connsiteY603-19850" fmla="*/ 1733739 h 4449429"/>
              <a:gd name="connsiteX604-19851" fmla="*/ 17967493 w 18982931"/>
              <a:gd name="connsiteY604-19852" fmla="*/ 1733739 h 4449429"/>
              <a:gd name="connsiteX605-19853" fmla="*/ 17967493 w 18982931"/>
              <a:gd name="connsiteY605-19854" fmla="*/ 1870899 h 4449429"/>
              <a:gd name="connsiteX606-19855" fmla="*/ 18004069 w 18982931"/>
              <a:gd name="connsiteY606-19856" fmla="*/ 1870899 h 4449429"/>
              <a:gd name="connsiteX607-19857" fmla="*/ 18004069 w 18982931"/>
              <a:gd name="connsiteY607-19858" fmla="*/ 1733739 h 4449429"/>
              <a:gd name="connsiteX608-19859" fmla="*/ 17967493 w 18982931"/>
              <a:gd name="connsiteY608-19860" fmla="*/ 1733739 h 4449429"/>
              <a:gd name="connsiteX609-19861" fmla="*/ 14251161 w 18982931"/>
              <a:gd name="connsiteY609-19862" fmla="*/ 868400 h 4449429"/>
              <a:gd name="connsiteX610-19863" fmla="*/ 14251161 w 18982931"/>
              <a:gd name="connsiteY610-19864" fmla="*/ 1005560 h 4449429"/>
              <a:gd name="connsiteX611-19865" fmla="*/ 14287737 w 18982931"/>
              <a:gd name="connsiteY611-19866" fmla="*/ 1005560 h 4449429"/>
              <a:gd name="connsiteX612-19867" fmla="*/ 14287737 w 18982931"/>
              <a:gd name="connsiteY612-19868" fmla="*/ 868400 h 4449429"/>
              <a:gd name="connsiteX613-19869" fmla="*/ 14251161 w 18982931"/>
              <a:gd name="connsiteY613-19870" fmla="*/ 868400 h 4449429"/>
              <a:gd name="connsiteX614-19871" fmla="*/ 14182760 w 18982931"/>
              <a:gd name="connsiteY614-19872" fmla="*/ 868400 h 4449429"/>
              <a:gd name="connsiteX615-19873" fmla="*/ 14182760 w 18982931"/>
              <a:gd name="connsiteY615-19874" fmla="*/ 1005560 h 4449429"/>
              <a:gd name="connsiteX616-19875" fmla="*/ 14219336 w 18982931"/>
              <a:gd name="connsiteY616-19876" fmla="*/ 1005560 h 4449429"/>
              <a:gd name="connsiteX617-19877" fmla="*/ 14219336 w 18982931"/>
              <a:gd name="connsiteY617-19878" fmla="*/ 868400 h 4449429"/>
              <a:gd name="connsiteX618-19879" fmla="*/ 14182760 w 18982931"/>
              <a:gd name="connsiteY618-19880" fmla="*/ 868400 h 4449429"/>
              <a:gd name="connsiteX619-19881" fmla="*/ 14114359 w 18982931"/>
              <a:gd name="connsiteY619-19882" fmla="*/ 868400 h 4449429"/>
              <a:gd name="connsiteX620-19883" fmla="*/ 14114359 w 18982931"/>
              <a:gd name="connsiteY620-19884" fmla="*/ 1005560 h 4449429"/>
              <a:gd name="connsiteX621-19885" fmla="*/ 14150935 w 18982931"/>
              <a:gd name="connsiteY621-19886" fmla="*/ 1005560 h 4449429"/>
              <a:gd name="connsiteX622-19887" fmla="*/ 14150935 w 18982931"/>
              <a:gd name="connsiteY622-19888" fmla="*/ 868400 h 4449429"/>
              <a:gd name="connsiteX623-19889" fmla="*/ 14114359 w 18982931"/>
              <a:gd name="connsiteY623-19890" fmla="*/ 868400 h 4449429"/>
              <a:gd name="connsiteX624-19891" fmla="*/ 4788216 w 18982931"/>
              <a:gd name="connsiteY624-19892" fmla="*/ 807315 h 4449429"/>
              <a:gd name="connsiteX625-19893" fmla="*/ 4788216 w 18982931"/>
              <a:gd name="connsiteY625-19894" fmla="*/ 944475 h 4449429"/>
              <a:gd name="connsiteX626-19895" fmla="*/ 4824792 w 18982931"/>
              <a:gd name="connsiteY626-19896" fmla="*/ 944475 h 4449429"/>
              <a:gd name="connsiteX627-19897" fmla="*/ 4824792 w 18982931"/>
              <a:gd name="connsiteY627-19898" fmla="*/ 807315 h 4449429"/>
              <a:gd name="connsiteX628-19899" fmla="*/ 4788216 w 18982931"/>
              <a:gd name="connsiteY628-19900" fmla="*/ 807315 h 4449429"/>
              <a:gd name="connsiteX629-19901" fmla="*/ 4719815 w 18982931"/>
              <a:gd name="connsiteY629-19902" fmla="*/ 807315 h 4449429"/>
              <a:gd name="connsiteX630-19903" fmla="*/ 4719815 w 18982931"/>
              <a:gd name="connsiteY630-19904" fmla="*/ 944475 h 4449429"/>
              <a:gd name="connsiteX631-19905" fmla="*/ 4756391 w 18982931"/>
              <a:gd name="connsiteY631-19906" fmla="*/ 944475 h 4449429"/>
              <a:gd name="connsiteX632-19907" fmla="*/ 4756391 w 18982931"/>
              <a:gd name="connsiteY632-19908" fmla="*/ 807315 h 4449429"/>
              <a:gd name="connsiteX633-19909" fmla="*/ 4719815 w 18982931"/>
              <a:gd name="connsiteY633-19910" fmla="*/ 807315 h 4449429"/>
              <a:gd name="connsiteX634-19911" fmla="*/ 4651414 w 18982931"/>
              <a:gd name="connsiteY634-19912" fmla="*/ 807315 h 4449429"/>
              <a:gd name="connsiteX635-19913" fmla="*/ 4651414 w 18982931"/>
              <a:gd name="connsiteY635-19914" fmla="*/ 944475 h 4449429"/>
              <a:gd name="connsiteX636-19915" fmla="*/ 4687992 w 18982931"/>
              <a:gd name="connsiteY636-19916" fmla="*/ 944475 h 4449429"/>
              <a:gd name="connsiteX637-19917" fmla="*/ 4687992 w 18982931"/>
              <a:gd name="connsiteY637-19918" fmla="*/ 807315 h 4449429"/>
              <a:gd name="connsiteX638-19919" fmla="*/ 4651414 w 18982931"/>
              <a:gd name="connsiteY638-19920" fmla="*/ 807315 h 4449429"/>
              <a:gd name="connsiteX639-19921" fmla="*/ 2212838 w 18982931"/>
              <a:gd name="connsiteY639-19922" fmla="*/ 748887 h 4449429"/>
              <a:gd name="connsiteX640-19923" fmla="*/ 2212838 w 18982931"/>
              <a:gd name="connsiteY640-19924" fmla="*/ 886047 h 4449429"/>
              <a:gd name="connsiteX641-19925" fmla="*/ 2249414 w 18982931"/>
              <a:gd name="connsiteY641-19926" fmla="*/ 886047 h 4449429"/>
              <a:gd name="connsiteX642-19927" fmla="*/ 2249414 w 18982931"/>
              <a:gd name="connsiteY642-19928" fmla="*/ 748887 h 4449429"/>
              <a:gd name="connsiteX643-19929" fmla="*/ 2212838 w 18982931"/>
              <a:gd name="connsiteY643-19930" fmla="*/ 748887 h 4449429"/>
              <a:gd name="connsiteX644-19931" fmla="*/ 2144438 w 18982931"/>
              <a:gd name="connsiteY644-19932" fmla="*/ 748887 h 4449429"/>
              <a:gd name="connsiteX645-19933" fmla="*/ 2144438 w 18982931"/>
              <a:gd name="connsiteY645-19934" fmla="*/ 886047 h 4449429"/>
              <a:gd name="connsiteX646-19935" fmla="*/ 2181014 w 18982931"/>
              <a:gd name="connsiteY646-19936" fmla="*/ 886047 h 4449429"/>
              <a:gd name="connsiteX647-19937" fmla="*/ 2181014 w 18982931"/>
              <a:gd name="connsiteY647-19938" fmla="*/ 748887 h 4449429"/>
              <a:gd name="connsiteX648-19939" fmla="*/ 2144438 w 18982931"/>
              <a:gd name="connsiteY648-19940" fmla="*/ 748887 h 4449429"/>
              <a:gd name="connsiteX649-19941" fmla="*/ 2076037 w 18982931"/>
              <a:gd name="connsiteY649-19942" fmla="*/ 748887 h 4449429"/>
              <a:gd name="connsiteX650-19943" fmla="*/ 2076037 w 18982931"/>
              <a:gd name="connsiteY650-19944" fmla="*/ 886047 h 4449429"/>
              <a:gd name="connsiteX651-19945" fmla="*/ 2112612 w 18982931"/>
              <a:gd name="connsiteY651-19946" fmla="*/ 886047 h 4449429"/>
              <a:gd name="connsiteX652-19947" fmla="*/ 2112612 w 18982931"/>
              <a:gd name="connsiteY652-19948" fmla="*/ 748887 h 4449429"/>
              <a:gd name="connsiteX653-19949" fmla="*/ 2076037 w 18982931"/>
              <a:gd name="connsiteY653-19950" fmla="*/ 748887 h 4449429"/>
              <a:gd name="connsiteX654-19951" fmla="*/ 2007635 w 18982931"/>
              <a:gd name="connsiteY654-19952" fmla="*/ 748887 h 4449429"/>
              <a:gd name="connsiteX655-19953" fmla="*/ 2007635 w 18982931"/>
              <a:gd name="connsiteY655-19954" fmla="*/ 886047 h 4449429"/>
              <a:gd name="connsiteX656-19955" fmla="*/ 2044211 w 18982931"/>
              <a:gd name="connsiteY656-19956" fmla="*/ 886047 h 4449429"/>
              <a:gd name="connsiteX657-19957" fmla="*/ 2044211 w 18982931"/>
              <a:gd name="connsiteY657-19958" fmla="*/ 748887 h 4449429"/>
              <a:gd name="connsiteX658-19959" fmla="*/ 2007635 w 18982931"/>
              <a:gd name="connsiteY658-19960" fmla="*/ 748887 h 4449429"/>
              <a:gd name="connsiteX659-19961" fmla="*/ 17088019 w 18982931"/>
              <a:gd name="connsiteY659-19962" fmla="*/ 737716 h 4449429"/>
              <a:gd name="connsiteX660-19963" fmla="*/ 17088019 w 18982931"/>
              <a:gd name="connsiteY660-19964" fmla="*/ 825107 h 4449429"/>
              <a:gd name="connsiteX661-19965" fmla="*/ 17124595 w 18982931"/>
              <a:gd name="connsiteY661-19966" fmla="*/ 825107 h 4449429"/>
              <a:gd name="connsiteX662-19967" fmla="*/ 17124595 w 18982931"/>
              <a:gd name="connsiteY662-19968" fmla="*/ 737716 h 4449429"/>
              <a:gd name="connsiteX663-19969" fmla="*/ 17088019 w 18982931"/>
              <a:gd name="connsiteY663-19970" fmla="*/ 737716 h 4449429"/>
              <a:gd name="connsiteX664-19971" fmla="*/ 17021803 w 18982931"/>
              <a:gd name="connsiteY664-19972" fmla="*/ 737716 h 4449429"/>
              <a:gd name="connsiteX665-19973" fmla="*/ 17021803 w 18982931"/>
              <a:gd name="connsiteY665-19974" fmla="*/ 825107 h 4449429"/>
              <a:gd name="connsiteX666-19975" fmla="*/ 17058379 w 18982931"/>
              <a:gd name="connsiteY666-19976" fmla="*/ 825107 h 4449429"/>
              <a:gd name="connsiteX667-19977" fmla="*/ 17058379 w 18982931"/>
              <a:gd name="connsiteY667-19978" fmla="*/ 737716 h 4449429"/>
              <a:gd name="connsiteX668-19979" fmla="*/ 17021803 w 18982931"/>
              <a:gd name="connsiteY668-19980" fmla="*/ 737716 h 4449429"/>
              <a:gd name="connsiteX669-19981" fmla="*/ 16955591 w 18982931"/>
              <a:gd name="connsiteY669-19982" fmla="*/ 737716 h 4449429"/>
              <a:gd name="connsiteX670-19983" fmla="*/ 16955591 w 18982931"/>
              <a:gd name="connsiteY670-19984" fmla="*/ 825107 h 4449429"/>
              <a:gd name="connsiteX671-19985" fmla="*/ 16992167 w 18982931"/>
              <a:gd name="connsiteY671-19986" fmla="*/ 825107 h 4449429"/>
              <a:gd name="connsiteX672-19987" fmla="*/ 16992167 w 18982931"/>
              <a:gd name="connsiteY672-19988" fmla="*/ 737716 h 4449429"/>
              <a:gd name="connsiteX673-19989" fmla="*/ 16955591 w 18982931"/>
              <a:gd name="connsiteY673-19990" fmla="*/ 737716 h 4449429"/>
              <a:gd name="connsiteX674-19991" fmla="*/ 16889375 w 18982931"/>
              <a:gd name="connsiteY674-19992" fmla="*/ 737716 h 4449429"/>
              <a:gd name="connsiteX675-19993" fmla="*/ 16889375 w 18982931"/>
              <a:gd name="connsiteY675-19994" fmla="*/ 825107 h 4449429"/>
              <a:gd name="connsiteX676-19995" fmla="*/ 16925951 w 18982931"/>
              <a:gd name="connsiteY676-19996" fmla="*/ 825107 h 4449429"/>
              <a:gd name="connsiteX677-19997" fmla="*/ 16925951 w 18982931"/>
              <a:gd name="connsiteY677-19998" fmla="*/ 737716 h 4449429"/>
              <a:gd name="connsiteX678-19999" fmla="*/ 16889375 w 18982931"/>
              <a:gd name="connsiteY678-20000" fmla="*/ 737716 h 4449429"/>
              <a:gd name="connsiteX679-20001" fmla="*/ 16823163 w 18982931"/>
              <a:gd name="connsiteY679-20002" fmla="*/ 737716 h 4449429"/>
              <a:gd name="connsiteX680-20003" fmla="*/ 16823163 w 18982931"/>
              <a:gd name="connsiteY680-20004" fmla="*/ 825107 h 4449429"/>
              <a:gd name="connsiteX681-20005" fmla="*/ 16859739 w 18982931"/>
              <a:gd name="connsiteY681-20006" fmla="*/ 825107 h 4449429"/>
              <a:gd name="connsiteX682-20007" fmla="*/ 16859739 w 18982931"/>
              <a:gd name="connsiteY682-20008" fmla="*/ 737716 h 4449429"/>
              <a:gd name="connsiteX683-20009" fmla="*/ 16823163 w 18982931"/>
              <a:gd name="connsiteY683-20010" fmla="*/ 737716 h 4449429"/>
              <a:gd name="connsiteX684-20011" fmla="*/ 16756948 w 18982931"/>
              <a:gd name="connsiteY684-20012" fmla="*/ 737716 h 4449429"/>
              <a:gd name="connsiteX685-20013" fmla="*/ 16756948 w 18982931"/>
              <a:gd name="connsiteY685-20014" fmla="*/ 825107 h 4449429"/>
              <a:gd name="connsiteX686-20015" fmla="*/ 16793523 w 18982931"/>
              <a:gd name="connsiteY686-20016" fmla="*/ 825107 h 4449429"/>
              <a:gd name="connsiteX687-20017" fmla="*/ 16793523 w 18982931"/>
              <a:gd name="connsiteY687-20018" fmla="*/ 737716 h 4449429"/>
              <a:gd name="connsiteX688-20019" fmla="*/ 16756948 w 18982931"/>
              <a:gd name="connsiteY688-20020" fmla="*/ 737716 h 4449429"/>
              <a:gd name="connsiteX689-20021" fmla="*/ 13739104 w 18982931"/>
              <a:gd name="connsiteY689-20022" fmla="*/ 0 h 4449429"/>
              <a:gd name="connsiteX690-20023" fmla="*/ 13842002 w 18982931"/>
              <a:gd name="connsiteY690-20024" fmla="*/ 0 h 4449429"/>
              <a:gd name="connsiteX691-20025" fmla="*/ 13883163 w 18982931"/>
              <a:gd name="connsiteY691-20026" fmla="*/ 428067 h 4449429"/>
              <a:gd name="connsiteX692-20027" fmla="*/ 13883163 w 18982931"/>
              <a:gd name="connsiteY692-20028" fmla="*/ 456882 h 4449429"/>
              <a:gd name="connsiteX693-20029" fmla="*/ 13907863 w 18982931"/>
              <a:gd name="connsiteY693-20030" fmla="*/ 954919 h 4449429"/>
              <a:gd name="connsiteX694-20031" fmla="*/ 13911978 w 18982931"/>
              <a:gd name="connsiteY694-20032" fmla="*/ 1679340 h 4449429"/>
              <a:gd name="connsiteX695-20033" fmla="*/ 13916091 w 18982931"/>
              <a:gd name="connsiteY695-20034" fmla="*/ 2058015 h 4449429"/>
              <a:gd name="connsiteX696-20035" fmla="*/ 13936673 w 18982931"/>
              <a:gd name="connsiteY696-20036" fmla="*/ 2086829 h 4449429"/>
              <a:gd name="connsiteX697-20037" fmla="*/ 13953138 w 18982931"/>
              <a:gd name="connsiteY697-20038" fmla="*/ 2058015 h 4449429"/>
              <a:gd name="connsiteX698-20039" fmla="*/ 13953138 w 18982931"/>
              <a:gd name="connsiteY698-20040" fmla="*/ 1955115 h 4449429"/>
              <a:gd name="connsiteX699-20041" fmla="*/ 13965483 w 18982931"/>
              <a:gd name="connsiteY699-20042" fmla="*/ 1922188 h 4449429"/>
              <a:gd name="connsiteX700-20043" fmla="*/ 13986066 w 18982931"/>
              <a:gd name="connsiteY700-20044" fmla="*/ 1876909 h 4449429"/>
              <a:gd name="connsiteX701-20045" fmla="*/ 13986066 w 18982931"/>
              <a:gd name="connsiteY701-20046" fmla="*/ 1625834 h 4449429"/>
              <a:gd name="connsiteX702-20047" fmla="*/ 14051922 w 18982931"/>
              <a:gd name="connsiteY702-20048" fmla="*/ 1617602 h 4449429"/>
              <a:gd name="connsiteX703-20049" fmla="*/ 14047992 w 18982931"/>
              <a:gd name="connsiteY703-20050" fmla="*/ 1005560 h 4449429"/>
              <a:gd name="connsiteX704-20051" fmla="*/ 14082534 w 18982931"/>
              <a:gd name="connsiteY704-20052" fmla="*/ 1005560 h 4449429"/>
              <a:gd name="connsiteX705-20053" fmla="*/ 14082534 w 18982931"/>
              <a:gd name="connsiteY705-20054" fmla="*/ 868400 h 4449429"/>
              <a:gd name="connsiteX706-20055" fmla="*/ 14047111 w 18982931"/>
              <a:gd name="connsiteY706-20056" fmla="*/ 868400 h 4449429"/>
              <a:gd name="connsiteX707-20057" fmla="*/ 14046442 w 18982931"/>
              <a:gd name="connsiteY707-20058" fmla="*/ 764191 h 4449429"/>
              <a:gd name="connsiteX708-20059" fmla="*/ 14187749 w 18982931"/>
              <a:gd name="connsiteY708-20060" fmla="*/ 436300 h 4449429"/>
              <a:gd name="connsiteX709-20061" fmla="*/ 14212445 w 18982931"/>
              <a:gd name="connsiteY709-20062" fmla="*/ 411603 h 4449429"/>
              <a:gd name="connsiteX710-20063" fmla="*/ 14410015 w 18982931"/>
              <a:gd name="connsiteY710-20064" fmla="*/ 444532 h 4449429"/>
              <a:gd name="connsiteX711-20065" fmla="*/ 14442947 w 18982931"/>
              <a:gd name="connsiteY711-20066" fmla="*/ 275776 h 4449429"/>
              <a:gd name="connsiteX712-20067" fmla="*/ 14479990 w 18982931"/>
              <a:gd name="connsiteY712-20068" fmla="*/ 246961 h 4449429"/>
              <a:gd name="connsiteX713-20069" fmla="*/ 14517032 w 18982931"/>
              <a:gd name="connsiteY713-20070" fmla="*/ 271658 h 4449429"/>
              <a:gd name="connsiteX714-20071" fmla="*/ 14574655 w 18982931"/>
              <a:gd name="connsiteY714-20072" fmla="*/ 522739 h 4449429"/>
              <a:gd name="connsiteX715-20073" fmla="*/ 14603469 w 18982931"/>
              <a:gd name="connsiteY715-20074" fmla="*/ 1123678 h 4449429"/>
              <a:gd name="connsiteX716-20075" fmla="*/ 14603469 w 18982931"/>
              <a:gd name="connsiteY716-20076" fmla="*/ 1617602 h 4449429"/>
              <a:gd name="connsiteX717-20077" fmla="*/ 14595237 w 18982931"/>
              <a:gd name="connsiteY717-20078" fmla="*/ 1683457 h 4449429"/>
              <a:gd name="connsiteX718-20079" fmla="*/ 14607589 w 18982931"/>
              <a:gd name="connsiteY718-20080" fmla="*/ 1753429 h 4449429"/>
              <a:gd name="connsiteX719-20081" fmla="*/ 14656976 w 18982931"/>
              <a:gd name="connsiteY719-20082" fmla="*/ 1753429 h 4449429"/>
              <a:gd name="connsiteX720-20083" fmla="*/ 14706369 w 18982931"/>
              <a:gd name="connsiteY720-20084" fmla="*/ 1568210 h 4449429"/>
              <a:gd name="connsiteX721-20085" fmla="*/ 14722833 w 18982931"/>
              <a:gd name="connsiteY721-20086" fmla="*/ 1568210 h 4449429"/>
              <a:gd name="connsiteX722-20087" fmla="*/ 14768111 w 18982931"/>
              <a:gd name="connsiteY722-20088" fmla="*/ 1753429 h 4449429"/>
              <a:gd name="connsiteX723-20089" fmla="*/ 14875128 w 18982931"/>
              <a:gd name="connsiteY723-20090" fmla="*/ 1753429 h 4449429"/>
              <a:gd name="connsiteX724-20091" fmla="*/ 14883360 w 18982931"/>
              <a:gd name="connsiteY724-20092" fmla="*/ 1827516 h 4449429"/>
              <a:gd name="connsiteX725-20093" fmla="*/ 14940984 w 18982931"/>
              <a:gd name="connsiteY725-20094" fmla="*/ 1827516 h 4449429"/>
              <a:gd name="connsiteX726-20095" fmla="*/ 15019191 w 18982931"/>
              <a:gd name="connsiteY726-20096" fmla="*/ 1625834 h 4449429"/>
              <a:gd name="connsiteX727-20097" fmla="*/ 15043883 w 18982931"/>
              <a:gd name="connsiteY727-20098" fmla="*/ 1090750 h 4449429"/>
              <a:gd name="connsiteX728-20099" fmla="*/ 15134436 w 18982931"/>
              <a:gd name="connsiteY728-20100" fmla="*/ 1000197 h 4449429"/>
              <a:gd name="connsiteX729-20101" fmla="*/ 15212643 w 18982931"/>
              <a:gd name="connsiteY729-20102" fmla="*/ 1078400 h 4449429"/>
              <a:gd name="connsiteX730-20103" fmla="*/ 15212643 w 18982931"/>
              <a:gd name="connsiteY730-20104" fmla="*/ 1152488 h 4449429"/>
              <a:gd name="connsiteX731-20105" fmla="*/ 15224993 w 18982931"/>
              <a:gd name="connsiteY731-20106" fmla="*/ 1119560 h 4449429"/>
              <a:gd name="connsiteX732-20107" fmla="*/ 15237338 w 18982931"/>
              <a:gd name="connsiteY732-20108" fmla="*/ 563899 h 4449429"/>
              <a:gd name="connsiteX733-20109" fmla="*/ 15290845 w 18982931"/>
              <a:gd name="connsiteY733-20110" fmla="*/ 382793 h 4449429"/>
              <a:gd name="connsiteX734-20111" fmla="*/ 15323772 w 18982931"/>
              <a:gd name="connsiteY734-20112" fmla="*/ 300473 h 4449429"/>
              <a:gd name="connsiteX735-20113" fmla="*/ 15364932 w 18982931"/>
              <a:gd name="connsiteY735-20114" fmla="*/ 259313 h 4449429"/>
              <a:gd name="connsiteX736-20115" fmla="*/ 15389634 w 18982931"/>
              <a:gd name="connsiteY736-20116" fmla="*/ 296354 h 4449429"/>
              <a:gd name="connsiteX737-20117" fmla="*/ 15401979 w 18982931"/>
              <a:gd name="connsiteY737-20118" fmla="*/ 411603 h 4449429"/>
              <a:gd name="connsiteX738-20119" fmla="*/ 15451371 w 18982931"/>
              <a:gd name="connsiteY738-20120" fmla="*/ 703843 h 4449429"/>
              <a:gd name="connsiteX739-20121" fmla="*/ 15455486 w 18982931"/>
              <a:gd name="connsiteY739-20122" fmla="*/ 1173070 h 4449429"/>
              <a:gd name="connsiteX740-20123" fmla="*/ 15455486 w 18982931"/>
              <a:gd name="connsiteY740-20124" fmla="*/ 1238927 h 4449429"/>
              <a:gd name="connsiteX741-20125" fmla="*/ 15727143 w 18982931"/>
              <a:gd name="connsiteY741-20126" fmla="*/ 1238927 h 4449429"/>
              <a:gd name="connsiteX742-20127" fmla="*/ 15727143 w 18982931"/>
              <a:gd name="connsiteY742-20128" fmla="*/ 1465306 h 4449429"/>
              <a:gd name="connsiteX743-20129" fmla="*/ 15772422 w 18982931"/>
              <a:gd name="connsiteY743-20130" fmla="*/ 1469425 h 4449429"/>
              <a:gd name="connsiteX744-20131" fmla="*/ 15850624 w 18982931"/>
              <a:gd name="connsiteY744-20132" fmla="*/ 1551745 h 4449429"/>
              <a:gd name="connsiteX745-20133" fmla="*/ 15850624 w 18982931"/>
              <a:gd name="connsiteY745-20134" fmla="*/ 2224712 h 4449429"/>
              <a:gd name="connsiteX746-20135" fmla="*/ 15923336 w 18982931"/>
              <a:gd name="connsiteY746-20136" fmla="*/ 2224712 h 4449429"/>
              <a:gd name="connsiteX747-20137" fmla="*/ 15924718 w 18982931"/>
              <a:gd name="connsiteY747-20138" fmla="*/ 2177381 h 4449429"/>
              <a:gd name="connsiteX748-20139" fmla="*/ 15982338 w 18982931"/>
              <a:gd name="connsiteY748-20140" fmla="*/ 2103294 h 4449429"/>
              <a:gd name="connsiteX749-20141" fmla="*/ 15986455 w 18982931"/>
              <a:gd name="connsiteY749-20142" fmla="*/ 2045669 h 4449429"/>
              <a:gd name="connsiteX750-20143" fmla="*/ 16002920 w 18982931"/>
              <a:gd name="connsiteY750-20144" fmla="*/ 2033319 h 4449429"/>
              <a:gd name="connsiteX751-20145" fmla="*/ 16015265 w 18982931"/>
              <a:gd name="connsiteY751-20146" fmla="*/ 2041550 h 4449429"/>
              <a:gd name="connsiteX752-20147" fmla="*/ 16056425 w 18982931"/>
              <a:gd name="connsiteY752-20148" fmla="*/ 2210310 h 4449429"/>
              <a:gd name="connsiteX753-20149" fmla="*/ 16056425 w 18982931"/>
              <a:gd name="connsiteY753-20150" fmla="*/ 2276166 h 4449429"/>
              <a:gd name="connsiteX754-20151" fmla="*/ 16077008 w 18982931"/>
              <a:gd name="connsiteY754-20152" fmla="*/ 2276166 h 4449429"/>
              <a:gd name="connsiteX755-20153" fmla="*/ 16097587 w 18982931"/>
              <a:gd name="connsiteY755-20154" fmla="*/ 1938652 h 4449429"/>
              <a:gd name="connsiteX756-20155" fmla="*/ 16122282 w 18982931"/>
              <a:gd name="connsiteY756-20156" fmla="*/ 1934533 h 4449429"/>
              <a:gd name="connsiteX757-20157" fmla="*/ 16155210 w 18982931"/>
              <a:gd name="connsiteY757-20158" fmla="*/ 1938652 h 4449429"/>
              <a:gd name="connsiteX758-20159" fmla="*/ 16155210 w 18982931"/>
              <a:gd name="connsiteY758-20160" fmla="*/ 2272048 h 4449429"/>
              <a:gd name="connsiteX759-20161" fmla="*/ 16175792 w 18982931"/>
              <a:gd name="connsiteY759-20162" fmla="*/ 2276166 h 4449429"/>
              <a:gd name="connsiteX760-20163" fmla="*/ 16192257 w 18982931"/>
              <a:gd name="connsiteY760-20164" fmla="*/ 2243238 h 4449429"/>
              <a:gd name="connsiteX761-20165" fmla="*/ 16192257 w 18982931"/>
              <a:gd name="connsiteY761-20166" fmla="*/ 1992158 h 4449429"/>
              <a:gd name="connsiteX762-20167" fmla="*/ 16192257 w 18982931"/>
              <a:gd name="connsiteY762-20168" fmla="*/ 1774011 h 4449429"/>
              <a:gd name="connsiteX763-20169" fmla="*/ 16488610 w 18982931"/>
              <a:gd name="connsiteY763-20170" fmla="*/ 1774011 h 4449429"/>
              <a:gd name="connsiteX764-20171" fmla="*/ 16538004 w 18982931"/>
              <a:gd name="connsiteY764-20172" fmla="*/ 1823403 h 4449429"/>
              <a:gd name="connsiteX765-20173" fmla="*/ 16538004 w 18982931"/>
              <a:gd name="connsiteY765-20174" fmla="*/ 2029205 h 4449429"/>
              <a:gd name="connsiteX766-20175" fmla="*/ 16550349 w 18982931"/>
              <a:gd name="connsiteY766-20176" fmla="*/ 2033319 h 4449429"/>
              <a:gd name="connsiteX767-20177" fmla="*/ 16566812 w 18982931"/>
              <a:gd name="connsiteY767-20178" fmla="*/ 1992158 h 4449429"/>
              <a:gd name="connsiteX768-20179" fmla="*/ 16570932 w 18982931"/>
              <a:gd name="connsiteY768-20180" fmla="*/ 1695804 h 4449429"/>
              <a:gd name="connsiteX769-20181" fmla="*/ 16566812 w 18982931"/>
              <a:gd name="connsiteY769-20182" fmla="*/ 773813 h 4449429"/>
              <a:gd name="connsiteX770-20183" fmla="*/ 16636788 w 18982931"/>
              <a:gd name="connsiteY770-20184" fmla="*/ 646219 h 4449429"/>
              <a:gd name="connsiteX771-20185" fmla="*/ 16723226 w 18982931"/>
              <a:gd name="connsiteY771-20186" fmla="*/ 514506 h 4449429"/>
              <a:gd name="connsiteX772-20187" fmla="*/ 16743805 w 18982931"/>
              <a:gd name="connsiteY772-20188" fmla="*/ 481577 h 4449429"/>
              <a:gd name="connsiteX773-20189" fmla="*/ 16817899 w 18982931"/>
              <a:gd name="connsiteY773-20190" fmla="*/ 329283 h 4449429"/>
              <a:gd name="connsiteX774-20191" fmla="*/ 16842595 w 18982931"/>
              <a:gd name="connsiteY774-20192" fmla="*/ 275776 h 4449429"/>
              <a:gd name="connsiteX775-20193" fmla="*/ 16859059 w 18982931"/>
              <a:gd name="connsiteY775-20194" fmla="*/ 279891 h 4449429"/>
              <a:gd name="connsiteX776-20195" fmla="*/ 16859059 w 18982931"/>
              <a:gd name="connsiteY776-20196" fmla="*/ 337515 h 4449429"/>
              <a:gd name="connsiteX777-20197" fmla="*/ 16867291 w 18982931"/>
              <a:gd name="connsiteY777-20198" fmla="*/ 382793 h 4449429"/>
              <a:gd name="connsiteX778-20199" fmla="*/ 16966075 w 18982931"/>
              <a:gd name="connsiteY778-20200" fmla="*/ 436300 h 4449429"/>
              <a:gd name="connsiteX779-20201" fmla="*/ 17031935 w 18982931"/>
              <a:gd name="connsiteY779-20202" fmla="*/ 526852 h 4449429"/>
              <a:gd name="connsiteX780-20203" fmla="*/ 17031935 w 18982931"/>
              <a:gd name="connsiteY780-20204" fmla="*/ 596826 h 4449429"/>
              <a:gd name="connsiteX781-20205" fmla="*/ 17060743 w 18982931"/>
              <a:gd name="connsiteY781-20206" fmla="*/ 600941 h 4449429"/>
              <a:gd name="connsiteX782-20207" fmla="*/ 17147183 w 18982931"/>
              <a:gd name="connsiteY782-20208" fmla="*/ 691493 h 4449429"/>
              <a:gd name="connsiteX783-20209" fmla="*/ 17147219 w 18982931"/>
              <a:gd name="connsiteY783-20210" fmla="*/ 704240 h 4449429"/>
              <a:gd name="connsiteX784-20211" fmla="*/ 17148515 w 18982931"/>
              <a:gd name="connsiteY784-20212" fmla="*/ 704240 h 4449429"/>
              <a:gd name="connsiteX785-20213" fmla="*/ 17148515 w 18982931"/>
              <a:gd name="connsiteY785-20214" fmla="*/ 880086 h 4449429"/>
              <a:gd name="connsiteX786-20215" fmla="*/ 17147731 w 18982931"/>
              <a:gd name="connsiteY786-20216" fmla="*/ 880086 h 4449429"/>
              <a:gd name="connsiteX787-20217" fmla="*/ 17151295 w 18982931"/>
              <a:gd name="connsiteY787-20218" fmla="*/ 2103294 h 4449429"/>
              <a:gd name="connsiteX788-20219" fmla="*/ 17151295 w 18982931"/>
              <a:gd name="connsiteY788-20220" fmla="*/ 2152686 h 4449429"/>
              <a:gd name="connsiteX789-20221" fmla="*/ 17225383 w 18982931"/>
              <a:gd name="connsiteY789-20222" fmla="*/ 2152686 h 4449429"/>
              <a:gd name="connsiteX790-20223" fmla="*/ 17225383 w 18982931"/>
              <a:gd name="connsiteY790-20224" fmla="*/ 1811053 h 4449429"/>
              <a:gd name="connsiteX791-20225" fmla="*/ 17307703 w 18982931"/>
              <a:gd name="connsiteY791-20226" fmla="*/ 1757546 h 4449429"/>
              <a:gd name="connsiteX792-20227" fmla="*/ 17307703 w 18982931"/>
              <a:gd name="connsiteY792-20228" fmla="*/ 1889260 h 4449429"/>
              <a:gd name="connsiteX793-20229" fmla="*/ 17336519 w 18982931"/>
              <a:gd name="connsiteY793-20230" fmla="*/ 1926302 h 4449429"/>
              <a:gd name="connsiteX794-20231" fmla="*/ 17381799 w 18982931"/>
              <a:gd name="connsiteY794-20232" fmla="*/ 1975695 h 4449429"/>
              <a:gd name="connsiteX795-20233" fmla="*/ 17381799 w 18982931"/>
              <a:gd name="connsiteY795-20234" fmla="*/ 2165031 h 4449429"/>
              <a:gd name="connsiteX796-20235" fmla="*/ 17562899 w 18982931"/>
              <a:gd name="connsiteY796-20236" fmla="*/ 2165031 h 4449429"/>
              <a:gd name="connsiteX797-20237" fmla="*/ 17562899 w 18982931"/>
              <a:gd name="connsiteY797-20238" fmla="*/ 2329673 h 4449429"/>
              <a:gd name="connsiteX798-20239" fmla="*/ 17575251 w 18982931"/>
              <a:gd name="connsiteY798-20240" fmla="*/ 2329673 h 4449429"/>
              <a:gd name="connsiteX799-20241" fmla="*/ 17575251 w 18982931"/>
              <a:gd name="connsiteY799-20242" fmla="*/ 2127989 h 4449429"/>
              <a:gd name="connsiteX800-20243" fmla="*/ 17591711 w 18982931"/>
              <a:gd name="connsiteY800-20244" fmla="*/ 1609370 h 4449429"/>
              <a:gd name="connsiteX801-20245" fmla="*/ 17604059 w 18982931"/>
              <a:gd name="connsiteY801-20246" fmla="*/ 1584673 h 4449429"/>
              <a:gd name="connsiteX802-20247" fmla="*/ 17711083 w 18982931"/>
              <a:gd name="connsiteY802-20248" fmla="*/ 1580555 h 4449429"/>
              <a:gd name="connsiteX803-20249" fmla="*/ 17735775 w 18982931"/>
              <a:gd name="connsiteY803-20250" fmla="*/ 1609370 h 4449429"/>
              <a:gd name="connsiteX804-20251" fmla="*/ 17772819 w 18982931"/>
              <a:gd name="connsiteY804-20252" fmla="*/ 1613483 h 4449429"/>
              <a:gd name="connsiteX805-20253" fmla="*/ 17768699 w 18982931"/>
              <a:gd name="connsiteY805-20254" fmla="*/ 1559977 h 4449429"/>
              <a:gd name="connsiteX806-20255" fmla="*/ 17772819 w 18982931"/>
              <a:gd name="connsiteY806-20256" fmla="*/ 1531163 h 4449429"/>
              <a:gd name="connsiteX807-20257" fmla="*/ 17797515 w 18982931"/>
              <a:gd name="connsiteY807-20258" fmla="*/ 1469425 h 4449429"/>
              <a:gd name="connsiteX808-20259" fmla="*/ 17797515 w 18982931"/>
              <a:gd name="connsiteY808-20260" fmla="*/ 1374754 h 4449429"/>
              <a:gd name="connsiteX809-20261" fmla="*/ 17813979 w 18982931"/>
              <a:gd name="connsiteY809-20262" fmla="*/ 1374754 h 4449429"/>
              <a:gd name="connsiteX810-20263" fmla="*/ 17834559 w 18982931"/>
              <a:gd name="connsiteY810-20264" fmla="*/ 1424146 h 4449429"/>
              <a:gd name="connsiteX811-20265" fmla="*/ 17912763 w 18982931"/>
              <a:gd name="connsiteY811-20266" fmla="*/ 1378872 h 4449429"/>
              <a:gd name="connsiteX812-20267" fmla="*/ 18069171 w 18982931"/>
              <a:gd name="connsiteY812-20268" fmla="*/ 1415914 h 4449429"/>
              <a:gd name="connsiteX813-20269" fmla="*/ 18069171 w 18982931"/>
              <a:gd name="connsiteY813-20270" fmla="*/ 1576442 h 4449429"/>
              <a:gd name="connsiteX814-20271" fmla="*/ 18237927 w 18982931"/>
              <a:gd name="connsiteY814-20272" fmla="*/ 1576442 h 4449429"/>
              <a:gd name="connsiteX815-20273" fmla="*/ 18237927 w 18982931"/>
              <a:gd name="connsiteY815-20274" fmla="*/ 1642297 h 4449429"/>
              <a:gd name="connsiteX816-20275" fmla="*/ 18270859 w 18982931"/>
              <a:gd name="connsiteY816-20276" fmla="*/ 1691690 h 4449429"/>
              <a:gd name="connsiteX817-20277" fmla="*/ 18270859 w 18982931"/>
              <a:gd name="connsiteY817-20278" fmla="*/ 1704036 h 4449429"/>
              <a:gd name="connsiteX818-20279" fmla="*/ 18274975 w 18982931"/>
              <a:gd name="connsiteY818-20280" fmla="*/ 1926302 h 4449429"/>
              <a:gd name="connsiteX819-20281" fmla="*/ 18279087 w 18982931"/>
              <a:gd name="connsiteY819-20282" fmla="*/ 1938652 h 4449429"/>
              <a:gd name="connsiteX820-20283" fmla="*/ 18320247 w 18982931"/>
              <a:gd name="connsiteY820-20284" fmla="*/ 1934533 h 4449429"/>
              <a:gd name="connsiteX821-20285" fmla="*/ 18320247 w 18982931"/>
              <a:gd name="connsiteY821-20286" fmla="*/ 1144256 h 4449429"/>
              <a:gd name="connsiteX822-20287" fmla="*/ 18303783 w 18982931"/>
              <a:gd name="connsiteY822-20288" fmla="*/ 1111328 h 4449429"/>
              <a:gd name="connsiteX823-20289" fmla="*/ 18287323 w 18982931"/>
              <a:gd name="connsiteY823-20290" fmla="*/ 1024893 h 4449429"/>
              <a:gd name="connsiteX824-20291" fmla="*/ 18336711 w 18982931"/>
              <a:gd name="connsiteY824-20292" fmla="*/ 1000197 h 4449429"/>
              <a:gd name="connsiteX825-20293" fmla="*/ 18361407 w 18982931"/>
              <a:gd name="connsiteY825-20294" fmla="*/ 996079 h 4449429"/>
              <a:gd name="connsiteX826-20295" fmla="*/ 18373759 w 18982931"/>
              <a:gd name="connsiteY826-20296" fmla="*/ 946687 h 4449429"/>
              <a:gd name="connsiteX827-20297" fmla="*/ 18534287 w 18982931"/>
              <a:gd name="connsiteY827-20298" fmla="*/ 946687 h 4449429"/>
              <a:gd name="connsiteX828-20299" fmla="*/ 18563095 w 18982931"/>
              <a:gd name="connsiteY828-20300" fmla="*/ 798510 h 4449429"/>
              <a:gd name="connsiteX829-20301" fmla="*/ 18731851 w 18982931"/>
              <a:gd name="connsiteY829-20302" fmla="*/ 806742 h 4449429"/>
              <a:gd name="connsiteX830-20303" fmla="*/ 18773011 w 18982931"/>
              <a:gd name="connsiteY830-20304" fmla="*/ 798510 h 4449429"/>
              <a:gd name="connsiteX831-20305" fmla="*/ 18822407 w 18982931"/>
              <a:gd name="connsiteY831-20306" fmla="*/ 893180 h 4449429"/>
              <a:gd name="connsiteX832-20307" fmla="*/ 18822407 w 18982931"/>
              <a:gd name="connsiteY832-20308" fmla="*/ 963151 h 4449429"/>
              <a:gd name="connsiteX833-20309" fmla="*/ 18982931 w 18982931"/>
              <a:gd name="connsiteY833-20310" fmla="*/ 983734 h 4449429"/>
              <a:gd name="connsiteX834-20311" fmla="*/ 18982931 w 18982931"/>
              <a:gd name="connsiteY834-20312" fmla="*/ 4449429 h 4449429"/>
              <a:gd name="connsiteX835-20313" fmla="*/ 11998023 w 18982931"/>
              <a:gd name="connsiteY835-20314" fmla="*/ 4449429 h 4449429"/>
              <a:gd name="connsiteX836-20315" fmla="*/ 11995198 w 18982931"/>
              <a:gd name="connsiteY836-20316" fmla="*/ 4429646 h 4449429"/>
              <a:gd name="connsiteX837-20317" fmla="*/ 11992726 w 18982931"/>
              <a:gd name="connsiteY837-20318" fmla="*/ 4449425 h 4449429"/>
              <a:gd name="connsiteX838-20319" fmla="*/ 8153658 w 18982931"/>
              <a:gd name="connsiteY838-20320" fmla="*/ 4449425 h 4449429"/>
              <a:gd name="connsiteX839-20321" fmla="*/ 8153658 w 18982931"/>
              <a:gd name="connsiteY839-20322" fmla="*/ 4449429 h 4449429"/>
              <a:gd name="connsiteX840-20323" fmla="*/ 6861227 w 18982931"/>
              <a:gd name="connsiteY840-20324" fmla="*/ 4449429 h 4449429"/>
              <a:gd name="connsiteX841-20325" fmla="*/ 6859697 w 18982931"/>
              <a:gd name="connsiteY841-20326" fmla="*/ 4432598 h 4449429"/>
              <a:gd name="connsiteX842-20327" fmla="*/ 6858292 w 18982931"/>
              <a:gd name="connsiteY842-20328" fmla="*/ 4449425 h 4449429"/>
              <a:gd name="connsiteX843-20329" fmla="*/ 7922 w 18982931"/>
              <a:gd name="connsiteY843-20330" fmla="*/ 4440866 h 4449429"/>
              <a:gd name="connsiteX844-20331" fmla="*/ 0 w 18982931"/>
              <a:gd name="connsiteY844-20332" fmla="*/ 1181446 h 4449429"/>
              <a:gd name="connsiteX845-20333" fmla="*/ 169756 w 18982931"/>
              <a:gd name="connsiteY845-20334" fmla="*/ 979616 h 4449429"/>
              <a:gd name="connsiteX846-20335" fmla="*/ 301466 w 18982931"/>
              <a:gd name="connsiteY846-20336" fmla="*/ 971384 h 4449429"/>
              <a:gd name="connsiteX847-20337" fmla="*/ 301466 w 18982931"/>
              <a:gd name="connsiteY847-20338" fmla="*/ 909640 h 4449429"/>
              <a:gd name="connsiteX848-20339" fmla="*/ 346746 w 18982931"/>
              <a:gd name="connsiteY848-20340" fmla="*/ 810855 h 4449429"/>
              <a:gd name="connsiteX849-20341" fmla="*/ 571541 w 18982931"/>
              <a:gd name="connsiteY849-20342" fmla="*/ 799909 h 4449429"/>
              <a:gd name="connsiteX850-20343" fmla="*/ 581356 w 18982931"/>
              <a:gd name="connsiteY850-20344" fmla="*/ 963151 h 4449429"/>
              <a:gd name="connsiteX851-20345" fmla="*/ 737766 w 18982931"/>
              <a:gd name="connsiteY851-20346" fmla="*/ 963151 h 4449429"/>
              <a:gd name="connsiteX852-20347" fmla="*/ 750116 w 18982931"/>
              <a:gd name="connsiteY852-20348" fmla="*/ 1012543 h 4449429"/>
              <a:gd name="connsiteX853-20349" fmla="*/ 778926 w 18982931"/>
              <a:gd name="connsiteY853-20350" fmla="*/ 1016657 h 4449429"/>
              <a:gd name="connsiteX854-20351" fmla="*/ 820087 w 18982931"/>
              <a:gd name="connsiteY854-20352" fmla="*/ 1041353 h 4449429"/>
              <a:gd name="connsiteX855-20353" fmla="*/ 820087 w 18982931"/>
              <a:gd name="connsiteY855-20354" fmla="*/ 1119560 h 4449429"/>
              <a:gd name="connsiteX856-20355" fmla="*/ 791276 w 18982931"/>
              <a:gd name="connsiteY856-20356" fmla="*/ 1193648 h 4449429"/>
              <a:gd name="connsiteX857-20357" fmla="*/ 791276 w 18982931"/>
              <a:gd name="connsiteY857-20358" fmla="*/ 1580555 h 4449429"/>
              <a:gd name="connsiteX858-20359" fmla="*/ 791276 w 18982931"/>
              <a:gd name="connsiteY858-20360" fmla="*/ 1955112 h 4449429"/>
              <a:gd name="connsiteX859-20361" fmla="*/ 840669 w 18982931"/>
              <a:gd name="connsiteY859-20362" fmla="*/ 1950998 h 4449429"/>
              <a:gd name="connsiteX860-20363" fmla="*/ 844783 w 18982931"/>
              <a:gd name="connsiteY860-20364" fmla="*/ 1720500 h 4449429"/>
              <a:gd name="connsiteX861-20365" fmla="*/ 873596 w 18982931"/>
              <a:gd name="connsiteY861-20366" fmla="*/ 1597020 h 4449429"/>
              <a:gd name="connsiteX862-20367" fmla="*/ 906526 w 18982931"/>
              <a:gd name="connsiteY862-20368" fmla="*/ 1584670 h 4449429"/>
              <a:gd name="connsiteX863-20369" fmla="*/ 1034120 w 18982931"/>
              <a:gd name="connsiteY863-20370" fmla="*/ 1584670 h 4449429"/>
              <a:gd name="connsiteX864-20371" fmla="*/ 1034120 w 18982931"/>
              <a:gd name="connsiteY864-20372" fmla="*/ 1420028 h 4449429"/>
              <a:gd name="connsiteX865-20373" fmla="*/ 1276969 w 18982931"/>
              <a:gd name="connsiteY865-20374" fmla="*/ 1387099 h 4449429"/>
              <a:gd name="connsiteX866-20375" fmla="*/ 1322242 w 18982931"/>
              <a:gd name="connsiteY866-20376" fmla="*/ 1559973 h 4449429"/>
              <a:gd name="connsiteX867-20377" fmla="*/ 1318126 w 18982931"/>
              <a:gd name="connsiteY867-20378" fmla="*/ 1576437 h 4449429"/>
              <a:gd name="connsiteX868-20379" fmla="*/ 1326360 w 18982931"/>
              <a:gd name="connsiteY868-20380" fmla="*/ 1621715 h 4449429"/>
              <a:gd name="connsiteX869-20381" fmla="*/ 1359290 w 18982931"/>
              <a:gd name="connsiteY869-20382" fmla="*/ 1597020 h 4449429"/>
              <a:gd name="connsiteX870-20383" fmla="*/ 1375751 w 18982931"/>
              <a:gd name="connsiteY870-20384" fmla="*/ 1588787 h 4449429"/>
              <a:gd name="connsiteX871-20385" fmla="*/ 1486884 w 18982931"/>
              <a:gd name="connsiteY871-20386" fmla="*/ 1588787 h 4449429"/>
              <a:gd name="connsiteX872-20387" fmla="*/ 1507466 w 18982931"/>
              <a:gd name="connsiteY872-20388" fmla="*/ 2337905 h 4449429"/>
              <a:gd name="connsiteX873-20389" fmla="*/ 1523929 w 18982931"/>
              <a:gd name="connsiteY873-20390" fmla="*/ 2337905 h 4449429"/>
              <a:gd name="connsiteX874-20391" fmla="*/ 1523929 w 18982931"/>
              <a:gd name="connsiteY874-20392" fmla="*/ 2169146 h 4449429"/>
              <a:gd name="connsiteX875-20393" fmla="*/ 1692685 w 18982931"/>
              <a:gd name="connsiteY875-20394" fmla="*/ 2169146 h 4449429"/>
              <a:gd name="connsiteX876-20395" fmla="*/ 1692685 w 18982931"/>
              <a:gd name="connsiteY876-20396" fmla="*/ 2020968 h 4449429"/>
              <a:gd name="connsiteX877-20397" fmla="*/ 1766772 w 18982931"/>
              <a:gd name="connsiteY877-20398" fmla="*/ 1922183 h 4449429"/>
              <a:gd name="connsiteX878-20399" fmla="*/ 1766772 w 18982931"/>
              <a:gd name="connsiteY878-20400" fmla="*/ 1757542 h 4449429"/>
              <a:gd name="connsiteX879-20401" fmla="*/ 1849095 w 18982931"/>
              <a:gd name="connsiteY879-20402" fmla="*/ 1757542 h 4449429"/>
              <a:gd name="connsiteX880-20403" fmla="*/ 1849095 w 18982931"/>
              <a:gd name="connsiteY880-20404" fmla="*/ 2156799 h 4449429"/>
              <a:gd name="connsiteX881-20405" fmla="*/ 1919070 w 18982931"/>
              <a:gd name="connsiteY881-20406" fmla="*/ 2156799 h 4449429"/>
              <a:gd name="connsiteX882-20407" fmla="*/ 1919070 w 18982931"/>
              <a:gd name="connsiteY882-20408" fmla="*/ 1864559 h 4449429"/>
              <a:gd name="connsiteX883-20409" fmla="*/ 1919070 w 18982931"/>
              <a:gd name="connsiteY883-20410" fmla="*/ 695608 h 4449429"/>
              <a:gd name="connsiteX884-20411" fmla="*/ 2005504 w 18982931"/>
              <a:gd name="connsiteY884-20412" fmla="*/ 609173 h 4449429"/>
              <a:gd name="connsiteX885-20413" fmla="*/ 2026085 w 18982931"/>
              <a:gd name="connsiteY885-20414" fmla="*/ 605054 h 4449429"/>
              <a:gd name="connsiteX886-20415" fmla="*/ 2100174 w 18982931"/>
              <a:gd name="connsiteY886-20416" fmla="*/ 448645 h 4449429"/>
              <a:gd name="connsiteX887-20417" fmla="*/ 2137215 w 18982931"/>
              <a:gd name="connsiteY887-20418" fmla="*/ 407485 h 4449429"/>
              <a:gd name="connsiteX888-20419" fmla="*/ 2194840 w 18982931"/>
              <a:gd name="connsiteY888-20420" fmla="*/ 337515 h 4449429"/>
              <a:gd name="connsiteX889-20421" fmla="*/ 2198958 w 18982931"/>
              <a:gd name="connsiteY889-20422" fmla="*/ 292236 h 4449429"/>
              <a:gd name="connsiteX890-20423" fmla="*/ 2240121 w 18982931"/>
              <a:gd name="connsiteY890-20424" fmla="*/ 358093 h 4449429"/>
              <a:gd name="connsiteX891-20425" fmla="*/ 2273047 w 18982931"/>
              <a:gd name="connsiteY891-20426" fmla="*/ 444532 h 4449429"/>
              <a:gd name="connsiteX892-20427" fmla="*/ 2330670 w 18982931"/>
              <a:gd name="connsiteY892-20428" fmla="*/ 563894 h 4449429"/>
              <a:gd name="connsiteX893-20429" fmla="*/ 2351248 w 18982931"/>
              <a:gd name="connsiteY893-20430" fmla="*/ 613286 h 4449429"/>
              <a:gd name="connsiteX894-20431" fmla="*/ 2429455 w 18982931"/>
              <a:gd name="connsiteY894-20432" fmla="*/ 675029 h 4449429"/>
              <a:gd name="connsiteX895-20433" fmla="*/ 2470614 w 18982931"/>
              <a:gd name="connsiteY895-20434" fmla="*/ 757350 h 4449429"/>
              <a:gd name="connsiteX896-20435" fmla="*/ 2470614 w 18982931"/>
              <a:gd name="connsiteY896-20436" fmla="*/ 1086631 h 4449429"/>
              <a:gd name="connsiteX897-20437" fmla="*/ 2470614 w 18982931"/>
              <a:gd name="connsiteY897-20438" fmla="*/ 2008622 h 4449429"/>
              <a:gd name="connsiteX898-20439" fmla="*/ 2487080 w 18982931"/>
              <a:gd name="connsiteY898-20440" fmla="*/ 2053897 h 4449429"/>
              <a:gd name="connsiteX899-20441" fmla="*/ 2499426 w 18982931"/>
              <a:gd name="connsiteY899-20442" fmla="*/ 1897488 h 4449429"/>
              <a:gd name="connsiteX900-20443" fmla="*/ 2602322 w 18982931"/>
              <a:gd name="connsiteY900-20444" fmla="*/ 1798703 h 4449429"/>
              <a:gd name="connsiteX901-20445" fmla="*/ 2836935 w 18982931"/>
              <a:gd name="connsiteY901-20446" fmla="*/ 1798703 h 4449429"/>
              <a:gd name="connsiteX902-20447" fmla="*/ 2836935 w 18982931"/>
              <a:gd name="connsiteY902-20448" fmla="*/ 1860446 h 4449429"/>
              <a:gd name="connsiteX903-20449" fmla="*/ 2836935 w 18982931"/>
              <a:gd name="connsiteY903-20450" fmla="*/ 2263816 h 4449429"/>
              <a:gd name="connsiteX904-20451" fmla="*/ 2845169 w 18982931"/>
              <a:gd name="connsiteY904-20452" fmla="*/ 2304976 h 4449429"/>
              <a:gd name="connsiteX905-20453" fmla="*/ 2861629 w 18982931"/>
              <a:gd name="connsiteY905-20454" fmla="*/ 2300858 h 4449429"/>
              <a:gd name="connsiteX906-20455" fmla="*/ 2861629 w 18982931"/>
              <a:gd name="connsiteY906-20456" fmla="*/ 2247351 h 4449429"/>
              <a:gd name="connsiteX907-20457" fmla="*/ 2869861 w 18982931"/>
              <a:gd name="connsiteY907-20458" fmla="*/ 1996272 h 4449429"/>
              <a:gd name="connsiteX908-20459" fmla="*/ 2923374 w 18982931"/>
              <a:gd name="connsiteY908-20460" fmla="*/ 1967462 h 4449429"/>
              <a:gd name="connsiteX909-20461" fmla="*/ 2939836 w 18982931"/>
              <a:gd name="connsiteY909-20462" fmla="*/ 2300858 h 4449429"/>
              <a:gd name="connsiteX910-20463" fmla="*/ 2956300 w 18982931"/>
              <a:gd name="connsiteY910-20464" fmla="*/ 2300858 h 4449429"/>
              <a:gd name="connsiteX911-20465" fmla="*/ 2989230 w 18982931"/>
              <a:gd name="connsiteY911-20466" fmla="*/ 2111521 h 4449429"/>
              <a:gd name="connsiteX912-20467" fmla="*/ 3018038 w 18982931"/>
              <a:gd name="connsiteY912-20468" fmla="*/ 2058015 h 4449429"/>
              <a:gd name="connsiteX913-20469" fmla="*/ 3034502 w 18982931"/>
              <a:gd name="connsiteY913-20470" fmla="*/ 2123871 h 4449429"/>
              <a:gd name="connsiteX914-20471" fmla="*/ 3038620 w 18982931"/>
              <a:gd name="connsiteY914-20472" fmla="*/ 2132104 h 4449429"/>
              <a:gd name="connsiteX915-20473" fmla="*/ 3088018 w 18982931"/>
              <a:gd name="connsiteY915-20474" fmla="*/ 2140336 h 4449429"/>
              <a:gd name="connsiteX916-20475" fmla="*/ 3095320 w 18982931"/>
              <a:gd name="connsiteY916-20476" fmla="*/ 2275334 h 4449429"/>
              <a:gd name="connsiteX917-20477" fmla="*/ 3162101 w 18982931"/>
              <a:gd name="connsiteY917-20478" fmla="*/ 2275334 h 4449429"/>
              <a:gd name="connsiteX918-20479" fmla="*/ 3162101 w 18982931"/>
              <a:gd name="connsiteY918-20480" fmla="*/ 1580555 h 4449429"/>
              <a:gd name="connsiteX919-20481" fmla="*/ 3162101 w 18982931"/>
              <a:gd name="connsiteY919-20482" fmla="*/ 1531163 h 4449429"/>
              <a:gd name="connsiteX920-20483" fmla="*/ 3199146 w 18982931"/>
              <a:gd name="connsiteY920-20484" fmla="*/ 1498235 h 4449429"/>
              <a:gd name="connsiteX921-20485" fmla="*/ 3281469 w 18982931"/>
              <a:gd name="connsiteY921-20486" fmla="*/ 1498235 h 4449429"/>
              <a:gd name="connsiteX922-20487" fmla="*/ 3281469 w 18982931"/>
              <a:gd name="connsiteY922-20488" fmla="*/ 1325362 h 4449429"/>
              <a:gd name="connsiteX923-20489" fmla="*/ 3343207 w 18982931"/>
              <a:gd name="connsiteY923-20490" fmla="*/ 1263619 h 4449429"/>
              <a:gd name="connsiteX924-20491" fmla="*/ 3544891 w 18982931"/>
              <a:gd name="connsiteY924-20492" fmla="*/ 1263619 h 4449429"/>
              <a:gd name="connsiteX925-20493" fmla="*/ 3544891 w 18982931"/>
              <a:gd name="connsiteY925-20494" fmla="*/ 712071 h 4449429"/>
              <a:gd name="connsiteX926-20495" fmla="*/ 3561357 w 18982931"/>
              <a:gd name="connsiteY926-20496" fmla="*/ 555662 h 4449429"/>
              <a:gd name="connsiteX927-20497" fmla="*/ 3606633 w 18982931"/>
              <a:gd name="connsiteY927-20498" fmla="*/ 316933 h 4449429"/>
              <a:gd name="connsiteX928-20499" fmla="*/ 3614865 w 18982931"/>
              <a:gd name="connsiteY928-20500" fmla="*/ 279891 h 4449429"/>
              <a:gd name="connsiteX929-20501" fmla="*/ 3676603 w 18982931"/>
              <a:gd name="connsiteY929-20502" fmla="*/ 341628 h 4449429"/>
              <a:gd name="connsiteX930-20503" fmla="*/ 3684835 w 18982931"/>
              <a:gd name="connsiteY930-20504" fmla="*/ 386907 h 4449429"/>
              <a:gd name="connsiteX931-20505" fmla="*/ 3742460 w 18982931"/>
              <a:gd name="connsiteY931-20506" fmla="*/ 481574 h 4449429"/>
              <a:gd name="connsiteX932-20507" fmla="*/ 3763042 w 18982931"/>
              <a:gd name="connsiteY932-20508" fmla="*/ 703838 h 4449429"/>
              <a:gd name="connsiteX933-20509" fmla="*/ 3763042 w 18982931"/>
              <a:gd name="connsiteY933-20510" fmla="*/ 1144256 h 4449429"/>
              <a:gd name="connsiteX934-20511" fmla="*/ 3771275 w 18982931"/>
              <a:gd name="connsiteY934-20512" fmla="*/ 1181298 h 4449429"/>
              <a:gd name="connsiteX935-20513" fmla="*/ 3775390 w 18982931"/>
              <a:gd name="connsiteY935-20514" fmla="*/ 1115443 h 4449429"/>
              <a:gd name="connsiteX936-20515" fmla="*/ 3923568 w 18982931"/>
              <a:gd name="connsiteY936-20516" fmla="*/ 996079 h 4449429"/>
              <a:gd name="connsiteX937-20517" fmla="*/ 3940029 w 18982931"/>
              <a:gd name="connsiteY937-20518" fmla="*/ 1020776 h 4449429"/>
              <a:gd name="connsiteX938-20519" fmla="*/ 3960611 w 18982931"/>
              <a:gd name="connsiteY938-20520" fmla="*/ 1321244 h 4449429"/>
              <a:gd name="connsiteX939-20521" fmla="*/ 3960611 w 18982931"/>
              <a:gd name="connsiteY939-20522" fmla="*/ 1584670 h 4449429"/>
              <a:gd name="connsiteX940-20523" fmla="*/ 3977076 w 18982931"/>
              <a:gd name="connsiteY940-20524" fmla="*/ 1625830 h 4449429"/>
              <a:gd name="connsiteX941-20525" fmla="*/ 4010007 w 18982931"/>
              <a:gd name="connsiteY941-20526" fmla="*/ 1666990 h 4449429"/>
              <a:gd name="connsiteX942-20527" fmla="*/ 4055279 w 18982931"/>
              <a:gd name="connsiteY942-20528" fmla="*/ 1819286 h 4449429"/>
              <a:gd name="connsiteX943-20529" fmla="*/ 4104670 w 18982931"/>
              <a:gd name="connsiteY943-20530" fmla="*/ 1819286 h 4449429"/>
              <a:gd name="connsiteX944-20531" fmla="*/ 4108788 w 18982931"/>
              <a:gd name="connsiteY944-20532" fmla="*/ 1741079 h 4449429"/>
              <a:gd name="connsiteX945-20533" fmla="*/ 4211689 w 18982931"/>
              <a:gd name="connsiteY945-20534" fmla="*/ 1741079 h 4449429"/>
              <a:gd name="connsiteX946-20535" fmla="*/ 4252847 w 18982931"/>
              <a:gd name="connsiteY946-20536" fmla="*/ 1559973 h 4449429"/>
              <a:gd name="connsiteX947-20537" fmla="*/ 4265197 w 18982931"/>
              <a:gd name="connsiteY947-20538" fmla="*/ 1559973 h 4449429"/>
              <a:gd name="connsiteX948-20539" fmla="*/ 4277546 w 18982931"/>
              <a:gd name="connsiteY948-20540" fmla="*/ 1592900 h 4449429"/>
              <a:gd name="connsiteX949-20541" fmla="*/ 4302239 w 18982931"/>
              <a:gd name="connsiteY949-20542" fmla="*/ 1708150 h 4449429"/>
              <a:gd name="connsiteX950-20543" fmla="*/ 4368100 w 18982931"/>
              <a:gd name="connsiteY950-20544" fmla="*/ 1741079 h 4449429"/>
              <a:gd name="connsiteX951-20545" fmla="*/ 4363984 w 18982931"/>
              <a:gd name="connsiteY951-20546" fmla="*/ 1634062 h 4449429"/>
              <a:gd name="connsiteX952-20547" fmla="*/ 4372218 w 18982931"/>
              <a:gd name="connsiteY952-20548" fmla="*/ 839670 h 4449429"/>
              <a:gd name="connsiteX953-20549" fmla="*/ 4442184 w 18982931"/>
              <a:gd name="connsiteY953-20550" fmla="*/ 279891 h 4449429"/>
              <a:gd name="connsiteX954-20551" fmla="*/ 4479230 w 18982931"/>
              <a:gd name="connsiteY954-20552" fmla="*/ 234611 h 4449429"/>
              <a:gd name="connsiteX955-20553" fmla="*/ 4520394 w 18982931"/>
              <a:gd name="connsiteY955-20554" fmla="*/ 284004 h 4449429"/>
              <a:gd name="connsiteX956-20555" fmla="*/ 4549200 w 18982931"/>
              <a:gd name="connsiteY956-20556" fmla="*/ 440413 h 4449429"/>
              <a:gd name="connsiteX957-20557" fmla="*/ 4680914 w 18982931"/>
              <a:gd name="connsiteY957-20558" fmla="*/ 395140 h 4449429"/>
              <a:gd name="connsiteX958-20559" fmla="*/ 4759121 w 18982931"/>
              <a:gd name="connsiteY958-20560" fmla="*/ 460995 h 4449429"/>
              <a:gd name="connsiteX959-20561" fmla="*/ 4771466 w 18982931"/>
              <a:gd name="connsiteY959-20562" fmla="*/ 493924 h 4449429"/>
              <a:gd name="connsiteX960-20563" fmla="*/ 4888657 w 18982931"/>
              <a:gd name="connsiteY960-20564" fmla="*/ 747622 h 4449429"/>
              <a:gd name="connsiteX961-20565" fmla="*/ 4888893 w 18982931"/>
              <a:gd name="connsiteY961-20566" fmla="*/ 807315 h 4449429"/>
              <a:gd name="connsiteX962-20567" fmla="*/ 4856617 w 18982931"/>
              <a:gd name="connsiteY962-20568" fmla="*/ 807315 h 4449429"/>
              <a:gd name="connsiteX963-20569" fmla="*/ 4856617 w 18982931"/>
              <a:gd name="connsiteY963-20570" fmla="*/ 944475 h 4449429"/>
              <a:gd name="connsiteX964-20571" fmla="*/ 4888332 w 18982931"/>
              <a:gd name="connsiteY964-20572" fmla="*/ 944475 h 4449429"/>
              <a:gd name="connsiteX965-20573" fmla="*/ 4888325 w 18982931"/>
              <a:gd name="connsiteY965-20574" fmla="*/ 945600 h 4449429"/>
              <a:gd name="connsiteX966-20575" fmla="*/ 4890835 w 18982931"/>
              <a:gd name="connsiteY966-20576" fmla="*/ 1609365 h 4449429"/>
              <a:gd name="connsiteX967-20577" fmla="*/ 4952574 w 18982931"/>
              <a:gd name="connsiteY967-20578" fmla="*/ 1617597 h 4449429"/>
              <a:gd name="connsiteX968-20579" fmla="*/ 4952574 w 18982931"/>
              <a:gd name="connsiteY968-20580" fmla="*/ 1868678 h 4449429"/>
              <a:gd name="connsiteX969-20581" fmla="*/ 4956691 w 18982931"/>
              <a:gd name="connsiteY969-20582" fmla="*/ 1905720 h 4449429"/>
              <a:gd name="connsiteX970-20583" fmla="*/ 4981387 w 18982931"/>
              <a:gd name="connsiteY970-20584" fmla="*/ 1967462 h 4449429"/>
              <a:gd name="connsiteX971-20585" fmla="*/ 4981387 w 18982931"/>
              <a:gd name="connsiteY971-20586" fmla="*/ 2058015 h 4449429"/>
              <a:gd name="connsiteX972-20587" fmla="*/ 5001966 w 18982931"/>
              <a:gd name="connsiteY972-20588" fmla="*/ 2086824 h 4449429"/>
              <a:gd name="connsiteX973-20589" fmla="*/ 5018429 w 18982931"/>
              <a:gd name="connsiteY973-20590" fmla="*/ 2078592 h 4449429"/>
              <a:gd name="connsiteX974-20591" fmla="*/ 5018429 w 18982931"/>
              <a:gd name="connsiteY974-20592" fmla="*/ 1881023 h 4449429"/>
              <a:gd name="connsiteX975-20593" fmla="*/ 5018429 w 18982931"/>
              <a:gd name="connsiteY975-20594" fmla="*/ 1366522 h 4449429"/>
              <a:gd name="connsiteX976-20595" fmla="*/ 5034894 w 18982931"/>
              <a:gd name="connsiteY976-20596" fmla="*/ 864367 h 4449429"/>
              <a:gd name="connsiteX977-20597" fmla="*/ 5067821 w 18982931"/>
              <a:gd name="connsiteY977-20598" fmla="*/ 197569 h 4449429"/>
              <a:gd name="connsiteX978-20599" fmla="*/ 5080173 w 18982931"/>
              <a:gd name="connsiteY978-20600" fmla="*/ 102899 h 4449429"/>
              <a:gd name="connsiteX979-20601" fmla="*/ 5216000 w 18982931"/>
              <a:gd name="connsiteY979-20602" fmla="*/ 37042 h 4449429"/>
              <a:gd name="connsiteX980-20603" fmla="*/ 5248927 w 18982931"/>
              <a:gd name="connsiteY980-20604" fmla="*/ 69972 h 4449429"/>
              <a:gd name="connsiteX981-20605" fmla="*/ 5372409 w 18982931"/>
              <a:gd name="connsiteY981-20606" fmla="*/ 69972 h 4449429"/>
              <a:gd name="connsiteX982-20607" fmla="*/ 5434151 w 18982931"/>
              <a:gd name="connsiteY982-20608" fmla="*/ 131714 h 4449429"/>
              <a:gd name="connsiteX983-20609" fmla="*/ 5434151 w 18982931"/>
              <a:gd name="connsiteY983-20610" fmla="*/ 382788 h 4449429"/>
              <a:gd name="connsiteX984-20611" fmla="*/ 5434151 w 18982931"/>
              <a:gd name="connsiteY984-20612" fmla="*/ 683261 h 4449429"/>
              <a:gd name="connsiteX985-20613" fmla="*/ 5545282 w 18982931"/>
              <a:gd name="connsiteY985-20614" fmla="*/ 687375 h 4449429"/>
              <a:gd name="connsiteX986-20615" fmla="*/ 5545282 w 18982931"/>
              <a:gd name="connsiteY986-20616" fmla="*/ 1045471 h 4449429"/>
              <a:gd name="connsiteX987-20617" fmla="*/ 5676994 w 18982931"/>
              <a:gd name="connsiteY987-20618" fmla="*/ 1045471 h 4449429"/>
              <a:gd name="connsiteX988-20619" fmla="*/ 5685227 w 18982931"/>
              <a:gd name="connsiteY988-20620" fmla="*/ 1103096 h 4449429"/>
              <a:gd name="connsiteX989-20621" fmla="*/ 5759314 w 18982931"/>
              <a:gd name="connsiteY989-20622" fmla="*/ 1193648 h 4449429"/>
              <a:gd name="connsiteX990-20623" fmla="*/ 5759314 w 18982931"/>
              <a:gd name="connsiteY990-20624" fmla="*/ 1395331 h 4449429"/>
              <a:gd name="connsiteX991-20625" fmla="*/ 5825171 w 18982931"/>
              <a:gd name="connsiteY991-20626" fmla="*/ 1395331 h 4449429"/>
              <a:gd name="connsiteX992-20627" fmla="*/ 5903378 w 18982931"/>
              <a:gd name="connsiteY992-20628" fmla="*/ 1477653 h 4449429"/>
              <a:gd name="connsiteX993-20629" fmla="*/ 5903378 w 18982931"/>
              <a:gd name="connsiteY993-20630" fmla="*/ 1918070 h 4449429"/>
              <a:gd name="connsiteX994-20631" fmla="*/ 5936306 w 18982931"/>
              <a:gd name="connsiteY994-20632" fmla="*/ 1975695 h 4449429"/>
              <a:gd name="connsiteX995-20633" fmla="*/ 5965115 w 18982931"/>
              <a:gd name="connsiteY995-20634" fmla="*/ 1275969 h 4449429"/>
              <a:gd name="connsiteX996-20635" fmla="*/ 5969235 w 18982931"/>
              <a:gd name="connsiteY996-20636" fmla="*/ 1238922 h 4449429"/>
              <a:gd name="connsiteX997-20637" fmla="*/ 6166804 w 18982931"/>
              <a:gd name="connsiteY997-20638" fmla="*/ 1238922 h 4449429"/>
              <a:gd name="connsiteX998-20639" fmla="*/ 6216196 w 18982931"/>
              <a:gd name="connsiteY998-20640" fmla="*/ 1288315 h 4449429"/>
              <a:gd name="connsiteX999-20641" fmla="*/ 6236774 w 18982931"/>
              <a:gd name="connsiteY999-20642" fmla="*/ 1428261 h 4449429"/>
              <a:gd name="connsiteX1000-20643" fmla="*/ 6273821 w 18982931"/>
              <a:gd name="connsiteY1000-20644" fmla="*/ 1498235 h 4449429"/>
              <a:gd name="connsiteX1001-20645" fmla="*/ 6273821 w 18982931"/>
              <a:gd name="connsiteY1001-20646" fmla="*/ 2230888 h 4449429"/>
              <a:gd name="connsiteX1002-20647" fmla="*/ 6277935 w 18982931"/>
              <a:gd name="connsiteY1002-20648" fmla="*/ 2280280 h 4449429"/>
              <a:gd name="connsiteX1003-20649" fmla="*/ 6319095 w 18982931"/>
              <a:gd name="connsiteY1003-20650" fmla="*/ 2193841 h 4449429"/>
              <a:gd name="connsiteX1004-20651" fmla="*/ 6364373 w 18982931"/>
              <a:gd name="connsiteY1004-20652" fmla="*/ 2288513 h 4449429"/>
              <a:gd name="connsiteX1005-20653" fmla="*/ 6389068 w 18982931"/>
              <a:gd name="connsiteY1005-20654" fmla="*/ 2313208 h 4449429"/>
              <a:gd name="connsiteX1006-20655" fmla="*/ 6541355 w 18982931"/>
              <a:gd name="connsiteY1006-20656" fmla="*/ 2313208 h 4449429"/>
              <a:gd name="connsiteX1007-20657" fmla="*/ 6541355 w 18982931"/>
              <a:gd name="connsiteY1007-20658" fmla="*/ 2148567 h 4449429"/>
              <a:gd name="connsiteX1008-20659" fmla="*/ 6660723 w 18982931"/>
              <a:gd name="connsiteY1008-20660" fmla="*/ 2148567 h 4449429"/>
              <a:gd name="connsiteX1009-20661" fmla="*/ 6660723 w 18982931"/>
              <a:gd name="connsiteY1009-20662" fmla="*/ 2259698 h 4449429"/>
              <a:gd name="connsiteX1010-20663" fmla="*/ 6705999 w 18982931"/>
              <a:gd name="connsiteY1010-20664" fmla="*/ 2551938 h 4449429"/>
              <a:gd name="connsiteX1011-20665" fmla="*/ 6714228 w 18982931"/>
              <a:gd name="connsiteY1011-20666" fmla="*/ 2580748 h 4449429"/>
              <a:gd name="connsiteX1012-20667" fmla="*/ 6722461 w 18982931"/>
              <a:gd name="connsiteY1012-20668" fmla="*/ 2576634 h 4449429"/>
              <a:gd name="connsiteX1013-20669" fmla="*/ 6751278 w 18982931"/>
              <a:gd name="connsiteY1013-20670" fmla="*/ 2263816 h 4449429"/>
              <a:gd name="connsiteX1014-20671" fmla="*/ 6800669 w 18982931"/>
              <a:gd name="connsiteY1014-20672" fmla="*/ 2255583 h 4449429"/>
              <a:gd name="connsiteX1015-20673" fmla="*/ 6837709 w 18982931"/>
              <a:gd name="connsiteY1015-20674" fmla="*/ 2181496 h 4449429"/>
              <a:gd name="connsiteX1016-20675" fmla="*/ 6841831 w 18982931"/>
              <a:gd name="connsiteY1016-20676" fmla="*/ 2152681 h 4449429"/>
              <a:gd name="connsiteX1017-20677" fmla="*/ 6845941 w 18982931"/>
              <a:gd name="connsiteY1017-20678" fmla="*/ 2115639 h 4449429"/>
              <a:gd name="connsiteX1018-20679" fmla="*/ 6857139 w 18982931"/>
              <a:gd name="connsiteY1018-20680" fmla="*/ 2115639 h 4449429"/>
              <a:gd name="connsiteX1019-20681" fmla="*/ 6899298 w 18982931"/>
              <a:gd name="connsiteY1019-20682" fmla="*/ 2109470 h 4449429"/>
              <a:gd name="connsiteX1020-20683" fmla="*/ 6922965 w 18982931"/>
              <a:gd name="connsiteY1020-20684" fmla="*/ 2140339 h 4449429"/>
              <a:gd name="connsiteX1021-20685" fmla="*/ 7009406 w 18982931"/>
              <a:gd name="connsiteY1021-20686" fmla="*/ 2070365 h 4449429"/>
              <a:gd name="connsiteX1022-20687" fmla="*/ 7145231 w 18982931"/>
              <a:gd name="connsiteY1022-20688" fmla="*/ 2066247 h 4449429"/>
              <a:gd name="connsiteX1023-20689" fmla="*/ 7145231 w 18982931"/>
              <a:gd name="connsiteY1023-20690" fmla="*/ 1901605 h 4449429"/>
              <a:gd name="connsiteX1024-20691" fmla="*/ 7145231 w 18982931"/>
              <a:gd name="connsiteY1024-20692" fmla="*/ 1769896 h 4449429"/>
              <a:gd name="connsiteX1025-20693" fmla="*/ 7215204 w 18982931"/>
              <a:gd name="connsiteY1025-20694" fmla="*/ 1597024 h 4449429"/>
              <a:gd name="connsiteX1026-20695" fmla="*/ 7285174 w 18982931"/>
              <a:gd name="connsiteY1026-20696" fmla="*/ 1753433 h 4449429"/>
              <a:gd name="connsiteX1027-20697" fmla="*/ 7297524 w 18982931"/>
              <a:gd name="connsiteY1027-20698" fmla="*/ 2062134 h 4449429"/>
              <a:gd name="connsiteX1028-20699" fmla="*/ 7367494 w 18982931"/>
              <a:gd name="connsiteY1028-20700" fmla="*/ 2066247 h 4449429"/>
              <a:gd name="connsiteX1029-20701" fmla="*/ 7371610 w 18982931"/>
              <a:gd name="connsiteY1029-20702" fmla="*/ 2148567 h 4449429"/>
              <a:gd name="connsiteX1030-20703" fmla="*/ 7462167 w 18982931"/>
              <a:gd name="connsiteY1030-20704" fmla="*/ 2148567 h 4449429"/>
              <a:gd name="connsiteX1031-20705" fmla="*/ 7462167 w 18982931"/>
              <a:gd name="connsiteY1031-20706" fmla="*/ 2095061 h 4449429"/>
              <a:gd name="connsiteX1032-20707" fmla="*/ 7462167 w 18982931"/>
              <a:gd name="connsiteY1032-20708" fmla="*/ 1597024 h 4449429"/>
              <a:gd name="connsiteX1033-20709" fmla="*/ 7482743 w 18982931"/>
              <a:gd name="connsiteY1033-20710" fmla="*/ 1008430 h 4449429"/>
              <a:gd name="connsiteX1034-20711" fmla="*/ 7495096 w 18982931"/>
              <a:gd name="connsiteY1034-20712" fmla="*/ 921991 h 4449429"/>
              <a:gd name="connsiteX1035-20713" fmla="*/ 7536254 w 18982931"/>
              <a:gd name="connsiteY1035-20714" fmla="*/ 934341 h 4449429"/>
              <a:gd name="connsiteX1036-20715" fmla="*/ 7577416 w 18982931"/>
              <a:gd name="connsiteY1036-20716" fmla="*/ 563899 h 4449429"/>
              <a:gd name="connsiteX1037-20717" fmla="*/ 7589759 w 18982931"/>
              <a:gd name="connsiteY1037-20718" fmla="*/ 563899 h 4449429"/>
              <a:gd name="connsiteX1038-20719" fmla="*/ 7639153 w 18982931"/>
              <a:gd name="connsiteY1038-20720" fmla="*/ 975501 h 4449429"/>
              <a:gd name="connsiteX1039-20721" fmla="*/ 7655614 w 18982931"/>
              <a:gd name="connsiteY1039-20722" fmla="*/ 926109 h 4449429"/>
              <a:gd name="connsiteX1040-20723" fmla="*/ 7667968 w 18982931"/>
              <a:gd name="connsiteY1040-20724" fmla="*/ 926109 h 4449429"/>
              <a:gd name="connsiteX1041-20725" fmla="*/ 7676196 w 18982931"/>
              <a:gd name="connsiteY1041-20726" fmla="*/ 1037243 h 4449429"/>
              <a:gd name="connsiteX1042-20727" fmla="*/ 7676196 w 18982931"/>
              <a:gd name="connsiteY1042-20728" fmla="*/ 2049787 h 4449429"/>
              <a:gd name="connsiteX1043-20729" fmla="*/ 7705009 w 18982931"/>
              <a:gd name="connsiteY1043-20730" fmla="*/ 2267935 h 4449429"/>
              <a:gd name="connsiteX1044-20731" fmla="*/ 7750287 w 18982931"/>
              <a:gd name="connsiteY1044-20732" fmla="*/ 2469622 h 4449429"/>
              <a:gd name="connsiteX1045-20733" fmla="*/ 7849072 w 18982931"/>
              <a:gd name="connsiteY1045-20734" fmla="*/ 2469622 h 4449429"/>
              <a:gd name="connsiteX1046-20735" fmla="*/ 7849072 w 18982931"/>
              <a:gd name="connsiteY1046-20736" fmla="*/ 2284398 h 4449429"/>
              <a:gd name="connsiteX1047-20737" fmla="*/ 7919042 w 18982931"/>
              <a:gd name="connsiteY1047-20738" fmla="*/ 2284398 h 4449429"/>
              <a:gd name="connsiteX1048-20739" fmla="*/ 7919042 w 18982931"/>
              <a:gd name="connsiteY1048-20740" fmla="*/ 2473736 h 4449429"/>
              <a:gd name="connsiteX1049-20741" fmla="*/ 8108380 w 18982931"/>
              <a:gd name="connsiteY1049-20742" fmla="*/ 2473736 h 4449429"/>
              <a:gd name="connsiteX1050-20743" fmla="*/ 8142338 w 18982931"/>
              <a:gd name="connsiteY1050-20744" fmla="*/ 2481454 h 4449429"/>
              <a:gd name="connsiteX1051-20745" fmla="*/ 8144242 w 18982931"/>
              <a:gd name="connsiteY1051-20746" fmla="*/ 2485067 h 4449429"/>
              <a:gd name="connsiteX1052-20747" fmla="*/ 8144242 w 18982931"/>
              <a:gd name="connsiteY1052-20748" fmla="*/ 1280084 h 4449429"/>
              <a:gd name="connsiteX1053-20749" fmla="*/ 8189518 w 18982931"/>
              <a:gd name="connsiteY1053-20750" fmla="*/ 1115443 h 4449429"/>
              <a:gd name="connsiteX1054-20751" fmla="*/ 8230679 w 18982931"/>
              <a:gd name="connsiteY1054-20752" fmla="*/ 1090746 h 4449429"/>
              <a:gd name="connsiteX1055-20753" fmla="*/ 8477642 w 18982931"/>
              <a:gd name="connsiteY1055-20754" fmla="*/ 1090746 h 4449429"/>
              <a:gd name="connsiteX1056-20755" fmla="*/ 8518799 w 18982931"/>
              <a:gd name="connsiteY1056-20756" fmla="*/ 1111328 h 4449429"/>
              <a:gd name="connsiteX1057-20757" fmla="*/ 8568194 w 18982931"/>
              <a:gd name="connsiteY1057-20758" fmla="*/ 1288315 h 4449429"/>
              <a:gd name="connsiteX1058-20759" fmla="*/ 8572304 w 18982931"/>
              <a:gd name="connsiteY1058-20760" fmla="*/ 2152681 h 4449429"/>
              <a:gd name="connsiteX1059-20761" fmla="*/ 8572304 w 18982931"/>
              <a:gd name="connsiteY1059-20762" fmla="*/ 2222656 h 4449429"/>
              <a:gd name="connsiteX1060-20763" fmla="*/ 8827499 w 18982931"/>
              <a:gd name="connsiteY1060-20764" fmla="*/ 2222656 h 4449429"/>
              <a:gd name="connsiteX1061-20765" fmla="*/ 8827499 w 18982931"/>
              <a:gd name="connsiteY1061-20766" fmla="*/ 2053897 h 4449429"/>
              <a:gd name="connsiteX1062-20767" fmla="*/ 8827499 w 18982931"/>
              <a:gd name="connsiteY1062-20768" fmla="*/ 1996272 h 4449429"/>
              <a:gd name="connsiteX1063-20769" fmla="*/ 8926285 w 18982931"/>
              <a:gd name="connsiteY1063-20770" fmla="*/ 1876910 h 4449429"/>
              <a:gd name="connsiteX1064-20771" fmla="*/ 8926285 w 18982931"/>
              <a:gd name="connsiteY1064-20772" fmla="*/ 1757542 h 4449429"/>
              <a:gd name="connsiteX1065-20773" fmla="*/ 8926285 w 18982931"/>
              <a:gd name="connsiteY1065-20774" fmla="*/ 1527045 h 4449429"/>
              <a:gd name="connsiteX1066-20775" fmla="*/ 8950980 w 18982931"/>
              <a:gd name="connsiteY1066-20776" fmla="*/ 1432378 h 4449429"/>
              <a:gd name="connsiteX1067-20777" fmla="*/ 8950980 w 18982931"/>
              <a:gd name="connsiteY1067-20778" fmla="*/ 1424146 h 4449429"/>
              <a:gd name="connsiteX1068-20779" fmla="*/ 8983911 w 18982931"/>
              <a:gd name="connsiteY1068-20780" fmla="*/ 1107210 h 4449429"/>
              <a:gd name="connsiteX1069-20781" fmla="*/ 8992140 w 18982931"/>
              <a:gd name="connsiteY1069-20782" fmla="*/ 1049586 h 4449429"/>
              <a:gd name="connsiteX1070-20783" fmla="*/ 9012723 w 18982931"/>
              <a:gd name="connsiteY1070-20784" fmla="*/ 1049586 h 4449429"/>
              <a:gd name="connsiteX1071-20785" fmla="*/ 9049767 w 18982931"/>
              <a:gd name="connsiteY1071-20786" fmla="*/ 1325362 h 4449429"/>
              <a:gd name="connsiteX1072-20787" fmla="*/ 9115624 w 18982931"/>
              <a:gd name="connsiteY1072-20788" fmla="*/ 1329476 h 4449429"/>
              <a:gd name="connsiteX1073-20789" fmla="*/ 9165014 w 18982931"/>
              <a:gd name="connsiteY1073-20790" fmla="*/ 1436493 h 4449429"/>
              <a:gd name="connsiteX1074-20791" fmla="*/ 9181479 w 18982931"/>
              <a:gd name="connsiteY1074-20792" fmla="*/ 1494116 h 4449429"/>
              <a:gd name="connsiteX1075-20793" fmla="*/ 9181479 w 18982931"/>
              <a:gd name="connsiteY1075-20794" fmla="*/ 1823399 h 4449429"/>
              <a:gd name="connsiteX1076-20795" fmla="*/ 9181479 w 18982931"/>
              <a:gd name="connsiteY1076-20796" fmla="*/ 1881023 h 4449429"/>
              <a:gd name="connsiteX1077-20797" fmla="*/ 9280267 w 18982931"/>
              <a:gd name="connsiteY1077-20798" fmla="*/ 1881023 h 4449429"/>
              <a:gd name="connsiteX1078-20799" fmla="*/ 9280267 w 18982931"/>
              <a:gd name="connsiteY1078-20800" fmla="*/ 1815166 h 4449429"/>
              <a:gd name="connsiteX1079-20801" fmla="*/ 9280267 w 18982931"/>
              <a:gd name="connsiteY1079-20802" fmla="*/ 304587 h 4449429"/>
              <a:gd name="connsiteX1080-20803" fmla="*/ 9346122 w 18982931"/>
              <a:gd name="connsiteY1080-20804" fmla="*/ 238731 h 4449429"/>
              <a:gd name="connsiteX1081-20805" fmla="*/ 9453137 w 18982931"/>
              <a:gd name="connsiteY1081-20806" fmla="*/ 341628 h 4449429"/>
              <a:gd name="connsiteX1082-20807" fmla="*/ 9453137 w 18982931"/>
              <a:gd name="connsiteY1082-20808" fmla="*/ 1815166 h 4449429"/>
              <a:gd name="connsiteX1083-20809" fmla="*/ 9453137 w 18982931"/>
              <a:gd name="connsiteY1083-20810" fmla="*/ 1876910 h 4449429"/>
              <a:gd name="connsiteX1084-20811" fmla="*/ 9551919 w 18982931"/>
              <a:gd name="connsiteY1084-20812" fmla="*/ 1876910 h 4449429"/>
              <a:gd name="connsiteX1085-20813" fmla="*/ 9551919 w 18982931"/>
              <a:gd name="connsiteY1085-20814" fmla="*/ 1724614 h 4449429"/>
              <a:gd name="connsiteX1086-20815" fmla="*/ 9551919 w 18982931"/>
              <a:gd name="connsiteY1086-20816" fmla="*/ 1481771 h 4449429"/>
              <a:gd name="connsiteX1087-20817" fmla="*/ 9597198 w 18982931"/>
              <a:gd name="connsiteY1087-20818" fmla="*/ 1374754 h 4449429"/>
              <a:gd name="connsiteX1088-20819" fmla="*/ 9613662 w 18982931"/>
              <a:gd name="connsiteY1088-20820" fmla="*/ 1325362 h 4449429"/>
              <a:gd name="connsiteX1089-20821" fmla="*/ 9683632 w 18982931"/>
              <a:gd name="connsiteY1089-20822" fmla="*/ 1325362 h 4449429"/>
              <a:gd name="connsiteX1090-20823" fmla="*/ 9683632 w 18982931"/>
              <a:gd name="connsiteY1090-20824" fmla="*/ 1522931 h 4449429"/>
              <a:gd name="connsiteX1091-20825" fmla="*/ 9819464 w 18982931"/>
              <a:gd name="connsiteY1091-20826" fmla="*/ 1522931 h 4449429"/>
              <a:gd name="connsiteX1092-20827" fmla="*/ 9819464 w 18982931"/>
              <a:gd name="connsiteY1092-20828" fmla="*/ 1720501 h 4449429"/>
              <a:gd name="connsiteX1093-20829" fmla="*/ 9819464 w 18982931"/>
              <a:gd name="connsiteY1093-20830" fmla="*/ 1835749 h 4449429"/>
              <a:gd name="connsiteX1094-20831" fmla="*/ 9868856 w 18982931"/>
              <a:gd name="connsiteY1094-20832" fmla="*/ 1885142 h 4449429"/>
              <a:gd name="connsiteX1095-20833" fmla="*/ 9922361 w 18982931"/>
              <a:gd name="connsiteY1095-20834" fmla="*/ 1938648 h 4449429"/>
              <a:gd name="connsiteX1096-20835" fmla="*/ 9922361 w 18982931"/>
              <a:gd name="connsiteY1096-20836" fmla="*/ 2226770 h 4449429"/>
              <a:gd name="connsiteX1097-20837" fmla="*/ 10189906 w 18982931"/>
              <a:gd name="connsiteY1097-20838" fmla="*/ 2226770 h 4449429"/>
              <a:gd name="connsiteX1098-20839" fmla="*/ 10189906 w 18982931"/>
              <a:gd name="connsiteY1098-20840" fmla="*/ 1864559 h 4449429"/>
              <a:gd name="connsiteX1099-20841" fmla="*/ 10251644 w 18982931"/>
              <a:gd name="connsiteY1099-20842" fmla="*/ 1852213 h 4449429"/>
              <a:gd name="connsiteX1100-20843" fmla="*/ 10251644 w 18982931"/>
              <a:gd name="connsiteY1100-20844" fmla="*/ 1465306 h 4449429"/>
              <a:gd name="connsiteX1101-20845" fmla="*/ 10198137 w 18982931"/>
              <a:gd name="connsiteY1101-20846" fmla="*/ 1461188 h 4449429"/>
              <a:gd name="connsiteX1102-20847" fmla="*/ 10198137 w 18982931"/>
              <a:gd name="connsiteY1102-20848" fmla="*/ 1317129 h 4449429"/>
              <a:gd name="connsiteX1103-20849" fmla="*/ 10572694 w 18982931"/>
              <a:gd name="connsiteY1103-20850" fmla="*/ 1317129 h 4449429"/>
              <a:gd name="connsiteX1104-20851" fmla="*/ 10572694 w 18982931"/>
              <a:gd name="connsiteY1104-20852" fmla="*/ 2140336 h 4449429"/>
              <a:gd name="connsiteX1105-20853" fmla="*/ 10642669 w 18982931"/>
              <a:gd name="connsiteY1105-20854" fmla="*/ 2144449 h 4449429"/>
              <a:gd name="connsiteX1106-20855" fmla="*/ 10642669 w 18982931"/>
              <a:gd name="connsiteY1106-20856" fmla="*/ 2477849 h 4449429"/>
              <a:gd name="connsiteX1107-20857" fmla="*/ 10885512 w 18982931"/>
              <a:gd name="connsiteY1107-20858" fmla="*/ 2477849 h 4449429"/>
              <a:gd name="connsiteX1108-20859" fmla="*/ 10885512 w 18982931"/>
              <a:gd name="connsiteY1108-20860" fmla="*/ 2292626 h 4449429"/>
              <a:gd name="connsiteX1109-20861" fmla="*/ 10959601 w 18982931"/>
              <a:gd name="connsiteY1109-20862" fmla="*/ 2292626 h 4449429"/>
              <a:gd name="connsiteX1110-20863" fmla="*/ 10959601 w 18982931"/>
              <a:gd name="connsiteY1110-20864" fmla="*/ 2477849 h 4449429"/>
              <a:gd name="connsiteX1111-20865" fmla="*/ 11066618 w 18982931"/>
              <a:gd name="connsiteY1111-20866" fmla="*/ 2477849 h 4449429"/>
              <a:gd name="connsiteX1112-20867" fmla="*/ 11107778 w 18982931"/>
              <a:gd name="connsiteY1112-20868" fmla="*/ 2284395 h 4449429"/>
              <a:gd name="connsiteX1113-20869" fmla="*/ 11136593 w 18982931"/>
              <a:gd name="connsiteY1113-20870" fmla="*/ 2053897 h 4449429"/>
              <a:gd name="connsiteX1114-20871" fmla="*/ 11136593 w 18982931"/>
              <a:gd name="connsiteY1114-20872" fmla="*/ 1061936 h 4449429"/>
              <a:gd name="connsiteX1115-20873" fmla="*/ 11148938 w 18982931"/>
              <a:gd name="connsiteY1115-20874" fmla="*/ 938454 h 4449429"/>
              <a:gd name="connsiteX1116-20875" fmla="*/ 11161288 w 18982931"/>
              <a:gd name="connsiteY1116-20876" fmla="*/ 938454 h 4449429"/>
              <a:gd name="connsiteX1117-20877" fmla="*/ 11177753 w 18982931"/>
              <a:gd name="connsiteY1117-20878" fmla="*/ 983729 h 4449429"/>
              <a:gd name="connsiteX1118-20879" fmla="*/ 11231258 w 18982931"/>
              <a:gd name="connsiteY1118-20880" fmla="*/ 572126 h 4449429"/>
              <a:gd name="connsiteX1119-20881" fmla="*/ 11243610 w 18982931"/>
              <a:gd name="connsiteY1119-20882" fmla="*/ 572126 h 4449429"/>
              <a:gd name="connsiteX1120-20883" fmla="*/ 11284770 w 18982931"/>
              <a:gd name="connsiteY1120-20884" fmla="*/ 946687 h 4449429"/>
              <a:gd name="connsiteX1121-20885" fmla="*/ 11325929 w 18982931"/>
              <a:gd name="connsiteY1121-20886" fmla="*/ 934337 h 4449429"/>
              <a:gd name="connsiteX1122-20887" fmla="*/ 11342394 w 18982931"/>
              <a:gd name="connsiteY1122-20888" fmla="*/ 1061936 h 4449429"/>
              <a:gd name="connsiteX1123-20889" fmla="*/ 11342394 w 18982931"/>
              <a:gd name="connsiteY1123-20890" fmla="*/ 1300666 h 4449429"/>
              <a:gd name="connsiteX1124-20891" fmla="*/ 11358857 w 18982931"/>
              <a:gd name="connsiteY1124-20892" fmla="*/ 2132104 h 4449429"/>
              <a:gd name="connsiteX1125-20893" fmla="*/ 11362976 w 18982931"/>
              <a:gd name="connsiteY1125-20894" fmla="*/ 2165031 h 4449429"/>
              <a:gd name="connsiteX1126-20895" fmla="*/ 11453524 w 18982931"/>
              <a:gd name="connsiteY1126-20896" fmla="*/ 2165031 h 4449429"/>
              <a:gd name="connsiteX1127-20897" fmla="*/ 11457643 w 18982931"/>
              <a:gd name="connsiteY1127-20898" fmla="*/ 2082711 h 4449429"/>
              <a:gd name="connsiteX1128-20899" fmla="*/ 11535845 w 18982931"/>
              <a:gd name="connsiteY1128-20900" fmla="*/ 2078592 h 4449429"/>
              <a:gd name="connsiteX1129-20901" fmla="*/ 11535845 w 18982931"/>
              <a:gd name="connsiteY1129-20902" fmla="*/ 2004505 h 4449429"/>
              <a:gd name="connsiteX1130-20903" fmla="*/ 11548195 w 18982931"/>
              <a:gd name="connsiteY1130-20904" fmla="*/ 1736964 h 4449429"/>
              <a:gd name="connsiteX1131-20905" fmla="*/ 11609938 w 18982931"/>
              <a:gd name="connsiteY1131-20906" fmla="*/ 1609365 h 4449429"/>
              <a:gd name="connsiteX1132-20907" fmla="*/ 11688140 w 18982931"/>
              <a:gd name="connsiteY1132-20908" fmla="*/ 1765774 h 4449429"/>
              <a:gd name="connsiteX1133-20909" fmla="*/ 11688140 w 18982931"/>
              <a:gd name="connsiteY1133-20910" fmla="*/ 2082711 h 4449429"/>
              <a:gd name="connsiteX1134-20911" fmla="*/ 11910406 w 18982931"/>
              <a:gd name="connsiteY1134-20912" fmla="*/ 2148567 h 4449429"/>
              <a:gd name="connsiteX1135-20913" fmla="*/ 11988608 w 18982931"/>
              <a:gd name="connsiteY1135-20914" fmla="*/ 2119754 h 4449429"/>
              <a:gd name="connsiteX1136-20915" fmla="*/ 11991181 w 18982931"/>
              <a:gd name="connsiteY1136-20916" fmla="*/ 2153197 h 4449429"/>
              <a:gd name="connsiteX1137-20917" fmla="*/ 11993908 w 18982931"/>
              <a:gd name="connsiteY1137-20918" fmla="*/ 2158900 h 4449429"/>
              <a:gd name="connsiteX1138-20919" fmla="*/ 11993908 w 18982931"/>
              <a:gd name="connsiteY1138-20920" fmla="*/ 2156799 h 4449429"/>
              <a:gd name="connsiteX1139-20921" fmla="*/ 11998023 w 18982931"/>
              <a:gd name="connsiteY1139-20922" fmla="*/ 2115639 h 4449429"/>
              <a:gd name="connsiteX1140-20923" fmla="*/ 12010373 w 18982931"/>
              <a:gd name="connsiteY1140-20924" fmla="*/ 2115639 h 4449429"/>
              <a:gd name="connsiteX1141-20925" fmla="*/ 12014490 w 18982931"/>
              <a:gd name="connsiteY1141-20926" fmla="*/ 2185614 h 4449429"/>
              <a:gd name="connsiteX1142-20927" fmla="*/ 12055650 w 18982931"/>
              <a:gd name="connsiteY1142-20928" fmla="*/ 2259703 h 4449429"/>
              <a:gd name="connsiteX1143-20929" fmla="*/ 12109157 w 18982931"/>
              <a:gd name="connsiteY1143-20930" fmla="*/ 2267933 h 4449429"/>
              <a:gd name="connsiteX1144-20931" fmla="*/ 12137972 w 18982931"/>
              <a:gd name="connsiteY1144-20932" fmla="*/ 2580753 h 4449429"/>
              <a:gd name="connsiteX1145-20933" fmla="*/ 12150317 w 18982931"/>
              <a:gd name="connsiteY1145-20934" fmla="*/ 2580753 h 4449429"/>
              <a:gd name="connsiteX1146-20935" fmla="*/ 12179132 w 18982931"/>
              <a:gd name="connsiteY1146-20936" fmla="*/ 2411992 h 4449429"/>
              <a:gd name="connsiteX1147-20937" fmla="*/ 12207942 w 18982931"/>
              <a:gd name="connsiteY1147-20938" fmla="*/ 2160917 h 4449429"/>
              <a:gd name="connsiteX1148-20939" fmla="*/ 12216174 w 18982931"/>
              <a:gd name="connsiteY1148-20940" fmla="*/ 2152686 h 4449429"/>
              <a:gd name="connsiteX1149-20941" fmla="*/ 12331423 w 18982931"/>
              <a:gd name="connsiteY1149-20942" fmla="*/ 2152686 h 4449429"/>
              <a:gd name="connsiteX1150-20943" fmla="*/ 12331423 w 18982931"/>
              <a:gd name="connsiteY1150-20944" fmla="*/ 2317327 h 4449429"/>
              <a:gd name="connsiteX1151-20945" fmla="*/ 12496064 w 18982931"/>
              <a:gd name="connsiteY1151-20946" fmla="*/ 2313208 h 4449429"/>
              <a:gd name="connsiteX1152-20947" fmla="*/ 12557802 w 18982931"/>
              <a:gd name="connsiteY1152-20948" fmla="*/ 2210310 h 4449429"/>
              <a:gd name="connsiteX1153-20949" fmla="*/ 12566034 w 18982931"/>
              <a:gd name="connsiteY1153-20950" fmla="*/ 2206191 h 4449429"/>
              <a:gd name="connsiteX1154-20951" fmla="*/ 12598962 w 18982931"/>
              <a:gd name="connsiteY1154-20952" fmla="*/ 2267933 h 4449429"/>
              <a:gd name="connsiteX1155-20953" fmla="*/ 12607194 w 18982931"/>
              <a:gd name="connsiteY1155-20954" fmla="*/ 2263816 h 4449429"/>
              <a:gd name="connsiteX1156-20955" fmla="*/ 12607194 w 18982931"/>
              <a:gd name="connsiteY1156-20956" fmla="*/ 1461193 h 4449429"/>
              <a:gd name="connsiteX1157-20957" fmla="*/ 12677169 w 18982931"/>
              <a:gd name="connsiteY1157-20958" fmla="*/ 1230695 h 4449429"/>
              <a:gd name="connsiteX1158-20959" fmla="*/ 12920017 w 18982931"/>
              <a:gd name="connsiteY1158-20960" fmla="*/ 1230695 h 4449429"/>
              <a:gd name="connsiteX1159-20961" fmla="*/ 12948827 w 18982931"/>
              <a:gd name="connsiteY1159-20962" fmla="*/ 1490003 h 4449429"/>
              <a:gd name="connsiteX1160-20963" fmla="*/ 12948827 w 18982931"/>
              <a:gd name="connsiteY1160-20964" fmla="*/ 1909838 h 4449429"/>
              <a:gd name="connsiteX1161-20965" fmla="*/ 12948827 w 18982931"/>
              <a:gd name="connsiteY1161-20966" fmla="*/ 1975695 h 4449429"/>
              <a:gd name="connsiteX1162-20967" fmla="*/ 12969405 w 18982931"/>
              <a:gd name="connsiteY1162-20968" fmla="*/ 1979812 h 4449429"/>
              <a:gd name="connsiteX1163-20969" fmla="*/ 12989987 w 18982931"/>
              <a:gd name="connsiteY1163-20970" fmla="*/ 1913955 h 4449429"/>
              <a:gd name="connsiteX1164-20971" fmla="*/ 12989987 w 18982931"/>
              <a:gd name="connsiteY1164-20972" fmla="*/ 1469425 h 4449429"/>
              <a:gd name="connsiteX1165-20973" fmla="*/ 13064076 w 18982931"/>
              <a:gd name="connsiteY1165-20974" fmla="*/ 1395336 h 4449429"/>
              <a:gd name="connsiteX1166-20975" fmla="*/ 13146396 w 18982931"/>
              <a:gd name="connsiteY1166-20976" fmla="*/ 1395336 h 4449429"/>
              <a:gd name="connsiteX1167-20977" fmla="*/ 13146396 w 18982931"/>
              <a:gd name="connsiteY1167-20978" fmla="*/ 1111328 h 4449429"/>
              <a:gd name="connsiteX1168-20979" fmla="*/ 13216366 w 18982931"/>
              <a:gd name="connsiteY1168-20980" fmla="*/ 1103096 h 4449429"/>
              <a:gd name="connsiteX1169-20981" fmla="*/ 13228716 w 18982931"/>
              <a:gd name="connsiteY1169-20982" fmla="*/ 1041358 h 4449429"/>
              <a:gd name="connsiteX1170-20983" fmla="*/ 13368662 w 18982931"/>
              <a:gd name="connsiteY1170-20984" fmla="*/ 1041358 h 4449429"/>
              <a:gd name="connsiteX1171-20985" fmla="*/ 13368662 w 18982931"/>
              <a:gd name="connsiteY1171-20986" fmla="*/ 687379 h 4449429"/>
              <a:gd name="connsiteX1172-20987" fmla="*/ 13483911 w 18982931"/>
              <a:gd name="connsiteY1172-20988" fmla="*/ 687379 h 4449429"/>
              <a:gd name="connsiteX1173-20989" fmla="*/ 13483911 w 18982931"/>
              <a:gd name="connsiteY1173-20990" fmla="*/ 617404 h 4449429"/>
              <a:gd name="connsiteX1174-20991" fmla="*/ 13483911 w 18982931"/>
              <a:gd name="connsiteY1174-20992" fmla="*/ 131714 h 4449429"/>
              <a:gd name="connsiteX1175-20993" fmla="*/ 13541534 w 18982931"/>
              <a:gd name="connsiteY1175-20994" fmla="*/ 74089 h 4449429"/>
              <a:gd name="connsiteX1176-20995" fmla="*/ 13685593 w 18982931"/>
              <a:gd name="connsiteY1176-20996" fmla="*/ 74089 h 4449429"/>
              <a:gd name="connsiteX1177-20997" fmla="*/ 13730872 w 18982931"/>
              <a:gd name="connsiteY1177-20998" fmla="*/ 49392 h 4449429"/>
              <a:gd name="connsiteX1178-20999" fmla="*/ 13739104 w 18982931"/>
              <a:gd name="connsiteY1178-21000" fmla="*/ 0 h 4449429"/>
              <a:gd name="connsiteX0-21001" fmla="*/ 16404499 w 18982931"/>
              <a:gd name="connsiteY0-21002" fmla="*/ 4309270 h 4449429"/>
              <a:gd name="connsiteX1-21003" fmla="*/ 16404499 w 18982931"/>
              <a:gd name="connsiteY1-21004" fmla="*/ 4366104 h 4449429"/>
              <a:gd name="connsiteX2-21005" fmla="*/ 16461332 w 18982931"/>
              <a:gd name="connsiteY2-21006" fmla="*/ 4366104 h 4449429"/>
              <a:gd name="connsiteX3-21007" fmla="*/ 16461332 w 18982931"/>
              <a:gd name="connsiteY3-21008" fmla="*/ 4309270 h 4449429"/>
              <a:gd name="connsiteX4-21009" fmla="*/ 16404499 w 18982931"/>
              <a:gd name="connsiteY4-21010" fmla="*/ 4309270 h 4449429"/>
              <a:gd name="connsiteX5-21011" fmla="*/ 16292444 w 18982931"/>
              <a:gd name="connsiteY5-21012" fmla="*/ 4309270 h 4449429"/>
              <a:gd name="connsiteX6-21013" fmla="*/ 16292444 w 18982931"/>
              <a:gd name="connsiteY6-21014" fmla="*/ 4366104 h 4449429"/>
              <a:gd name="connsiteX7-21015" fmla="*/ 16349278 w 18982931"/>
              <a:gd name="connsiteY7-21016" fmla="*/ 4366104 h 4449429"/>
              <a:gd name="connsiteX8-21017" fmla="*/ 16349278 w 18982931"/>
              <a:gd name="connsiteY8-21018" fmla="*/ 4309270 h 4449429"/>
              <a:gd name="connsiteX9-21019" fmla="*/ 16292444 w 18982931"/>
              <a:gd name="connsiteY9-21020" fmla="*/ 4309270 h 4449429"/>
              <a:gd name="connsiteX10-21021" fmla="*/ 16180390 w 18982931"/>
              <a:gd name="connsiteY10-21022" fmla="*/ 4309270 h 4449429"/>
              <a:gd name="connsiteX11-21023" fmla="*/ 16180390 w 18982931"/>
              <a:gd name="connsiteY11-21024" fmla="*/ 4366104 h 4449429"/>
              <a:gd name="connsiteX12-21025" fmla="*/ 16237224 w 18982931"/>
              <a:gd name="connsiteY12-21026" fmla="*/ 4366104 h 4449429"/>
              <a:gd name="connsiteX13-21027" fmla="*/ 16237224 w 18982931"/>
              <a:gd name="connsiteY13-21028" fmla="*/ 4309270 h 4449429"/>
              <a:gd name="connsiteX14-21029" fmla="*/ 16180390 w 18982931"/>
              <a:gd name="connsiteY14-21030" fmla="*/ 4309270 h 4449429"/>
              <a:gd name="connsiteX15-21031" fmla="*/ 2813944 w 18982931"/>
              <a:gd name="connsiteY15-21032" fmla="*/ 4309269 h 4449429"/>
              <a:gd name="connsiteX16-21033" fmla="*/ 2813944 w 18982931"/>
              <a:gd name="connsiteY16-21034" fmla="*/ 4366102 h 4449429"/>
              <a:gd name="connsiteX17-21035" fmla="*/ 2870780 w 18982931"/>
              <a:gd name="connsiteY17-21036" fmla="*/ 4366102 h 4449429"/>
              <a:gd name="connsiteX18-21037" fmla="*/ 2870780 w 18982931"/>
              <a:gd name="connsiteY18-21038" fmla="*/ 4309269 h 4449429"/>
              <a:gd name="connsiteX19-21039" fmla="*/ 2813944 w 18982931"/>
              <a:gd name="connsiteY19-21040" fmla="*/ 4309269 h 4449429"/>
              <a:gd name="connsiteX20-21041" fmla="*/ 2701890 w 18982931"/>
              <a:gd name="connsiteY20-21042" fmla="*/ 4309269 h 4449429"/>
              <a:gd name="connsiteX21-21043" fmla="*/ 2701890 w 18982931"/>
              <a:gd name="connsiteY21-21044" fmla="*/ 4366102 h 4449429"/>
              <a:gd name="connsiteX22-21045" fmla="*/ 2758723 w 18982931"/>
              <a:gd name="connsiteY22-21046" fmla="*/ 4366102 h 4449429"/>
              <a:gd name="connsiteX23-21047" fmla="*/ 2758723 w 18982931"/>
              <a:gd name="connsiteY23-21048" fmla="*/ 4309269 h 4449429"/>
              <a:gd name="connsiteX24-21049" fmla="*/ 2701890 w 18982931"/>
              <a:gd name="connsiteY24-21050" fmla="*/ 4309269 h 4449429"/>
              <a:gd name="connsiteX25-21051" fmla="*/ 2589843 w 18982931"/>
              <a:gd name="connsiteY25-21052" fmla="*/ 4309269 h 4449429"/>
              <a:gd name="connsiteX26-21053" fmla="*/ 2589843 w 18982931"/>
              <a:gd name="connsiteY26-21054" fmla="*/ 4366102 h 4449429"/>
              <a:gd name="connsiteX27-21055" fmla="*/ 2646669 w 18982931"/>
              <a:gd name="connsiteY27-21056" fmla="*/ 4366102 h 4449429"/>
              <a:gd name="connsiteX28-21057" fmla="*/ 2646669 w 18982931"/>
              <a:gd name="connsiteY28-21058" fmla="*/ 4309269 h 4449429"/>
              <a:gd name="connsiteX29-21059" fmla="*/ 2589843 w 18982931"/>
              <a:gd name="connsiteY29-21060" fmla="*/ 4309269 h 4449429"/>
              <a:gd name="connsiteX30-21061" fmla="*/ 16404499 w 18982931"/>
              <a:gd name="connsiteY30-21062" fmla="*/ 4163982 h 4449429"/>
              <a:gd name="connsiteX31-21063" fmla="*/ 16404499 w 18982931"/>
              <a:gd name="connsiteY31-21064" fmla="*/ 4220816 h 4449429"/>
              <a:gd name="connsiteX32-21065" fmla="*/ 16461332 w 18982931"/>
              <a:gd name="connsiteY32-21066" fmla="*/ 4220816 h 4449429"/>
              <a:gd name="connsiteX33-21067" fmla="*/ 16461332 w 18982931"/>
              <a:gd name="connsiteY33-21068" fmla="*/ 4163982 h 4449429"/>
              <a:gd name="connsiteX34-21069" fmla="*/ 16404499 w 18982931"/>
              <a:gd name="connsiteY34-21070" fmla="*/ 4163982 h 4449429"/>
              <a:gd name="connsiteX35-21071" fmla="*/ 16292444 w 18982931"/>
              <a:gd name="connsiteY35-21072" fmla="*/ 4163982 h 4449429"/>
              <a:gd name="connsiteX36-21073" fmla="*/ 16292444 w 18982931"/>
              <a:gd name="connsiteY36-21074" fmla="*/ 4220816 h 4449429"/>
              <a:gd name="connsiteX37-21075" fmla="*/ 16349278 w 18982931"/>
              <a:gd name="connsiteY37-21076" fmla="*/ 4220816 h 4449429"/>
              <a:gd name="connsiteX38-21077" fmla="*/ 16349278 w 18982931"/>
              <a:gd name="connsiteY38-21078" fmla="*/ 4163982 h 4449429"/>
              <a:gd name="connsiteX39-21079" fmla="*/ 16292444 w 18982931"/>
              <a:gd name="connsiteY39-21080" fmla="*/ 4163982 h 4449429"/>
              <a:gd name="connsiteX40-21081" fmla="*/ 16180390 w 18982931"/>
              <a:gd name="connsiteY40-21082" fmla="*/ 4163982 h 4449429"/>
              <a:gd name="connsiteX41-21083" fmla="*/ 16180390 w 18982931"/>
              <a:gd name="connsiteY41-21084" fmla="*/ 4220816 h 4449429"/>
              <a:gd name="connsiteX42-21085" fmla="*/ 16237224 w 18982931"/>
              <a:gd name="connsiteY42-21086" fmla="*/ 4220816 h 4449429"/>
              <a:gd name="connsiteX43-21087" fmla="*/ 16237224 w 18982931"/>
              <a:gd name="connsiteY43-21088" fmla="*/ 4163982 h 4449429"/>
              <a:gd name="connsiteX44-21089" fmla="*/ 16180390 w 18982931"/>
              <a:gd name="connsiteY44-21090" fmla="*/ 4163982 h 4449429"/>
              <a:gd name="connsiteX45-21091" fmla="*/ 2813944 w 18982931"/>
              <a:gd name="connsiteY45-21092" fmla="*/ 4163981 h 4449429"/>
              <a:gd name="connsiteX46-21093" fmla="*/ 2813944 w 18982931"/>
              <a:gd name="connsiteY46-21094" fmla="*/ 4220814 h 4449429"/>
              <a:gd name="connsiteX47-21095" fmla="*/ 2870780 w 18982931"/>
              <a:gd name="connsiteY47-21096" fmla="*/ 4220814 h 4449429"/>
              <a:gd name="connsiteX48-21097" fmla="*/ 2870780 w 18982931"/>
              <a:gd name="connsiteY48-21098" fmla="*/ 4163981 h 4449429"/>
              <a:gd name="connsiteX49-21099" fmla="*/ 2813944 w 18982931"/>
              <a:gd name="connsiteY49-21100" fmla="*/ 4163981 h 4449429"/>
              <a:gd name="connsiteX50-21101" fmla="*/ 2701890 w 18982931"/>
              <a:gd name="connsiteY50-21102" fmla="*/ 4163981 h 4449429"/>
              <a:gd name="connsiteX51-21103" fmla="*/ 2701890 w 18982931"/>
              <a:gd name="connsiteY51-21104" fmla="*/ 4220814 h 4449429"/>
              <a:gd name="connsiteX52-21105" fmla="*/ 2758723 w 18982931"/>
              <a:gd name="connsiteY52-21106" fmla="*/ 4220814 h 4449429"/>
              <a:gd name="connsiteX53-21107" fmla="*/ 2758723 w 18982931"/>
              <a:gd name="connsiteY53-21108" fmla="*/ 4163981 h 4449429"/>
              <a:gd name="connsiteX54-21109" fmla="*/ 2701890 w 18982931"/>
              <a:gd name="connsiteY54-21110" fmla="*/ 4163981 h 4449429"/>
              <a:gd name="connsiteX55-21111" fmla="*/ 2589843 w 18982931"/>
              <a:gd name="connsiteY55-21112" fmla="*/ 4163981 h 4449429"/>
              <a:gd name="connsiteX56-21113" fmla="*/ 2589843 w 18982931"/>
              <a:gd name="connsiteY56-21114" fmla="*/ 4220814 h 4449429"/>
              <a:gd name="connsiteX57-21115" fmla="*/ 2646669 w 18982931"/>
              <a:gd name="connsiteY57-21116" fmla="*/ 4220814 h 4449429"/>
              <a:gd name="connsiteX58-21117" fmla="*/ 2646669 w 18982931"/>
              <a:gd name="connsiteY58-21118" fmla="*/ 4163981 h 4449429"/>
              <a:gd name="connsiteX59-21119" fmla="*/ 2589843 w 18982931"/>
              <a:gd name="connsiteY59-21120" fmla="*/ 4163981 h 4449429"/>
              <a:gd name="connsiteX60-21121" fmla="*/ 9851983 w 18982931"/>
              <a:gd name="connsiteY60-21122" fmla="*/ 4073253 h 4449429"/>
              <a:gd name="connsiteX61-21123" fmla="*/ 9851983 w 18982931"/>
              <a:gd name="connsiteY61-21124" fmla="*/ 4282100 h 4449429"/>
              <a:gd name="connsiteX62-21125" fmla="*/ 9897683 w 18982931"/>
              <a:gd name="connsiteY62-21126" fmla="*/ 4282100 h 4449429"/>
              <a:gd name="connsiteX63-21127" fmla="*/ 9897683 w 18982931"/>
              <a:gd name="connsiteY63-21128" fmla="*/ 4073253 h 4449429"/>
              <a:gd name="connsiteX64-21129" fmla="*/ 9851983 w 18982931"/>
              <a:gd name="connsiteY64-21130" fmla="*/ 4073253 h 4449429"/>
              <a:gd name="connsiteX65-21131" fmla="*/ 9760354 w 18982931"/>
              <a:gd name="connsiteY65-21132" fmla="*/ 4073253 h 4449429"/>
              <a:gd name="connsiteX66-21133" fmla="*/ 9760354 w 18982931"/>
              <a:gd name="connsiteY66-21134" fmla="*/ 4282100 h 4449429"/>
              <a:gd name="connsiteX67-21135" fmla="*/ 9806054 w 18982931"/>
              <a:gd name="connsiteY67-21136" fmla="*/ 4282100 h 4449429"/>
              <a:gd name="connsiteX68-21137" fmla="*/ 9806054 w 18982931"/>
              <a:gd name="connsiteY68-21138" fmla="*/ 4073253 h 4449429"/>
              <a:gd name="connsiteX69-21139" fmla="*/ 9760354 w 18982931"/>
              <a:gd name="connsiteY69-21140" fmla="*/ 4073253 h 4449429"/>
              <a:gd name="connsiteX70-21141" fmla="*/ 9668723 w 18982931"/>
              <a:gd name="connsiteY70-21142" fmla="*/ 4073253 h 4449429"/>
              <a:gd name="connsiteX71-21143" fmla="*/ 9668723 w 18982931"/>
              <a:gd name="connsiteY71-21144" fmla="*/ 4282100 h 4449429"/>
              <a:gd name="connsiteX72-21145" fmla="*/ 9714423 w 18982931"/>
              <a:gd name="connsiteY72-21146" fmla="*/ 4282100 h 4449429"/>
              <a:gd name="connsiteX73-21147" fmla="*/ 9714423 w 18982931"/>
              <a:gd name="connsiteY73-21148" fmla="*/ 4073253 h 4449429"/>
              <a:gd name="connsiteX74-21149" fmla="*/ 9668723 w 18982931"/>
              <a:gd name="connsiteY74-21150" fmla="*/ 4073253 h 4449429"/>
              <a:gd name="connsiteX75-21151" fmla="*/ 9577094 w 18982931"/>
              <a:gd name="connsiteY75-21152" fmla="*/ 4073253 h 4449429"/>
              <a:gd name="connsiteX76-21153" fmla="*/ 9577094 w 18982931"/>
              <a:gd name="connsiteY76-21154" fmla="*/ 4282100 h 4449429"/>
              <a:gd name="connsiteX77-21155" fmla="*/ 9622794 w 18982931"/>
              <a:gd name="connsiteY77-21156" fmla="*/ 4282100 h 4449429"/>
              <a:gd name="connsiteX78-21157" fmla="*/ 9622794 w 18982931"/>
              <a:gd name="connsiteY78-21158" fmla="*/ 4073253 h 4449429"/>
              <a:gd name="connsiteX79-21159" fmla="*/ 9577094 w 18982931"/>
              <a:gd name="connsiteY79-21160" fmla="*/ 4073253 h 4449429"/>
              <a:gd name="connsiteX80-21161" fmla="*/ 9485470 w 18982931"/>
              <a:gd name="connsiteY80-21162" fmla="*/ 4073253 h 4449429"/>
              <a:gd name="connsiteX81-21163" fmla="*/ 9485470 w 18982931"/>
              <a:gd name="connsiteY81-21164" fmla="*/ 4282100 h 4449429"/>
              <a:gd name="connsiteX82-21165" fmla="*/ 9531165 w 18982931"/>
              <a:gd name="connsiteY82-21166" fmla="*/ 4282100 h 4449429"/>
              <a:gd name="connsiteX83-21167" fmla="*/ 9531165 w 18982931"/>
              <a:gd name="connsiteY83-21168" fmla="*/ 4073253 h 4449429"/>
              <a:gd name="connsiteX84-21169" fmla="*/ 9485470 w 18982931"/>
              <a:gd name="connsiteY84-21170" fmla="*/ 4073253 h 4449429"/>
              <a:gd name="connsiteX85-21171" fmla="*/ 9393836 w 18982931"/>
              <a:gd name="connsiteY85-21172" fmla="*/ 4073253 h 4449429"/>
              <a:gd name="connsiteX86-21173" fmla="*/ 9393836 w 18982931"/>
              <a:gd name="connsiteY86-21174" fmla="*/ 4282100 h 4449429"/>
              <a:gd name="connsiteX87-21175" fmla="*/ 9439536 w 18982931"/>
              <a:gd name="connsiteY87-21176" fmla="*/ 4282100 h 4449429"/>
              <a:gd name="connsiteX88-21177" fmla="*/ 9439536 w 18982931"/>
              <a:gd name="connsiteY88-21178" fmla="*/ 4073253 h 4449429"/>
              <a:gd name="connsiteX89-21179" fmla="*/ 9393836 w 18982931"/>
              <a:gd name="connsiteY89-21180" fmla="*/ 4073253 h 4449429"/>
              <a:gd name="connsiteX90-21181" fmla="*/ 9302203 w 18982931"/>
              <a:gd name="connsiteY90-21182" fmla="*/ 4073253 h 4449429"/>
              <a:gd name="connsiteX91-21183" fmla="*/ 9302203 w 18982931"/>
              <a:gd name="connsiteY91-21184" fmla="*/ 4282100 h 4449429"/>
              <a:gd name="connsiteX92-21185" fmla="*/ 9347904 w 18982931"/>
              <a:gd name="connsiteY92-21186" fmla="*/ 4282100 h 4449429"/>
              <a:gd name="connsiteX93-21187" fmla="*/ 9347904 w 18982931"/>
              <a:gd name="connsiteY93-21188" fmla="*/ 4073253 h 4449429"/>
              <a:gd name="connsiteX94-21189" fmla="*/ 9302203 w 18982931"/>
              <a:gd name="connsiteY94-21190" fmla="*/ 4073253 h 4449429"/>
              <a:gd name="connsiteX95-21191" fmla="*/ 16404499 w 18982931"/>
              <a:gd name="connsiteY95-21192" fmla="*/ 4018694 h 4449429"/>
              <a:gd name="connsiteX96-21193" fmla="*/ 16404499 w 18982931"/>
              <a:gd name="connsiteY96-21194" fmla="*/ 4075528 h 4449429"/>
              <a:gd name="connsiteX97-21195" fmla="*/ 16461332 w 18982931"/>
              <a:gd name="connsiteY97-21196" fmla="*/ 4075528 h 4449429"/>
              <a:gd name="connsiteX98-21197" fmla="*/ 16461332 w 18982931"/>
              <a:gd name="connsiteY98-21198" fmla="*/ 4018694 h 4449429"/>
              <a:gd name="connsiteX99-21199" fmla="*/ 16404499 w 18982931"/>
              <a:gd name="connsiteY99-21200" fmla="*/ 4018694 h 4449429"/>
              <a:gd name="connsiteX100-21201" fmla="*/ 16292444 w 18982931"/>
              <a:gd name="connsiteY100-21202" fmla="*/ 4018694 h 4449429"/>
              <a:gd name="connsiteX101-21203" fmla="*/ 16292444 w 18982931"/>
              <a:gd name="connsiteY101-21204" fmla="*/ 4075528 h 4449429"/>
              <a:gd name="connsiteX102-21205" fmla="*/ 16349278 w 18982931"/>
              <a:gd name="connsiteY102-21206" fmla="*/ 4075528 h 4449429"/>
              <a:gd name="connsiteX103-21207" fmla="*/ 16349278 w 18982931"/>
              <a:gd name="connsiteY103-21208" fmla="*/ 4018694 h 4449429"/>
              <a:gd name="connsiteX104-21209" fmla="*/ 16292444 w 18982931"/>
              <a:gd name="connsiteY104-21210" fmla="*/ 4018694 h 4449429"/>
              <a:gd name="connsiteX105-21211" fmla="*/ 16180390 w 18982931"/>
              <a:gd name="connsiteY105-21212" fmla="*/ 4018694 h 4449429"/>
              <a:gd name="connsiteX106-21213" fmla="*/ 16180390 w 18982931"/>
              <a:gd name="connsiteY106-21214" fmla="*/ 4075528 h 4449429"/>
              <a:gd name="connsiteX107-21215" fmla="*/ 16237224 w 18982931"/>
              <a:gd name="connsiteY107-21216" fmla="*/ 4075528 h 4449429"/>
              <a:gd name="connsiteX108-21217" fmla="*/ 16237224 w 18982931"/>
              <a:gd name="connsiteY108-21218" fmla="*/ 4018694 h 4449429"/>
              <a:gd name="connsiteX109-21219" fmla="*/ 16180390 w 18982931"/>
              <a:gd name="connsiteY109-21220" fmla="*/ 4018694 h 4449429"/>
              <a:gd name="connsiteX110-21221" fmla="*/ 2813944 w 18982931"/>
              <a:gd name="connsiteY110-21222" fmla="*/ 4018692 h 4449429"/>
              <a:gd name="connsiteX111-21223" fmla="*/ 2813944 w 18982931"/>
              <a:gd name="connsiteY111-21224" fmla="*/ 4075526 h 4449429"/>
              <a:gd name="connsiteX112-21225" fmla="*/ 2870780 w 18982931"/>
              <a:gd name="connsiteY112-21226" fmla="*/ 4075526 h 4449429"/>
              <a:gd name="connsiteX113-21227" fmla="*/ 2870780 w 18982931"/>
              <a:gd name="connsiteY113-21228" fmla="*/ 4018692 h 4449429"/>
              <a:gd name="connsiteX114-21229" fmla="*/ 2813944 w 18982931"/>
              <a:gd name="connsiteY114-21230" fmla="*/ 4018692 h 4449429"/>
              <a:gd name="connsiteX115-21231" fmla="*/ 2701890 w 18982931"/>
              <a:gd name="connsiteY115-21232" fmla="*/ 4018692 h 4449429"/>
              <a:gd name="connsiteX116-21233" fmla="*/ 2701890 w 18982931"/>
              <a:gd name="connsiteY116-21234" fmla="*/ 4075526 h 4449429"/>
              <a:gd name="connsiteX117-21235" fmla="*/ 2758723 w 18982931"/>
              <a:gd name="connsiteY117-21236" fmla="*/ 4075526 h 4449429"/>
              <a:gd name="connsiteX118-21237" fmla="*/ 2758723 w 18982931"/>
              <a:gd name="connsiteY118-21238" fmla="*/ 4018692 h 4449429"/>
              <a:gd name="connsiteX119-21239" fmla="*/ 2701890 w 18982931"/>
              <a:gd name="connsiteY119-21240" fmla="*/ 4018692 h 4449429"/>
              <a:gd name="connsiteX120-21241" fmla="*/ 2589843 w 18982931"/>
              <a:gd name="connsiteY120-21242" fmla="*/ 4018692 h 4449429"/>
              <a:gd name="connsiteX121-21243" fmla="*/ 2589843 w 18982931"/>
              <a:gd name="connsiteY121-21244" fmla="*/ 4075526 h 4449429"/>
              <a:gd name="connsiteX122-21245" fmla="*/ 2646669 w 18982931"/>
              <a:gd name="connsiteY122-21246" fmla="*/ 4075526 h 4449429"/>
              <a:gd name="connsiteX123-21247" fmla="*/ 2646669 w 18982931"/>
              <a:gd name="connsiteY123-21248" fmla="*/ 4018692 h 4449429"/>
              <a:gd name="connsiteX124-21249" fmla="*/ 2589843 w 18982931"/>
              <a:gd name="connsiteY124-21250" fmla="*/ 4018692 h 4449429"/>
              <a:gd name="connsiteX125-21251" fmla="*/ 16404499 w 18982931"/>
              <a:gd name="connsiteY125-21252" fmla="*/ 3873406 h 4449429"/>
              <a:gd name="connsiteX126-21253" fmla="*/ 16404499 w 18982931"/>
              <a:gd name="connsiteY126-21254" fmla="*/ 3930240 h 4449429"/>
              <a:gd name="connsiteX127-21255" fmla="*/ 16461332 w 18982931"/>
              <a:gd name="connsiteY127-21256" fmla="*/ 3930240 h 4449429"/>
              <a:gd name="connsiteX128-21257" fmla="*/ 16461332 w 18982931"/>
              <a:gd name="connsiteY128-21258" fmla="*/ 3873406 h 4449429"/>
              <a:gd name="connsiteX129-21259" fmla="*/ 16404499 w 18982931"/>
              <a:gd name="connsiteY129-21260" fmla="*/ 3873406 h 4449429"/>
              <a:gd name="connsiteX130-21261" fmla="*/ 16292444 w 18982931"/>
              <a:gd name="connsiteY130-21262" fmla="*/ 3873406 h 4449429"/>
              <a:gd name="connsiteX131-21263" fmla="*/ 16292444 w 18982931"/>
              <a:gd name="connsiteY131-21264" fmla="*/ 3930240 h 4449429"/>
              <a:gd name="connsiteX132-21265" fmla="*/ 16349278 w 18982931"/>
              <a:gd name="connsiteY132-21266" fmla="*/ 3930240 h 4449429"/>
              <a:gd name="connsiteX133-21267" fmla="*/ 16349278 w 18982931"/>
              <a:gd name="connsiteY133-21268" fmla="*/ 3873406 h 4449429"/>
              <a:gd name="connsiteX134-21269" fmla="*/ 16292444 w 18982931"/>
              <a:gd name="connsiteY134-21270" fmla="*/ 3873406 h 4449429"/>
              <a:gd name="connsiteX135-21271" fmla="*/ 16180390 w 18982931"/>
              <a:gd name="connsiteY135-21272" fmla="*/ 3873406 h 4449429"/>
              <a:gd name="connsiteX136-21273" fmla="*/ 16180390 w 18982931"/>
              <a:gd name="connsiteY136-21274" fmla="*/ 3930240 h 4449429"/>
              <a:gd name="connsiteX137-21275" fmla="*/ 16237224 w 18982931"/>
              <a:gd name="connsiteY137-21276" fmla="*/ 3930240 h 4449429"/>
              <a:gd name="connsiteX138-21277" fmla="*/ 16237224 w 18982931"/>
              <a:gd name="connsiteY138-21278" fmla="*/ 3873406 h 4449429"/>
              <a:gd name="connsiteX139-21279" fmla="*/ 16180390 w 18982931"/>
              <a:gd name="connsiteY139-21280" fmla="*/ 3873406 h 4449429"/>
              <a:gd name="connsiteX140-21281" fmla="*/ 2813944 w 18982931"/>
              <a:gd name="connsiteY140-21282" fmla="*/ 3873404 h 4449429"/>
              <a:gd name="connsiteX141-21283" fmla="*/ 2813944 w 18982931"/>
              <a:gd name="connsiteY141-21284" fmla="*/ 3930238 h 4449429"/>
              <a:gd name="connsiteX142-21285" fmla="*/ 2870780 w 18982931"/>
              <a:gd name="connsiteY142-21286" fmla="*/ 3930238 h 4449429"/>
              <a:gd name="connsiteX143-21287" fmla="*/ 2870780 w 18982931"/>
              <a:gd name="connsiteY143-21288" fmla="*/ 3873404 h 4449429"/>
              <a:gd name="connsiteX144-21289" fmla="*/ 2813944 w 18982931"/>
              <a:gd name="connsiteY144-21290" fmla="*/ 3873404 h 4449429"/>
              <a:gd name="connsiteX145-21291" fmla="*/ 2701890 w 18982931"/>
              <a:gd name="connsiteY145-21292" fmla="*/ 3873404 h 4449429"/>
              <a:gd name="connsiteX146-21293" fmla="*/ 2701890 w 18982931"/>
              <a:gd name="connsiteY146-21294" fmla="*/ 3930238 h 4449429"/>
              <a:gd name="connsiteX147-21295" fmla="*/ 2758723 w 18982931"/>
              <a:gd name="connsiteY147-21296" fmla="*/ 3930238 h 4449429"/>
              <a:gd name="connsiteX148-21297" fmla="*/ 2758723 w 18982931"/>
              <a:gd name="connsiteY148-21298" fmla="*/ 3873404 h 4449429"/>
              <a:gd name="connsiteX149-21299" fmla="*/ 2701890 w 18982931"/>
              <a:gd name="connsiteY149-21300" fmla="*/ 3873404 h 4449429"/>
              <a:gd name="connsiteX150-21301" fmla="*/ 2589843 w 18982931"/>
              <a:gd name="connsiteY150-21302" fmla="*/ 3873404 h 4449429"/>
              <a:gd name="connsiteX151-21303" fmla="*/ 2589843 w 18982931"/>
              <a:gd name="connsiteY151-21304" fmla="*/ 3930238 h 4449429"/>
              <a:gd name="connsiteX152-21305" fmla="*/ 2646669 w 18982931"/>
              <a:gd name="connsiteY152-21306" fmla="*/ 3930238 h 4449429"/>
              <a:gd name="connsiteX153-21307" fmla="*/ 2646669 w 18982931"/>
              <a:gd name="connsiteY153-21308" fmla="*/ 3873404 h 4449429"/>
              <a:gd name="connsiteX154-21309" fmla="*/ 2589843 w 18982931"/>
              <a:gd name="connsiteY154-21310" fmla="*/ 3873404 h 4449429"/>
              <a:gd name="connsiteX155-21311" fmla="*/ 17351339 w 18982931"/>
              <a:gd name="connsiteY155-21312" fmla="*/ 3769299 h 4449429"/>
              <a:gd name="connsiteX156-21313" fmla="*/ 17351339 w 18982931"/>
              <a:gd name="connsiteY156-21314" fmla="*/ 3815000 h 4449429"/>
              <a:gd name="connsiteX157-21315" fmla="*/ 17560187 w 18982931"/>
              <a:gd name="connsiteY157-21316" fmla="*/ 3815000 h 4449429"/>
              <a:gd name="connsiteX158-21317" fmla="*/ 17560187 w 18982931"/>
              <a:gd name="connsiteY158-21318" fmla="*/ 3769299 h 4449429"/>
              <a:gd name="connsiteX159-21319" fmla="*/ 17351339 w 18982931"/>
              <a:gd name="connsiteY159-21320" fmla="*/ 3769299 h 4449429"/>
              <a:gd name="connsiteX160-21321" fmla="*/ 16404499 w 18982931"/>
              <a:gd name="connsiteY160-21322" fmla="*/ 3728118 h 4449429"/>
              <a:gd name="connsiteX161-21323" fmla="*/ 16404499 w 18982931"/>
              <a:gd name="connsiteY161-21324" fmla="*/ 3784951 h 4449429"/>
              <a:gd name="connsiteX162-21325" fmla="*/ 16461332 w 18982931"/>
              <a:gd name="connsiteY162-21326" fmla="*/ 3784951 h 4449429"/>
              <a:gd name="connsiteX163-21327" fmla="*/ 16461332 w 18982931"/>
              <a:gd name="connsiteY163-21328" fmla="*/ 3728118 h 4449429"/>
              <a:gd name="connsiteX164-21329" fmla="*/ 16404499 w 18982931"/>
              <a:gd name="connsiteY164-21330" fmla="*/ 3728118 h 4449429"/>
              <a:gd name="connsiteX165-21331" fmla="*/ 16292444 w 18982931"/>
              <a:gd name="connsiteY165-21332" fmla="*/ 3728118 h 4449429"/>
              <a:gd name="connsiteX166-21333" fmla="*/ 16292444 w 18982931"/>
              <a:gd name="connsiteY166-21334" fmla="*/ 3784951 h 4449429"/>
              <a:gd name="connsiteX167-21335" fmla="*/ 16349278 w 18982931"/>
              <a:gd name="connsiteY167-21336" fmla="*/ 3784951 h 4449429"/>
              <a:gd name="connsiteX168-21337" fmla="*/ 16349278 w 18982931"/>
              <a:gd name="connsiteY168-21338" fmla="*/ 3728118 h 4449429"/>
              <a:gd name="connsiteX169-21339" fmla="*/ 16292444 w 18982931"/>
              <a:gd name="connsiteY169-21340" fmla="*/ 3728118 h 4449429"/>
              <a:gd name="connsiteX170-21341" fmla="*/ 16180390 w 18982931"/>
              <a:gd name="connsiteY170-21342" fmla="*/ 3728118 h 4449429"/>
              <a:gd name="connsiteX171-21343" fmla="*/ 16180390 w 18982931"/>
              <a:gd name="connsiteY171-21344" fmla="*/ 3784951 h 4449429"/>
              <a:gd name="connsiteX172-21345" fmla="*/ 16237224 w 18982931"/>
              <a:gd name="connsiteY172-21346" fmla="*/ 3784951 h 4449429"/>
              <a:gd name="connsiteX173-21347" fmla="*/ 16237224 w 18982931"/>
              <a:gd name="connsiteY173-21348" fmla="*/ 3728118 h 4449429"/>
              <a:gd name="connsiteX174-21349" fmla="*/ 16180390 w 18982931"/>
              <a:gd name="connsiteY174-21350" fmla="*/ 3728118 h 4449429"/>
              <a:gd name="connsiteX175-21351" fmla="*/ 2813944 w 18982931"/>
              <a:gd name="connsiteY175-21352" fmla="*/ 3728116 h 4449429"/>
              <a:gd name="connsiteX176-21353" fmla="*/ 2813944 w 18982931"/>
              <a:gd name="connsiteY176-21354" fmla="*/ 3784950 h 4449429"/>
              <a:gd name="connsiteX177-21355" fmla="*/ 2870780 w 18982931"/>
              <a:gd name="connsiteY177-21356" fmla="*/ 3784950 h 4449429"/>
              <a:gd name="connsiteX178-21357" fmla="*/ 2870780 w 18982931"/>
              <a:gd name="connsiteY178-21358" fmla="*/ 3728116 h 4449429"/>
              <a:gd name="connsiteX179-21359" fmla="*/ 2813944 w 18982931"/>
              <a:gd name="connsiteY179-21360" fmla="*/ 3728116 h 4449429"/>
              <a:gd name="connsiteX180-21361" fmla="*/ 2701891 w 18982931"/>
              <a:gd name="connsiteY180-21362" fmla="*/ 3728116 h 4449429"/>
              <a:gd name="connsiteX181-21363" fmla="*/ 2701891 w 18982931"/>
              <a:gd name="connsiteY181-21364" fmla="*/ 3784950 h 4449429"/>
              <a:gd name="connsiteX182-21365" fmla="*/ 2758730 w 18982931"/>
              <a:gd name="connsiteY182-21366" fmla="*/ 3784950 h 4449429"/>
              <a:gd name="connsiteX183-21367" fmla="*/ 2758730 w 18982931"/>
              <a:gd name="connsiteY183-21368" fmla="*/ 3728116 h 4449429"/>
              <a:gd name="connsiteX184-21369" fmla="*/ 2701891 w 18982931"/>
              <a:gd name="connsiteY184-21370" fmla="*/ 3728116 h 4449429"/>
              <a:gd name="connsiteX185-21371" fmla="*/ 2589845 w 18982931"/>
              <a:gd name="connsiteY185-21372" fmla="*/ 3728116 h 4449429"/>
              <a:gd name="connsiteX186-21373" fmla="*/ 2589845 w 18982931"/>
              <a:gd name="connsiteY186-21374" fmla="*/ 3784950 h 4449429"/>
              <a:gd name="connsiteX187-21375" fmla="*/ 2646671 w 18982931"/>
              <a:gd name="connsiteY187-21376" fmla="*/ 3784950 h 4449429"/>
              <a:gd name="connsiteX188-21377" fmla="*/ 2646671 w 18982931"/>
              <a:gd name="connsiteY188-21378" fmla="*/ 3728116 h 4449429"/>
              <a:gd name="connsiteX189-21379" fmla="*/ 2589845 w 18982931"/>
              <a:gd name="connsiteY189-21380" fmla="*/ 3728116 h 4449429"/>
              <a:gd name="connsiteX190-21381" fmla="*/ 17351339 w 18982931"/>
              <a:gd name="connsiteY190-21382" fmla="*/ 3677667 h 4449429"/>
              <a:gd name="connsiteX191-21383" fmla="*/ 17351339 w 18982931"/>
              <a:gd name="connsiteY191-21384" fmla="*/ 3723368 h 4449429"/>
              <a:gd name="connsiteX192-21385" fmla="*/ 17560187 w 18982931"/>
              <a:gd name="connsiteY192-21386" fmla="*/ 3723368 h 4449429"/>
              <a:gd name="connsiteX193-21387" fmla="*/ 17560187 w 18982931"/>
              <a:gd name="connsiteY193-21388" fmla="*/ 3677667 h 4449429"/>
              <a:gd name="connsiteX194-21389" fmla="*/ 17351339 w 18982931"/>
              <a:gd name="connsiteY194-21390" fmla="*/ 3677667 h 4449429"/>
              <a:gd name="connsiteX195-21391" fmla="*/ 12612246 w 18982931"/>
              <a:gd name="connsiteY195-21392" fmla="*/ 3645952 h 4449429"/>
              <a:gd name="connsiteX196-21393" fmla="*/ 12612246 w 18982931"/>
              <a:gd name="connsiteY196-21394" fmla="*/ 3702785 h 4449429"/>
              <a:gd name="connsiteX197-21395" fmla="*/ 12669079 w 18982931"/>
              <a:gd name="connsiteY197-21396" fmla="*/ 3702785 h 4449429"/>
              <a:gd name="connsiteX198-21397" fmla="*/ 12669079 w 18982931"/>
              <a:gd name="connsiteY198-21398" fmla="*/ 3645952 h 4449429"/>
              <a:gd name="connsiteX199-21399" fmla="*/ 12612246 w 18982931"/>
              <a:gd name="connsiteY199-21400" fmla="*/ 3645952 h 4449429"/>
              <a:gd name="connsiteX200-21401" fmla="*/ 12500191 w 18982931"/>
              <a:gd name="connsiteY200-21402" fmla="*/ 3645952 h 4449429"/>
              <a:gd name="connsiteX201-21403" fmla="*/ 12500191 w 18982931"/>
              <a:gd name="connsiteY201-21404" fmla="*/ 3702785 h 4449429"/>
              <a:gd name="connsiteX202-21405" fmla="*/ 12557025 w 18982931"/>
              <a:gd name="connsiteY202-21406" fmla="*/ 3702785 h 4449429"/>
              <a:gd name="connsiteX203-21407" fmla="*/ 12557025 w 18982931"/>
              <a:gd name="connsiteY203-21408" fmla="*/ 3645952 h 4449429"/>
              <a:gd name="connsiteX204-21409" fmla="*/ 12500191 w 18982931"/>
              <a:gd name="connsiteY204-21410" fmla="*/ 3645952 h 4449429"/>
              <a:gd name="connsiteX205-21411" fmla="*/ 12388137 w 18982931"/>
              <a:gd name="connsiteY205-21412" fmla="*/ 3645952 h 4449429"/>
              <a:gd name="connsiteX206-21413" fmla="*/ 12388137 w 18982931"/>
              <a:gd name="connsiteY206-21414" fmla="*/ 3702785 h 4449429"/>
              <a:gd name="connsiteX207-21415" fmla="*/ 12444971 w 18982931"/>
              <a:gd name="connsiteY207-21416" fmla="*/ 3702785 h 4449429"/>
              <a:gd name="connsiteX208-21417" fmla="*/ 12444971 w 18982931"/>
              <a:gd name="connsiteY208-21418" fmla="*/ 3645952 h 4449429"/>
              <a:gd name="connsiteX209-21419" fmla="*/ 12388137 w 18982931"/>
              <a:gd name="connsiteY209-21420" fmla="*/ 3645952 h 4449429"/>
              <a:gd name="connsiteX210-21421" fmla="*/ 17351339 w 18982931"/>
              <a:gd name="connsiteY210-21422" fmla="*/ 3586038 h 4449429"/>
              <a:gd name="connsiteX211-21423" fmla="*/ 17351339 w 18982931"/>
              <a:gd name="connsiteY211-21424" fmla="*/ 3631739 h 4449429"/>
              <a:gd name="connsiteX212-21425" fmla="*/ 17560187 w 18982931"/>
              <a:gd name="connsiteY212-21426" fmla="*/ 3631739 h 4449429"/>
              <a:gd name="connsiteX213-21427" fmla="*/ 17560187 w 18982931"/>
              <a:gd name="connsiteY213-21428" fmla="*/ 3586038 h 4449429"/>
              <a:gd name="connsiteX214-21429" fmla="*/ 17351339 w 18982931"/>
              <a:gd name="connsiteY214-21430" fmla="*/ 3586038 h 4449429"/>
              <a:gd name="connsiteX215-21431" fmla="*/ 16404499 w 18982931"/>
              <a:gd name="connsiteY215-21432" fmla="*/ 3582830 h 4449429"/>
              <a:gd name="connsiteX216-21433" fmla="*/ 16404499 w 18982931"/>
              <a:gd name="connsiteY216-21434" fmla="*/ 3639663 h 4449429"/>
              <a:gd name="connsiteX217-21435" fmla="*/ 16461332 w 18982931"/>
              <a:gd name="connsiteY217-21436" fmla="*/ 3639663 h 4449429"/>
              <a:gd name="connsiteX218-21437" fmla="*/ 16461332 w 18982931"/>
              <a:gd name="connsiteY218-21438" fmla="*/ 3582830 h 4449429"/>
              <a:gd name="connsiteX219-21439" fmla="*/ 16404499 w 18982931"/>
              <a:gd name="connsiteY219-21440" fmla="*/ 3582830 h 4449429"/>
              <a:gd name="connsiteX220-21441" fmla="*/ 16292444 w 18982931"/>
              <a:gd name="connsiteY220-21442" fmla="*/ 3582830 h 4449429"/>
              <a:gd name="connsiteX221-21443" fmla="*/ 16292444 w 18982931"/>
              <a:gd name="connsiteY221-21444" fmla="*/ 3639663 h 4449429"/>
              <a:gd name="connsiteX222-21445" fmla="*/ 16349278 w 18982931"/>
              <a:gd name="connsiteY222-21446" fmla="*/ 3639663 h 4449429"/>
              <a:gd name="connsiteX223-21447" fmla="*/ 16349278 w 18982931"/>
              <a:gd name="connsiteY223-21448" fmla="*/ 3582830 h 4449429"/>
              <a:gd name="connsiteX224-21449" fmla="*/ 16292444 w 18982931"/>
              <a:gd name="connsiteY224-21450" fmla="*/ 3582830 h 4449429"/>
              <a:gd name="connsiteX225-21451" fmla="*/ 16180390 w 18982931"/>
              <a:gd name="connsiteY225-21452" fmla="*/ 3582830 h 4449429"/>
              <a:gd name="connsiteX226-21453" fmla="*/ 16180390 w 18982931"/>
              <a:gd name="connsiteY226-21454" fmla="*/ 3639663 h 4449429"/>
              <a:gd name="connsiteX227-21455" fmla="*/ 16237224 w 18982931"/>
              <a:gd name="connsiteY227-21456" fmla="*/ 3639663 h 4449429"/>
              <a:gd name="connsiteX228-21457" fmla="*/ 16237224 w 18982931"/>
              <a:gd name="connsiteY228-21458" fmla="*/ 3582830 h 4449429"/>
              <a:gd name="connsiteX229-21459" fmla="*/ 16180390 w 18982931"/>
              <a:gd name="connsiteY229-21460" fmla="*/ 3582830 h 4449429"/>
              <a:gd name="connsiteX230-21461" fmla="*/ 2813944 w 18982931"/>
              <a:gd name="connsiteY230-21462" fmla="*/ 3582828 h 4449429"/>
              <a:gd name="connsiteX231-21463" fmla="*/ 2813944 w 18982931"/>
              <a:gd name="connsiteY231-21464" fmla="*/ 3639662 h 4449429"/>
              <a:gd name="connsiteX232-21465" fmla="*/ 2870780 w 18982931"/>
              <a:gd name="connsiteY232-21466" fmla="*/ 3639662 h 4449429"/>
              <a:gd name="connsiteX233-21467" fmla="*/ 2870780 w 18982931"/>
              <a:gd name="connsiteY233-21468" fmla="*/ 3582828 h 4449429"/>
              <a:gd name="connsiteX234-21469" fmla="*/ 2813944 w 18982931"/>
              <a:gd name="connsiteY234-21470" fmla="*/ 3582828 h 4449429"/>
              <a:gd name="connsiteX235-21471" fmla="*/ 2701891 w 18982931"/>
              <a:gd name="connsiteY235-21472" fmla="*/ 3582828 h 4449429"/>
              <a:gd name="connsiteX236-21473" fmla="*/ 2701891 w 18982931"/>
              <a:gd name="connsiteY236-21474" fmla="*/ 3639662 h 4449429"/>
              <a:gd name="connsiteX237-21475" fmla="*/ 2758730 w 18982931"/>
              <a:gd name="connsiteY237-21476" fmla="*/ 3639662 h 4449429"/>
              <a:gd name="connsiteX238-21477" fmla="*/ 2758730 w 18982931"/>
              <a:gd name="connsiteY238-21478" fmla="*/ 3582828 h 4449429"/>
              <a:gd name="connsiteX239-21479" fmla="*/ 2701891 w 18982931"/>
              <a:gd name="connsiteY239-21480" fmla="*/ 3582828 h 4449429"/>
              <a:gd name="connsiteX240-21481" fmla="*/ 2589845 w 18982931"/>
              <a:gd name="connsiteY240-21482" fmla="*/ 3582828 h 4449429"/>
              <a:gd name="connsiteX241-21483" fmla="*/ 2589845 w 18982931"/>
              <a:gd name="connsiteY241-21484" fmla="*/ 3639662 h 4449429"/>
              <a:gd name="connsiteX242-21485" fmla="*/ 2646671 w 18982931"/>
              <a:gd name="connsiteY242-21486" fmla="*/ 3639662 h 4449429"/>
              <a:gd name="connsiteX243-21487" fmla="*/ 2646671 w 18982931"/>
              <a:gd name="connsiteY243-21488" fmla="*/ 3582828 h 4449429"/>
              <a:gd name="connsiteX244-21489" fmla="*/ 2589845 w 18982931"/>
              <a:gd name="connsiteY244-21490" fmla="*/ 3582828 h 4449429"/>
              <a:gd name="connsiteX245-21491" fmla="*/ 12612246 w 18982931"/>
              <a:gd name="connsiteY245-21492" fmla="*/ 3500664 h 4449429"/>
              <a:gd name="connsiteX246-21493" fmla="*/ 12612246 w 18982931"/>
              <a:gd name="connsiteY246-21494" fmla="*/ 3557497 h 4449429"/>
              <a:gd name="connsiteX247-21495" fmla="*/ 12669079 w 18982931"/>
              <a:gd name="connsiteY247-21496" fmla="*/ 3557497 h 4449429"/>
              <a:gd name="connsiteX248-21497" fmla="*/ 12669079 w 18982931"/>
              <a:gd name="connsiteY248-21498" fmla="*/ 3500664 h 4449429"/>
              <a:gd name="connsiteX249-21499" fmla="*/ 12612246 w 18982931"/>
              <a:gd name="connsiteY249-21500" fmla="*/ 3500664 h 4449429"/>
              <a:gd name="connsiteX250-21501" fmla="*/ 12500191 w 18982931"/>
              <a:gd name="connsiteY250-21502" fmla="*/ 3500664 h 4449429"/>
              <a:gd name="connsiteX251-21503" fmla="*/ 12500191 w 18982931"/>
              <a:gd name="connsiteY251-21504" fmla="*/ 3557497 h 4449429"/>
              <a:gd name="connsiteX252-21505" fmla="*/ 12557025 w 18982931"/>
              <a:gd name="connsiteY252-21506" fmla="*/ 3557497 h 4449429"/>
              <a:gd name="connsiteX253-21507" fmla="*/ 12557025 w 18982931"/>
              <a:gd name="connsiteY253-21508" fmla="*/ 3500664 h 4449429"/>
              <a:gd name="connsiteX254-21509" fmla="*/ 12500191 w 18982931"/>
              <a:gd name="connsiteY254-21510" fmla="*/ 3500664 h 4449429"/>
              <a:gd name="connsiteX255-21511" fmla="*/ 12388137 w 18982931"/>
              <a:gd name="connsiteY255-21512" fmla="*/ 3500664 h 4449429"/>
              <a:gd name="connsiteX256-21513" fmla="*/ 12388137 w 18982931"/>
              <a:gd name="connsiteY256-21514" fmla="*/ 3557497 h 4449429"/>
              <a:gd name="connsiteX257-21515" fmla="*/ 12444971 w 18982931"/>
              <a:gd name="connsiteY257-21516" fmla="*/ 3557497 h 4449429"/>
              <a:gd name="connsiteX258-21517" fmla="*/ 12444971 w 18982931"/>
              <a:gd name="connsiteY258-21518" fmla="*/ 3500664 h 4449429"/>
              <a:gd name="connsiteX259-21519" fmla="*/ 12388137 w 18982931"/>
              <a:gd name="connsiteY259-21520" fmla="*/ 3500664 h 4449429"/>
              <a:gd name="connsiteX260-21521" fmla="*/ 17351339 w 18982931"/>
              <a:gd name="connsiteY260-21522" fmla="*/ 3492933 h 4449429"/>
              <a:gd name="connsiteX261-21523" fmla="*/ 17351339 w 18982931"/>
              <a:gd name="connsiteY261-21524" fmla="*/ 3538633 h 4449429"/>
              <a:gd name="connsiteX262-21525" fmla="*/ 17560187 w 18982931"/>
              <a:gd name="connsiteY262-21526" fmla="*/ 3538633 h 4449429"/>
              <a:gd name="connsiteX263-21527" fmla="*/ 17560187 w 18982931"/>
              <a:gd name="connsiteY263-21528" fmla="*/ 3492933 h 4449429"/>
              <a:gd name="connsiteX264-21529" fmla="*/ 17351339 w 18982931"/>
              <a:gd name="connsiteY264-21530" fmla="*/ 3492933 h 4449429"/>
              <a:gd name="connsiteX265-21531" fmla="*/ 17351339 w 18982931"/>
              <a:gd name="connsiteY265-21532" fmla="*/ 3401301 h 4449429"/>
              <a:gd name="connsiteX266-21533" fmla="*/ 17351339 w 18982931"/>
              <a:gd name="connsiteY266-21534" fmla="*/ 3447001 h 4449429"/>
              <a:gd name="connsiteX267-21535" fmla="*/ 17560187 w 18982931"/>
              <a:gd name="connsiteY267-21536" fmla="*/ 3447001 h 4449429"/>
              <a:gd name="connsiteX268-21537" fmla="*/ 17560187 w 18982931"/>
              <a:gd name="connsiteY268-21538" fmla="*/ 3401301 h 4449429"/>
              <a:gd name="connsiteX269-21539" fmla="*/ 17351339 w 18982931"/>
              <a:gd name="connsiteY269-21540" fmla="*/ 3401301 h 4449429"/>
              <a:gd name="connsiteX270-21541" fmla="*/ 1596781 w 18982931"/>
              <a:gd name="connsiteY270-21542" fmla="*/ 3357078 h 4449429"/>
              <a:gd name="connsiteX271-21543" fmla="*/ 1596781 w 18982931"/>
              <a:gd name="connsiteY271-21544" fmla="*/ 3402779 h 4449429"/>
              <a:gd name="connsiteX272-21545" fmla="*/ 1805629 w 18982931"/>
              <a:gd name="connsiteY272-21546" fmla="*/ 3402779 h 4449429"/>
              <a:gd name="connsiteX273-21547" fmla="*/ 1805629 w 18982931"/>
              <a:gd name="connsiteY273-21548" fmla="*/ 3357078 h 4449429"/>
              <a:gd name="connsiteX274-21549" fmla="*/ 1596781 w 18982931"/>
              <a:gd name="connsiteY274-21550" fmla="*/ 3357078 h 4449429"/>
              <a:gd name="connsiteX275-21551" fmla="*/ 12612246 w 18982931"/>
              <a:gd name="connsiteY275-21552" fmla="*/ 3355375 h 4449429"/>
              <a:gd name="connsiteX276-21553" fmla="*/ 12612246 w 18982931"/>
              <a:gd name="connsiteY276-21554" fmla="*/ 3412209 h 4449429"/>
              <a:gd name="connsiteX277-21555" fmla="*/ 12669079 w 18982931"/>
              <a:gd name="connsiteY277-21556" fmla="*/ 3412209 h 4449429"/>
              <a:gd name="connsiteX278-21557" fmla="*/ 12669079 w 18982931"/>
              <a:gd name="connsiteY278-21558" fmla="*/ 3355375 h 4449429"/>
              <a:gd name="connsiteX279-21559" fmla="*/ 12612246 w 18982931"/>
              <a:gd name="connsiteY279-21560" fmla="*/ 3355375 h 4449429"/>
              <a:gd name="connsiteX280-21561" fmla="*/ 12500191 w 18982931"/>
              <a:gd name="connsiteY280-21562" fmla="*/ 3355375 h 4449429"/>
              <a:gd name="connsiteX281-21563" fmla="*/ 12500191 w 18982931"/>
              <a:gd name="connsiteY281-21564" fmla="*/ 3412209 h 4449429"/>
              <a:gd name="connsiteX282-21565" fmla="*/ 12557025 w 18982931"/>
              <a:gd name="connsiteY282-21566" fmla="*/ 3412209 h 4449429"/>
              <a:gd name="connsiteX283-21567" fmla="*/ 12557025 w 18982931"/>
              <a:gd name="connsiteY283-21568" fmla="*/ 3355375 h 4449429"/>
              <a:gd name="connsiteX284-21569" fmla="*/ 12500191 w 18982931"/>
              <a:gd name="connsiteY284-21570" fmla="*/ 3355375 h 4449429"/>
              <a:gd name="connsiteX285-21571" fmla="*/ 12388137 w 18982931"/>
              <a:gd name="connsiteY285-21572" fmla="*/ 3355375 h 4449429"/>
              <a:gd name="connsiteX286-21573" fmla="*/ 12388137 w 18982931"/>
              <a:gd name="connsiteY286-21574" fmla="*/ 3412209 h 4449429"/>
              <a:gd name="connsiteX287-21575" fmla="*/ 12444971 w 18982931"/>
              <a:gd name="connsiteY287-21576" fmla="*/ 3412209 h 4449429"/>
              <a:gd name="connsiteX288-21577" fmla="*/ 12444971 w 18982931"/>
              <a:gd name="connsiteY288-21578" fmla="*/ 3355375 h 4449429"/>
              <a:gd name="connsiteX289-21579" fmla="*/ 12388137 w 18982931"/>
              <a:gd name="connsiteY289-21580" fmla="*/ 3355375 h 4449429"/>
              <a:gd name="connsiteX290-21581" fmla="*/ 17351339 w 18982931"/>
              <a:gd name="connsiteY290-21582" fmla="*/ 3309670 h 4449429"/>
              <a:gd name="connsiteX291-21583" fmla="*/ 17351339 w 18982931"/>
              <a:gd name="connsiteY291-21584" fmla="*/ 3355371 h 4449429"/>
              <a:gd name="connsiteX292-21585" fmla="*/ 17560187 w 18982931"/>
              <a:gd name="connsiteY292-21586" fmla="*/ 3355371 h 4449429"/>
              <a:gd name="connsiteX293-21587" fmla="*/ 17560187 w 18982931"/>
              <a:gd name="connsiteY293-21588" fmla="*/ 3309670 h 4449429"/>
              <a:gd name="connsiteX294-21589" fmla="*/ 17351339 w 18982931"/>
              <a:gd name="connsiteY294-21590" fmla="*/ 3309670 h 4449429"/>
              <a:gd name="connsiteX295-21591" fmla="*/ 1596781 w 18982931"/>
              <a:gd name="connsiteY295-21592" fmla="*/ 3265446 h 4449429"/>
              <a:gd name="connsiteX296-21593" fmla="*/ 1596781 w 18982931"/>
              <a:gd name="connsiteY296-21594" fmla="*/ 3311147 h 4449429"/>
              <a:gd name="connsiteX297-21595" fmla="*/ 1805629 w 18982931"/>
              <a:gd name="connsiteY297-21596" fmla="*/ 3311147 h 4449429"/>
              <a:gd name="connsiteX298-21597" fmla="*/ 1805629 w 18982931"/>
              <a:gd name="connsiteY298-21598" fmla="*/ 3265446 h 4449429"/>
              <a:gd name="connsiteX299-21599" fmla="*/ 1596781 w 18982931"/>
              <a:gd name="connsiteY299-21600" fmla="*/ 3265446 h 4449429"/>
              <a:gd name="connsiteX300-21601" fmla="*/ 17351339 w 18982931"/>
              <a:gd name="connsiteY300-21602" fmla="*/ 3218041 h 4449429"/>
              <a:gd name="connsiteX301-21603" fmla="*/ 17351339 w 18982931"/>
              <a:gd name="connsiteY301-21604" fmla="*/ 3263742 h 4449429"/>
              <a:gd name="connsiteX302-21605" fmla="*/ 17560187 w 18982931"/>
              <a:gd name="connsiteY302-21606" fmla="*/ 3263742 h 4449429"/>
              <a:gd name="connsiteX303-21607" fmla="*/ 17560187 w 18982931"/>
              <a:gd name="connsiteY303-21608" fmla="*/ 3218041 h 4449429"/>
              <a:gd name="connsiteX304-21609" fmla="*/ 17351339 w 18982931"/>
              <a:gd name="connsiteY304-21610" fmla="*/ 3218041 h 4449429"/>
              <a:gd name="connsiteX305-21611" fmla="*/ 12612246 w 18982931"/>
              <a:gd name="connsiteY305-21612" fmla="*/ 3210087 h 4449429"/>
              <a:gd name="connsiteX306-21613" fmla="*/ 12612246 w 18982931"/>
              <a:gd name="connsiteY306-21614" fmla="*/ 3266921 h 4449429"/>
              <a:gd name="connsiteX307-21615" fmla="*/ 12669079 w 18982931"/>
              <a:gd name="connsiteY307-21616" fmla="*/ 3266921 h 4449429"/>
              <a:gd name="connsiteX308-21617" fmla="*/ 12669079 w 18982931"/>
              <a:gd name="connsiteY308-21618" fmla="*/ 3210087 h 4449429"/>
              <a:gd name="connsiteX309-21619" fmla="*/ 12612246 w 18982931"/>
              <a:gd name="connsiteY309-21620" fmla="*/ 3210087 h 4449429"/>
              <a:gd name="connsiteX310-21621" fmla="*/ 12500191 w 18982931"/>
              <a:gd name="connsiteY310-21622" fmla="*/ 3210087 h 4449429"/>
              <a:gd name="connsiteX311-21623" fmla="*/ 12500191 w 18982931"/>
              <a:gd name="connsiteY311-21624" fmla="*/ 3266921 h 4449429"/>
              <a:gd name="connsiteX312-21625" fmla="*/ 12557025 w 18982931"/>
              <a:gd name="connsiteY312-21626" fmla="*/ 3266921 h 4449429"/>
              <a:gd name="connsiteX313-21627" fmla="*/ 12557025 w 18982931"/>
              <a:gd name="connsiteY313-21628" fmla="*/ 3210087 h 4449429"/>
              <a:gd name="connsiteX314-21629" fmla="*/ 12500191 w 18982931"/>
              <a:gd name="connsiteY314-21630" fmla="*/ 3210087 h 4449429"/>
              <a:gd name="connsiteX315-21631" fmla="*/ 12388137 w 18982931"/>
              <a:gd name="connsiteY315-21632" fmla="*/ 3210087 h 4449429"/>
              <a:gd name="connsiteX316-21633" fmla="*/ 12388137 w 18982931"/>
              <a:gd name="connsiteY316-21634" fmla="*/ 3266921 h 4449429"/>
              <a:gd name="connsiteX317-21635" fmla="*/ 12444971 w 18982931"/>
              <a:gd name="connsiteY317-21636" fmla="*/ 3266921 h 4449429"/>
              <a:gd name="connsiteX318-21637" fmla="*/ 12444971 w 18982931"/>
              <a:gd name="connsiteY318-21638" fmla="*/ 3210087 h 4449429"/>
              <a:gd name="connsiteX319-21639" fmla="*/ 12388137 w 18982931"/>
              <a:gd name="connsiteY319-21640" fmla="*/ 3210087 h 4449429"/>
              <a:gd name="connsiteX320-21641" fmla="*/ 1596781 w 18982931"/>
              <a:gd name="connsiteY320-21642" fmla="*/ 3173817 h 4449429"/>
              <a:gd name="connsiteX321-21643" fmla="*/ 1596781 w 18982931"/>
              <a:gd name="connsiteY321-21644" fmla="*/ 3219518 h 4449429"/>
              <a:gd name="connsiteX322-21645" fmla="*/ 1805629 w 18982931"/>
              <a:gd name="connsiteY322-21646" fmla="*/ 3219518 h 4449429"/>
              <a:gd name="connsiteX323-21647" fmla="*/ 1805629 w 18982931"/>
              <a:gd name="connsiteY323-21648" fmla="*/ 3173817 h 4449429"/>
              <a:gd name="connsiteX324-21649" fmla="*/ 1596781 w 18982931"/>
              <a:gd name="connsiteY324-21650" fmla="*/ 3173817 h 4449429"/>
              <a:gd name="connsiteX325-21651" fmla="*/ 17351339 w 18982931"/>
              <a:gd name="connsiteY325-21652" fmla="*/ 3126412 h 4449429"/>
              <a:gd name="connsiteX326-21653" fmla="*/ 17351339 w 18982931"/>
              <a:gd name="connsiteY326-21654" fmla="*/ 3172113 h 4449429"/>
              <a:gd name="connsiteX327-21655" fmla="*/ 17560187 w 18982931"/>
              <a:gd name="connsiteY327-21656" fmla="*/ 3172113 h 4449429"/>
              <a:gd name="connsiteX328-21657" fmla="*/ 17560187 w 18982931"/>
              <a:gd name="connsiteY328-21658" fmla="*/ 3126412 h 4449429"/>
              <a:gd name="connsiteX329-21659" fmla="*/ 17351339 w 18982931"/>
              <a:gd name="connsiteY329-21660" fmla="*/ 3126412 h 4449429"/>
              <a:gd name="connsiteX330-21661" fmla="*/ 1596781 w 18982931"/>
              <a:gd name="connsiteY330-21662" fmla="*/ 3080712 h 4449429"/>
              <a:gd name="connsiteX331-21663" fmla="*/ 1596781 w 18982931"/>
              <a:gd name="connsiteY331-21664" fmla="*/ 3126412 h 4449429"/>
              <a:gd name="connsiteX332-21665" fmla="*/ 1805629 w 18982931"/>
              <a:gd name="connsiteY332-21666" fmla="*/ 3126412 h 4449429"/>
              <a:gd name="connsiteX333-21667" fmla="*/ 1805629 w 18982931"/>
              <a:gd name="connsiteY333-21668" fmla="*/ 3080712 h 4449429"/>
              <a:gd name="connsiteX334-21669" fmla="*/ 1596781 w 18982931"/>
              <a:gd name="connsiteY334-21670" fmla="*/ 3080712 h 4449429"/>
              <a:gd name="connsiteX335-21671" fmla="*/ 12612246 w 18982931"/>
              <a:gd name="connsiteY335-21672" fmla="*/ 3064799 h 4449429"/>
              <a:gd name="connsiteX336-21673" fmla="*/ 12612246 w 18982931"/>
              <a:gd name="connsiteY336-21674" fmla="*/ 3121633 h 4449429"/>
              <a:gd name="connsiteX337-21675" fmla="*/ 12669079 w 18982931"/>
              <a:gd name="connsiteY337-21676" fmla="*/ 3121633 h 4449429"/>
              <a:gd name="connsiteX338-21677" fmla="*/ 12669079 w 18982931"/>
              <a:gd name="connsiteY338-21678" fmla="*/ 3064799 h 4449429"/>
              <a:gd name="connsiteX339-21679" fmla="*/ 12612246 w 18982931"/>
              <a:gd name="connsiteY339-21680" fmla="*/ 3064799 h 4449429"/>
              <a:gd name="connsiteX340-21681" fmla="*/ 12500191 w 18982931"/>
              <a:gd name="connsiteY340-21682" fmla="*/ 3064799 h 4449429"/>
              <a:gd name="connsiteX341-21683" fmla="*/ 12500191 w 18982931"/>
              <a:gd name="connsiteY341-21684" fmla="*/ 3121633 h 4449429"/>
              <a:gd name="connsiteX342-21685" fmla="*/ 12557025 w 18982931"/>
              <a:gd name="connsiteY342-21686" fmla="*/ 3121633 h 4449429"/>
              <a:gd name="connsiteX343-21687" fmla="*/ 12557025 w 18982931"/>
              <a:gd name="connsiteY343-21688" fmla="*/ 3064799 h 4449429"/>
              <a:gd name="connsiteX344-21689" fmla="*/ 12500191 w 18982931"/>
              <a:gd name="connsiteY344-21690" fmla="*/ 3064799 h 4449429"/>
              <a:gd name="connsiteX345-21691" fmla="*/ 12388137 w 18982931"/>
              <a:gd name="connsiteY345-21692" fmla="*/ 3064799 h 4449429"/>
              <a:gd name="connsiteX346-21693" fmla="*/ 12388137 w 18982931"/>
              <a:gd name="connsiteY346-21694" fmla="*/ 3121633 h 4449429"/>
              <a:gd name="connsiteX347-21695" fmla="*/ 12444971 w 18982931"/>
              <a:gd name="connsiteY347-21696" fmla="*/ 3121633 h 4449429"/>
              <a:gd name="connsiteX348-21697" fmla="*/ 12444971 w 18982931"/>
              <a:gd name="connsiteY348-21698" fmla="*/ 3064799 h 4449429"/>
              <a:gd name="connsiteX349-21699" fmla="*/ 12388137 w 18982931"/>
              <a:gd name="connsiteY349-21700" fmla="*/ 3064799 h 4449429"/>
              <a:gd name="connsiteX350-21701" fmla="*/ 17351339 w 18982931"/>
              <a:gd name="connsiteY350-21702" fmla="*/ 3034782 h 4449429"/>
              <a:gd name="connsiteX351-21703" fmla="*/ 17351339 w 18982931"/>
              <a:gd name="connsiteY351-21704" fmla="*/ 3080482 h 4449429"/>
              <a:gd name="connsiteX352-21705" fmla="*/ 17560187 w 18982931"/>
              <a:gd name="connsiteY352-21706" fmla="*/ 3080482 h 4449429"/>
              <a:gd name="connsiteX353-21707" fmla="*/ 17560187 w 18982931"/>
              <a:gd name="connsiteY353-21708" fmla="*/ 3034782 h 4449429"/>
              <a:gd name="connsiteX354-21709" fmla="*/ 17351339 w 18982931"/>
              <a:gd name="connsiteY354-21710" fmla="*/ 3034782 h 4449429"/>
              <a:gd name="connsiteX355-21711" fmla="*/ 1596781 w 18982931"/>
              <a:gd name="connsiteY355-21712" fmla="*/ 2989080 h 4449429"/>
              <a:gd name="connsiteX356-21713" fmla="*/ 1596781 w 18982931"/>
              <a:gd name="connsiteY356-21714" fmla="*/ 3034780 h 4449429"/>
              <a:gd name="connsiteX357-21715" fmla="*/ 1805629 w 18982931"/>
              <a:gd name="connsiteY357-21716" fmla="*/ 3034780 h 4449429"/>
              <a:gd name="connsiteX358-21717" fmla="*/ 1805629 w 18982931"/>
              <a:gd name="connsiteY358-21718" fmla="*/ 2989080 h 4449429"/>
              <a:gd name="connsiteX359-21719" fmla="*/ 1596781 w 18982931"/>
              <a:gd name="connsiteY359-21720" fmla="*/ 2989080 h 4449429"/>
              <a:gd name="connsiteX360-21721" fmla="*/ 17351339 w 18982931"/>
              <a:gd name="connsiteY360-21722" fmla="*/ 2943153 h 4449429"/>
              <a:gd name="connsiteX361-21723" fmla="*/ 17351339 w 18982931"/>
              <a:gd name="connsiteY361-21724" fmla="*/ 2988853 h 4449429"/>
              <a:gd name="connsiteX362-21725" fmla="*/ 17560187 w 18982931"/>
              <a:gd name="connsiteY362-21726" fmla="*/ 2988853 h 4449429"/>
              <a:gd name="connsiteX363-21727" fmla="*/ 17560187 w 18982931"/>
              <a:gd name="connsiteY363-21728" fmla="*/ 2943153 h 4449429"/>
              <a:gd name="connsiteX364-21729" fmla="*/ 17351339 w 18982931"/>
              <a:gd name="connsiteY364-21730" fmla="*/ 2943153 h 4449429"/>
              <a:gd name="connsiteX365-21731" fmla="*/ 12612246 w 18982931"/>
              <a:gd name="connsiteY365-21732" fmla="*/ 2919511 h 4449429"/>
              <a:gd name="connsiteX366-21733" fmla="*/ 12612246 w 18982931"/>
              <a:gd name="connsiteY366-21734" fmla="*/ 2976345 h 4449429"/>
              <a:gd name="connsiteX367-21735" fmla="*/ 12669079 w 18982931"/>
              <a:gd name="connsiteY367-21736" fmla="*/ 2976345 h 4449429"/>
              <a:gd name="connsiteX368-21737" fmla="*/ 12669079 w 18982931"/>
              <a:gd name="connsiteY368-21738" fmla="*/ 2919511 h 4449429"/>
              <a:gd name="connsiteX369-21739" fmla="*/ 12612246 w 18982931"/>
              <a:gd name="connsiteY369-21740" fmla="*/ 2919511 h 4449429"/>
              <a:gd name="connsiteX370-21741" fmla="*/ 12500191 w 18982931"/>
              <a:gd name="connsiteY370-21742" fmla="*/ 2919511 h 4449429"/>
              <a:gd name="connsiteX371-21743" fmla="*/ 12500191 w 18982931"/>
              <a:gd name="connsiteY371-21744" fmla="*/ 2976345 h 4449429"/>
              <a:gd name="connsiteX372-21745" fmla="*/ 12557025 w 18982931"/>
              <a:gd name="connsiteY372-21746" fmla="*/ 2976345 h 4449429"/>
              <a:gd name="connsiteX373-21747" fmla="*/ 12557025 w 18982931"/>
              <a:gd name="connsiteY373-21748" fmla="*/ 2919511 h 4449429"/>
              <a:gd name="connsiteX374-21749" fmla="*/ 12500191 w 18982931"/>
              <a:gd name="connsiteY374-21750" fmla="*/ 2919511 h 4449429"/>
              <a:gd name="connsiteX375-21751" fmla="*/ 12388137 w 18982931"/>
              <a:gd name="connsiteY375-21752" fmla="*/ 2919511 h 4449429"/>
              <a:gd name="connsiteX376-21753" fmla="*/ 12388137 w 18982931"/>
              <a:gd name="connsiteY376-21754" fmla="*/ 2976345 h 4449429"/>
              <a:gd name="connsiteX377-21755" fmla="*/ 12444971 w 18982931"/>
              <a:gd name="connsiteY377-21756" fmla="*/ 2976345 h 4449429"/>
              <a:gd name="connsiteX378-21757" fmla="*/ 12444971 w 18982931"/>
              <a:gd name="connsiteY378-21758" fmla="*/ 2919511 h 4449429"/>
              <a:gd name="connsiteX379-21759" fmla="*/ 12388137 w 18982931"/>
              <a:gd name="connsiteY379-21760" fmla="*/ 2919511 h 4449429"/>
              <a:gd name="connsiteX380-21761" fmla="*/ 1596781 w 18982931"/>
              <a:gd name="connsiteY380-21762" fmla="*/ 2897450 h 4449429"/>
              <a:gd name="connsiteX381-21763" fmla="*/ 1596781 w 18982931"/>
              <a:gd name="connsiteY381-21764" fmla="*/ 2943150 h 4449429"/>
              <a:gd name="connsiteX382-21765" fmla="*/ 1805629 w 18982931"/>
              <a:gd name="connsiteY382-21766" fmla="*/ 2943150 h 4449429"/>
              <a:gd name="connsiteX383-21767" fmla="*/ 1805629 w 18982931"/>
              <a:gd name="connsiteY383-21768" fmla="*/ 2897450 h 4449429"/>
              <a:gd name="connsiteX384-21769" fmla="*/ 1596781 w 18982931"/>
              <a:gd name="connsiteY384-21770" fmla="*/ 2897450 h 4449429"/>
              <a:gd name="connsiteX385-21771" fmla="*/ 17351339 w 18982931"/>
              <a:gd name="connsiteY385-21772" fmla="*/ 2851522 h 4449429"/>
              <a:gd name="connsiteX386-21773" fmla="*/ 17351339 w 18982931"/>
              <a:gd name="connsiteY386-21774" fmla="*/ 2897223 h 4449429"/>
              <a:gd name="connsiteX387-21775" fmla="*/ 17560187 w 18982931"/>
              <a:gd name="connsiteY387-21776" fmla="*/ 2897223 h 4449429"/>
              <a:gd name="connsiteX388-21777" fmla="*/ 17560187 w 18982931"/>
              <a:gd name="connsiteY388-21778" fmla="*/ 2851522 h 4449429"/>
              <a:gd name="connsiteX389-21779" fmla="*/ 17351339 w 18982931"/>
              <a:gd name="connsiteY389-21780" fmla="*/ 2851522 h 4449429"/>
              <a:gd name="connsiteX390-21781" fmla="*/ 1596781 w 18982931"/>
              <a:gd name="connsiteY390-21782" fmla="*/ 2805821 h 4449429"/>
              <a:gd name="connsiteX391-21783" fmla="*/ 1596781 w 18982931"/>
              <a:gd name="connsiteY391-21784" fmla="*/ 2851521 h 4449429"/>
              <a:gd name="connsiteX392-21785" fmla="*/ 1805629 w 18982931"/>
              <a:gd name="connsiteY392-21786" fmla="*/ 2851521 h 4449429"/>
              <a:gd name="connsiteX393-21787" fmla="*/ 1805629 w 18982931"/>
              <a:gd name="connsiteY393-21788" fmla="*/ 2805821 h 4449429"/>
              <a:gd name="connsiteX394-21789" fmla="*/ 1596781 w 18982931"/>
              <a:gd name="connsiteY394-21790" fmla="*/ 2805821 h 4449429"/>
              <a:gd name="connsiteX395-21791" fmla="*/ 1596781 w 18982931"/>
              <a:gd name="connsiteY395-21792" fmla="*/ 2714192 h 4449429"/>
              <a:gd name="connsiteX396-21793" fmla="*/ 1596781 w 18982931"/>
              <a:gd name="connsiteY396-21794" fmla="*/ 2759892 h 4449429"/>
              <a:gd name="connsiteX397-21795" fmla="*/ 1805629 w 18982931"/>
              <a:gd name="connsiteY397-21796" fmla="*/ 2759892 h 4449429"/>
              <a:gd name="connsiteX398-21797" fmla="*/ 1805629 w 18982931"/>
              <a:gd name="connsiteY398-21798" fmla="*/ 2714192 h 4449429"/>
              <a:gd name="connsiteX399-21799" fmla="*/ 1596781 w 18982931"/>
              <a:gd name="connsiteY399-21800" fmla="*/ 2714192 h 4449429"/>
              <a:gd name="connsiteX400-21801" fmla="*/ 4422120 w 18982931"/>
              <a:gd name="connsiteY400-21802" fmla="*/ 2688604 h 4449429"/>
              <a:gd name="connsiteX401-21803" fmla="*/ 4422120 w 18982931"/>
              <a:gd name="connsiteY401-21804" fmla="*/ 2851522 h 4449429"/>
              <a:gd name="connsiteX402-21805" fmla="*/ 4459897 w 18982931"/>
              <a:gd name="connsiteY402-21806" fmla="*/ 2851522 h 4449429"/>
              <a:gd name="connsiteX403-21807" fmla="*/ 4459897 w 18982931"/>
              <a:gd name="connsiteY403-21808" fmla="*/ 2688604 h 4449429"/>
              <a:gd name="connsiteX404-21809" fmla="*/ 4422120 w 18982931"/>
              <a:gd name="connsiteY404-21810" fmla="*/ 2688604 h 4449429"/>
              <a:gd name="connsiteX405-21811" fmla="*/ 4346370 w 18982931"/>
              <a:gd name="connsiteY405-21812" fmla="*/ 2688604 h 4449429"/>
              <a:gd name="connsiteX406-21813" fmla="*/ 4346370 w 18982931"/>
              <a:gd name="connsiteY406-21814" fmla="*/ 2851522 h 4449429"/>
              <a:gd name="connsiteX407-21815" fmla="*/ 4384149 w 18982931"/>
              <a:gd name="connsiteY407-21816" fmla="*/ 2851522 h 4449429"/>
              <a:gd name="connsiteX408-21817" fmla="*/ 4384149 w 18982931"/>
              <a:gd name="connsiteY408-21818" fmla="*/ 2688604 h 4449429"/>
              <a:gd name="connsiteX409-21819" fmla="*/ 4346370 w 18982931"/>
              <a:gd name="connsiteY409-21820" fmla="*/ 2688604 h 4449429"/>
              <a:gd name="connsiteX410-21821" fmla="*/ 4270624 w 18982931"/>
              <a:gd name="connsiteY410-21822" fmla="*/ 2688604 h 4449429"/>
              <a:gd name="connsiteX411-21823" fmla="*/ 4270624 w 18982931"/>
              <a:gd name="connsiteY411-21824" fmla="*/ 2851522 h 4449429"/>
              <a:gd name="connsiteX412-21825" fmla="*/ 4308407 w 18982931"/>
              <a:gd name="connsiteY412-21826" fmla="*/ 2851522 h 4449429"/>
              <a:gd name="connsiteX413-21827" fmla="*/ 4308407 w 18982931"/>
              <a:gd name="connsiteY413-21828" fmla="*/ 2688604 h 4449429"/>
              <a:gd name="connsiteX414-21829" fmla="*/ 4270624 w 18982931"/>
              <a:gd name="connsiteY414-21830" fmla="*/ 2688604 h 4449429"/>
              <a:gd name="connsiteX415-21831" fmla="*/ 4194881 w 18982931"/>
              <a:gd name="connsiteY415-21832" fmla="*/ 2688604 h 4449429"/>
              <a:gd name="connsiteX416-21833" fmla="*/ 4194881 w 18982931"/>
              <a:gd name="connsiteY416-21834" fmla="*/ 2851522 h 4449429"/>
              <a:gd name="connsiteX417-21835" fmla="*/ 4232658 w 18982931"/>
              <a:gd name="connsiteY417-21836" fmla="*/ 2851522 h 4449429"/>
              <a:gd name="connsiteX418-21837" fmla="*/ 4232658 w 18982931"/>
              <a:gd name="connsiteY418-21838" fmla="*/ 2688604 h 4449429"/>
              <a:gd name="connsiteX419-21839" fmla="*/ 4194881 w 18982931"/>
              <a:gd name="connsiteY419-21840" fmla="*/ 2688604 h 4449429"/>
              <a:gd name="connsiteX420-21841" fmla="*/ 4119132 w 18982931"/>
              <a:gd name="connsiteY420-21842" fmla="*/ 2688604 h 4449429"/>
              <a:gd name="connsiteX421-21843" fmla="*/ 4119132 w 18982931"/>
              <a:gd name="connsiteY421-21844" fmla="*/ 2851522 h 4449429"/>
              <a:gd name="connsiteX422-21845" fmla="*/ 4156909 w 18982931"/>
              <a:gd name="connsiteY422-21846" fmla="*/ 2851522 h 4449429"/>
              <a:gd name="connsiteX423-21847" fmla="*/ 4156909 w 18982931"/>
              <a:gd name="connsiteY423-21848" fmla="*/ 2688604 h 4449429"/>
              <a:gd name="connsiteX424-21849" fmla="*/ 4119132 w 18982931"/>
              <a:gd name="connsiteY424-21850" fmla="*/ 2688604 h 4449429"/>
              <a:gd name="connsiteX425-21851" fmla="*/ 4043383 w 18982931"/>
              <a:gd name="connsiteY425-21852" fmla="*/ 2688604 h 4449429"/>
              <a:gd name="connsiteX426-21853" fmla="*/ 4043383 w 18982931"/>
              <a:gd name="connsiteY426-21854" fmla="*/ 2851522 h 4449429"/>
              <a:gd name="connsiteX427-21855" fmla="*/ 4081160 w 18982931"/>
              <a:gd name="connsiteY427-21856" fmla="*/ 2851522 h 4449429"/>
              <a:gd name="connsiteX428-21857" fmla="*/ 4081160 w 18982931"/>
              <a:gd name="connsiteY428-21858" fmla="*/ 2688604 h 4449429"/>
              <a:gd name="connsiteX429-21859" fmla="*/ 4043383 w 18982931"/>
              <a:gd name="connsiteY429-21860" fmla="*/ 2688604 h 4449429"/>
              <a:gd name="connsiteX430-21861" fmla="*/ 3967636 w 18982931"/>
              <a:gd name="connsiteY430-21862" fmla="*/ 2688604 h 4449429"/>
              <a:gd name="connsiteX431-21863" fmla="*/ 3967636 w 18982931"/>
              <a:gd name="connsiteY431-21864" fmla="*/ 2851522 h 4449429"/>
              <a:gd name="connsiteX432-21865" fmla="*/ 4005415 w 18982931"/>
              <a:gd name="connsiteY432-21866" fmla="*/ 2851522 h 4449429"/>
              <a:gd name="connsiteX433-21867" fmla="*/ 4005415 w 18982931"/>
              <a:gd name="connsiteY433-21868" fmla="*/ 2688604 h 4449429"/>
              <a:gd name="connsiteX434-21869" fmla="*/ 3967636 w 18982931"/>
              <a:gd name="connsiteY434-21870" fmla="*/ 2688604 h 4449429"/>
              <a:gd name="connsiteX435-21871" fmla="*/ 3891895 w 18982931"/>
              <a:gd name="connsiteY435-21872" fmla="*/ 2688604 h 4449429"/>
              <a:gd name="connsiteX436-21873" fmla="*/ 3891895 w 18982931"/>
              <a:gd name="connsiteY436-21874" fmla="*/ 2851522 h 4449429"/>
              <a:gd name="connsiteX437-21875" fmla="*/ 3929672 w 18982931"/>
              <a:gd name="connsiteY437-21876" fmla="*/ 2851522 h 4449429"/>
              <a:gd name="connsiteX438-21877" fmla="*/ 3929672 w 18982931"/>
              <a:gd name="connsiteY438-21878" fmla="*/ 2688604 h 4449429"/>
              <a:gd name="connsiteX439-21879" fmla="*/ 3891895 w 18982931"/>
              <a:gd name="connsiteY439-21880" fmla="*/ 2688604 h 4449429"/>
              <a:gd name="connsiteX440-21881" fmla="*/ 15043403 w 18982931"/>
              <a:gd name="connsiteY440-21882" fmla="*/ 2685661 h 4449429"/>
              <a:gd name="connsiteX441-21883" fmla="*/ 15043403 w 18982931"/>
              <a:gd name="connsiteY441-21884" fmla="*/ 2894508 h 4449429"/>
              <a:gd name="connsiteX442-21885" fmla="*/ 15089105 w 18982931"/>
              <a:gd name="connsiteY442-21886" fmla="*/ 2894508 h 4449429"/>
              <a:gd name="connsiteX443-21887" fmla="*/ 15089105 w 18982931"/>
              <a:gd name="connsiteY443-21888" fmla="*/ 2685661 h 4449429"/>
              <a:gd name="connsiteX444-21889" fmla="*/ 15043403 w 18982931"/>
              <a:gd name="connsiteY444-21890" fmla="*/ 2685661 h 4449429"/>
              <a:gd name="connsiteX445-21891" fmla="*/ 14951773 w 18982931"/>
              <a:gd name="connsiteY445-21892" fmla="*/ 2685661 h 4449429"/>
              <a:gd name="connsiteX446-21893" fmla="*/ 14951773 w 18982931"/>
              <a:gd name="connsiteY446-21894" fmla="*/ 2894508 h 4449429"/>
              <a:gd name="connsiteX447-21895" fmla="*/ 14997475 w 18982931"/>
              <a:gd name="connsiteY447-21896" fmla="*/ 2894508 h 4449429"/>
              <a:gd name="connsiteX448-21897" fmla="*/ 14997475 w 18982931"/>
              <a:gd name="connsiteY448-21898" fmla="*/ 2685661 h 4449429"/>
              <a:gd name="connsiteX449-21899" fmla="*/ 14951773 w 18982931"/>
              <a:gd name="connsiteY449-21900" fmla="*/ 2685661 h 4449429"/>
              <a:gd name="connsiteX450-21901" fmla="*/ 14860145 w 18982931"/>
              <a:gd name="connsiteY450-21902" fmla="*/ 2685661 h 4449429"/>
              <a:gd name="connsiteX451-21903" fmla="*/ 14860145 w 18982931"/>
              <a:gd name="connsiteY451-21904" fmla="*/ 2894508 h 4449429"/>
              <a:gd name="connsiteX452-21905" fmla="*/ 14905844 w 18982931"/>
              <a:gd name="connsiteY452-21906" fmla="*/ 2894508 h 4449429"/>
              <a:gd name="connsiteX453-21907" fmla="*/ 14905844 w 18982931"/>
              <a:gd name="connsiteY453-21908" fmla="*/ 2685661 h 4449429"/>
              <a:gd name="connsiteX454-21909" fmla="*/ 14860145 w 18982931"/>
              <a:gd name="connsiteY454-21910" fmla="*/ 2685661 h 4449429"/>
              <a:gd name="connsiteX455-21911" fmla="*/ 14768515 w 18982931"/>
              <a:gd name="connsiteY455-21912" fmla="*/ 2685661 h 4449429"/>
              <a:gd name="connsiteX456-21913" fmla="*/ 14768515 w 18982931"/>
              <a:gd name="connsiteY456-21914" fmla="*/ 2894508 h 4449429"/>
              <a:gd name="connsiteX457-21915" fmla="*/ 14814217 w 18982931"/>
              <a:gd name="connsiteY457-21916" fmla="*/ 2894508 h 4449429"/>
              <a:gd name="connsiteX458-21917" fmla="*/ 14814217 w 18982931"/>
              <a:gd name="connsiteY458-21918" fmla="*/ 2685661 h 4449429"/>
              <a:gd name="connsiteX459-21919" fmla="*/ 14768515 w 18982931"/>
              <a:gd name="connsiteY459-21920" fmla="*/ 2685661 h 4449429"/>
              <a:gd name="connsiteX460-21921" fmla="*/ 14676884 w 18982931"/>
              <a:gd name="connsiteY460-21922" fmla="*/ 2685661 h 4449429"/>
              <a:gd name="connsiteX461-21923" fmla="*/ 14676884 w 18982931"/>
              <a:gd name="connsiteY461-21924" fmla="*/ 2894508 h 4449429"/>
              <a:gd name="connsiteX462-21925" fmla="*/ 14722586 w 18982931"/>
              <a:gd name="connsiteY462-21926" fmla="*/ 2894508 h 4449429"/>
              <a:gd name="connsiteX463-21927" fmla="*/ 14722586 w 18982931"/>
              <a:gd name="connsiteY463-21928" fmla="*/ 2685661 h 4449429"/>
              <a:gd name="connsiteX464-21929" fmla="*/ 14676884 w 18982931"/>
              <a:gd name="connsiteY464-21930" fmla="*/ 2685661 h 4449429"/>
              <a:gd name="connsiteX465-21931" fmla="*/ 14585255 w 18982931"/>
              <a:gd name="connsiteY465-21932" fmla="*/ 2685661 h 4449429"/>
              <a:gd name="connsiteX466-21933" fmla="*/ 14585255 w 18982931"/>
              <a:gd name="connsiteY466-21934" fmla="*/ 2894508 h 4449429"/>
              <a:gd name="connsiteX467-21935" fmla="*/ 14630955 w 18982931"/>
              <a:gd name="connsiteY467-21936" fmla="*/ 2894508 h 4449429"/>
              <a:gd name="connsiteX468-21937" fmla="*/ 14630955 w 18982931"/>
              <a:gd name="connsiteY468-21938" fmla="*/ 2685661 h 4449429"/>
              <a:gd name="connsiteX469-21939" fmla="*/ 14585255 w 18982931"/>
              <a:gd name="connsiteY469-21940" fmla="*/ 2685661 h 4449429"/>
              <a:gd name="connsiteX470-21941" fmla="*/ 14493625 w 18982931"/>
              <a:gd name="connsiteY470-21942" fmla="*/ 2685661 h 4449429"/>
              <a:gd name="connsiteX471-21943" fmla="*/ 14493625 w 18982931"/>
              <a:gd name="connsiteY471-21944" fmla="*/ 2894508 h 4449429"/>
              <a:gd name="connsiteX472-21945" fmla="*/ 14539325 w 18982931"/>
              <a:gd name="connsiteY472-21946" fmla="*/ 2894508 h 4449429"/>
              <a:gd name="connsiteX473-21947" fmla="*/ 14539325 w 18982931"/>
              <a:gd name="connsiteY473-21948" fmla="*/ 2685661 h 4449429"/>
              <a:gd name="connsiteX474-21949" fmla="*/ 14493625 w 18982931"/>
              <a:gd name="connsiteY474-21950" fmla="*/ 2685661 h 4449429"/>
              <a:gd name="connsiteX475-21951" fmla="*/ 2875284 w 18982931"/>
              <a:gd name="connsiteY475-21952" fmla="*/ 2661196 h 4449429"/>
              <a:gd name="connsiteX476-21953" fmla="*/ 2875284 w 18982931"/>
              <a:gd name="connsiteY476-21954" fmla="*/ 3265443 h 4449429"/>
              <a:gd name="connsiteX477-21955" fmla="*/ 2913063 w 18982931"/>
              <a:gd name="connsiteY477-21956" fmla="*/ 3265443 h 4449429"/>
              <a:gd name="connsiteX478-21957" fmla="*/ 2913063 w 18982931"/>
              <a:gd name="connsiteY478-21958" fmla="*/ 2661196 h 4449429"/>
              <a:gd name="connsiteX479-21959" fmla="*/ 2875284 w 18982931"/>
              <a:gd name="connsiteY479-21960" fmla="*/ 2661196 h 4449429"/>
              <a:gd name="connsiteX480-21961" fmla="*/ 2769698 w 18982931"/>
              <a:gd name="connsiteY480-21962" fmla="*/ 2661196 h 4449429"/>
              <a:gd name="connsiteX481-21963" fmla="*/ 2769698 w 18982931"/>
              <a:gd name="connsiteY481-21964" fmla="*/ 3265443 h 4449429"/>
              <a:gd name="connsiteX482-21965" fmla="*/ 2807479 w 18982931"/>
              <a:gd name="connsiteY482-21966" fmla="*/ 3265443 h 4449429"/>
              <a:gd name="connsiteX483-21967" fmla="*/ 2807479 w 18982931"/>
              <a:gd name="connsiteY483-21968" fmla="*/ 2661196 h 4449429"/>
              <a:gd name="connsiteX484-21969" fmla="*/ 2769698 w 18982931"/>
              <a:gd name="connsiteY484-21970" fmla="*/ 2661196 h 4449429"/>
              <a:gd name="connsiteX485-21971" fmla="*/ 2664114 w 18982931"/>
              <a:gd name="connsiteY485-21972" fmla="*/ 2661196 h 4449429"/>
              <a:gd name="connsiteX486-21973" fmla="*/ 2664114 w 18982931"/>
              <a:gd name="connsiteY486-21974" fmla="*/ 3265443 h 4449429"/>
              <a:gd name="connsiteX487-21975" fmla="*/ 2701891 w 18982931"/>
              <a:gd name="connsiteY487-21976" fmla="*/ 3265443 h 4449429"/>
              <a:gd name="connsiteX488-21977" fmla="*/ 2701891 w 18982931"/>
              <a:gd name="connsiteY488-21978" fmla="*/ 2661196 h 4449429"/>
              <a:gd name="connsiteX489-21979" fmla="*/ 2664114 w 18982931"/>
              <a:gd name="connsiteY489-21980" fmla="*/ 2661196 h 4449429"/>
              <a:gd name="connsiteX490-21981" fmla="*/ 2558534 w 18982931"/>
              <a:gd name="connsiteY490-21982" fmla="*/ 2661196 h 4449429"/>
              <a:gd name="connsiteX491-21983" fmla="*/ 2558534 w 18982931"/>
              <a:gd name="connsiteY491-21984" fmla="*/ 3265443 h 4449429"/>
              <a:gd name="connsiteX492-21985" fmla="*/ 2596306 w 18982931"/>
              <a:gd name="connsiteY492-21986" fmla="*/ 3265443 h 4449429"/>
              <a:gd name="connsiteX493-21987" fmla="*/ 2596306 w 18982931"/>
              <a:gd name="connsiteY493-21988" fmla="*/ 2661196 h 4449429"/>
              <a:gd name="connsiteX494-21989" fmla="*/ 2558534 w 18982931"/>
              <a:gd name="connsiteY494-21990" fmla="*/ 2661196 h 4449429"/>
              <a:gd name="connsiteX495-21991" fmla="*/ 2980870 w 18982931"/>
              <a:gd name="connsiteY495-21992" fmla="*/ 2661194 h 4449429"/>
              <a:gd name="connsiteX496-21993" fmla="*/ 2980870 w 18982931"/>
              <a:gd name="connsiteY496-21994" fmla="*/ 3265442 h 4449429"/>
              <a:gd name="connsiteX497-21995" fmla="*/ 3018648 w 18982931"/>
              <a:gd name="connsiteY497-21996" fmla="*/ 3265442 h 4449429"/>
              <a:gd name="connsiteX498-21997" fmla="*/ 3018648 w 18982931"/>
              <a:gd name="connsiteY498-21998" fmla="*/ 2661194 h 4449429"/>
              <a:gd name="connsiteX499-21999" fmla="*/ 2980870 w 18982931"/>
              <a:gd name="connsiteY499-22000" fmla="*/ 2661194 h 4449429"/>
              <a:gd name="connsiteX500-22001" fmla="*/ 16374516 w 18982931"/>
              <a:gd name="connsiteY500-22002" fmla="*/ 2632791 h 4449429"/>
              <a:gd name="connsiteX501-22003" fmla="*/ 16374516 w 18982931"/>
              <a:gd name="connsiteY501-22004" fmla="*/ 3237039 h 4449429"/>
              <a:gd name="connsiteX502-22005" fmla="*/ 16412296 w 18982931"/>
              <a:gd name="connsiteY502-22006" fmla="*/ 3237039 h 4449429"/>
              <a:gd name="connsiteX503-22007" fmla="*/ 16412296 w 18982931"/>
              <a:gd name="connsiteY503-22008" fmla="*/ 2632791 h 4449429"/>
              <a:gd name="connsiteX504-22009" fmla="*/ 16374516 w 18982931"/>
              <a:gd name="connsiteY504-22010" fmla="*/ 2632791 h 4449429"/>
              <a:gd name="connsiteX505-22011" fmla="*/ 16268931 w 18982931"/>
              <a:gd name="connsiteY505-22012" fmla="*/ 2632791 h 4449429"/>
              <a:gd name="connsiteX506-22013" fmla="*/ 16268931 w 18982931"/>
              <a:gd name="connsiteY506-22014" fmla="*/ 3237039 h 4449429"/>
              <a:gd name="connsiteX507-22015" fmla="*/ 16306709 w 18982931"/>
              <a:gd name="connsiteY507-22016" fmla="*/ 3237039 h 4449429"/>
              <a:gd name="connsiteX508-22017" fmla="*/ 16306709 w 18982931"/>
              <a:gd name="connsiteY508-22018" fmla="*/ 2632791 h 4449429"/>
              <a:gd name="connsiteX509-22019" fmla="*/ 16268931 w 18982931"/>
              <a:gd name="connsiteY509-22020" fmla="*/ 2632791 h 4449429"/>
              <a:gd name="connsiteX510-22021" fmla="*/ 16163344 w 18982931"/>
              <a:gd name="connsiteY510-22022" fmla="*/ 2632791 h 4449429"/>
              <a:gd name="connsiteX511-22023" fmla="*/ 16163344 w 18982931"/>
              <a:gd name="connsiteY511-22024" fmla="*/ 3237039 h 4449429"/>
              <a:gd name="connsiteX512-22025" fmla="*/ 16201125 w 18982931"/>
              <a:gd name="connsiteY512-22026" fmla="*/ 3237039 h 4449429"/>
              <a:gd name="connsiteX513-22027" fmla="*/ 16201125 w 18982931"/>
              <a:gd name="connsiteY513-22028" fmla="*/ 2632791 h 4449429"/>
              <a:gd name="connsiteX514-22029" fmla="*/ 16163344 w 18982931"/>
              <a:gd name="connsiteY514-22030" fmla="*/ 2632791 h 4449429"/>
              <a:gd name="connsiteX515-22031" fmla="*/ 16057760 w 18982931"/>
              <a:gd name="connsiteY515-22032" fmla="*/ 2632791 h 4449429"/>
              <a:gd name="connsiteX516-22033" fmla="*/ 16057760 w 18982931"/>
              <a:gd name="connsiteY516-22034" fmla="*/ 3237039 h 4449429"/>
              <a:gd name="connsiteX517-22035" fmla="*/ 16095537 w 18982931"/>
              <a:gd name="connsiteY517-22036" fmla="*/ 3237039 h 4449429"/>
              <a:gd name="connsiteX518-22037" fmla="*/ 16095537 w 18982931"/>
              <a:gd name="connsiteY518-22038" fmla="*/ 2632791 h 4449429"/>
              <a:gd name="connsiteX519-22039" fmla="*/ 16057760 w 18982931"/>
              <a:gd name="connsiteY519-22040" fmla="*/ 2632791 h 4449429"/>
              <a:gd name="connsiteX520-22041" fmla="*/ 16480103 w 18982931"/>
              <a:gd name="connsiteY520-22042" fmla="*/ 2632790 h 4449429"/>
              <a:gd name="connsiteX521-22043" fmla="*/ 16480103 w 18982931"/>
              <a:gd name="connsiteY521-22044" fmla="*/ 3237037 h 4449429"/>
              <a:gd name="connsiteX522-22045" fmla="*/ 16517880 w 18982931"/>
              <a:gd name="connsiteY522-22046" fmla="*/ 3237037 h 4449429"/>
              <a:gd name="connsiteX523-22047" fmla="*/ 16517880 w 18982931"/>
              <a:gd name="connsiteY523-22048" fmla="*/ 2632790 h 4449429"/>
              <a:gd name="connsiteX524-22049" fmla="*/ 16480103 w 18982931"/>
              <a:gd name="connsiteY524-22050" fmla="*/ 2632790 h 4449429"/>
              <a:gd name="connsiteX525-22051" fmla="*/ 1596781 w 18982931"/>
              <a:gd name="connsiteY525-22052" fmla="*/ 2622561 h 4449429"/>
              <a:gd name="connsiteX526-22053" fmla="*/ 1596781 w 18982931"/>
              <a:gd name="connsiteY526-22054" fmla="*/ 2668261 h 4449429"/>
              <a:gd name="connsiteX527-22055" fmla="*/ 1805629 w 18982931"/>
              <a:gd name="connsiteY527-22056" fmla="*/ 2668261 h 4449429"/>
              <a:gd name="connsiteX528-22057" fmla="*/ 1805629 w 18982931"/>
              <a:gd name="connsiteY528-22058" fmla="*/ 2622561 h 4449429"/>
              <a:gd name="connsiteX529-22059" fmla="*/ 1596781 w 18982931"/>
              <a:gd name="connsiteY529-22060" fmla="*/ 2622561 h 4449429"/>
              <a:gd name="connsiteX530-22061" fmla="*/ 1596781 w 18982931"/>
              <a:gd name="connsiteY530-22062" fmla="*/ 2530932 h 4449429"/>
              <a:gd name="connsiteX531-22063" fmla="*/ 1596781 w 18982931"/>
              <a:gd name="connsiteY531-22064" fmla="*/ 2576632 h 4449429"/>
              <a:gd name="connsiteX532-22065" fmla="*/ 1805629 w 18982931"/>
              <a:gd name="connsiteY532-22066" fmla="*/ 2576632 h 4449429"/>
              <a:gd name="connsiteX533-22067" fmla="*/ 1805629 w 18982931"/>
              <a:gd name="connsiteY533-22068" fmla="*/ 2530932 h 4449429"/>
              <a:gd name="connsiteX534-22069" fmla="*/ 1596781 w 18982931"/>
              <a:gd name="connsiteY534-22070" fmla="*/ 2530932 h 4449429"/>
              <a:gd name="connsiteX535-22071" fmla="*/ 1596781 w 18982931"/>
              <a:gd name="connsiteY535-22072" fmla="*/ 2439301 h 4449429"/>
              <a:gd name="connsiteX536-22073" fmla="*/ 1596781 w 18982931"/>
              <a:gd name="connsiteY536-22074" fmla="*/ 2485002 h 4449429"/>
              <a:gd name="connsiteX537-22075" fmla="*/ 1805629 w 18982931"/>
              <a:gd name="connsiteY537-22076" fmla="*/ 2485002 h 4449429"/>
              <a:gd name="connsiteX538-22077" fmla="*/ 1805629 w 18982931"/>
              <a:gd name="connsiteY538-22078" fmla="*/ 2439301 h 4449429"/>
              <a:gd name="connsiteX539-22079" fmla="*/ 1596781 w 18982931"/>
              <a:gd name="connsiteY539-22080" fmla="*/ 2439301 h 4449429"/>
              <a:gd name="connsiteX540-22081" fmla="*/ 17217171 w 18982931"/>
              <a:gd name="connsiteY540-22082" fmla="*/ 2397981 h 4449429"/>
              <a:gd name="connsiteX541-22083" fmla="*/ 17217171 w 18982931"/>
              <a:gd name="connsiteY541-22084" fmla="*/ 2434557 h 4449429"/>
              <a:gd name="connsiteX542-22085" fmla="*/ 17582931 w 18982931"/>
              <a:gd name="connsiteY542-22086" fmla="*/ 2434557 h 4449429"/>
              <a:gd name="connsiteX543-22087" fmla="*/ 17582931 w 18982931"/>
              <a:gd name="connsiteY543-22088" fmla="*/ 2397981 h 4449429"/>
              <a:gd name="connsiteX544-22089" fmla="*/ 17217171 w 18982931"/>
              <a:gd name="connsiteY544-22090" fmla="*/ 2397981 h 4449429"/>
              <a:gd name="connsiteX545-22091" fmla="*/ 9762349 w 18982931"/>
              <a:gd name="connsiteY545-22092" fmla="*/ 2057780 h 4449429"/>
              <a:gd name="connsiteX546-22093" fmla="*/ 9762349 w 18982931"/>
              <a:gd name="connsiteY546-22094" fmla="*/ 2266627 h 4449429"/>
              <a:gd name="connsiteX547-22095" fmla="*/ 9808049 w 18982931"/>
              <a:gd name="connsiteY547-22096" fmla="*/ 2266627 h 4449429"/>
              <a:gd name="connsiteX548-22097" fmla="*/ 9808049 w 18982931"/>
              <a:gd name="connsiteY548-22098" fmla="*/ 2057780 h 4449429"/>
              <a:gd name="connsiteX549-22099" fmla="*/ 9762349 w 18982931"/>
              <a:gd name="connsiteY549-22100" fmla="*/ 2057780 h 4449429"/>
              <a:gd name="connsiteX550-22101" fmla="*/ 9670720 w 18982931"/>
              <a:gd name="connsiteY550-22102" fmla="*/ 2057780 h 4449429"/>
              <a:gd name="connsiteX551-22103" fmla="*/ 9670720 w 18982931"/>
              <a:gd name="connsiteY551-22104" fmla="*/ 2266627 h 4449429"/>
              <a:gd name="connsiteX552-22105" fmla="*/ 9716420 w 18982931"/>
              <a:gd name="connsiteY552-22106" fmla="*/ 2266627 h 4449429"/>
              <a:gd name="connsiteX553-22107" fmla="*/ 9716420 w 18982931"/>
              <a:gd name="connsiteY553-22108" fmla="*/ 2057780 h 4449429"/>
              <a:gd name="connsiteX554-22109" fmla="*/ 9670720 w 18982931"/>
              <a:gd name="connsiteY554-22110" fmla="*/ 2057780 h 4449429"/>
              <a:gd name="connsiteX555-22111" fmla="*/ 9579089 w 18982931"/>
              <a:gd name="connsiteY555-22112" fmla="*/ 2057780 h 4449429"/>
              <a:gd name="connsiteX556-22113" fmla="*/ 9579089 w 18982931"/>
              <a:gd name="connsiteY556-22114" fmla="*/ 2266627 h 4449429"/>
              <a:gd name="connsiteX557-22115" fmla="*/ 9624790 w 18982931"/>
              <a:gd name="connsiteY557-22116" fmla="*/ 2266627 h 4449429"/>
              <a:gd name="connsiteX558-22117" fmla="*/ 9624790 w 18982931"/>
              <a:gd name="connsiteY558-22118" fmla="*/ 2057780 h 4449429"/>
              <a:gd name="connsiteX559-22119" fmla="*/ 9579089 w 18982931"/>
              <a:gd name="connsiteY559-22120" fmla="*/ 2057780 h 4449429"/>
              <a:gd name="connsiteX560-22121" fmla="*/ 9487461 w 18982931"/>
              <a:gd name="connsiteY560-22122" fmla="*/ 2057780 h 4449429"/>
              <a:gd name="connsiteX561-22123" fmla="*/ 9487461 w 18982931"/>
              <a:gd name="connsiteY561-22124" fmla="*/ 2266627 h 4449429"/>
              <a:gd name="connsiteX562-22125" fmla="*/ 9533161 w 18982931"/>
              <a:gd name="connsiteY562-22126" fmla="*/ 2266627 h 4449429"/>
              <a:gd name="connsiteX563-22127" fmla="*/ 9533161 w 18982931"/>
              <a:gd name="connsiteY563-22128" fmla="*/ 2057780 h 4449429"/>
              <a:gd name="connsiteX564-22129" fmla="*/ 9487461 w 18982931"/>
              <a:gd name="connsiteY564-22130" fmla="*/ 2057780 h 4449429"/>
              <a:gd name="connsiteX565-22131" fmla="*/ 9395836 w 18982931"/>
              <a:gd name="connsiteY565-22132" fmla="*/ 2057780 h 4449429"/>
              <a:gd name="connsiteX566-22133" fmla="*/ 9395836 w 18982931"/>
              <a:gd name="connsiteY566-22134" fmla="*/ 2266627 h 4449429"/>
              <a:gd name="connsiteX567-22135" fmla="*/ 9441534 w 18982931"/>
              <a:gd name="connsiteY567-22136" fmla="*/ 2266627 h 4449429"/>
              <a:gd name="connsiteX568-22137" fmla="*/ 9441534 w 18982931"/>
              <a:gd name="connsiteY568-22138" fmla="*/ 2057780 h 4449429"/>
              <a:gd name="connsiteX569-22139" fmla="*/ 9395836 w 18982931"/>
              <a:gd name="connsiteY569-22140" fmla="*/ 2057780 h 4449429"/>
              <a:gd name="connsiteX570-22141" fmla="*/ 9304202 w 18982931"/>
              <a:gd name="connsiteY570-22142" fmla="*/ 2057780 h 4449429"/>
              <a:gd name="connsiteX571-22143" fmla="*/ 9304202 w 18982931"/>
              <a:gd name="connsiteY571-22144" fmla="*/ 2266627 h 4449429"/>
              <a:gd name="connsiteX572-22145" fmla="*/ 9349902 w 18982931"/>
              <a:gd name="connsiteY572-22146" fmla="*/ 2266627 h 4449429"/>
              <a:gd name="connsiteX573-22147" fmla="*/ 9349902 w 18982931"/>
              <a:gd name="connsiteY573-22148" fmla="*/ 2057780 h 4449429"/>
              <a:gd name="connsiteX574-22149" fmla="*/ 9304202 w 18982931"/>
              <a:gd name="connsiteY574-22150" fmla="*/ 2057780 h 4449429"/>
              <a:gd name="connsiteX575-22151" fmla="*/ 9212570 w 18982931"/>
              <a:gd name="connsiteY575-22152" fmla="*/ 2057780 h 4449429"/>
              <a:gd name="connsiteX576-22153" fmla="*/ 9212570 w 18982931"/>
              <a:gd name="connsiteY576-22154" fmla="*/ 2266627 h 4449429"/>
              <a:gd name="connsiteX577-22155" fmla="*/ 9258270 w 18982931"/>
              <a:gd name="connsiteY577-22156" fmla="*/ 2266627 h 4449429"/>
              <a:gd name="connsiteX578-22157" fmla="*/ 9258270 w 18982931"/>
              <a:gd name="connsiteY578-22158" fmla="*/ 2057780 h 4449429"/>
              <a:gd name="connsiteX579-22159" fmla="*/ 9212570 w 18982931"/>
              <a:gd name="connsiteY579-22160" fmla="*/ 2057780 h 4449429"/>
              <a:gd name="connsiteX580-22161" fmla="*/ 14092702 w 18982931"/>
              <a:gd name="connsiteY580-22162" fmla="*/ 1859157 h 4449429"/>
              <a:gd name="connsiteX581-22163" fmla="*/ 14092702 w 18982931"/>
              <a:gd name="connsiteY581-22164" fmla="*/ 1895733 h 4449429"/>
              <a:gd name="connsiteX582-22165" fmla="*/ 14458462 w 18982931"/>
              <a:gd name="connsiteY582-22166" fmla="*/ 1895733 h 4449429"/>
              <a:gd name="connsiteX583-22167" fmla="*/ 14458462 w 18982931"/>
              <a:gd name="connsiteY583-22168" fmla="*/ 1859157 h 4449429"/>
              <a:gd name="connsiteX584-22169" fmla="*/ 14092702 w 18982931"/>
              <a:gd name="connsiteY584-22170" fmla="*/ 1859157 h 4449429"/>
              <a:gd name="connsiteX585-22171" fmla="*/ 17871603 w 18982931"/>
              <a:gd name="connsiteY585-22172" fmla="*/ 1806939 h 4449429"/>
              <a:gd name="connsiteX586-22173" fmla="*/ 17871603 w 18982931"/>
              <a:gd name="connsiteY586-22174" fmla="*/ 1809649 h 4449429"/>
              <a:gd name="connsiteX587-22175" fmla="*/ 17871627 w 18982931"/>
              <a:gd name="connsiteY587-22176" fmla="*/ 1809649 h 4449429"/>
              <a:gd name="connsiteX588-22177" fmla="*/ 17871603 w 18982931"/>
              <a:gd name="connsiteY588-22178" fmla="*/ 1806939 h 4449429"/>
              <a:gd name="connsiteX589-22179" fmla="*/ 18172695 w 18982931"/>
              <a:gd name="connsiteY589-22180" fmla="*/ 1733739 h 4449429"/>
              <a:gd name="connsiteX590-22181" fmla="*/ 18172695 w 18982931"/>
              <a:gd name="connsiteY590-22182" fmla="*/ 1870899 h 4449429"/>
              <a:gd name="connsiteX591-22183" fmla="*/ 18209271 w 18982931"/>
              <a:gd name="connsiteY591-22184" fmla="*/ 1870899 h 4449429"/>
              <a:gd name="connsiteX592-22185" fmla="*/ 18209271 w 18982931"/>
              <a:gd name="connsiteY592-22186" fmla="*/ 1733739 h 4449429"/>
              <a:gd name="connsiteX593-22187" fmla="*/ 18172695 w 18982931"/>
              <a:gd name="connsiteY593-22188" fmla="*/ 1733739 h 4449429"/>
              <a:gd name="connsiteX594-22189" fmla="*/ 18104295 w 18982931"/>
              <a:gd name="connsiteY594-22190" fmla="*/ 1733739 h 4449429"/>
              <a:gd name="connsiteX595-22191" fmla="*/ 18104295 w 18982931"/>
              <a:gd name="connsiteY595-22192" fmla="*/ 1870899 h 4449429"/>
              <a:gd name="connsiteX596-22193" fmla="*/ 18140871 w 18982931"/>
              <a:gd name="connsiteY596-22194" fmla="*/ 1870899 h 4449429"/>
              <a:gd name="connsiteX597-22195" fmla="*/ 18140871 w 18982931"/>
              <a:gd name="connsiteY597-22196" fmla="*/ 1733739 h 4449429"/>
              <a:gd name="connsiteX598-22197" fmla="*/ 18104295 w 18982931"/>
              <a:gd name="connsiteY598-22198" fmla="*/ 1733739 h 4449429"/>
              <a:gd name="connsiteX599-22199" fmla="*/ 18035895 w 18982931"/>
              <a:gd name="connsiteY599-22200" fmla="*/ 1733739 h 4449429"/>
              <a:gd name="connsiteX600-22201" fmla="*/ 18035895 w 18982931"/>
              <a:gd name="connsiteY600-22202" fmla="*/ 1870899 h 4449429"/>
              <a:gd name="connsiteX601-22203" fmla="*/ 18072471 w 18982931"/>
              <a:gd name="connsiteY601-22204" fmla="*/ 1870899 h 4449429"/>
              <a:gd name="connsiteX602-22205" fmla="*/ 18072471 w 18982931"/>
              <a:gd name="connsiteY602-22206" fmla="*/ 1733739 h 4449429"/>
              <a:gd name="connsiteX603-22207" fmla="*/ 18035895 w 18982931"/>
              <a:gd name="connsiteY603-22208" fmla="*/ 1733739 h 4449429"/>
              <a:gd name="connsiteX604-22209" fmla="*/ 17967493 w 18982931"/>
              <a:gd name="connsiteY604-22210" fmla="*/ 1733739 h 4449429"/>
              <a:gd name="connsiteX605-22211" fmla="*/ 17967493 w 18982931"/>
              <a:gd name="connsiteY605-22212" fmla="*/ 1870899 h 4449429"/>
              <a:gd name="connsiteX606-22213" fmla="*/ 18004069 w 18982931"/>
              <a:gd name="connsiteY606-22214" fmla="*/ 1870899 h 4449429"/>
              <a:gd name="connsiteX607-22215" fmla="*/ 18004069 w 18982931"/>
              <a:gd name="connsiteY607-22216" fmla="*/ 1733739 h 4449429"/>
              <a:gd name="connsiteX608-22217" fmla="*/ 17967493 w 18982931"/>
              <a:gd name="connsiteY608-22218" fmla="*/ 1733739 h 4449429"/>
              <a:gd name="connsiteX609-22219" fmla="*/ 14251161 w 18982931"/>
              <a:gd name="connsiteY609-22220" fmla="*/ 868400 h 4449429"/>
              <a:gd name="connsiteX610-22221" fmla="*/ 14251161 w 18982931"/>
              <a:gd name="connsiteY610-22222" fmla="*/ 1005560 h 4449429"/>
              <a:gd name="connsiteX611-22223" fmla="*/ 14287737 w 18982931"/>
              <a:gd name="connsiteY611-22224" fmla="*/ 1005560 h 4449429"/>
              <a:gd name="connsiteX612-22225" fmla="*/ 14287737 w 18982931"/>
              <a:gd name="connsiteY612-22226" fmla="*/ 868400 h 4449429"/>
              <a:gd name="connsiteX613-22227" fmla="*/ 14251161 w 18982931"/>
              <a:gd name="connsiteY613-22228" fmla="*/ 868400 h 4449429"/>
              <a:gd name="connsiteX614-22229" fmla="*/ 14182760 w 18982931"/>
              <a:gd name="connsiteY614-22230" fmla="*/ 868400 h 4449429"/>
              <a:gd name="connsiteX615-22231" fmla="*/ 14182760 w 18982931"/>
              <a:gd name="connsiteY615-22232" fmla="*/ 1005560 h 4449429"/>
              <a:gd name="connsiteX616-22233" fmla="*/ 14219336 w 18982931"/>
              <a:gd name="connsiteY616-22234" fmla="*/ 1005560 h 4449429"/>
              <a:gd name="connsiteX617-22235" fmla="*/ 14219336 w 18982931"/>
              <a:gd name="connsiteY617-22236" fmla="*/ 868400 h 4449429"/>
              <a:gd name="connsiteX618-22237" fmla="*/ 14182760 w 18982931"/>
              <a:gd name="connsiteY618-22238" fmla="*/ 868400 h 4449429"/>
              <a:gd name="connsiteX619-22239" fmla="*/ 14114359 w 18982931"/>
              <a:gd name="connsiteY619-22240" fmla="*/ 868400 h 4449429"/>
              <a:gd name="connsiteX620-22241" fmla="*/ 14114359 w 18982931"/>
              <a:gd name="connsiteY620-22242" fmla="*/ 1005560 h 4449429"/>
              <a:gd name="connsiteX621-22243" fmla="*/ 14150935 w 18982931"/>
              <a:gd name="connsiteY621-22244" fmla="*/ 1005560 h 4449429"/>
              <a:gd name="connsiteX622-22245" fmla="*/ 14150935 w 18982931"/>
              <a:gd name="connsiteY622-22246" fmla="*/ 868400 h 4449429"/>
              <a:gd name="connsiteX623-22247" fmla="*/ 14114359 w 18982931"/>
              <a:gd name="connsiteY623-22248" fmla="*/ 868400 h 4449429"/>
              <a:gd name="connsiteX624-22249" fmla="*/ 4788216 w 18982931"/>
              <a:gd name="connsiteY624-22250" fmla="*/ 807315 h 4449429"/>
              <a:gd name="connsiteX625-22251" fmla="*/ 4788216 w 18982931"/>
              <a:gd name="connsiteY625-22252" fmla="*/ 944475 h 4449429"/>
              <a:gd name="connsiteX626-22253" fmla="*/ 4824792 w 18982931"/>
              <a:gd name="connsiteY626-22254" fmla="*/ 944475 h 4449429"/>
              <a:gd name="connsiteX627-22255" fmla="*/ 4824792 w 18982931"/>
              <a:gd name="connsiteY627-22256" fmla="*/ 807315 h 4449429"/>
              <a:gd name="connsiteX628-22257" fmla="*/ 4788216 w 18982931"/>
              <a:gd name="connsiteY628-22258" fmla="*/ 807315 h 4449429"/>
              <a:gd name="connsiteX629-22259" fmla="*/ 4719815 w 18982931"/>
              <a:gd name="connsiteY629-22260" fmla="*/ 807315 h 4449429"/>
              <a:gd name="connsiteX630-22261" fmla="*/ 4719815 w 18982931"/>
              <a:gd name="connsiteY630-22262" fmla="*/ 944475 h 4449429"/>
              <a:gd name="connsiteX631-22263" fmla="*/ 4756391 w 18982931"/>
              <a:gd name="connsiteY631-22264" fmla="*/ 944475 h 4449429"/>
              <a:gd name="connsiteX632-22265" fmla="*/ 4756391 w 18982931"/>
              <a:gd name="connsiteY632-22266" fmla="*/ 807315 h 4449429"/>
              <a:gd name="connsiteX633-22267" fmla="*/ 4719815 w 18982931"/>
              <a:gd name="connsiteY633-22268" fmla="*/ 807315 h 4449429"/>
              <a:gd name="connsiteX634-22269" fmla="*/ 4651414 w 18982931"/>
              <a:gd name="connsiteY634-22270" fmla="*/ 807315 h 4449429"/>
              <a:gd name="connsiteX635-22271" fmla="*/ 4651414 w 18982931"/>
              <a:gd name="connsiteY635-22272" fmla="*/ 944475 h 4449429"/>
              <a:gd name="connsiteX636-22273" fmla="*/ 4687992 w 18982931"/>
              <a:gd name="connsiteY636-22274" fmla="*/ 944475 h 4449429"/>
              <a:gd name="connsiteX637-22275" fmla="*/ 4687992 w 18982931"/>
              <a:gd name="connsiteY637-22276" fmla="*/ 807315 h 4449429"/>
              <a:gd name="connsiteX638-22277" fmla="*/ 4651414 w 18982931"/>
              <a:gd name="connsiteY638-22278" fmla="*/ 807315 h 4449429"/>
              <a:gd name="connsiteX639-22279" fmla="*/ 2212838 w 18982931"/>
              <a:gd name="connsiteY639-22280" fmla="*/ 748887 h 4449429"/>
              <a:gd name="connsiteX640-22281" fmla="*/ 2212838 w 18982931"/>
              <a:gd name="connsiteY640-22282" fmla="*/ 886047 h 4449429"/>
              <a:gd name="connsiteX641-22283" fmla="*/ 2249414 w 18982931"/>
              <a:gd name="connsiteY641-22284" fmla="*/ 886047 h 4449429"/>
              <a:gd name="connsiteX642-22285" fmla="*/ 2249414 w 18982931"/>
              <a:gd name="connsiteY642-22286" fmla="*/ 748887 h 4449429"/>
              <a:gd name="connsiteX643-22287" fmla="*/ 2212838 w 18982931"/>
              <a:gd name="connsiteY643-22288" fmla="*/ 748887 h 4449429"/>
              <a:gd name="connsiteX644-22289" fmla="*/ 2144438 w 18982931"/>
              <a:gd name="connsiteY644-22290" fmla="*/ 748887 h 4449429"/>
              <a:gd name="connsiteX645-22291" fmla="*/ 2144438 w 18982931"/>
              <a:gd name="connsiteY645-22292" fmla="*/ 886047 h 4449429"/>
              <a:gd name="connsiteX646-22293" fmla="*/ 2181014 w 18982931"/>
              <a:gd name="connsiteY646-22294" fmla="*/ 886047 h 4449429"/>
              <a:gd name="connsiteX647-22295" fmla="*/ 2181014 w 18982931"/>
              <a:gd name="connsiteY647-22296" fmla="*/ 748887 h 4449429"/>
              <a:gd name="connsiteX648-22297" fmla="*/ 2144438 w 18982931"/>
              <a:gd name="connsiteY648-22298" fmla="*/ 748887 h 4449429"/>
              <a:gd name="connsiteX649-22299" fmla="*/ 2076037 w 18982931"/>
              <a:gd name="connsiteY649-22300" fmla="*/ 748887 h 4449429"/>
              <a:gd name="connsiteX650-22301" fmla="*/ 2076037 w 18982931"/>
              <a:gd name="connsiteY650-22302" fmla="*/ 886047 h 4449429"/>
              <a:gd name="connsiteX651-22303" fmla="*/ 2112612 w 18982931"/>
              <a:gd name="connsiteY651-22304" fmla="*/ 886047 h 4449429"/>
              <a:gd name="connsiteX652-22305" fmla="*/ 2112612 w 18982931"/>
              <a:gd name="connsiteY652-22306" fmla="*/ 748887 h 4449429"/>
              <a:gd name="connsiteX653-22307" fmla="*/ 2076037 w 18982931"/>
              <a:gd name="connsiteY653-22308" fmla="*/ 748887 h 4449429"/>
              <a:gd name="connsiteX654-22309" fmla="*/ 2007635 w 18982931"/>
              <a:gd name="connsiteY654-22310" fmla="*/ 748887 h 4449429"/>
              <a:gd name="connsiteX655-22311" fmla="*/ 2007635 w 18982931"/>
              <a:gd name="connsiteY655-22312" fmla="*/ 886047 h 4449429"/>
              <a:gd name="connsiteX656-22313" fmla="*/ 2044211 w 18982931"/>
              <a:gd name="connsiteY656-22314" fmla="*/ 886047 h 4449429"/>
              <a:gd name="connsiteX657-22315" fmla="*/ 2044211 w 18982931"/>
              <a:gd name="connsiteY657-22316" fmla="*/ 748887 h 4449429"/>
              <a:gd name="connsiteX658-22317" fmla="*/ 2007635 w 18982931"/>
              <a:gd name="connsiteY658-22318" fmla="*/ 748887 h 4449429"/>
              <a:gd name="connsiteX659-22319" fmla="*/ 17088019 w 18982931"/>
              <a:gd name="connsiteY659-22320" fmla="*/ 737716 h 4449429"/>
              <a:gd name="connsiteX660-22321" fmla="*/ 17088019 w 18982931"/>
              <a:gd name="connsiteY660-22322" fmla="*/ 825107 h 4449429"/>
              <a:gd name="connsiteX661-22323" fmla="*/ 17124595 w 18982931"/>
              <a:gd name="connsiteY661-22324" fmla="*/ 825107 h 4449429"/>
              <a:gd name="connsiteX662-22325" fmla="*/ 17124595 w 18982931"/>
              <a:gd name="connsiteY662-22326" fmla="*/ 737716 h 4449429"/>
              <a:gd name="connsiteX663-22327" fmla="*/ 17088019 w 18982931"/>
              <a:gd name="connsiteY663-22328" fmla="*/ 737716 h 4449429"/>
              <a:gd name="connsiteX664-22329" fmla="*/ 17021803 w 18982931"/>
              <a:gd name="connsiteY664-22330" fmla="*/ 737716 h 4449429"/>
              <a:gd name="connsiteX665-22331" fmla="*/ 17021803 w 18982931"/>
              <a:gd name="connsiteY665-22332" fmla="*/ 825107 h 4449429"/>
              <a:gd name="connsiteX666-22333" fmla="*/ 17058379 w 18982931"/>
              <a:gd name="connsiteY666-22334" fmla="*/ 825107 h 4449429"/>
              <a:gd name="connsiteX667-22335" fmla="*/ 17058379 w 18982931"/>
              <a:gd name="connsiteY667-22336" fmla="*/ 737716 h 4449429"/>
              <a:gd name="connsiteX668-22337" fmla="*/ 17021803 w 18982931"/>
              <a:gd name="connsiteY668-22338" fmla="*/ 737716 h 4449429"/>
              <a:gd name="connsiteX669-22339" fmla="*/ 16955591 w 18982931"/>
              <a:gd name="connsiteY669-22340" fmla="*/ 737716 h 4449429"/>
              <a:gd name="connsiteX670-22341" fmla="*/ 16955591 w 18982931"/>
              <a:gd name="connsiteY670-22342" fmla="*/ 825107 h 4449429"/>
              <a:gd name="connsiteX671-22343" fmla="*/ 16992167 w 18982931"/>
              <a:gd name="connsiteY671-22344" fmla="*/ 825107 h 4449429"/>
              <a:gd name="connsiteX672-22345" fmla="*/ 16992167 w 18982931"/>
              <a:gd name="connsiteY672-22346" fmla="*/ 737716 h 4449429"/>
              <a:gd name="connsiteX673-22347" fmla="*/ 16955591 w 18982931"/>
              <a:gd name="connsiteY673-22348" fmla="*/ 737716 h 4449429"/>
              <a:gd name="connsiteX674-22349" fmla="*/ 16889375 w 18982931"/>
              <a:gd name="connsiteY674-22350" fmla="*/ 737716 h 4449429"/>
              <a:gd name="connsiteX675-22351" fmla="*/ 16889375 w 18982931"/>
              <a:gd name="connsiteY675-22352" fmla="*/ 825107 h 4449429"/>
              <a:gd name="connsiteX676-22353" fmla="*/ 16925951 w 18982931"/>
              <a:gd name="connsiteY676-22354" fmla="*/ 825107 h 4449429"/>
              <a:gd name="connsiteX677-22355" fmla="*/ 16925951 w 18982931"/>
              <a:gd name="connsiteY677-22356" fmla="*/ 737716 h 4449429"/>
              <a:gd name="connsiteX678-22357" fmla="*/ 16889375 w 18982931"/>
              <a:gd name="connsiteY678-22358" fmla="*/ 737716 h 4449429"/>
              <a:gd name="connsiteX679-22359" fmla="*/ 16823163 w 18982931"/>
              <a:gd name="connsiteY679-22360" fmla="*/ 737716 h 4449429"/>
              <a:gd name="connsiteX680-22361" fmla="*/ 16823163 w 18982931"/>
              <a:gd name="connsiteY680-22362" fmla="*/ 825107 h 4449429"/>
              <a:gd name="connsiteX681-22363" fmla="*/ 16859739 w 18982931"/>
              <a:gd name="connsiteY681-22364" fmla="*/ 825107 h 4449429"/>
              <a:gd name="connsiteX682-22365" fmla="*/ 16859739 w 18982931"/>
              <a:gd name="connsiteY682-22366" fmla="*/ 737716 h 4449429"/>
              <a:gd name="connsiteX683-22367" fmla="*/ 16823163 w 18982931"/>
              <a:gd name="connsiteY683-22368" fmla="*/ 737716 h 4449429"/>
              <a:gd name="connsiteX684-22369" fmla="*/ 16756948 w 18982931"/>
              <a:gd name="connsiteY684-22370" fmla="*/ 737716 h 4449429"/>
              <a:gd name="connsiteX685-22371" fmla="*/ 16756948 w 18982931"/>
              <a:gd name="connsiteY685-22372" fmla="*/ 825107 h 4449429"/>
              <a:gd name="connsiteX686-22373" fmla="*/ 16793523 w 18982931"/>
              <a:gd name="connsiteY686-22374" fmla="*/ 825107 h 4449429"/>
              <a:gd name="connsiteX687-22375" fmla="*/ 16793523 w 18982931"/>
              <a:gd name="connsiteY687-22376" fmla="*/ 737716 h 4449429"/>
              <a:gd name="connsiteX688-22377" fmla="*/ 16756948 w 18982931"/>
              <a:gd name="connsiteY688-22378" fmla="*/ 737716 h 4449429"/>
              <a:gd name="connsiteX689-22379" fmla="*/ 13739104 w 18982931"/>
              <a:gd name="connsiteY689-22380" fmla="*/ 0 h 4449429"/>
              <a:gd name="connsiteX690-22381" fmla="*/ 13842002 w 18982931"/>
              <a:gd name="connsiteY690-22382" fmla="*/ 0 h 4449429"/>
              <a:gd name="connsiteX691-22383" fmla="*/ 13883163 w 18982931"/>
              <a:gd name="connsiteY691-22384" fmla="*/ 428067 h 4449429"/>
              <a:gd name="connsiteX692-22385" fmla="*/ 13883163 w 18982931"/>
              <a:gd name="connsiteY692-22386" fmla="*/ 456882 h 4449429"/>
              <a:gd name="connsiteX693-22387" fmla="*/ 13907863 w 18982931"/>
              <a:gd name="connsiteY693-22388" fmla="*/ 954919 h 4449429"/>
              <a:gd name="connsiteX694-22389" fmla="*/ 13911978 w 18982931"/>
              <a:gd name="connsiteY694-22390" fmla="*/ 1679340 h 4449429"/>
              <a:gd name="connsiteX695-22391" fmla="*/ 13916091 w 18982931"/>
              <a:gd name="connsiteY695-22392" fmla="*/ 2058015 h 4449429"/>
              <a:gd name="connsiteX696-22393" fmla="*/ 13936673 w 18982931"/>
              <a:gd name="connsiteY696-22394" fmla="*/ 2086829 h 4449429"/>
              <a:gd name="connsiteX697-22395" fmla="*/ 13953138 w 18982931"/>
              <a:gd name="connsiteY697-22396" fmla="*/ 2058015 h 4449429"/>
              <a:gd name="connsiteX698-22397" fmla="*/ 13953138 w 18982931"/>
              <a:gd name="connsiteY698-22398" fmla="*/ 1955115 h 4449429"/>
              <a:gd name="connsiteX699-22399" fmla="*/ 13965483 w 18982931"/>
              <a:gd name="connsiteY699-22400" fmla="*/ 1922188 h 4449429"/>
              <a:gd name="connsiteX700-22401" fmla="*/ 13986066 w 18982931"/>
              <a:gd name="connsiteY700-22402" fmla="*/ 1876909 h 4449429"/>
              <a:gd name="connsiteX701-22403" fmla="*/ 13986066 w 18982931"/>
              <a:gd name="connsiteY701-22404" fmla="*/ 1625834 h 4449429"/>
              <a:gd name="connsiteX702-22405" fmla="*/ 14051922 w 18982931"/>
              <a:gd name="connsiteY702-22406" fmla="*/ 1617602 h 4449429"/>
              <a:gd name="connsiteX703-22407" fmla="*/ 14047992 w 18982931"/>
              <a:gd name="connsiteY703-22408" fmla="*/ 1005560 h 4449429"/>
              <a:gd name="connsiteX704-22409" fmla="*/ 14082534 w 18982931"/>
              <a:gd name="connsiteY704-22410" fmla="*/ 1005560 h 4449429"/>
              <a:gd name="connsiteX705-22411" fmla="*/ 14082534 w 18982931"/>
              <a:gd name="connsiteY705-22412" fmla="*/ 868400 h 4449429"/>
              <a:gd name="connsiteX706-22413" fmla="*/ 14047111 w 18982931"/>
              <a:gd name="connsiteY706-22414" fmla="*/ 868400 h 4449429"/>
              <a:gd name="connsiteX707-22415" fmla="*/ 14046442 w 18982931"/>
              <a:gd name="connsiteY707-22416" fmla="*/ 764191 h 4449429"/>
              <a:gd name="connsiteX708-22417" fmla="*/ 14187749 w 18982931"/>
              <a:gd name="connsiteY708-22418" fmla="*/ 436300 h 4449429"/>
              <a:gd name="connsiteX709-22419" fmla="*/ 14212445 w 18982931"/>
              <a:gd name="connsiteY709-22420" fmla="*/ 411603 h 4449429"/>
              <a:gd name="connsiteX710-22421" fmla="*/ 14410015 w 18982931"/>
              <a:gd name="connsiteY710-22422" fmla="*/ 444532 h 4449429"/>
              <a:gd name="connsiteX711-22423" fmla="*/ 14442947 w 18982931"/>
              <a:gd name="connsiteY711-22424" fmla="*/ 275776 h 4449429"/>
              <a:gd name="connsiteX712-22425" fmla="*/ 14479990 w 18982931"/>
              <a:gd name="connsiteY712-22426" fmla="*/ 246961 h 4449429"/>
              <a:gd name="connsiteX713-22427" fmla="*/ 14517032 w 18982931"/>
              <a:gd name="connsiteY713-22428" fmla="*/ 271658 h 4449429"/>
              <a:gd name="connsiteX714-22429" fmla="*/ 14574655 w 18982931"/>
              <a:gd name="connsiteY714-22430" fmla="*/ 522739 h 4449429"/>
              <a:gd name="connsiteX715-22431" fmla="*/ 14603469 w 18982931"/>
              <a:gd name="connsiteY715-22432" fmla="*/ 1123678 h 4449429"/>
              <a:gd name="connsiteX716-22433" fmla="*/ 14603469 w 18982931"/>
              <a:gd name="connsiteY716-22434" fmla="*/ 1617602 h 4449429"/>
              <a:gd name="connsiteX717-22435" fmla="*/ 14595237 w 18982931"/>
              <a:gd name="connsiteY717-22436" fmla="*/ 1683457 h 4449429"/>
              <a:gd name="connsiteX718-22437" fmla="*/ 14607589 w 18982931"/>
              <a:gd name="connsiteY718-22438" fmla="*/ 1753429 h 4449429"/>
              <a:gd name="connsiteX719-22439" fmla="*/ 14656976 w 18982931"/>
              <a:gd name="connsiteY719-22440" fmla="*/ 1753429 h 4449429"/>
              <a:gd name="connsiteX720-22441" fmla="*/ 14706369 w 18982931"/>
              <a:gd name="connsiteY720-22442" fmla="*/ 1568210 h 4449429"/>
              <a:gd name="connsiteX721-22443" fmla="*/ 14722833 w 18982931"/>
              <a:gd name="connsiteY721-22444" fmla="*/ 1568210 h 4449429"/>
              <a:gd name="connsiteX722-22445" fmla="*/ 14768111 w 18982931"/>
              <a:gd name="connsiteY722-22446" fmla="*/ 1753429 h 4449429"/>
              <a:gd name="connsiteX723-22447" fmla="*/ 14875128 w 18982931"/>
              <a:gd name="connsiteY723-22448" fmla="*/ 1753429 h 4449429"/>
              <a:gd name="connsiteX724-22449" fmla="*/ 14883360 w 18982931"/>
              <a:gd name="connsiteY724-22450" fmla="*/ 1827516 h 4449429"/>
              <a:gd name="connsiteX725-22451" fmla="*/ 14940984 w 18982931"/>
              <a:gd name="connsiteY725-22452" fmla="*/ 1827516 h 4449429"/>
              <a:gd name="connsiteX726-22453" fmla="*/ 15019191 w 18982931"/>
              <a:gd name="connsiteY726-22454" fmla="*/ 1625834 h 4449429"/>
              <a:gd name="connsiteX727-22455" fmla="*/ 15043883 w 18982931"/>
              <a:gd name="connsiteY727-22456" fmla="*/ 1090750 h 4449429"/>
              <a:gd name="connsiteX728-22457" fmla="*/ 15134436 w 18982931"/>
              <a:gd name="connsiteY728-22458" fmla="*/ 1000197 h 4449429"/>
              <a:gd name="connsiteX729-22459" fmla="*/ 15212643 w 18982931"/>
              <a:gd name="connsiteY729-22460" fmla="*/ 1078400 h 4449429"/>
              <a:gd name="connsiteX730-22461" fmla="*/ 15212643 w 18982931"/>
              <a:gd name="connsiteY730-22462" fmla="*/ 1152488 h 4449429"/>
              <a:gd name="connsiteX731-22463" fmla="*/ 15224993 w 18982931"/>
              <a:gd name="connsiteY731-22464" fmla="*/ 1119560 h 4449429"/>
              <a:gd name="connsiteX732-22465" fmla="*/ 15237338 w 18982931"/>
              <a:gd name="connsiteY732-22466" fmla="*/ 563899 h 4449429"/>
              <a:gd name="connsiteX733-22467" fmla="*/ 15290845 w 18982931"/>
              <a:gd name="connsiteY733-22468" fmla="*/ 382793 h 4449429"/>
              <a:gd name="connsiteX734-22469" fmla="*/ 15323772 w 18982931"/>
              <a:gd name="connsiteY734-22470" fmla="*/ 300473 h 4449429"/>
              <a:gd name="connsiteX735-22471" fmla="*/ 15364932 w 18982931"/>
              <a:gd name="connsiteY735-22472" fmla="*/ 259313 h 4449429"/>
              <a:gd name="connsiteX736-22473" fmla="*/ 15389634 w 18982931"/>
              <a:gd name="connsiteY736-22474" fmla="*/ 296354 h 4449429"/>
              <a:gd name="connsiteX737-22475" fmla="*/ 15401979 w 18982931"/>
              <a:gd name="connsiteY737-22476" fmla="*/ 411603 h 4449429"/>
              <a:gd name="connsiteX738-22477" fmla="*/ 15451371 w 18982931"/>
              <a:gd name="connsiteY738-22478" fmla="*/ 703843 h 4449429"/>
              <a:gd name="connsiteX739-22479" fmla="*/ 15455486 w 18982931"/>
              <a:gd name="connsiteY739-22480" fmla="*/ 1173070 h 4449429"/>
              <a:gd name="connsiteX740-22481" fmla="*/ 15455486 w 18982931"/>
              <a:gd name="connsiteY740-22482" fmla="*/ 1238927 h 4449429"/>
              <a:gd name="connsiteX741-22483" fmla="*/ 15727143 w 18982931"/>
              <a:gd name="connsiteY741-22484" fmla="*/ 1238927 h 4449429"/>
              <a:gd name="connsiteX742-22485" fmla="*/ 15727143 w 18982931"/>
              <a:gd name="connsiteY742-22486" fmla="*/ 1465306 h 4449429"/>
              <a:gd name="connsiteX743-22487" fmla="*/ 15772422 w 18982931"/>
              <a:gd name="connsiteY743-22488" fmla="*/ 1469425 h 4449429"/>
              <a:gd name="connsiteX744-22489" fmla="*/ 15850624 w 18982931"/>
              <a:gd name="connsiteY744-22490" fmla="*/ 1551745 h 4449429"/>
              <a:gd name="connsiteX745-22491" fmla="*/ 15850624 w 18982931"/>
              <a:gd name="connsiteY745-22492" fmla="*/ 2224712 h 4449429"/>
              <a:gd name="connsiteX746-22493" fmla="*/ 15923336 w 18982931"/>
              <a:gd name="connsiteY746-22494" fmla="*/ 2224712 h 4449429"/>
              <a:gd name="connsiteX747-22495" fmla="*/ 15924718 w 18982931"/>
              <a:gd name="connsiteY747-22496" fmla="*/ 2177381 h 4449429"/>
              <a:gd name="connsiteX748-22497" fmla="*/ 15982338 w 18982931"/>
              <a:gd name="connsiteY748-22498" fmla="*/ 2103294 h 4449429"/>
              <a:gd name="connsiteX749-22499" fmla="*/ 15986455 w 18982931"/>
              <a:gd name="connsiteY749-22500" fmla="*/ 2045669 h 4449429"/>
              <a:gd name="connsiteX750-22501" fmla="*/ 16002920 w 18982931"/>
              <a:gd name="connsiteY750-22502" fmla="*/ 2033319 h 4449429"/>
              <a:gd name="connsiteX751-22503" fmla="*/ 16015265 w 18982931"/>
              <a:gd name="connsiteY751-22504" fmla="*/ 2041550 h 4449429"/>
              <a:gd name="connsiteX752-22505" fmla="*/ 16056425 w 18982931"/>
              <a:gd name="connsiteY752-22506" fmla="*/ 2210310 h 4449429"/>
              <a:gd name="connsiteX753-22507" fmla="*/ 16056425 w 18982931"/>
              <a:gd name="connsiteY753-22508" fmla="*/ 2276166 h 4449429"/>
              <a:gd name="connsiteX754-22509" fmla="*/ 16077008 w 18982931"/>
              <a:gd name="connsiteY754-22510" fmla="*/ 2276166 h 4449429"/>
              <a:gd name="connsiteX755-22511" fmla="*/ 16097587 w 18982931"/>
              <a:gd name="connsiteY755-22512" fmla="*/ 1938652 h 4449429"/>
              <a:gd name="connsiteX756-22513" fmla="*/ 16122282 w 18982931"/>
              <a:gd name="connsiteY756-22514" fmla="*/ 1934533 h 4449429"/>
              <a:gd name="connsiteX757-22515" fmla="*/ 16155210 w 18982931"/>
              <a:gd name="connsiteY757-22516" fmla="*/ 1938652 h 4449429"/>
              <a:gd name="connsiteX758-22517" fmla="*/ 16155210 w 18982931"/>
              <a:gd name="connsiteY758-22518" fmla="*/ 2272048 h 4449429"/>
              <a:gd name="connsiteX759-22519" fmla="*/ 16175792 w 18982931"/>
              <a:gd name="connsiteY759-22520" fmla="*/ 2276166 h 4449429"/>
              <a:gd name="connsiteX760-22521" fmla="*/ 16192257 w 18982931"/>
              <a:gd name="connsiteY760-22522" fmla="*/ 2243238 h 4449429"/>
              <a:gd name="connsiteX761-22523" fmla="*/ 16192257 w 18982931"/>
              <a:gd name="connsiteY761-22524" fmla="*/ 1992158 h 4449429"/>
              <a:gd name="connsiteX762-22525" fmla="*/ 16192257 w 18982931"/>
              <a:gd name="connsiteY762-22526" fmla="*/ 1774011 h 4449429"/>
              <a:gd name="connsiteX763-22527" fmla="*/ 16488610 w 18982931"/>
              <a:gd name="connsiteY763-22528" fmla="*/ 1774011 h 4449429"/>
              <a:gd name="connsiteX764-22529" fmla="*/ 16538004 w 18982931"/>
              <a:gd name="connsiteY764-22530" fmla="*/ 1823403 h 4449429"/>
              <a:gd name="connsiteX765-22531" fmla="*/ 16538004 w 18982931"/>
              <a:gd name="connsiteY765-22532" fmla="*/ 2029205 h 4449429"/>
              <a:gd name="connsiteX766-22533" fmla="*/ 16550349 w 18982931"/>
              <a:gd name="connsiteY766-22534" fmla="*/ 2033319 h 4449429"/>
              <a:gd name="connsiteX767-22535" fmla="*/ 16566812 w 18982931"/>
              <a:gd name="connsiteY767-22536" fmla="*/ 1992158 h 4449429"/>
              <a:gd name="connsiteX768-22537" fmla="*/ 16570932 w 18982931"/>
              <a:gd name="connsiteY768-22538" fmla="*/ 1695804 h 4449429"/>
              <a:gd name="connsiteX769-22539" fmla="*/ 16566812 w 18982931"/>
              <a:gd name="connsiteY769-22540" fmla="*/ 773813 h 4449429"/>
              <a:gd name="connsiteX770-22541" fmla="*/ 16636788 w 18982931"/>
              <a:gd name="connsiteY770-22542" fmla="*/ 646219 h 4449429"/>
              <a:gd name="connsiteX771-22543" fmla="*/ 16723226 w 18982931"/>
              <a:gd name="connsiteY771-22544" fmla="*/ 514506 h 4449429"/>
              <a:gd name="connsiteX772-22545" fmla="*/ 16743805 w 18982931"/>
              <a:gd name="connsiteY772-22546" fmla="*/ 481577 h 4449429"/>
              <a:gd name="connsiteX773-22547" fmla="*/ 16817899 w 18982931"/>
              <a:gd name="connsiteY773-22548" fmla="*/ 329283 h 4449429"/>
              <a:gd name="connsiteX774-22549" fmla="*/ 16842595 w 18982931"/>
              <a:gd name="connsiteY774-22550" fmla="*/ 275776 h 4449429"/>
              <a:gd name="connsiteX775-22551" fmla="*/ 16859059 w 18982931"/>
              <a:gd name="connsiteY775-22552" fmla="*/ 279891 h 4449429"/>
              <a:gd name="connsiteX776-22553" fmla="*/ 16859059 w 18982931"/>
              <a:gd name="connsiteY776-22554" fmla="*/ 337515 h 4449429"/>
              <a:gd name="connsiteX777-22555" fmla="*/ 16867291 w 18982931"/>
              <a:gd name="connsiteY777-22556" fmla="*/ 382793 h 4449429"/>
              <a:gd name="connsiteX778-22557" fmla="*/ 16966075 w 18982931"/>
              <a:gd name="connsiteY778-22558" fmla="*/ 436300 h 4449429"/>
              <a:gd name="connsiteX779-22559" fmla="*/ 17031935 w 18982931"/>
              <a:gd name="connsiteY779-22560" fmla="*/ 526852 h 4449429"/>
              <a:gd name="connsiteX780-22561" fmla="*/ 17031935 w 18982931"/>
              <a:gd name="connsiteY780-22562" fmla="*/ 596826 h 4449429"/>
              <a:gd name="connsiteX781-22563" fmla="*/ 17060743 w 18982931"/>
              <a:gd name="connsiteY781-22564" fmla="*/ 600941 h 4449429"/>
              <a:gd name="connsiteX782-22565" fmla="*/ 17147183 w 18982931"/>
              <a:gd name="connsiteY782-22566" fmla="*/ 691493 h 4449429"/>
              <a:gd name="connsiteX783-22567" fmla="*/ 17147219 w 18982931"/>
              <a:gd name="connsiteY783-22568" fmla="*/ 704240 h 4449429"/>
              <a:gd name="connsiteX784-22569" fmla="*/ 17148515 w 18982931"/>
              <a:gd name="connsiteY784-22570" fmla="*/ 704240 h 4449429"/>
              <a:gd name="connsiteX785-22571" fmla="*/ 17148515 w 18982931"/>
              <a:gd name="connsiteY785-22572" fmla="*/ 880086 h 4449429"/>
              <a:gd name="connsiteX786-22573" fmla="*/ 17147731 w 18982931"/>
              <a:gd name="connsiteY786-22574" fmla="*/ 880086 h 4449429"/>
              <a:gd name="connsiteX787-22575" fmla="*/ 17151295 w 18982931"/>
              <a:gd name="connsiteY787-22576" fmla="*/ 2103294 h 4449429"/>
              <a:gd name="connsiteX788-22577" fmla="*/ 17151295 w 18982931"/>
              <a:gd name="connsiteY788-22578" fmla="*/ 2152686 h 4449429"/>
              <a:gd name="connsiteX789-22579" fmla="*/ 17225383 w 18982931"/>
              <a:gd name="connsiteY789-22580" fmla="*/ 2152686 h 4449429"/>
              <a:gd name="connsiteX790-22581" fmla="*/ 17225383 w 18982931"/>
              <a:gd name="connsiteY790-22582" fmla="*/ 1811053 h 4449429"/>
              <a:gd name="connsiteX791-22583" fmla="*/ 17307703 w 18982931"/>
              <a:gd name="connsiteY791-22584" fmla="*/ 1757546 h 4449429"/>
              <a:gd name="connsiteX792-22585" fmla="*/ 17307703 w 18982931"/>
              <a:gd name="connsiteY792-22586" fmla="*/ 1889260 h 4449429"/>
              <a:gd name="connsiteX793-22587" fmla="*/ 17336519 w 18982931"/>
              <a:gd name="connsiteY793-22588" fmla="*/ 1926302 h 4449429"/>
              <a:gd name="connsiteX794-22589" fmla="*/ 17381799 w 18982931"/>
              <a:gd name="connsiteY794-22590" fmla="*/ 1975695 h 4449429"/>
              <a:gd name="connsiteX795-22591" fmla="*/ 17381799 w 18982931"/>
              <a:gd name="connsiteY795-22592" fmla="*/ 2165031 h 4449429"/>
              <a:gd name="connsiteX796-22593" fmla="*/ 17562899 w 18982931"/>
              <a:gd name="connsiteY796-22594" fmla="*/ 2165031 h 4449429"/>
              <a:gd name="connsiteX797-22595" fmla="*/ 17562899 w 18982931"/>
              <a:gd name="connsiteY797-22596" fmla="*/ 2329673 h 4449429"/>
              <a:gd name="connsiteX798-22597" fmla="*/ 17575251 w 18982931"/>
              <a:gd name="connsiteY798-22598" fmla="*/ 2329673 h 4449429"/>
              <a:gd name="connsiteX799-22599" fmla="*/ 17575251 w 18982931"/>
              <a:gd name="connsiteY799-22600" fmla="*/ 2127989 h 4449429"/>
              <a:gd name="connsiteX800-22601" fmla="*/ 17591711 w 18982931"/>
              <a:gd name="connsiteY800-22602" fmla="*/ 1609370 h 4449429"/>
              <a:gd name="connsiteX801-22603" fmla="*/ 17604059 w 18982931"/>
              <a:gd name="connsiteY801-22604" fmla="*/ 1584673 h 4449429"/>
              <a:gd name="connsiteX802-22605" fmla="*/ 17711083 w 18982931"/>
              <a:gd name="connsiteY802-22606" fmla="*/ 1580555 h 4449429"/>
              <a:gd name="connsiteX803-22607" fmla="*/ 17735775 w 18982931"/>
              <a:gd name="connsiteY803-22608" fmla="*/ 1609370 h 4449429"/>
              <a:gd name="connsiteX804-22609" fmla="*/ 17772819 w 18982931"/>
              <a:gd name="connsiteY804-22610" fmla="*/ 1613483 h 4449429"/>
              <a:gd name="connsiteX805-22611" fmla="*/ 17768699 w 18982931"/>
              <a:gd name="connsiteY805-22612" fmla="*/ 1559977 h 4449429"/>
              <a:gd name="connsiteX806-22613" fmla="*/ 17772819 w 18982931"/>
              <a:gd name="connsiteY806-22614" fmla="*/ 1531163 h 4449429"/>
              <a:gd name="connsiteX807-22615" fmla="*/ 17797515 w 18982931"/>
              <a:gd name="connsiteY807-22616" fmla="*/ 1469425 h 4449429"/>
              <a:gd name="connsiteX808-22617" fmla="*/ 17797515 w 18982931"/>
              <a:gd name="connsiteY808-22618" fmla="*/ 1374754 h 4449429"/>
              <a:gd name="connsiteX809-22619" fmla="*/ 17813979 w 18982931"/>
              <a:gd name="connsiteY809-22620" fmla="*/ 1374754 h 4449429"/>
              <a:gd name="connsiteX810-22621" fmla="*/ 17834559 w 18982931"/>
              <a:gd name="connsiteY810-22622" fmla="*/ 1424146 h 4449429"/>
              <a:gd name="connsiteX811-22623" fmla="*/ 17912763 w 18982931"/>
              <a:gd name="connsiteY811-22624" fmla="*/ 1378872 h 4449429"/>
              <a:gd name="connsiteX812-22625" fmla="*/ 18069171 w 18982931"/>
              <a:gd name="connsiteY812-22626" fmla="*/ 1415914 h 4449429"/>
              <a:gd name="connsiteX813-22627" fmla="*/ 18069171 w 18982931"/>
              <a:gd name="connsiteY813-22628" fmla="*/ 1576442 h 4449429"/>
              <a:gd name="connsiteX814-22629" fmla="*/ 18237927 w 18982931"/>
              <a:gd name="connsiteY814-22630" fmla="*/ 1576442 h 4449429"/>
              <a:gd name="connsiteX815-22631" fmla="*/ 18237927 w 18982931"/>
              <a:gd name="connsiteY815-22632" fmla="*/ 1642297 h 4449429"/>
              <a:gd name="connsiteX816-22633" fmla="*/ 18270859 w 18982931"/>
              <a:gd name="connsiteY816-22634" fmla="*/ 1691690 h 4449429"/>
              <a:gd name="connsiteX817-22635" fmla="*/ 18270859 w 18982931"/>
              <a:gd name="connsiteY817-22636" fmla="*/ 1704036 h 4449429"/>
              <a:gd name="connsiteX818-22637" fmla="*/ 18274975 w 18982931"/>
              <a:gd name="connsiteY818-22638" fmla="*/ 1926302 h 4449429"/>
              <a:gd name="connsiteX819-22639" fmla="*/ 18279087 w 18982931"/>
              <a:gd name="connsiteY819-22640" fmla="*/ 1938652 h 4449429"/>
              <a:gd name="connsiteX820-22641" fmla="*/ 18320247 w 18982931"/>
              <a:gd name="connsiteY820-22642" fmla="*/ 1934533 h 4449429"/>
              <a:gd name="connsiteX821-22643" fmla="*/ 18320247 w 18982931"/>
              <a:gd name="connsiteY821-22644" fmla="*/ 1144256 h 4449429"/>
              <a:gd name="connsiteX822-22645" fmla="*/ 18303783 w 18982931"/>
              <a:gd name="connsiteY822-22646" fmla="*/ 1111328 h 4449429"/>
              <a:gd name="connsiteX823-22647" fmla="*/ 18287323 w 18982931"/>
              <a:gd name="connsiteY823-22648" fmla="*/ 1024893 h 4449429"/>
              <a:gd name="connsiteX824-22649" fmla="*/ 18336711 w 18982931"/>
              <a:gd name="connsiteY824-22650" fmla="*/ 1000197 h 4449429"/>
              <a:gd name="connsiteX825-22651" fmla="*/ 18361407 w 18982931"/>
              <a:gd name="connsiteY825-22652" fmla="*/ 996079 h 4449429"/>
              <a:gd name="connsiteX826-22653" fmla="*/ 18373759 w 18982931"/>
              <a:gd name="connsiteY826-22654" fmla="*/ 946687 h 4449429"/>
              <a:gd name="connsiteX827-22655" fmla="*/ 18534287 w 18982931"/>
              <a:gd name="connsiteY827-22656" fmla="*/ 946687 h 4449429"/>
              <a:gd name="connsiteX828-22657" fmla="*/ 18563095 w 18982931"/>
              <a:gd name="connsiteY828-22658" fmla="*/ 798510 h 4449429"/>
              <a:gd name="connsiteX829-22659" fmla="*/ 18731851 w 18982931"/>
              <a:gd name="connsiteY829-22660" fmla="*/ 806742 h 4449429"/>
              <a:gd name="connsiteX830-22661" fmla="*/ 18773011 w 18982931"/>
              <a:gd name="connsiteY830-22662" fmla="*/ 798510 h 4449429"/>
              <a:gd name="connsiteX831-22663" fmla="*/ 18822407 w 18982931"/>
              <a:gd name="connsiteY831-22664" fmla="*/ 893180 h 4449429"/>
              <a:gd name="connsiteX832-22665" fmla="*/ 18822407 w 18982931"/>
              <a:gd name="connsiteY832-22666" fmla="*/ 963151 h 4449429"/>
              <a:gd name="connsiteX833-22667" fmla="*/ 18982931 w 18982931"/>
              <a:gd name="connsiteY833-22668" fmla="*/ 983734 h 4449429"/>
              <a:gd name="connsiteX834-22669" fmla="*/ 18982931 w 18982931"/>
              <a:gd name="connsiteY834-22670" fmla="*/ 4449429 h 4449429"/>
              <a:gd name="connsiteX835-22671" fmla="*/ 11998023 w 18982931"/>
              <a:gd name="connsiteY835-22672" fmla="*/ 4449429 h 4449429"/>
              <a:gd name="connsiteX836-22673" fmla="*/ 11995198 w 18982931"/>
              <a:gd name="connsiteY836-22674" fmla="*/ 4429646 h 4449429"/>
              <a:gd name="connsiteX837-22675" fmla="*/ 11992726 w 18982931"/>
              <a:gd name="connsiteY837-22676" fmla="*/ 4449425 h 4449429"/>
              <a:gd name="connsiteX838-22677" fmla="*/ 8153658 w 18982931"/>
              <a:gd name="connsiteY838-22678" fmla="*/ 4449425 h 4449429"/>
              <a:gd name="connsiteX839-22679" fmla="*/ 8153658 w 18982931"/>
              <a:gd name="connsiteY839-22680" fmla="*/ 4449429 h 4449429"/>
              <a:gd name="connsiteX840-22681" fmla="*/ 6861227 w 18982931"/>
              <a:gd name="connsiteY840-22682" fmla="*/ 4449429 h 4449429"/>
              <a:gd name="connsiteX841-22683" fmla="*/ 6859697 w 18982931"/>
              <a:gd name="connsiteY841-22684" fmla="*/ 4432598 h 4449429"/>
              <a:gd name="connsiteX842-22685" fmla="*/ 6858292 w 18982931"/>
              <a:gd name="connsiteY842-22686" fmla="*/ 4449425 h 4449429"/>
              <a:gd name="connsiteX843-22687" fmla="*/ 7922 w 18982931"/>
              <a:gd name="connsiteY843-22688" fmla="*/ 4440866 h 4449429"/>
              <a:gd name="connsiteX844-22689" fmla="*/ 0 w 18982931"/>
              <a:gd name="connsiteY844-22690" fmla="*/ 1181446 h 4449429"/>
              <a:gd name="connsiteX845-22691" fmla="*/ 169756 w 18982931"/>
              <a:gd name="connsiteY845-22692" fmla="*/ 979616 h 4449429"/>
              <a:gd name="connsiteX846-22693" fmla="*/ 301466 w 18982931"/>
              <a:gd name="connsiteY846-22694" fmla="*/ 971384 h 4449429"/>
              <a:gd name="connsiteX847-22695" fmla="*/ 301466 w 18982931"/>
              <a:gd name="connsiteY847-22696" fmla="*/ 909640 h 4449429"/>
              <a:gd name="connsiteX848-22697" fmla="*/ 346746 w 18982931"/>
              <a:gd name="connsiteY848-22698" fmla="*/ 810855 h 4449429"/>
              <a:gd name="connsiteX849-22699" fmla="*/ 571541 w 18982931"/>
              <a:gd name="connsiteY849-22700" fmla="*/ 799909 h 4449429"/>
              <a:gd name="connsiteX850-22701" fmla="*/ 581356 w 18982931"/>
              <a:gd name="connsiteY850-22702" fmla="*/ 963151 h 4449429"/>
              <a:gd name="connsiteX851-22703" fmla="*/ 737766 w 18982931"/>
              <a:gd name="connsiteY851-22704" fmla="*/ 963151 h 4449429"/>
              <a:gd name="connsiteX852-22705" fmla="*/ 750116 w 18982931"/>
              <a:gd name="connsiteY852-22706" fmla="*/ 1012543 h 4449429"/>
              <a:gd name="connsiteX853-22707" fmla="*/ 778926 w 18982931"/>
              <a:gd name="connsiteY853-22708" fmla="*/ 1016657 h 4449429"/>
              <a:gd name="connsiteX854-22709" fmla="*/ 820087 w 18982931"/>
              <a:gd name="connsiteY854-22710" fmla="*/ 1041353 h 4449429"/>
              <a:gd name="connsiteX855-22711" fmla="*/ 820087 w 18982931"/>
              <a:gd name="connsiteY855-22712" fmla="*/ 1119560 h 4449429"/>
              <a:gd name="connsiteX856-22713" fmla="*/ 791276 w 18982931"/>
              <a:gd name="connsiteY856-22714" fmla="*/ 1193648 h 4449429"/>
              <a:gd name="connsiteX857-22715" fmla="*/ 791276 w 18982931"/>
              <a:gd name="connsiteY857-22716" fmla="*/ 1580555 h 4449429"/>
              <a:gd name="connsiteX858-22717" fmla="*/ 791276 w 18982931"/>
              <a:gd name="connsiteY858-22718" fmla="*/ 1955112 h 4449429"/>
              <a:gd name="connsiteX859-22719" fmla="*/ 840669 w 18982931"/>
              <a:gd name="connsiteY859-22720" fmla="*/ 1950998 h 4449429"/>
              <a:gd name="connsiteX860-22721" fmla="*/ 844783 w 18982931"/>
              <a:gd name="connsiteY860-22722" fmla="*/ 1720500 h 4449429"/>
              <a:gd name="connsiteX861-22723" fmla="*/ 873596 w 18982931"/>
              <a:gd name="connsiteY861-22724" fmla="*/ 1597020 h 4449429"/>
              <a:gd name="connsiteX862-22725" fmla="*/ 906526 w 18982931"/>
              <a:gd name="connsiteY862-22726" fmla="*/ 1584670 h 4449429"/>
              <a:gd name="connsiteX863-22727" fmla="*/ 1034120 w 18982931"/>
              <a:gd name="connsiteY863-22728" fmla="*/ 1584670 h 4449429"/>
              <a:gd name="connsiteX864-22729" fmla="*/ 1034120 w 18982931"/>
              <a:gd name="connsiteY864-22730" fmla="*/ 1420028 h 4449429"/>
              <a:gd name="connsiteX865-22731" fmla="*/ 1287822 w 18982931"/>
              <a:gd name="connsiteY865-22732" fmla="*/ 1414233 h 4449429"/>
              <a:gd name="connsiteX866-22733" fmla="*/ 1322242 w 18982931"/>
              <a:gd name="connsiteY866-22734" fmla="*/ 1559973 h 4449429"/>
              <a:gd name="connsiteX867-22735" fmla="*/ 1318126 w 18982931"/>
              <a:gd name="connsiteY867-22736" fmla="*/ 1576437 h 4449429"/>
              <a:gd name="connsiteX868-22737" fmla="*/ 1326360 w 18982931"/>
              <a:gd name="connsiteY868-22738" fmla="*/ 1621715 h 4449429"/>
              <a:gd name="connsiteX869-22739" fmla="*/ 1359290 w 18982931"/>
              <a:gd name="connsiteY869-22740" fmla="*/ 1597020 h 4449429"/>
              <a:gd name="connsiteX870-22741" fmla="*/ 1375751 w 18982931"/>
              <a:gd name="connsiteY870-22742" fmla="*/ 1588787 h 4449429"/>
              <a:gd name="connsiteX871-22743" fmla="*/ 1486884 w 18982931"/>
              <a:gd name="connsiteY871-22744" fmla="*/ 1588787 h 4449429"/>
              <a:gd name="connsiteX872-22745" fmla="*/ 1507466 w 18982931"/>
              <a:gd name="connsiteY872-22746" fmla="*/ 2337905 h 4449429"/>
              <a:gd name="connsiteX873-22747" fmla="*/ 1523929 w 18982931"/>
              <a:gd name="connsiteY873-22748" fmla="*/ 2337905 h 4449429"/>
              <a:gd name="connsiteX874-22749" fmla="*/ 1523929 w 18982931"/>
              <a:gd name="connsiteY874-22750" fmla="*/ 2169146 h 4449429"/>
              <a:gd name="connsiteX875-22751" fmla="*/ 1692685 w 18982931"/>
              <a:gd name="connsiteY875-22752" fmla="*/ 2169146 h 4449429"/>
              <a:gd name="connsiteX876-22753" fmla="*/ 1692685 w 18982931"/>
              <a:gd name="connsiteY876-22754" fmla="*/ 2020968 h 4449429"/>
              <a:gd name="connsiteX877-22755" fmla="*/ 1766772 w 18982931"/>
              <a:gd name="connsiteY877-22756" fmla="*/ 1922183 h 4449429"/>
              <a:gd name="connsiteX878-22757" fmla="*/ 1766772 w 18982931"/>
              <a:gd name="connsiteY878-22758" fmla="*/ 1757542 h 4449429"/>
              <a:gd name="connsiteX879-22759" fmla="*/ 1849095 w 18982931"/>
              <a:gd name="connsiteY879-22760" fmla="*/ 1757542 h 4449429"/>
              <a:gd name="connsiteX880-22761" fmla="*/ 1849095 w 18982931"/>
              <a:gd name="connsiteY880-22762" fmla="*/ 2156799 h 4449429"/>
              <a:gd name="connsiteX881-22763" fmla="*/ 1919070 w 18982931"/>
              <a:gd name="connsiteY881-22764" fmla="*/ 2156799 h 4449429"/>
              <a:gd name="connsiteX882-22765" fmla="*/ 1919070 w 18982931"/>
              <a:gd name="connsiteY882-22766" fmla="*/ 1864559 h 4449429"/>
              <a:gd name="connsiteX883-22767" fmla="*/ 1919070 w 18982931"/>
              <a:gd name="connsiteY883-22768" fmla="*/ 695608 h 4449429"/>
              <a:gd name="connsiteX884-22769" fmla="*/ 2005504 w 18982931"/>
              <a:gd name="connsiteY884-22770" fmla="*/ 609173 h 4449429"/>
              <a:gd name="connsiteX885-22771" fmla="*/ 2026085 w 18982931"/>
              <a:gd name="connsiteY885-22772" fmla="*/ 605054 h 4449429"/>
              <a:gd name="connsiteX886-22773" fmla="*/ 2100174 w 18982931"/>
              <a:gd name="connsiteY886-22774" fmla="*/ 448645 h 4449429"/>
              <a:gd name="connsiteX887-22775" fmla="*/ 2137215 w 18982931"/>
              <a:gd name="connsiteY887-22776" fmla="*/ 407485 h 4449429"/>
              <a:gd name="connsiteX888-22777" fmla="*/ 2194840 w 18982931"/>
              <a:gd name="connsiteY888-22778" fmla="*/ 337515 h 4449429"/>
              <a:gd name="connsiteX889-22779" fmla="*/ 2198958 w 18982931"/>
              <a:gd name="connsiteY889-22780" fmla="*/ 292236 h 4449429"/>
              <a:gd name="connsiteX890-22781" fmla="*/ 2240121 w 18982931"/>
              <a:gd name="connsiteY890-22782" fmla="*/ 358093 h 4449429"/>
              <a:gd name="connsiteX891-22783" fmla="*/ 2273047 w 18982931"/>
              <a:gd name="connsiteY891-22784" fmla="*/ 444532 h 4449429"/>
              <a:gd name="connsiteX892-22785" fmla="*/ 2330670 w 18982931"/>
              <a:gd name="connsiteY892-22786" fmla="*/ 563894 h 4449429"/>
              <a:gd name="connsiteX893-22787" fmla="*/ 2351248 w 18982931"/>
              <a:gd name="connsiteY893-22788" fmla="*/ 613286 h 4449429"/>
              <a:gd name="connsiteX894-22789" fmla="*/ 2429455 w 18982931"/>
              <a:gd name="connsiteY894-22790" fmla="*/ 675029 h 4449429"/>
              <a:gd name="connsiteX895-22791" fmla="*/ 2470614 w 18982931"/>
              <a:gd name="connsiteY895-22792" fmla="*/ 757350 h 4449429"/>
              <a:gd name="connsiteX896-22793" fmla="*/ 2470614 w 18982931"/>
              <a:gd name="connsiteY896-22794" fmla="*/ 1086631 h 4449429"/>
              <a:gd name="connsiteX897-22795" fmla="*/ 2470614 w 18982931"/>
              <a:gd name="connsiteY897-22796" fmla="*/ 2008622 h 4449429"/>
              <a:gd name="connsiteX898-22797" fmla="*/ 2487080 w 18982931"/>
              <a:gd name="connsiteY898-22798" fmla="*/ 2053897 h 4449429"/>
              <a:gd name="connsiteX899-22799" fmla="*/ 2499426 w 18982931"/>
              <a:gd name="connsiteY899-22800" fmla="*/ 1897488 h 4449429"/>
              <a:gd name="connsiteX900-22801" fmla="*/ 2602322 w 18982931"/>
              <a:gd name="connsiteY900-22802" fmla="*/ 1798703 h 4449429"/>
              <a:gd name="connsiteX901-22803" fmla="*/ 2836935 w 18982931"/>
              <a:gd name="connsiteY901-22804" fmla="*/ 1798703 h 4449429"/>
              <a:gd name="connsiteX902-22805" fmla="*/ 2836935 w 18982931"/>
              <a:gd name="connsiteY902-22806" fmla="*/ 1860446 h 4449429"/>
              <a:gd name="connsiteX903-22807" fmla="*/ 2836935 w 18982931"/>
              <a:gd name="connsiteY903-22808" fmla="*/ 2263816 h 4449429"/>
              <a:gd name="connsiteX904-22809" fmla="*/ 2845169 w 18982931"/>
              <a:gd name="connsiteY904-22810" fmla="*/ 2304976 h 4449429"/>
              <a:gd name="connsiteX905-22811" fmla="*/ 2861629 w 18982931"/>
              <a:gd name="connsiteY905-22812" fmla="*/ 2300858 h 4449429"/>
              <a:gd name="connsiteX906-22813" fmla="*/ 2861629 w 18982931"/>
              <a:gd name="connsiteY906-22814" fmla="*/ 2247351 h 4449429"/>
              <a:gd name="connsiteX907-22815" fmla="*/ 2869861 w 18982931"/>
              <a:gd name="connsiteY907-22816" fmla="*/ 1996272 h 4449429"/>
              <a:gd name="connsiteX908-22817" fmla="*/ 2923374 w 18982931"/>
              <a:gd name="connsiteY908-22818" fmla="*/ 1967462 h 4449429"/>
              <a:gd name="connsiteX909-22819" fmla="*/ 2939836 w 18982931"/>
              <a:gd name="connsiteY909-22820" fmla="*/ 2300858 h 4449429"/>
              <a:gd name="connsiteX910-22821" fmla="*/ 2956300 w 18982931"/>
              <a:gd name="connsiteY910-22822" fmla="*/ 2300858 h 4449429"/>
              <a:gd name="connsiteX911-22823" fmla="*/ 2989230 w 18982931"/>
              <a:gd name="connsiteY911-22824" fmla="*/ 2111521 h 4449429"/>
              <a:gd name="connsiteX912-22825" fmla="*/ 3018038 w 18982931"/>
              <a:gd name="connsiteY912-22826" fmla="*/ 2058015 h 4449429"/>
              <a:gd name="connsiteX913-22827" fmla="*/ 3034502 w 18982931"/>
              <a:gd name="connsiteY913-22828" fmla="*/ 2123871 h 4449429"/>
              <a:gd name="connsiteX914-22829" fmla="*/ 3038620 w 18982931"/>
              <a:gd name="connsiteY914-22830" fmla="*/ 2132104 h 4449429"/>
              <a:gd name="connsiteX915-22831" fmla="*/ 3088018 w 18982931"/>
              <a:gd name="connsiteY915-22832" fmla="*/ 2140336 h 4449429"/>
              <a:gd name="connsiteX916-22833" fmla="*/ 3095320 w 18982931"/>
              <a:gd name="connsiteY916-22834" fmla="*/ 2275334 h 4449429"/>
              <a:gd name="connsiteX917-22835" fmla="*/ 3162101 w 18982931"/>
              <a:gd name="connsiteY917-22836" fmla="*/ 2275334 h 4449429"/>
              <a:gd name="connsiteX918-22837" fmla="*/ 3162101 w 18982931"/>
              <a:gd name="connsiteY918-22838" fmla="*/ 1580555 h 4449429"/>
              <a:gd name="connsiteX919-22839" fmla="*/ 3162101 w 18982931"/>
              <a:gd name="connsiteY919-22840" fmla="*/ 1531163 h 4449429"/>
              <a:gd name="connsiteX920-22841" fmla="*/ 3199146 w 18982931"/>
              <a:gd name="connsiteY920-22842" fmla="*/ 1498235 h 4449429"/>
              <a:gd name="connsiteX921-22843" fmla="*/ 3281469 w 18982931"/>
              <a:gd name="connsiteY921-22844" fmla="*/ 1498235 h 4449429"/>
              <a:gd name="connsiteX922-22845" fmla="*/ 3281469 w 18982931"/>
              <a:gd name="connsiteY922-22846" fmla="*/ 1325362 h 4449429"/>
              <a:gd name="connsiteX923-22847" fmla="*/ 3343207 w 18982931"/>
              <a:gd name="connsiteY923-22848" fmla="*/ 1263619 h 4449429"/>
              <a:gd name="connsiteX924-22849" fmla="*/ 3544891 w 18982931"/>
              <a:gd name="connsiteY924-22850" fmla="*/ 1263619 h 4449429"/>
              <a:gd name="connsiteX925-22851" fmla="*/ 3544891 w 18982931"/>
              <a:gd name="connsiteY925-22852" fmla="*/ 712071 h 4449429"/>
              <a:gd name="connsiteX926-22853" fmla="*/ 3561357 w 18982931"/>
              <a:gd name="connsiteY926-22854" fmla="*/ 555662 h 4449429"/>
              <a:gd name="connsiteX927-22855" fmla="*/ 3606633 w 18982931"/>
              <a:gd name="connsiteY927-22856" fmla="*/ 316933 h 4449429"/>
              <a:gd name="connsiteX928-22857" fmla="*/ 3614865 w 18982931"/>
              <a:gd name="connsiteY928-22858" fmla="*/ 279891 h 4449429"/>
              <a:gd name="connsiteX929-22859" fmla="*/ 3676603 w 18982931"/>
              <a:gd name="connsiteY929-22860" fmla="*/ 341628 h 4449429"/>
              <a:gd name="connsiteX930-22861" fmla="*/ 3684835 w 18982931"/>
              <a:gd name="connsiteY930-22862" fmla="*/ 386907 h 4449429"/>
              <a:gd name="connsiteX931-22863" fmla="*/ 3742460 w 18982931"/>
              <a:gd name="connsiteY931-22864" fmla="*/ 481574 h 4449429"/>
              <a:gd name="connsiteX932-22865" fmla="*/ 3763042 w 18982931"/>
              <a:gd name="connsiteY932-22866" fmla="*/ 703838 h 4449429"/>
              <a:gd name="connsiteX933-22867" fmla="*/ 3763042 w 18982931"/>
              <a:gd name="connsiteY933-22868" fmla="*/ 1144256 h 4449429"/>
              <a:gd name="connsiteX934-22869" fmla="*/ 3771275 w 18982931"/>
              <a:gd name="connsiteY934-22870" fmla="*/ 1181298 h 4449429"/>
              <a:gd name="connsiteX935-22871" fmla="*/ 3775390 w 18982931"/>
              <a:gd name="connsiteY935-22872" fmla="*/ 1115443 h 4449429"/>
              <a:gd name="connsiteX936-22873" fmla="*/ 3923568 w 18982931"/>
              <a:gd name="connsiteY936-22874" fmla="*/ 996079 h 4449429"/>
              <a:gd name="connsiteX937-22875" fmla="*/ 3940029 w 18982931"/>
              <a:gd name="connsiteY937-22876" fmla="*/ 1020776 h 4449429"/>
              <a:gd name="connsiteX938-22877" fmla="*/ 3960611 w 18982931"/>
              <a:gd name="connsiteY938-22878" fmla="*/ 1321244 h 4449429"/>
              <a:gd name="connsiteX939-22879" fmla="*/ 3960611 w 18982931"/>
              <a:gd name="connsiteY939-22880" fmla="*/ 1584670 h 4449429"/>
              <a:gd name="connsiteX940-22881" fmla="*/ 3977076 w 18982931"/>
              <a:gd name="connsiteY940-22882" fmla="*/ 1625830 h 4449429"/>
              <a:gd name="connsiteX941-22883" fmla="*/ 4010007 w 18982931"/>
              <a:gd name="connsiteY941-22884" fmla="*/ 1666990 h 4449429"/>
              <a:gd name="connsiteX942-22885" fmla="*/ 4055279 w 18982931"/>
              <a:gd name="connsiteY942-22886" fmla="*/ 1819286 h 4449429"/>
              <a:gd name="connsiteX943-22887" fmla="*/ 4104670 w 18982931"/>
              <a:gd name="connsiteY943-22888" fmla="*/ 1819286 h 4449429"/>
              <a:gd name="connsiteX944-22889" fmla="*/ 4108788 w 18982931"/>
              <a:gd name="connsiteY944-22890" fmla="*/ 1741079 h 4449429"/>
              <a:gd name="connsiteX945-22891" fmla="*/ 4211689 w 18982931"/>
              <a:gd name="connsiteY945-22892" fmla="*/ 1741079 h 4449429"/>
              <a:gd name="connsiteX946-22893" fmla="*/ 4252847 w 18982931"/>
              <a:gd name="connsiteY946-22894" fmla="*/ 1559973 h 4449429"/>
              <a:gd name="connsiteX947-22895" fmla="*/ 4265197 w 18982931"/>
              <a:gd name="connsiteY947-22896" fmla="*/ 1559973 h 4449429"/>
              <a:gd name="connsiteX948-22897" fmla="*/ 4277546 w 18982931"/>
              <a:gd name="connsiteY948-22898" fmla="*/ 1592900 h 4449429"/>
              <a:gd name="connsiteX949-22899" fmla="*/ 4302239 w 18982931"/>
              <a:gd name="connsiteY949-22900" fmla="*/ 1708150 h 4449429"/>
              <a:gd name="connsiteX950-22901" fmla="*/ 4368100 w 18982931"/>
              <a:gd name="connsiteY950-22902" fmla="*/ 1741079 h 4449429"/>
              <a:gd name="connsiteX951-22903" fmla="*/ 4363984 w 18982931"/>
              <a:gd name="connsiteY951-22904" fmla="*/ 1634062 h 4449429"/>
              <a:gd name="connsiteX952-22905" fmla="*/ 4372218 w 18982931"/>
              <a:gd name="connsiteY952-22906" fmla="*/ 839670 h 4449429"/>
              <a:gd name="connsiteX953-22907" fmla="*/ 4442184 w 18982931"/>
              <a:gd name="connsiteY953-22908" fmla="*/ 279891 h 4449429"/>
              <a:gd name="connsiteX954-22909" fmla="*/ 4479230 w 18982931"/>
              <a:gd name="connsiteY954-22910" fmla="*/ 234611 h 4449429"/>
              <a:gd name="connsiteX955-22911" fmla="*/ 4520394 w 18982931"/>
              <a:gd name="connsiteY955-22912" fmla="*/ 284004 h 4449429"/>
              <a:gd name="connsiteX956-22913" fmla="*/ 4549200 w 18982931"/>
              <a:gd name="connsiteY956-22914" fmla="*/ 440413 h 4449429"/>
              <a:gd name="connsiteX957-22915" fmla="*/ 4680914 w 18982931"/>
              <a:gd name="connsiteY957-22916" fmla="*/ 395140 h 4449429"/>
              <a:gd name="connsiteX958-22917" fmla="*/ 4759121 w 18982931"/>
              <a:gd name="connsiteY958-22918" fmla="*/ 460995 h 4449429"/>
              <a:gd name="connsiteX959-22919" fmla="*/ 4771466 w 18982931"/>
              <a:gd name="connsiteY959-22920" fmla="*/ 493924 h 4449429"/>
              <a:gd name="connsiteX960-22921" fmla="*/ 4888657 w 18982931"/>
              <a:gd name="connsiteY960-22922" fmla="*/ 747622 h 4449429"/>
              <a:gd name="connsiteX961-22923" fmla="*/ 4888893 w 18982931"/>
              <a:gd name="connsiteY961-22924" fmla="*/ 807315 h 4449429"/>
              <a:gd name="connsiteX962-22925" fmla="*/ 4856617 w 18982931"/>
              <a:gd name="connsiteY962-22926" fmla="*/ 807315 h 4449429"/>
              <a:gd name="connsiteX963-22927" fmla="*/ 4856617 w 18982931"/>
              <a:gd name="connsiteY963-22928" fmla="*/ 944475 h 4449429"/>
              <a:gd name="connsiteX964-22929" fmla="*/ 4888332 w 18982931"/>
              <a:gd name="connsiteY964-22930" fmla="*/ 944475 h 4449429"/>
              <a:gd name="connsiteX965-22931" fmla="*/ 4888325 w 18982931"/>
              <a:gd name="connsiteY965-22932" fmla="*/ 945600 h 4449429"/>
              <a:gd name="connsiteX966-22933" fmla="*/ 4890835 w 18982931"/>
              <a:gd name="connsiteY966-22934" fmla="*/ 1609365 h 4449429"/>
              <a:gd name="connsiteX967-22935" fmla="*/ 4952574 w 18982931"/>
              <a:gd name="connsiteY967-22936" fmla="*/ 1617597 h 4449429"/>
              <a:gd name="connsiteX968-22937" fmla="*/ 4952574 w 18982931"/>
              <a:gd name="connsiteY968-22938" fmla="*/ 1868678 h 4449429"/>
              <a:gd name="connsiteX969-22939" fmla="*/ 4956691 w 18982931"/>
              <a:gd name="connsiteY969-22940" fmla="*/ 1905720 h 4449429"/>
              <a:gd name="connsiteX970-22941" fmla="*/ 4981387 w 18982931"/>
              <a:gd name="connsiteY970-22942" fmla="*/ 1967462 h 4449429"/>
              <a:gd name="connsiteX971-22943" fmla="*/ 4981387 w 18982931"/>
              <a:gd name="connsiteY971-22944" fmla="*/ 2058015 h 4449429"/>
              <a:gd name="connsiteX972-22945" fmla="*/ 5001966 w 18982931"/>
              <a:gd name="connsiteY972-22946" fmla="*/ 2086824 h 4449429"/>
              <a:gd name="connsiteX973-22947" fmla="*/ 5018429 w 18982931"/>
              <a:gd name="connsiteY973-22948" fmla="*/ 2078592 h 4449429"/>
              <a:gd name="connsiteX974-22949" fmla="*/ 5018429 w 18982931"/>
              <a:gd name="connsiteY974-22950" fmla="*/ 1881023 h 4449429"/>
              <a:gd name="connsiteX975-22951" fmla="*/ 5018429 w 18982931"/>
              <a:gd name="connsiteY975-22952" fmla="*/ 1366522 h 4449429"/>
              <a:gd name="connsiteX976-22953" fmla="*/ 5034894 w 18982931"/>
              <a:gd name="connsiteY976-22954" fmla="*/ 864367 h 4449429"/>
              <a:gd name="connsiteX977-22955" fmla="*/ 5067821 w 18982931"/>
              <a:gd name="connsiteY977-22956" fmla="*/ 197569 h 4449429"/>
              <a:gd name="connsiteX978-22957" fmla="*/ 5080173 w 18982931"/>
              <a:gd name="connsiteY978-22958" fmla="*/ 102899 h 4449429"/>
              <a:gd name="connsiteX979-22959" fmla="*/ 5216000 w 18982931"/>
              <a:gd name="connsiteY979-22960" fmla="*/ 37042 h 4449429"/>
              <a:gd name="connsiteX980-22961" fmla="*/ 5248927 w 18982931"/>
              <a:gd name="connsiteY980-22962" fmla="*/ 69972 h 4449429"/>
              <a:gd name="connsiteX981-22963" fmla="*/ 5372409 w 18982931"/>
              <a:gd name="connsiteY981-22964" fmla="*/ 69972 h 4449429"/>
              <a:gd name="connsiteX982-22965" fmla="*/ 5434151 w 18982931"/>
              <a:gd name="connsiteY982-22966" fmla="*/ 131714 h 4449429"/>
              <a:gd name="connsiteX983-22967" fmla="*/ 5434151 w 18982931"/>
              <a:gd name="connsiteY983-22968" fmla="*/ 382788 h 4449429"/>
              <a:gd name="connsiteX984-22969" fmla="*/ 5434151 w 18982931"/>
              <a:gd name="connsiteY984-22970" fmla="*/ 683261 h 4449429"/>
              <a:gd name="connsiteX985-22971" fmla="*/ 5545282 w 18982931"/>
              <a:gd name="connsiteY985-22972" fmla="*/ 687375 h 4449429"/>
              <a:gd name="connsiteX986-22973" fmla="*/ 5545282 w 18982931"/>
              <a:gd name="connsiteY986-22974" fmla="*/ 1045471 h 4449429"/>
              <a:gd name="connsiteX987-22975" fmla="*/ 5676994 w 18982931"/>
              <a:gd name="connsiteY987-22976" fmla="*/ 1045471 h 4449429"/>
              <a:gd name="connsiteX988-22977" fmla="*/ 5685227 w 18982931"/>
              <a:gd name="connsiteY988-22978" fmla="*/ 1103096 h 4449429"/>
              <a:gd name="connsiteX989-22979" fmla="*/ 5759314 w 18982931"/>
              <a:gd name="connsiteY989-22980" fmla="*/ 1193648 h 4449429"/>
              <a:gd name="connsiteX990-22981" fmla="*/ 5759314 w 18982931"/>
              <a:gd name="connsiteY990-22982" fmla="*/ 1395331 h 4449429"/>
              <a:gd name="connsiteX991-22983" fmla="*/ 5825171 w 18982931"/>
              <a:gd name="connsiteY991-22984" fmla="*/ 1395331 h 4449429"/>
              <a:gd name="connsiteX992-22985" fmla="*/ 5903378 w 18982931"/>
              <a:gd name="connsiteY992-22986" fmla="*/ 1477653 h 4449429"/>
              <a:gd name="connsiteX993-22987" fmla="*/ 5903378 w 18982931"/>
              <a:gd name="connsiteY993-22988" fmla="*/ 1918070 h 4449429"/>
              <a:gd name="connsiteX994-22989" fmla="*/ 5936306 w 18982931"/>
              <a:gd name="connsiteY994-22990" fmla="*/ 1975695 h 4449429"/>
              <a:gd name="connsiteX995-22991" fmla="*/ 5965115 w 18982931"/>
              <a:gd name="connsiteY995-22992" fmla="*/ 1275969 h 4449429"/>
              <a:gd name="connsiteX996-22993" fmla="*/ 5969235 w 18982931"/>
              <a:gd name="connsiteY996-22994" fmla="*/ 1238922 h 4449429"/>
              <a:gd name="connsiteX997-22995" fmla="*/ 6166804 w 18982931"/>
              <a:gd name="connsiteY997-22996" fmla="*/ 1238922 h 4449429"/>
              <a:gd name="connsiteX998-22997" fmla="*/ 6216196 w 18982931"/>
              <a:gd name="connsiteY998-22998" fmla="*/ 1288315 h 4449429"/>
              <a:gd name="connsiteX999-22999" fmla="*/ 6236774 w 18982931"/>
              <a:gd name="connsiteY999-23000" fmla="*/ 1428261 h 4449429"/>
              <a:gd name="connsiteX1000-23001" fmla="*/ 6273821 w 18982931"/>
              <a:gd name="connsiteY1000-23002" fmla="*/ 1498235 h 4449429"/>
              <a:gd name="connsiteX1001-23003" fmla="*/ 6273821 w 18982931"/>
              <a:gd name="connsiteY1001-23004" fmla="*/ 2230888 h 4449429"/>
              <a:gd name="connsiteX1002-23005" fmla="*/ 6277935 w 18982931"/>
              <a:gd name="connsiteY1002-23006" fmla="*/ 2280280 h 4449429"/>
              <a:gd name="connsiteX1003-23007" fmla="*/ 6319095 w 18982931"/>
              <a:gd name="connsiteY1003-23008" fmla="*/ 2193841 h 4449429"/>
              <a:gd name="connsiteX1004-23009" fmla="*/ 6364373 w 18982931"/>
              <a:gd name="connsiteY1004-23010" fmla="*/ 2288513 h 4449429"/>
              <a:gd name="connsiteX1005-23011" fmla="*/ 6389068 w 18982931"/>
              <a:gd name="connsiteY1005-23012" fmla="*/ 2313208 h 4449429"/>
              <a:gd name="connsiteX1006-23013" fmla="*/ 6541355 w 18982931"/>
              <a:gd name="connsiteY1006-23014" fmla="*/ 2313208 h 4449429"/>
              <a:gd name="connsiteX1007-23015" fmla="*/ 6541355 w 18982931"/>
              <a:gd name="connsiteY1007-23016" fmla="*/ 2148567 h 4449429"/>
              <a:gd name="connsiteX1008-23017" fmla="*/ 6660723 w 18982931"/>
              <a:gd name="connsiteY1008-23018" fmla="*/ 2148567 h 4449429"/>
              <a:gd name="connsiteX1009-23019" fmla="*/ 6660723 w 18982931"/>
              <a:gd name="connsiteY1009-23020" fmla="*/ 2259698 h 4449429"/>
              <a:gd name="connsiteX1010-23021" fmla="*/ 6705999 w 18982931"/>
              <a:gd name="connsiteY1010-23022" fmla="*/ 2551938 h 4449429"/>
              <a:gd name="connsiteX1011-23023" fmla="*/ 6714228 w 18982931"/>
              <a:gd name="connsiteY1011-23024" fmla="*/ 2580748 h 4449429"/>
              <a:gd name="connsiteX1012-23025" fmla="*/ 6722461 w 18982931"/>
              <a:gd name="connsiteY1012-23026" fmla="*/ 2576634 h 4449429"/>
              <a:gd name="connsiteX1013-23027" fmla="*/ 6751278 w 18982931"/>
              <a:gd name="connsiteY1013-23028" fmla="*/ 2263816 h 4449429"/>
              <a:gd name="connsiteX1014-23029" fmla="*/ 6800669 w 18982931"/>
              <a:gd name="connsiteY1014-23030" fmla="*/ 2255583 h 4449429"/>
              <a:gd name="connsiteX1015-23031" fmla="*/ 6837709 w 18982931"/>
              <a:gd name="connsiteY1015-23032" fmla="*/ 2181496 h 4449429"/>
              <a:gd name="connsiteX1016-23033" fmla="*/ 6841831 w 18982931"/>
              <a:gd name="connsiteY1016-23034" fmla="*/ 2152681 h 4449429"/>
              <a:gd name="connsiteX1017-23035" fmla="*/ 6845941 w 18982931"/>
              <a:gd name="connsiteY1017-23036" fmla="*/ 2115639 h 4449429"/>
              <a:gd name="connsiteX1018-23037" fmla="*/ 6857139 w 18982931"/>
              <a:gd name="connsiteY1018-23038" fmla="*/ 2115639 h 4449429"/>
              <a:gd name="connsiteX1019-23039" fmla="*/ 6899298 w 18982931"/>
              <a:gd name="connsiteY1019-23040" fmla="*/ 2109470 h 4449429"/>
              <a:gd name="connsiteX1020-23041" fmla="*/ 6922965 w 18982931"/>
              <a:gd name="connsiteY1020-23042" fmla="*/ 2140339 h 4449429"/>
              <a:gd name="connsiteX1021-23043" fmla="*/ 7009406 w 18982931"/>
              <a:gd name="connsiteY1021-23044" fmla="*/ 2070365 h 4449429"/>
              <a:gd name="connsiteX1022-23045" fmla="*/ 7145231 w 18982931"/>
              <a:gd name="connsiteY1022-23046" fmla="*/ 2066247 h 4449429"/>
              <a:gd name="connsiteX1023-23047" fmla="*/ 7145231 w 18982931"/>
              <a:gd name="connsiteY1023-23048" fmla="*/ 1901605 h 4449429"/>
              <a:gd name="connsiteX1024-23049" fmla="*/ 7145231 w 18982931"/>
              <a:gd name="connsiteY1024-23050" fmla="*/ 1769896 h 4449429"/>
              <a:gd name="connsiteX1025-23051" fmla="*/ 7215204 w 18982931"/>
              <a:gd name="connsiteY1025-23052" fmla="*/ 1597024 h 4449429"/>
              <a:gd name="connsiteX1026-23053" fmla="*/ 7285174 w 18982931"/>
              <a:gd name="connsiteY1026-23054" fmla="*/ 1753433 h 4449429"/>
              <a:gd name="connsiteX1027-23055" fmla="*/ 7297524 w 18982931"/>
              <a:gd name="connsiteY1027-23056" fmla="*/ 2062134 h 4449429"/>
              <a:gd name="connsiteX1028-23057" fmla="*/ 7367494 w 18982931"/>
              <a:gd name="connsiteY1028-23058" fmla="*/ 2066247 h 4449429"/>
              <a:gd name="connsiteX1029-23059" fmla="*/ 7371610 w 18982931"/>
              <a:gd name="connsiteY1029-23060" fmla="*/ 2148567 h 4449429"/>
              <a:gd name="connsiteX1030-23061" fmla="*/ 7462167 w 18982931"/>
              <a:gd name="connsiteY1030-23062" fmla="*/ 2148567 h 4449429"/>
              <a:gd name="connsiteX1031-23063" fmla="*/ 7462167 w 18982931"/>
              <a:gd name="connsiteY1031-23064" fmla="*/ 2095061 h 4449429"/>
              <a:gd name="connsiteX1032-23065" fmla="*/ 7462167 w 18982931"/>
              <a:gd name="connsiteY1032-23066" fmla="*/ 1597024 h 4449429"/>
              <a:gd name="connsiteX1033-23067" fmla="*/ 7482743 w 18982931"/>
              <a:gd name="connsiteY1033-23068" fmla="*/ 1008430 h 4449429"/>
              <a:gd name="connsiteX1034-23069" fmla="*/ 7495096 w 18982931"/>
              <a:gd name="connsiteY1034-23070" fmla="*/ 921991 h 4449429"/>
              <a:gd name="connsiteX1035-23071" fmla="*/ 7536254 w 18982931"/>
              <a:gd name="connsiteY1035-23072" fmla="*/ 934341 h 4449429"/>
              <a:gd name="connsiteX1036-23073" fmla="*/ 7577416 w 18982931"/>
              <a:gd name="connsiteY1036-23074" fmla="*/ 563899 h 4449429"/>
              <a:gd name="connsiteX1037-23075" fmla="*/ 7589759 w 18982931"/>
              <a:gd name="connsiteY1037-23076" fmla="*/ 563899 h 4449429"/>
              <a:gd name="connsiteX1038-23077" fmla="*/ 7639153 w 18982931"/>
              <a:gd name="connsiteY1038-23078" fmla="*/ 975501 h 4449429"/>
              <a:gd name="connsiteX1039-23079" fmla="*/ 7655614 w 18982931"/>
              <a:gd name="connsiteY1039-23080" fmla="*/ 926109 h 4449429"/>
              <a:gd name="connsiteX1040-23081" fmla="*/ 7667968 w 18982931"/>
              <a:gd name="connsiteY1040-23082" fmla="*/ 926109 h 4449429"/>
              <a:gd name="connsiteX1041-23083" fmla="*/ 7676196 w 18982931"/>
              <a:gd name="connsiteY1041-23084" fmla="*/ 1037243 h 4449429"/>
              <a:gd name="connsiteX1042-23085" fmla="*/ 7676196 w 18982931"/>
              <a:gd name="connsiteY1042-23086" fmla="*/ 2049787 h 4449429"/>
              <a:gd name="connsiteX1043-23087" fmla="*/ 7705009 w 18982931"/>
              <a:gd name="connsiteY1043-23088" fmla="*/ 2267935 h 4449429"/>
              <a:gd name="connsiteX1044-23089" fmla="*/ 7750287 w 18982931"/>
              <a:gd name="connsiteY1044-23090" fmla="*/ 2469622 h 4449429"/>
              <a:gd name="connsiteX1045-23091" fmla="*/ 7849072 w 18982931"/>
              <a:gd name="connsiteY1045-23092" fmla="*/ 2469622 h 4449429"/>
              <a:gd name="connsiteX1046-23093" fmla="*/ 7849072 w 18982931"/>
              <a:gd name="connsiteY1046-23094" fmla="*/ 2284398 h 4449429"/>
              <a:gd name="connsiteX1047-23095" fmla="*/ 7919042 w 18982931"/>
              <a:gd name="connsiteY1047-23096" fmla="*/ 2284398 h 4449429"/>
              <a:gd name="connsiteX1048-23097" fmla="*/ 7919042 w 18982931"/>
              <a:gd name="connsiteY1048-23098" fmla="*/ 2473736 h 4449429"/>
              <a:gd name="connsiteX1049-23099" fmla="*/ 8108380 w 18982931"/>
              <a:gd name="connsiteY1049-23100" fmla="*/ 2473736 h 4449429"/>
              <a:gd name="connsiteX1050-23101" fmla="*/ 8142338 w 18982931"/>
              <a:gd name="connsiteY1050-23102" fmla="*/ 2481454 h 4449429"/>
              <a:gd name="connsiteX1051-23103" fmla="*/ 8144242 w 18982931"/>
              <a:gd name="connsiteY1051-23104" fmla="*/ 2485067 h 4449429"/>
              <a:gd name="connsiteX1052-23105" fmla="*/ 8144242 w 18982931"/>
              <a:gd name="connsiteY1052-23106" fmla="*/ 1280084 h 4449429"/>
              <a:gd name="connsiteX1053-23107" fmla="*/ 8189518 w 18982931"/>
              <a:gd name="connsiteY1053-23108" fmla="*/ 1115443 h 4449429"/>
              <a:gd name="connsiteX1054-23109" fmla="*/ 8230679 w 18982931"/>
              <a:gd name="connsiteY1054-23110" fmla="*/ 1090746 h 4449429"/>
              <a:gd name="connsiteX1055-23111" fmla="*/ 8477642 w 18982931"/>
              <a:gd name="connsiteY1055-23112" fmla="*/ 1090746 h 4449429"/>
              <a:gd name="connsiteX1056-23113" fmla="*/ 8518799 w 18982931"/>
              <a:gd name="connsiteY1056-23114" fmla="*/ 1111328 h 4449429"/>
              <a:gd name="connsiteX1057-23115" fmla="*/ 8568194 w 18982931"/>
              <a:gd name="connsiteY1057-23116" fmla="*/ 1288315 h 4449429"/>
              <a:gd name="connsiteX1058-23117" fmla="*/ 8572304 w 18982931"/>
              <a:gd name="connsiteY1058-23118" fmla="*/ 2152681 h 4449429"/>
              <a:gd name="connsiteX1059-23119" fmla="*/ 8572304 w 18982931"/>
              <a:gd name="connsiteY1059-23120" fmla="*/ 2222656 h 4449429"/>
              <a:gd name="connsiteX1060-23121" fmla="*/ 8827499 w 18982931"/>
              <a:gd name="connsiteY1060-23122" fmla="*/ 2222656 h 4449429"/>
              <a:gd name="connsiteX1061-23123" fmla="*/ 8827499 w 18982931"/>
              <a:gd name="connsiteY1061-23124" fmla="*/ 2053897 h 4449429"/>
              <a:gd name="connsiteX1062-23125" fmla="*/ 8827499 w 18982931"/>
              <a:gd name="connsiteY1062-23126" fmla="*/ 1996272 h 4449429"/>
              <a:gd name="connsiteX1063-23127" fmla="*/ 8926285 w 18982931"/>
              <a:gd name="connsiteY1063-23128" fmla="*/ 1876910 h 4449429"/>
              <a:gd name="connsiteX1064-23129" fmla="*/ 8926285 w 18982931"/>
              <a:gd name="connsiteY1064-23130" fmla="*/ 1757542 h 4449429"/>
              <a:gd name="connsiteX1065-23131" fmla="*/ 8926285 w 18982931"/>
              <a:gd name="connsiteY1065-23132" fmla="*/ 1527045 h 4449429"/>
              <a:gd name="connsiteX1066-23133" fmla="*/ 8950980 w 18982931"/>
              <a:gd name="connsiteY1066-23134" fmla="*/ 1432378 h 4449429"/>
              <a:gd name="connsiteX1067-23135" fmla="*/ 8950980 w 18982931"/>
              <a:gd name="connsiteY1067-23136" fmla="*/ 1424146 h 4449429"/>
              <a:gd name="connsiteX1068-23137" fmla="*/ 8983911 w 18982931"/>
              <a:gd name="connsiteY1068-23138" fmla="*/ 1107210 h 4449429"/>
              <a:gd name="connsiteX1069-23139" fmla="*/ 8992140 w 18982931"/>
              <a:gd name="connsiteY1069-23140" fmla="*/ 1049586 h 4449429"/>
              <a:gd name="connsiteX1070-23141" fmla="*/ 9012723 w 18982931"/>
              <a:gd name="connsiteY1070-23142" fmla="*/ 1049586 h 4449429"/>
              <a:gd name="connsiteX1071-23143" fmla="*/ 9049767 w 18982931"/>
              <a:gd name="connsiteY1071-23144" fmla="*/ 1325362 h 4449429"/>
              <a:gd name="connsiteX1072-23145" fmla="*/ 9115624 w 18982931"/>
              <a:gd name="connsiteY1072-23146" fmla="*/ 1329476 h 4449429"/>
              <a:gd name="connsiteX1073-23147" fmla="*/ 9165014 w 18982931"/>
              <a:gd name="connsiteY1073-23148" fmla="*/ 1436493 h 4449429"/>
              <a:gd name="connsiteX1074-23149" fmla="*/ 9181479 w 18982931"/>
              <a:gd name="connsiteY1074-23150" fmla="*/ 1494116 h 4449429"/>
              <a:gd name="connsiteX1075-23151" fmla="*/ 9181479 w 18982931"/>
              <a:gd name="connsiteY1075-23152" fmla="*/ 1823399 h 4449429"/>
              <a:gd name="connsiteX1076-23153" fmla="*/ 9181479 w 18982931"/>
              <a:gd name="connsiteY1076-23154" fmla="*/ 1881023 h 4449429"/>
              <a:gd name="connsiteX1077-23155" fmla="*/ 9280267 w 18982931"/>
              <a:gd name="connsiteY1077-23156" fmla="*/ 1881023 h 4449429"/>
              <a:gd name="connsiteX1078-23157" fmla="*/ 9280267 w 18982931"/>
              <a:gd name="connsiteY1078-23158" fmla="*/ 1815166 h 4449429"/>
              <a:gd name="connsiteX1079-23159" fmla="*/ 9280267 w 18982931"/>
              <a:gd name="connsiteY1079-23160" fmla="*/ 304587 h 4449429"/>
              <a:gd name="connsiteX1080-23161" fmla="*/ 9346122 w 18982931"/>
              <a:gd name="connsiteY1080-23162" fmla="*/ 238731 h 4449429"/>
              <a:gd name="connsiteX1081-23163" fmla="*/ 9453137 w 18982931"/>
              <a:gd name="connsiteY1081-23164" fmla="*/ 341628 h 4449429"/>
              <a:gd name="connsiteX1082-23165" fmla="*/ 9453137 w 18982931"/>
              <a:gd name="connsiteY1082-23166" fmla="*/ 1815166 h 4449429"/>
              <a:gd name="connsiteX1083-23167" fmla="*/ 9453137 w 18982931"/>
              <a:gd name="connsiteY1083-23168" fmla="*/ 1876910 h 4449429"/>
              <a:gd name="connsiteX1084-23169" fmla="*/ 9551919 w 18982931"/>
              <a:gd name="connsiteY1084-23170" fmla="*/ 1876910 h 4449429"/>
              <a:gd name="connsiteX1085-23171" fmla="*/ 9551919 w 18982931"/>
              <a:gd name="connsiteY1085-23172" fmla="*/ 1724614 h 4449429"/>
              <a:gd name="connsiteX1086-23173" fmla="*/ 9551919 w 18982931"/>
              <a:gd name="connsiteY1086-23174" fmla="*/ 1481771 h 4449429"/>
              <a:gd name="connsiteX1087-23175" fmla="*/ 9597198 w 18982931"/>
              <a:gd name="connsiteY1087-23176" fmla="*/ 1374754 h 4449429"/>
              <a:gd name="connsiteX1088-23177" fmla="*/ 9613662 w 18982931"/>
              <a:gd name="connsiteY1088-23178" fmla="*/ 1325362 h 4449429"/>
              <a:gd name="connsiteX1089-23179" fmla="*/ 9683632 w 18982931"/>
              <a:gd name="connsiteY1089-23180" fmla="*/ 1325362 h 4449429"/>
              <a:gd name="connsiteX1090-23181" fmla="*/ 9683632 w 18982931"/>
              <a:gd name="connsiteY1090-23182" fmla="*/ 1522931 h 4449429"/>
              <a:gd name="connsiteX1091-23183" fmla="*/ 9819464 w 18982931"/>
              <a:gd name="connsiteY1091-23184" fmla="*/ 1522931 h 4449429"/>
              <a:gd name="connsiteX1092-23185" fmla="*/ 9819464 w 18982931"/>
              <a:gd name="connsiteY1092-23186" fmla="*/ 1720501 h 4449429"/>
              <a:gd name="connsiteX1093-23187" fmla="*/ 9819464 w 18982931"/>
              <a:gd name="connsiteY1093-23188" fmla="*/ 1835749 h 4449429"/>
              <a:gd name="connsiteX1094-23189" fmla="*/ 9868856 w 18982931"/>
              <a:gd name="connsiteY1094-23190" fmla="*/ 1885142 h 4449429"/>
              <a:gd name="connsiteX1095-23191" fmla="*/ 9922361 w 18982931"/>
              <a:gd name="connsiteY1095-23192" fmla="*/ 1938648 h 4449429"/>
              <a:gd name="connsiteX1096-23193" fmla="*/ 9922361 w 18982931"/>
              <a:gd name="connsiteY1096-23194" fmla="*/ 2226770 h 4449429"/>
              <a:gd name="connsiteX1097-23195" fmla="*/ 10189906 w 18982931"/>
              <a:gd name="connsiteY1097-23196" fmla="*/ 2226770 h 4449429"/>
              <a:gd name="connsiteX1098-23197" fmla="*/ 10189906 w 18982931"/>
              <a:gd name="connsiteY1098-23198" fmla="*/ 1864559 h 4449429"/>
              <a:gd name="connsiteX1099-23199" fmla="*/ 10251644 w 18982931"/>
              <a:gd name="connsiteY1099-23200" fmla="*/ 1852213 h 4449429"/>
              <a:gd name="connsiteX1100-23201" fmla="*/ 10251644 w 18982931"/>
              <a:gd name="connsiteY1100-23202" fmla="*/ 1465306 h 4449429"/>
              <a:gd name="connsiteX1101-23203" fmla="*/ 10198137 w 18982931"/>
              <a:gd name="connsiteY1101-23204" fmla="*/ 1461188 h 4449429"/>
              <a:gd name="connsiteX1102-23205" fmla="*/ 10198137 w 18982931"/>
              <a:gd name="connsiteY1102-23206" fmla="*/ 1317129 h 4449429"/>
              <a:gd name="connsiteX1103-23207" fmla="*/ 10572694 w 18982931"/>
              <a:gd name="connsiteY1103-23208" fmla="*/ 1317129 h 4449429"/>
              <a:gd name="connsiteX1104-23209" fmla="*/ 10572694 w 18982931"/>
              <a:gd name="connsiteY1104-23210" fmla="*/ 2140336 h 4449429"/>
              <a:gd name="connsiteX1105-23211" fmla="*/ 10642669 w 18982931"/>
              <a:gd name="connsiteY1105-23212" fmla="*/ 2144449 h 4449429"/>
              <a:gd name="connsiteX1106-23213" fmla="*/ 10642669 w 18982931"/>
              <a:gd name="connsiteY1106-23214" fmla="*/ 2477849 h 4449429"/>
              <a:gd name="connsiteX1107-23215" fmla="*/ 10885512 w 18982931"/>
              <a:gd name="connsiteY1107-23216" fmla="*/ 2477849 h 4449429"/>
              <a:gd name="connsiteX1108-23217" fmla="*/ 10885512 w 18982931"/>
              <a:gd name="connsiteY1108-23218" fmla="*/ 2292626 h 4449429"/>
              <a:gd name="connsiteX1109-23219" fmla="*/ 10959601 w 18982931"/>
              <a:gd name="connsiteY1109-23220" fmla="*/ 2292626 h 4449429"/>
              <a:gd name="connsiteX1110-23221" fmla="*/ 10959601 w 18982931"/>
              <a:gd name="connsiteY1110-23222" fmla="*/ 2477849 h 4449429"/>
              <a:gd name="connsiteX1111-23223" fmla="*/ 11066618 w 18982931"/>
              <a:gd name="connsiteY1111-23224" fmla="*/ 2477849 h 4449429"/>
              <a:gd name="connsiteX1112-23225" fmla="*/ 11107778 w 18982931"/>
              <a:gd name="connsiteY1112-23226" fmla="*/ 2284395 h 4449429"/>
              <a:gd name="connsiteX1113-23227" fmla="*/ 11136593 w 18982931"/>
              <a:gd name="connsiteY1113-23228" fmla="*/ 2053897 h 4449429"/>
              <a:gd name="connsiteX1114-23229" fmla="*/ 11136593 w 18982931"/>
              <a:gd name="connsiteY1114-23230" fmla="*/ 1061936 h 4449429"/>
              <a:gd name="connsiteX1115-23231" fmla="*/ 11148938 w 18982931"/>
              <a:gd name="connsiteY1115-23232" fmla="*/ 938454 h 4449429"/>
              <a:gd name="connsiteX1116-23233" fmla="*/ 11161288 w 18982931"/>
              <a:gd name="connsiteY1116-23234" fmla="*/ 938454 h 4449429"/>
              <a:gd name="connsiteX1117-23235" fmla="*/ 11177753 w 18982931"/>
              <a:gd name="connsiteY1117-23236" fmla="*/ 983729 h 4449429"/>
              <a:gd name="connsiteX1118-23237" fmla="*/ 11231258 w 18982931"/>
              <a:gd name="connsiteY1118-23238" fmla="*/ 572126 h 4449429"/>
              <a:gd name="connsiteX1119-23239" fmla="*/ 11243610 w 18982931"/>
              <a:gd name="connsiteY1119-23240" fmla="*/ 572126 h 4449429"/>
              <a:gd name="connsiteX1120-23241" fmla="*/ 11284770 w 18982931"/>
              <a:gd name="connsiteY1120-23242" fmla="*/ 946687 h 4449429"/>
              <a:gd name="connsiteX1121-23243" fmla="*/ 11325929 w 18982931"/>
              <a:gd name="connsiteY1121-23244" fmla="*/ 934337 h 4449429"/>
              <a:gd name="connsiteX1122-23245" fmla="*/ 11342394 w 18982931"/>
              <a:gd name="connsiteY1122-23246" fmla="*/ 1061936 h 4449429"/>
              <a:gd name="connsiteX1123-23247" fmla="*/ 11342394 w 18982931"/>
              <a:gd name="connsiteY1123-23248" fmla="*/ 1300666 h 4449429"/>
              <a:gd name="connsiteX1124-23249" fmla="*/ 11358857 w 18982931"/>
              <a:gd name="connsiteY1124-23250" fmla="*/ 2132104 h 4449429"/>
              <a:gd name="connsiteX1125-23251" fmla="*/ 11362976 w 18982931"/>
              <a:gd name="connsiteY1125-23252" fmla="*/ 2165031 h 4449429"/>
              <a:gd name="connsiteX1126-23253" fmla="*/ 11453524 w 18982931"/>
              <a:gd name="connsiteY1126-23254" fmla="*/ 2165031 h 4449429"/>
              <a:gd name="connsiteX1127-23255" fmla="*/ 11457643 w 18982931"/>
              <a:gd name="connsiteY1127-23256" fmla="*/ 2082711 h 4449429"/>
              <a:gd name="connsiteX1128-23257" fmla="*/ 11535845 w 18982931"/>
              <a:gd name="connsiteY1128-23258" fmla="*/ 2078592 h 4449429"/>
              <a:gd name="connsiteX1129-23259" fmla="*/ 11535845 w 18982931"/>
              <a:gd name="connsiteY1129-23260" fmla="*/ 2004505 h 4449429"/>
              <a:gd name="connsiteX1130-23261" fmla="*/ 11548195 w 18982931"/>
              <a:gd name="connsiteY1130-23262" fmla="*/ 1736964 h 4449429"/>
              <a:gd name="connsiteX1131-23263" fmla="*/ 11609938 w 18982931"/>
              <a:gd name="connsiteY1131-23264" fmla="*/ 1609365 h 4449429"/>
              <a:gd name="connsiteX1132-23265" fmla="*/ 11688140 w 18982931"/>
              <a:gd name="connsiteY1132-23266" fmla="*/ 1765774 h 4449429"/>
              <a:gd name="connsiteX1133-23267" fmla="*/ 11688140 w 18982931"/>
              <a:gd name="connsiteY1133-23268" fmla="*/ 2082711 h 4449429"/>
              <a:gd name="connsiteX1134-23269" fmla="*/ 11910406 w 18982931"/>
              <a:gd name="connsiteY1134-23270" fmla="*/ 2148567 h 4449429"/>
              <a:gd name="connsiteX1135-23271" fmla="*/ 11988608 w 18982931"/>
              <a:gd name="connsiteY1135-23272" fmla="*/ 2119754 h 4449429"/>
              <a:gd name="connsiteX1136-23273" fmla="*/ 11991181 w 18982931"/>
              <a:gd name="connsiteY1136-23274" fmla="*/ 2153197 h 4449429"/>
              <a:gd name="connsiteX1137-23275" fmla="*/ 11993908 w 18982931"/>
              <a:gd name="connsiteY1137-23276" fmla="*/ 2158900 h 4449429"/>
              <a:gd name="connsiteX1138-23277" fmla="*/ 11993908 w 18982931"/>
              <a:gd name="connsiteY1138-23278" fmla="*/ 2156799 h 4449429"/>
              <a:gd name="connsiteX1139-23279" fmla="*/ 11998023 w 18982931"/>
              <a:gd name="connsiteY1139-23280" fmla="*/ 2115639 h 4449429"/>
              <a:gd name="connsiteX1140-23281" fmla="*/ 12010373 w 18982931"/>
              <a:gd name="connsiteY1140-23282" fmla="*/ 2115639 h 4449429"/>
              <a:gd name="connsiteX1141-23283" fmla="*/ 12014490 w 18982931"/>
              <a:gd name="connsiteY1141-23284" fmla="*/ 2185614 h 4449429"/>
              <a:gd name="connsiteX1142-23285" fmla="*/ 12055650 w 18982931"/>
              <a:gd name="connsiteY1142-23286" fmla="*/ 2259703 h 4449429"/>
              <a:gd name="connsiteX1143-23287" fmla="*/ 12109157 w 18982931"/>
              <a:gd name="connsiteY1143-23288" fmla="*/ 2267933 h 4449429"/>
              <a:gd name="connsiteX1144-23289" fmla="*/ 12137972 w 18982931"/>
              <a:gd name="connsiteY1144-23290" fmla="*/ 2580753 h 4449429"/>
              <a:gd name="connsiteX1145-23291" fmla="*/ 12150317 w 18982931"/>
              <a:gd name="connsiteY1145-23292" fmla="*/ 2580753 h 4449429"/>
              <a:gd name="connsiteX1146-23293" fmla="*/ 12179132 w 18982931"/>
              <a:gd name="connsiteY1146-23294" fmla="*/ 2411992 h 4449429"/>
              <a:gd name="connsiteX1147-23295" fmla="*/ 12207942 w 18982931"/>
              <a:gd name="connsiteY1147-23296" fmla="*/ 2160917 h 4449429"/>
              <a:gd name="connsiteX1148-23297" fmla="*/ 12216174 w 18982931"/>
              <a:gd name="connsiteY1148-23298" fmla="*/ 2152686 h 4449429"/>
              <a:gd name="connsiteX1149-23299" fmla="*/ 12331423 w 18982931"/>
              <a:gd name="connsiteY1149-23300" fmla="*/ 2152686 h 4449429"/>
              <a:gd name="connsiteX1150-23301" fmla="*/ 12331423 w 18982931"/>
              <a:gd name="connsiteY1150-23302" fmla="*/ 2317327 h 4449429"/>
              <a:gd name="connsiteX1151-23303" fmla="*/ 12496064 w 18982931"/>
              <a:gd name="connsiteY1151-23304" fmla="*/ 2313208 h 4449429"/>
              <a:gd name="connsiteX1152-23305" fmla="*/ 12557802 w 18982931"/>
              <a:gd name="connsiteY1152-23306" fmla="*/ 2210310 h 4449429"/>
              <a:gd name="connsiteX1153-23307" fmla="*/ 12566034 w 18982931"/>
              <a:gd name="connsiteY1153-23308" fmla="*/ 2206191 h 4449429"/>
              <a:gd name="connsiteX1154-23309" fmla="*/ 12598962 w 18982931"/>
              <a:gd name="connsiteY1154-23310" fmla="*/ 2267933 h 4449429"/>
              <a:gd name="connsiteX1155-23311" fmla="*/ 12607194 w 18982931"/>
              <a:gd name="connsiteY1155-23312" fmla="*/ 2263816 h 4449429"/>
              <a:gd name="connsiteX1156-23313" fmla="*/ 12607194 w 18982931"/>
              <a:gd name="connsiteY1156-23314" fmla="*/ 1461193 h 4449429"/>
              <a:gd name="connsiteX1157-23315" fmla="*/ 12677169 w 18982931"/>
              <a:gd name="connsiteY1157-23316" fmla="*/ 1230695 h 4449429"/>
              <a:gd name="connsiteX1158-23317" fmla="*/ 12920017 w 18982931"/>
              <a:gd name="connsiteY1158-23318" fmla="*/ 1230695 h 4449429"/>
              <a:gd name="connsiteX1159-23319" fmla="*/ 12948827 w 18982931"/>
              <a:gd name="connsiteY1159-23320" fmla="*/ 1490003 h 4449429"/>
              <a:gd name="connsiteX1160-23321" fmla="*/ 12948827 w 18982931"/>
              <a:gd name="connsiteY1160-23322" fmla="*/ 1909838 h 4449429"/>
              <a:gd name="connsiteX1161-23323" fmla="*/ 12948827 w 18982931"/>
              <a:gd name="connsiteY1161-23324" fmla="*/ 1975695 h 4449429"/>
              <a:gd name="connsiteX1162-23325" fmla="*/ 12969405 w 18982931"/>
              <a:gd name="connsiteY1162-23326" fmla="*/ 1979812 h 4449429"/>
              <a:gd name="connsiteX1163-23327" fmla="*/ 12989987 w 18982931"/>
              <a:gd name="connsiteY1163-23328" fmla="*/ 1913955 h 4449429"/>
              <a:gd name="connsiteX1164-23329" fmla="*/ 12989987 w 18982931"/>
              <a:gd name="connsiteY1164-23330" fmla="*/ 1469425 h 4449429"/>
              <a:gd name="connsiteX1165-23331" fmla="*/ 13064076 w 18982931"/>
              <a:gd name="connsiteY1165-23332" fmla="*/ 1395336 h 4449429"/>
              <a:gd name="connsiteX1166-23333" fmla="*/ 13146396 w 18982931"/>
              <a:gd name="connsiteY1166-23334" fmla="*/ 1395336 h 4449429"/>
              <a:gd name="connsiteX1167-23335" fmla="*/ 13146396 w 18982931"/>
              <a:gd name="connsiteY1167-23336" fmla="*/ 1111328 h 4449429"/>
              <a:gd name="connsiteX1168-23337" fmla="*/ 13216366 w 18982931"/>
              <a:gd name="connsiteY1168-23338" fmla="*/ 1103096 h 4449429"/>
              <a:gd name="connsiteX1169-23339" fmla="*/ 13228716 w 18982931"/>
              <a:gd name="connsiteY1169-23340" fmla="*/ 1041358 h 4449429"/>
              <a:gd name="connsiteX1170-23341" fmla="*/ 13368662 w 18982931"/>
              <a:gd name="connsiteY1170-23342" fmla="*/ 1041358 h 4449429"/>
              <a:gd name="connsiteX1171-23343" fmla="*/ 13368662 w 18982931"/>
              <a:gd name="connsiteY1171-23344" fmla="*/ 687379 h 4449429"/>
              <a:gd name="connsiteX1172-23345" fmla="*/ 13483911 w 18982931"/>
              <a:gd name="connsiteY1172-23346" fmla="*/ 687379 h 4449429"/>
              <a:gd name="connsiteX1173-23347" fmla="*/ 13483911 w 18982931"/>
              <a:gd name="connsiteY1173-23348" fmla="*/ 617404 h 4449429"/>
              <a:gd name="connsiteX1174-23349" fmla="*/ 13483911 w 18982931"/>
              <a:gd name="connsiteY1174-23350" fmla="*/ 131714 h 4449429"/>
              <a:gd name="connsiteX1175-23351" fmla="*/ 13541534 w 18982931"/>
              <a:gd name="connsiteY1175-23352" fmla="*/ 74089 h 4449429"/>
              <a:gd name="connsiteX1176-23353" fmla="*/ 13685593 w 18982931"/>
              <a:gd name="connsiteY1176-23354" fmla="*/ 74089 h 4449429"/>
              <a:gd name="connsiteX1177-23355" fmla="*/ 13730872 w 18982931"/>
              <a:gd name="connsiteY1177-23356" fmla="*/ 49392 h 4449429"/>
              <a:gd name="connsiteX1178-23357" fmla="*/ 13739104 w 18982931"/>
              <a:gd name="connsiteY1178-23358" fmla="*/ 0 h 4449429"/>
              <a:gd name="connsiteX0-23359" fmla="*/ 16404499 w 18982931"/>
              <a:gd name="connsiteY0-23360" fmla="*/ 4309270 h 4449429"/>
              <a:gd name="connsiteX1-23361" fmla="*/ 16404499 w 18982931"/>
              <a:gd name="connsiteY1-23362" fmla="*/ 4366104 h 4449429"/>
              <a:gd name="connsiteX2-23363" fmla="*/ 16461332 w 18982931"/>
              <a:gd name="connsiteY2-23364" fmla="*/ 4366104 h 4449429"/>
              <a:gd name="connsiteX3-23365" fmla="*/ 16461332 w 18982931"/>
              <a:gd name="connsiteY3-23366" fmla="*/ 4309270 h 4449429"/>
              <a:gd name="connsiteX4-23367" fmla="*/ 16404499 w 18982931"/>
              <a:gd name="connsiteY4-23368" fmla="*/ 4309270 h 4449429"/>
              <a:gd name="connsiteX5-23369" fmla="*/ 16292444 w 18982931"/>
              <a:gd name="connsiteY5-23370" fmla="*/ 4309270 h 4449429"/>
              <a:gd name="connsiteX6-23371" fmla="*/ 16292444 w 18982931"/>
              <a:gd name="connsiteY6-23372" fmla="*/ 4366104 h 4449429"/>
              <a:gd name="connsiteX7-23373" fmla="*/ 16349278 w 18982931"/>
              <a:gd name="connsiteY7-23374" fmla="*/ 4366104 h 4449429"/>
              <a:gd name="connsiteX8-23375" fmla="*/ 16349278 w 18982931"/>
              <a:gd name="connsiteY8-23376" fmla="*/ 4309270 h 4449429"/>
              <a:gd name="connsiteX9-23377" fmla="*/ 16292444 w 18982931"/>
              <a:gd name="connsiteY9-23378" fmla="*/ 4309270 h 4449429"/>
              <a:gd name="connsiteX10-23379" fmla="*/ 16180390 w 18982931"/>
              <a:gd name="connsiteY10-23380" fmla="*/ 4309270 h 4449429"/>
              <a:gd name="connsiteX11-23381" fmla="*/ 16180390 w 18982931"/>
              <a:gd name="connsiteY11-23382" fmla="*/ 4366104 h 4449429"/>
              <a:gd name="connsiteX12-23383" fmla="*/ 16237224 w 18982931"/>
              <a:gd name="connsiteY12-23384" fmla="*/ 4366104 h 4449429"/>
              <a:gd name="connsiteX13-23385" fmla="*/ 16237224 w 18982931"/>
              <a:gd name="connsiteY13-23386" fmla="*/ 4309270 h 4449429"/>
              <a:gd name="connsiteX14-23387" fmla="*/ 16180390 w 18982931"/>
              <a:gd name="connsiteY14-23388" fmla="*/ 4309270 h 4449429"/>
              <a:gd name="connsiteX15-23389" fmla="*/ 2813944 w 18982931"/>
              <a:gd name="connsiteY15-23390" fmla="*/ 4309269 h 4449429"/>
              <a:gd name="connsiteX16-23391" fmla="*/ 2813944 w 18982931"/>
              <a:gd name="connsiteY16-23392" fmla="*/ 4366102 h 4449429"/>
              <a:gd name="connsiteX17-23393" fmla="*/ 2870780 w 18982931"/>
              <a:gd name="connsiteY17-23394" fmla="*/ 4366102 h 4449429"/>
              <a:gd name="connsiteX18-23395" fmla="*/ 2870780 w 18982931"/>
              <a:gd name="connsiteY18-23396" fmla="*/ 4309269 h 4449429"/>
              <a:gd name="connsiteX19-23397" fmla="*/ 2813944 w 18982931"/>
              <a:gd name="connsiteY19-23398" fmla="*/ 4309269 h 4449429"/>
              <a:gd name="connsiteX20-23399" fmla="*/ 2701890 w 18982931"/>
              <a:gd name="connsiteY20-23400" fmla="*/ 4309269 h 4449429"/>
              <a:gd name="connsiteX21-23401" fmla="*/ 2701890 w 18982931"/>
              <a:gd name="connsiteY21-23402" fmla="*/ 4366102 h 4449429"/>
              <a:gd name="connsiteX22-23403" fmla="*/ 2758723 w 18982931"/>
              <a:gd name="connsiteY22-23404" fmla="*/ 4366102 h 4449429"/>
              <a:gd name="connsiteX23-23405" fmla="*/ 2758723 w 18982931"/>
              <a:gd name="connsiteY23-23406" fmla="*/ 4309269 h 4449429"/>
              <a:gd name="connsiteX24-23407" fmla="*/ 2701890 w 18982931"/>
              <a:gd name="connsiteY24-23408" fmla="*/ 4309269 h 4449429"/>
              <a:gd name="connsiteX25-23409" fmla="*/ 2589843 w 18982931"/>
              <a:gd name="connsiteY25-23410" fmla="*/ 4309269 h 4449429"/>
              <a:gd name="connsiteX26-23411" fmla="*/ 2589843 w 18982931"/>
              <a:gd name="connsiteY26-23412" fmla="*/ 4366102 h 4449429"/>
              <a:gd name="connsiteX27-23413" fmla="*/ 2646669 w 18982931"/>
              <a:gd name="connsiteY27-23414" fmla="*/ 4366102 h 4449429"/>
              <a:gd name="connsiteX28-23415" fmla="*/ 2646669 w 18982931"/>
              <a:gd name="connsiteY28-23416" fmla="*/ 4309269 h 4449429"/>
              <a:gd name="connsiteX29-23417" fmla="*/ 2589843 w 18982931"/>
              <a:gd name="connsiteY29-23418" fmla="*/ 4309269 h 4449429"/>
              <a:gd name="connsiteX30-23419" fmla="*/ 16404499 w 18982931"/>
              <a:gd name="connsiteY30-23420" fmla="*/ 4163982 h 4449429"/>
              <a:gd name="connsiteX31-23421" fmla="*/ 16404499 w 18982931"/>
              <a:gd name="connsiteY31-23422" fmla="*/ 4220816 h 4449429"/>
              <a:gd name="connsiteX32-23423" fmla="*/ 16461332 w 18982931"/>
              <a:gd name="connsiteY32-23424" fmla="*/ 4220816 h 4449429"/>
              <a:gd name="connsiteX33-23425" fmla="*/ 16461332 w 18982931"/>
              <a:gd name="connsiteY33-23426" fmla="*/ 4163982 h 4449429"/>
              <a:gd name="connsiteX34-23427" fmla="*/ 16404499 w 18982931"/>
              <a:gd name="connsiteY34-23428" fmla="*/ 4163982 h 4449429"/>
              <a:gd name="connsiteX35-23429" fmla="*/ 16292444 w 18982931"/>
              <a:gd name="connsiteY35-23430" fmla="*/ 4163982 h 4449429"/>
              <a:gd name="connsiteX36-23431" fmla="*/ 16292444 w 18982931"/>
              <a:gd name="connsiteY36-23432" fmla="*/ 4220816 h 4449429"/>
              <a:gd name="connsiteX37-23433" fmla="*/ 16349278 w 18982931"/>
              <a:gd name="connsiteY37-23434" fmla="*/ 4220816 h 4449429"/>
              <a:gd name="connsiteX38-23435" fmla="*/ 16349278 w 18982931"/>
              <a:gd name="connsiteY38-23436" fmla="*/ 4163982 h 4449429"/>
              <a:gd name="connsiteX39-23437" fmla="*/ 16292444 w 18982931"/>
              <a:gd name="connsiteY39-23438" fmla="*/ 4163982 h 4449429"/>
              <a:gd name="connsiteX40-23439" fmla="*/ 16180390 w 18982931"/>
              <a:gd name="connsiteY40-23440" fmla="*/ 4163982 h 4449429"/>
              <a:gd name="connsiteX41-23441" fmla="*/ 16180390 w 18982931"/>
              <a:gd name="connsiteY41-23442" fmla="*/ 4220816 h 4449429"/>
              <a:gd name="connsiteX42-23443" fmla="*/ 16237224 w 18982931"/>
              <a:gd name="connsiteY42-23444" fmla="*/ 4220816 h 4449429"/>
              <a:gd name="connsiteX43-23445" fmla="*/ 16237224 w 18982931"/>
              <a:gd name="connsiteY43-23446" fmla="*/ 4163982 h 4449429"/>
              <a:gd name="connsiteX44-23447" fmla="*/ 16180390 w 18982931"/>
              <a:gd name="connsiteY44-23448" fmla="*/ 4163982 h 4449429"/>
              <a:gd name="connsiteX45-23449" fmla="*/ 2813944 w 18982931"/>
              <a:gd name="connsiteY45-23450" fmla="*/ 4163981 h 4449429"/>
              <a:gd name="connsiteX46-23451" fmla="*/ 2813944 w 18982931"/>
              <a:gd name="connsiteY46-23452" fmla="*/ 4220814 h 4449429"/>
              <a:gd name="connsiteX47-23453" fmla="*/ 2870780 w 18982931"/>
              <a:gd name="connsiteY47-23454" fmla="*/ 4220814 h 4449429"/>
              <a:gd name="connsiteX48-23455" fmla="*/ 2870780 w 18982931"/>
              <a:gd name="connsiteY48-23456" fmla="*/ 4163981 h 4449429"/>
              <a:gd name="connsiteX49-23457" fmla="*/ 2813944 w 18982931"/>
              <a:gd name="connsiteY49-23458" fmla="*/ 4163981 h 4449429"/>
              <a:gd name="connsiteX50-23459" fmla="*/ 2701890 w 18982931"/>
              <a:gd name="connsiteY50-23460" fmla="*/ 4163981 h 4449429"/>
              <a:gd name="connsiteX51-23461" fmla="*/ 2701890 w 18982931"/>
              <a:gd name="connsiteY51-23462" fmla="*/ 4220814 h 4449429"/>
              <a:gd name="connsiteX52-23463" fmla="*/ 2758723 w 18982931"/>
              <a:gd name="connsiteY52-23464" fmla="*/ 4220814 h 4449429"/>
              <a:gd name="connsiteX53-23465" fmla="*/ 2758723 w 18982931"/>
              <a:gd name="connsiteY53-23466" fmla="*/ 4163981 h 4449429"/>
              <a:gd name="connsiteX54-23467" fmla="*/ 2701890 w 18982931"/>
              <a:gd name="connsiteY54-23468" fmla="*/ 4163981 h 4449429"/>
              <a:gd name="connsiteX55-23469" fmla="*/ 2589843 w 18982931"/>
              <a:gd name="connsiteY55-23470" fmla="*/ 4163981 h 4449429"/>
              <a:gd name="connsiteX56-23471" fmla="*/ 2589843 w 18982931"/>
              <a:gd name="connsiteY56-23472" fmla="*/ 4220814 h 4449429"/>
              <a:gd name="connsiteX57-23473" fmla="*/ 2646669 w 18982931"/>
              <a:gd name="connsiteY57-23474" fmla="*/ 4220814 h 4449429"/>
              <a:gd name="connsiteX58-23475" fmla="*/ 2646669 w 18982931"/>
              <a:gd name="connsiteY58-23476" fmla="*/ 4163981 h 4449429"/>
              <a:gd name="connsiteX59-23477" fmla="*/ 2589843 w 18982931"/>
              <a:gd name="connsiteY59-23478" fmla="*/ 4163981 h 4449429"/>
              <a:gd name="connsiteX60-23479" fmla="*/ 9851983 w 18982931"/>
              <a:gd name="connsiteY60-23480" fmla="*/ 4073253 h 4449429"/>
              <a:gd name="connsiteX61-23481" fmla="*/ 9851983 w 18982931"/>
              <a:gd name="connsiteY61-23482" fmla="*/ 4282100 h 4449429"/>
              <a:gd name="connsiteX62-23483" fmla="*/ 9897683 w 18982931"/>
              <a:gd name="connsiteY62-23484" fmla="*/ 4282100 h 4449429"/>
              <a:gd name="connsiteX63-23485" fmla="*/ 9897683 w 18982931"/>
              <a:gd name="connsiteY63-23486" fmla="*/ 4073253 h 4449429"/>
              <a:gd name="connsiteX64-23487" fmla="*/ 9851983 w 18982931"/>
              <a:gd name="connsiteY64-23488" fmla="*/ 4073253 h 4449429"/>
              <a:gd name="connsiteX65-23489" fmla="*/ 9760354 w 18982931"/>
              <a:gd name="connsiteY65-23490" fmla="*/ 4073253 h 4449429"/>
              <a:gd name="connsiteX66-23491" fmla="*/ 9760354 w 18982931"/>
              <a:gd name="connsiteY66-23492" fmla="*/ 4282100 h 4449429"/>
              <a:gd name="connsiteX67-23493" fmla="*/ 9806054 w 18982931"/>
              <a:gd name="connsiteY67-23494" fmla="*/ 4282100 h 4449429"/>
              <a:gd name="connsiteX68-23495" fmla="*/ 9806054 w 18982931"/>
              <a:gd name="connsiteY68-23496" fmla="*/ 4073253 h 4449429"/>
              <a:gd name="connsiteX69-23497" fmla="*/ 9760354 w 18982931"/>
              <a:gd name="connsiteY69-23498" fmla="*/ 4073253 h 4449429"/>
              <a:gd name="connsiteX70-23499" fmla="*/ 9668723 w 18982931"/>
              <a:gd name="connsiteY70-23500" fmla="*/ 4073253 h 4449429"/>
              <a:gd name="connsiteX71-23501" fmla="*/ 9668723 w 18982931"/>
              <a:gd name="connsiteY71-23502" fmla="*/ 4282100 h 4449429"/>
              <a:gd name="connsiteX72-23503" fmla="*/ 9714423 w 18982931"/>
              <a:gd name="connsiteY72-23504" fmla="*/ 4282100 h 4449429"/>
              <a:gd name="connsiteX73-23505" fmla="*/ 9714423 w 18982931"/>
              <a:gd name="connsiteY73-23506" fmla="*/ 4073253 h 4449429"/>
              <a:gd name="connsiteX74-23507" fmla="*/ 9668723 w 18982931"/>
              <a:gd name="connsiteY74-23508" fmla="*/ 4073253 h 4449429"/>
              <a:gd name="connsiteX75-23509" fmla="*/ 9577094 w 18982931"/>
              <a:gd name="connsiteY75-23510" fmla="*/ 4073253 h 4449429"/>
              <a:gd name="connsiteX76-23511" fmla="*/ 9577094 w 18982931"/>
              <a:gd name="connsiteY76-23512" fmla="*/ 4282100 h 4449429"/>
              <a:gd name="connsiteX77-23513" fmla="*/ 9622794 w 18982931"/>
              <a:gd name="connsiteY77-23514" fmla="*/ 4282100 h 4449429"/>
              <a:gd name="connsiteX78-23515" fmla="*/ 9622794 w 18982931"/>
              <a:gd name="connsiteY78-23516" fmla="*/ 4073253 h 4449429"/>
              <a:gd name="connsiteX79-23517" fmla="*/ 9577094 w 18982931"/>
              <a:gd name="connsiteY79-23518" fmla="*/ 4073253 h 4449429"/>
              <a:gd name="connsiteX80-23519" fmla="*/ 9485470 w 18982931"/>
              <a:gd name="connsiteY80-23520" fmla="*/ 4073253 h 4449429"/>
              <a:gd name="connsiteX81-23521" fmla="*/ 9485470 w 18982931"/>
              <a:gd name="connsiteY81-23522" fmla="*/ 4282100 h 4449429"/>
              <a:gd name="connsiteX82-23523" fmla="*/ 9531165 w 18982931"/>
              <a:gd name="connsiteY82-23524" fmla="*/ 4282100 h 4449429"/>
              <a:gd name="connsiteX83-23525" fmla="*/ 9531165 w 18982931"/>
              <a:gd name="connsiteY83-23526" fmla="*/ 4073253 h 4449429"/>
              <a:gd name="connsiteX84-23527" fmla="*/ 9485470 w 18982931"/>
              <a:gd name="connsiteY84-23528" fmla="*/ 4073253 h 4449429"/>
              <a:gd name="connsiteX85-23529" fmla="*/ 9393836 w 18982931"/>
              <a:gd name="connsiteY85-23530" fmla="*/ 4073253 h 4449429"/>
              <a:gd name="connsiteX86-23531" fmla="*/ 9393836 w 18982931"/>
              <a:gd name="connsiteY86-23532" fmla="*/ 4282100 h 4449429"/>
              <a:gd name="connsiteX87-23533" fmla="*/ 9439536 w 18982931"/>
              <a:gd name="connsiteY87-23534" fmla="*/ 4282100 h 4449429"/>
              <a:gd name="connsiteX88-23535" fmla="*/ 9439536 w 18982931"/>
              <a:gd name="connsiteY88-23536" fmla="*/ 4073253 h 4449429"/>
              <a:gd name="connsiteX89-23537" fmla="*/ 9393836 w 18982931"/>
              <a:gd name="connsiteY89-23538" fmla="*/ 4073253 h 4449429"/>
              <a:gd name="connsiteX90-23539" fmla="*/ 9302203 w 18982931"/>
              <a:gd name="connsiteY90-23540" fmla="*/ 4073253 h 4449429"/>
              <a:gd name="connsiteX91-23541" fmla="*/ 9302203 w 18982931"/>
              <a:gd name="connsiteY91-23542" fmla="*/ 4282100 h 4449429"/>
              <a:gd name="connsiteX92-23543" fmla="*/ 9347904 w 18982931"/>
              <a:gd name="connsiteY92-23544" fmla="*/ 4282100 h 4449429"/>
              <a:gd name="connsiteX93-23545" fmla="*/ 9347904 w 18982931"/>
              <a:gd name="connsiteY93-23546" fmla="*/ 4073253 h 4449429"/>
              <a:gd name="connsiteX94-23547" fmla="*/ 9302203 w 18982931"/>
              <a:gd name="connsiteY94-23548" fmla="*/ 4073253 h 4449429"/>
              <a:gd name="connsiteX95-23549" fmla="*/ 16404499 w 18982931"/>
              <a:gd name="connsiteY95-23550" fmla="*/ 4018694 h 4449429"/>
              <a:gd name="connsiteX96-23551" fmla="*/ 16404499 w 18982931"/>
              <a:gd name="connsiteY96-23552" fmla="*/ 4075528 h 4449429"/>
              <a:gd name="connsiteX97-23553" fmla="*/ 16461332 w 18982931"/>
              <a:gd name="connsiteY97-23554" fmla="*/ 4075528 h 4449429"/>
              <a:gd name="connsiteX98-23555" fmla="*/ 16461332 w 18982931"/>
              <a:gd name="connsiteY98-23556" fmla="*/ 4018694 h 4449429"/>
              <a:gd name="connsiteX99-23557" fmla="*/ 16404499 w 18982931"/>
              <a:gd name="connsiteY99-23558" fmla="*/ 4018694 h 4449429"/>
              <a:gd name="connsiteX100-23559" fmla="*/ 16292444 w 18982931"/>
              <a:gd name="connsiteY100-23560" fmla="*/ 4018694 h 4449429"/>
              <a:gd name="connsiteX101-23561" fmla="*/ 16292444 w 18982931"/>
              <a:gd name="connsiteY101-23562" fmla="*/ 4075528 h 4449429"/>
              <a:gd name="connsiteX102-23563" fmla="*/ 16349278 w 18982931"/>
              <a:gd name="connsiteY102-23564" fmla="*/ 4075528 h 4449429"/>
              <a:gd name="connsiteX103-23565" fmla="*/ 16349278 w 18982931"/>
              <a:gd name="connsiteY103-23566" fmla="*/ 4018694 h 4449429"/>
              <a:gd name="connsiteX104-23567" fmla="*/ 16292444 w 18982931"/>
              <a:gd name="connsiteY104-23568" fmla="*/ 4018694 h 4449429"/>
              <a:gd name="connsiteX105-23569" fmla="*/ 16180390 w 18982931"/>
              <a:gd name="connsiteY105-23570" fmla="*/ 4018694 h 4449429"/>
              <a:gd name="connsiteX106-23571" fmla="*/ 16180390 w 18982931"/>
              <a:gd name="connsiteY106-23572" fmla="*/ 4075528 h 4449429"/>
              <a:gd name="connsiteX107-23573" fmla="*/ 16237224 w 18982931"/>
              <a:gd name="connsiteY107-23574" fmla="*/ 4075528 h 4449429"/>
              <a:gd name="connsiteX108-23575" fmla="*/ 16237224 w 18982931"/>
              <a:gd name="connsiteY108-23576" fmla="*/ 4018694 h 4449429"/>
              <a:gd name="connsiteX109-23577" fmla="*/ 16180390 w 18982931"/>
              <a:gd name="connsiteY109-23578" fmla="*/ 4018694 h 4449429"/>
              <a:gd name="connsiteX110-23579" fmla="*/ 2813944 w 18982931"/>
              <a:gd name="connsiteY110-23580" fmla="*/ 4018692 h 4449429"/>
              <a:gd name="connsiteX111-23581" fmla="*/ 2813944 w 18982931"/>
              <a:gd name="connsiteY111-23582" fmla="*/ 4075526 h 4449429"/>
              <a:gd name="connsiteX112-23583" fmla="*/ 2870780 w 18982931"/>
              <a:gd name="connsiteY112-23584" fmla="*/ 4075526 h 4449429"/>
              <a:gd name="connsiteX113-23585" fmla="*/ 2870780 w 18982931"/>
              <a:gd name="connsiteY113-23586" fmla="*/ 4018692 h 4449429"/>
              <a:gd name="connsiteX114-23587" fmla="*/ 2813944 w 18982931"/>
              <a:gd name="connsiteY114-23588" fmla="*/ 4018692 h 4449429"/>
              <a:gd name="connsiteX115-23589" fmla="*/ 2701890 w 18982931"/>
              <a:gd name="connsiteY115-23590" fmla="*/ 4018692 h 4449429"/>
              <a:gd name="connsiteX116-23591" fmla="*/ 2701890 w 18982931"/>
              <a:gd name="connsiteY116-23592" fmla="*/ 4075526 h 4449429"/>
              <a:gd name="connsiteX117-23593" fmla="*/ 2758723 w 18982931"/>
              <a:gd name="connsiteY117-23594" fmla="*/ 4075526 h 4449429"/>
              <a:gd name="connsiteX118-23595" fmla="*/ 2758723 w 18982931"/>
              <a:gd name="connsiteY118-23596" fmla="*/ 4018692 h 4449429"/>
              <a:gd name="connsiteX119-23597" fmla="*/ 2701890 w 18982931"/>
              <a:gd name="connsiteY119-23598" fmla="*/ 4018692 h 4449429"/>
              <a:gd name="connsiteX120-23599" fmla="*/ 2589843 w 18982931"/>
              <a:gd name="connsiteY120-23600" fmla="*/ 4018692 h 4449429"/>
              <a:gd name="connsiteX121-23601" fmla="*/ 2589843 w 18982931"/>
              <a:gd name="connsiteY121-23602" fmla="*/ 4075526 h 4449429"/>
              <a:gd name="connsiteX122-23603" fmla="*/ 2646669 w 18982931"/>
              <a:gd name="connsiteY122-23604" fmla="*/ 4075526 h 4449429"/>
              <a:gd name="connsiteX123-23605" fmla="*/ 2646669 w 18982931"/>
              <a:gd name="connsiteY123-23606" fmla="*/ 4018692 h 4449429"/>
              <a:gd name="connsiteX124-23607" fmla="*/ 2589843 w 18982931"/>
              <a:gd name="connsiteY124-23608" fmla="*/ 4018692 h 4449429"/>
              <a:gd name="connsiteX125-23609" fmla="*/ 16404499 w 18982931"/>
              <a:gd name="connsiteY125-23610" fmla="*/ 3873406 h 4449429"/>
              <a:gd name="connsiteX126-23611" fmla="*/ 16404499 w 18982931"/>
              <a:gd name="connsiteY126-23612" fmla="*/ 3930240 h 4449429"/>
              <a:gd name="connsiteX127-23613" fmla="*/ 16461332 w 18982931"/>
              <a:gd name="connsiteY127-23614" fmla="*/ 3930240 h 4449429"/>
              <a:gd name="connsiteX128-23615" fmla="*/ 16461332 w 18982931"/>
              <a:gd name="connsiteY128-23616" fmla="*/ 3873406 h 4449429"/>
              <a:gd name="connsiteX129-23617" fmla="*/ 16404499 w 18982931"/>
              <a:gd name="connsiteY129-23618" fmla="*/ 3873406 h 4449429"/>
              <a:gd name="connsiteX130-23619" fmla="*/ 16292444 w 18982931"/>
              <a:gd name="connsiteY130-23620" fmla="*/ 3873406 h 4449429"/>
              <a:gd name="connsiteX131-23621" fmla="*/ 16292444 w 18982931"/>
              <a:gd name="connsiteY131-23622" fmla="*/ 3930240 h 4449429"/>
              <a:gd name="connsiteX132-23623" fmla="*/ 16349278 w 18982931"/>
              <a:gd name="connsiteY132-23624" fmla="*/ 3930240 h 4449429"/>
              <a:gd name="connsiteX133-23625" fmla="*/ 16349278 w 18982931"/>
              <a:gd name="connsiteY133-23626" fmla="*/ 3873406 h 4449429"/>
              <a:gd name="connsiteX134-23627" fmla="*/ 16292444 w 18982931"/>
              <a:gd name="connsiteY134-23628" fmla="*/ 3873406 h 4449429"/>
              <a:gd name="connsiteX135-23629" fmla="*/ 16180390 w 18982931"/>
              <a:gd name="connsiteY135-23630" fmla="*/ 3873406 h 4449429"/>
              <a:gd name="connsiteX136-23631" fmla="*/ 16180390 w 18982931"/>
              <a:gd name="connsiteY136-23632" fmla="*/ 3930240 h 4449429"/>
              <a:gd name="connsiteX137-23633" fmla="*/ 16237224 w 18982931"/>
              <a:gd name="connsiteY137-23634" fmla="*/ 3930240 h 4449429"/>
              <a:gd name="connsiteX138-23635" fmla="*/ 16237224 w 18982931"/>
              <a:gd name="connsiteY138-23636" fmla="*/ 3873406 h 4449429"/>
              <a:gd name="connsiteX139-23637" fmla="*/ 16180390 w 18982931"/>
              <a:gd name="connsiteY139-23638" fmla="*/ 3873406 h 4449429"/>
              <a:gd name="connsiteX140-23639" fmla="*/ 2813944 w 18982931"/>
              <a:gd name="connsiteY140-23640" fmla="*/ 3873404 h 4449429"/>
              <a:gd name="connsiteX141-23641" fmla="*/ 2813944 w 18982931"/>
              <a:gd name="connsiteY141-23642" fmla="*/ 3930238 h 4449429"/>
              <a:gd name="connsiteX142-23643" fmla="*/ 2870780 w 18982931"/>
              <a:gd name="connsiteY142-23644" fmla="*/ 3930238 h 4449429"/>
              <a:gd name="connsiteX143-23645" fmla="*/ 2870780 w 18982931"/>
              <a:gd name="connsiteY143-23646" fmla="*/ 3873404 h 4449429"/>
              <a:gd name="connsiteX144-23647" fmla="*/ 2813944 w 18982931"/>
              <a:gd name="connsiteY144-23648" fmla="*/ 3873404 h 4449429"/>
              <a:gd name="connsiteX145-23649" fmla="*/ 2701890 w 18982931"/>
              <a:gd name="connsiteY145-23650" fmla="*/ 3873404 h 4449429"/>
              <a:gd name="connsiteX146-23651" fmla="*/ 2701890 w 18982931"/>
              <a:gd name="connsiteY146-23652" fmla="*/ 3930238 h 4449429"/>
              <a:gd name="connsiteX147-23653" fmla="*/ 2758723 w 18982931"/>
              <a:gd name="connsiteY147-23654" fmla="*/ 3930238 h 4449429"/>
              <a:gd name="connsiteX148-23655" fmla="*/ 2758723 w 18982931"/>
              <a:gd name="connsiteY148-23656" fmla="*/ 3873404 h 4449429"/>
              <a:gd name="connsiteX149-23657" fmla="*/ 2701890 w 18982931"/>
              <a:gd name="connsiteY149-23658" fmla="*/ 3873404 h 4449429"/>
              <a:gd name="connsiteX150-23659" fmla="*/ 2589843 w 18982931"/>
              <a:gd name="connsiteY150-23660" fmla="*/ 3873404 h 4449429"/>
              <a:gd name="connsiteX151-23661" fmla="*/ 2589843 w 18982931"/>
              <a:gd name="connsiteY151-23662" fmla="*/ 3930238 h 4449429"/>
              <a:gd name="connsiteX152-23663" fmla="*/ 2646669 w 18982931"/>
              <a:gd name="connsiteY152-23664" fmla="*/ 3930238 h 4449429"/>
              <a:gd name="connsiteX153-23665" fmla="*/ 2646669 w 18982931"/>
              <a:gd name="connsiteY153-23666" fmla="*/ 3873404 h 4449429"/>
              <a:gd name="connsiteX154-23667" fmla="*/ 2589843 w 18982931"/>
              <a:gd name="connsiteY154-23668" fmla="*/ 3873404 h 4449429"/>
              <a:gd name="connsiteX155-23669" fmla="*/ 17351339 w 18982931"/>
              <a:gd name="connsiteY155-23670" fmla="*/ 3769299 h 4449429"/>
              <a:gd name="connsiteX156-23671" fmla="*/ 17351339 w 18982931"/>
              <a:gd name="connsiteY156-23672" fmla="*/ 3815000 h 4449429"/>
              <a:gd name="connsiteX157-23673" fmla="*/ 17560187 w 18982931"/>
              <a:gd name="connsiteY157-23674" fmla="*/ 3815000 h 4449429"/>
              <a:gd name="connsiteX158-23675" fmla="*/ 17560187 w 18982931"/>
              <a:gd name="connsiteY158-23676" fmla="*/ 3769299 h 4449429"/>
              <a:gd name="connsiteX159-23677" fmla="*/ 17351339 w 18982931"/>
              <a:gd name="connsiteY159-23678" fmla="*/ 3769299 h 4449429"/>
              <a:gd name="connsiteX160-23679" fmla="*/ 16404499 w 18982931"/>
              <a:gd name="connsiteY160-23680" fmla="*/ 3728118 h 4449429"/>
              <a:gd name="connsiteX161-23681" fmla="*/ 16404499 w 18982931"/>
              <a:gd name="connsiteY161-23682" fmla="*/ 3784951 h 4449429"/>
              <a:gd name="connsiteX162-23683" fmla="*/ 16461332 w 18982931"/>
              <a:gd name="connsiteY162-23684" fmla="*/ 3784951 h 4449429"/>
              <a:gd name="connsiteX163-23685" fmla="*/ 16461332 w 18982931"/>
              <a:gd name="connsiteY163-23686" fmla="*/ 3728118 h 4449429"/>
              <a:gd name="connsiteX164-23687" fmla="*/ 16404499 w 18982931"/>
              <a:gd name="connsiteY164-23688" fmla="*/ 3728118 h 4449429"/>
              <a:gd name="connsiteX165-23689" fmla="*/ 16292444 w 18982931"/>
              <a:gd name="connsiteY165-23690" fmla="*/ 3728118 h 4449429"/>
              <a:gd name="connsiteX166-23691" fmla="*/ 16292444 w 18982931"/>
              <a:gd name="connsiteY166-23692" fmla="*/ 3784951 h 4449429"/>
              <a:gd name="connsiteX167-23693" fmla="*/ 16349278 w 18982931"/>
              <a:gd name="connsiteY167-23694" fmla="*/ 3784951 h 4449429"/>
              <a:gd name="connsiteX168-23695" fmla="*/ 16349278 w 18982931"/>
              <a:gd name="connsiteY168-23696" fmla="*/ 3728118 h 4449429"/>
              <a:gd name="connsiteX169-23697" fmla="*/ 16292444 w 18982931"/>
              <a:gd name="connsiteY169-23698" fmla="*/ 3728118 h 4449429"/>
              <a:gd name="connsiteX170-23699" fmla="*/ 16180390 w 18982931"/>
              <a:gd name="connsiteY170-23700" fmla="*/ 3728118 h 4449429"/>
              <a:gd name="connsiteX171-23701" fmla="*/ 16180390 w 18982931"/>
              <a:gd name="connsiteY171-23702" fmla="*/ 3784951 h 4449429"/>
              <a:gd name="connsiteX172-23703" fmla="*/ 16237224 w 18982931"/>
              <a:gd name="connsiteY172-23704" fmla="*/ 3784951 h 4449429"/>
              <a:gd name="connsiteX173-23705" fmla="*/ 16237224 w 18982931"/>
              <a:gd name="connsiteY173-23706" fmla="*/ 3728118 h 4449429"/>
              <a:gd name="connsiteX174-23707" fmla="*/ 16180390 w 18982931"/>
              <a:gd name="connsiteY174-23708" fmla="*/ 3728118 h 4449429"/>
              <a:gd name="connsiteX175-23709" fmla="*/ 2813944 w 18982931"/>
              <a:gd name="connsiteY175-23710" fmla="*/ 3728116 h 4449429"/>
              <a:gd name="connsiteX176-23711" fmla="*/ 2813944 w 18982931"/>
              <a:gd name="connsiteY176-23712" fmla="*/ 3784950 h 4449429"/>
              <a:gd name="connsiteX177-23713" fmla="*/ 2870780 w 18982931"/>
              <a:gd name="connsiteY177-23714" fmla="*/ 3784950 h 4449429"/>
              <a:gd name="connsiteX178-23715" fmla="*/ 2870780 w 18982931"/>
              <a:gd name="connsiteY178-23716" fmla="*/ 3728116 h 4449429"/>
              <a:gd name="connsiteX179-23717" fmla="*/ 2813944 w 18982931"/>
              <a:gd name="connsiteY179-23718" fmla="*/ 3728116 h 4449429"/>
              <a:gd name="connsiteX180-23719" fmla="*/ 2701891 w 18982931"/>
              <a:gd name="connsiteY180-23720" fmla="*/ 3728116 h 4449429"/>
              <a:gd name="connsiteX181-23721" fmla="*/ 2701891 w 18982931"/>
              <a:gd name="connsiteY181-23722" fmla="*/ 3784950 h 4449429"/>
              <a:gd name="connsiteX182-23723" fmla="*/ 2758730 w 18982931"/>
              <a:gd name="connsiteY182-23724" fmla="*/ 3784950 h 4449429"/>
              <a:gd name="connsiteX183-23725" fmla="*/ 2758730 w 18982931"/>
              <a:gd name="connsiteY183-23726" fmla="*/ 3728116 h 4449429"/>
              <a:gd name="connsiteX184-23727" fmla="*/ 2701891 w 18982931"/>
              <a:gd name="connsiteY184-23728" fmla="*/ 3728116 h 4449429"/>
              <a:gd name="connsiteX185-23729" fmla="*/ 2589845 w 18982931"/>
              <a:gd name="connsiteY185-23730" fmla="*/ 3728116 h 4449429"/>
              <a:gd name="connsiteX186-23731" fmla="*/ 2589845 w 18982931"/>
              <a:gd name="connsiteY186-23732" fmla="*/ 3784950 h 4449429"/>
              <a:gd name="connsiteX187-23733" fmla="*/ 2646671 w 18982931"/>
              <a:gd name="connsiteY187-23734" fmla="*/ 3784950 h 4449429"/>
              <a:gd name="connsiteX188-23735" fmla="*/ 2646671 w 18982931"/>
              <a:gd name="connsiteY188-23736" fmla="*/ 3728116 h 4449429"/>
              <a:gd name="connsiteX189-23737" fmla="*/ 2589845 w 18982931"/>
              <a:gd name="connsiteY189-23738" fmla="*/ 3728116 h 4449429"/>
              <a:gd name="connsiteX190-23739" fmla="*/ 17351339 w 18982931"/>
              <a:gd name="connsiteY190-23740" fmla="*/ 3677667 h 4449429"/>
              <a:gd name="connsiteX191-23741" fmla="*/ 17351339 w 18982931"/>
              <a:gd name="connsiteY191-23742" fmla="*/ 3723368 h 4449429"/>
              <a:gd name="connsiteX192-23743" fmla="*/ 17560187 w 18982931"/>
              <a:gd name="connsiteY192-23744" fmla="*/ 3723368 h 4449429"/>
              <a:gd name="connsiteX193-23745" fmla="*/ 17560187 w 18982931"/>
              <a:gd name="connsiteY193-23746" fmla="*/ 3677667 h 4449429"/>
              <a:gd name="connsiteX194-23747" fmla="*/ 17351339 w 18982931"/>
              <a:gd name="connsiteY194-23748" fmla="*/ 3677667 h 4449429"/>
              <a:gd name="connsiteX195-23749" fmla="*/ 12612246 w 18982931"/>
              <a:gd name="connsiteY195-23750" fmla="*/ 3645952 h 4449429"/>
              <a:gd name="connsiteX196-23751" fmla="*/ 12612246 w 18982931"/>
              <a:gd name="connsiteY196-23752" fmla="*/ 3702785 h 4449429"/>
              <a:gd name="connsiteX197-23753" fmla="*/ 12669079 w 18982931"/>
              <a:gd name="connsiteY197-23754" fmla="*/ 3702785 h 4449429"/>
              <a:gd name="connsiteX198-23755" fmla="*/ 12669079 w 18982931"/>
              <a:gd name="connsiteY198-23756" fmla="*/ 3645952 h 4449429"/>
              <a:gd name="connsiteX199-23757" fmla="*/ 12612246 w 18982931"/>
              <a:gd name="connsiteY199-23758" fmla="*/ 3645952 h 4449429"/>
              <a:gd name="connsiteX200-23759" fmla="*/ 12500191 w 18982931"/>
              <a:gd name="connsiteY200-23760" fmla="*/ 3645952 h 4449429"/>
              <a:gd name="connsiteX201-23761" fmla="*/ 12500191 w 18982931"/>
              <a:gd name="connsiteY201-23762" fmla="*/ 3702785 h 4449429"/>
              <a:gd name="connsiteX202-23763" fmla="*/ 12557025 w 18982931"/>
              <a:gd name="connsiteY202-23764" fmla="*/ 3702785 h 4449429"/>
              <a:gd name="connsiteX203-23765" fmla="*/ 12557025 w 18982931"/>
              <a:gd name="connsiteY203-23766" fmla="*/ 3645952 h 4449429"/>
              <a:gd name="connsiteX204-23767" fmla="*/ 12500191 w 18982931"/>
              <a:gd name="connsiteY204-23768" fmla="*/ 3645952 h 4449429"/>
              <a:gd name="connsiteX205-23769" fmla="*/ 12388137 w 18982931"/>
              <a:gd name="connsiteY205-23770" fmla="*/ 3645952 h 4449429"/>
              <a:gd name="connsiteX206-23771" fmla="*/ 12388137 w 18982931"/>
              <a:gd name="connsiteY206-23772" fmla="*/ 3702785 h 4449429"/>
              <a:gd name="connsiteX207-23773" fmla="*/ 12444971 w 18982931"/>
              <a:gd name="connsiteY207-23774" fmla="*/ 3702785 h 4449429"/>
              <a:gd name="connsiteX208-23775" fmla="*/ 12444971 w 18982931"/>
              <a:gd name="connsiteY208-23776" fmla="*/ 3645952 h 4449429"/>
              <a:gd name="connsiteX209-23777" fmla="*/ 12388137 w 18982931"/>
              <a:gd name="connsiteY209-23778" fmla="*/ 3645952 h 4449429"/>
              <a:gd name="connsiteX210-23779" fmla="*/ 17351339 w 18982931"/>
              <a:gd name="connsiteY210-23780" fmla="*/ 3586038 h 4449429"/>
              <a:gd name="connsiteX211-23781" fmla="*/ 17351339 w 18982931"/>
              <a:gd name="connsiteY211-23782" fmla="*/ 3631739 h 4449429"/>
              <a:gd name="connsiteX212-23783" fmla="*/ 17560187 w 18982931"/>
              <a:gd name="connsiteY212-23784" fmla="*/ 3631739 h 4449429"/>
              <a:gd name="connsiteX213-23785" fmla="*/ 17560187 w 18982931"/>
              <a:gd name="connsiteY213-23786" fmla="*/ 3586038 h 4449429"/>
              <a:gd name="connsiteX214-23787" fmla="*/ 17351339 w 18982931"/>
              <a:gd name="connsiteY214-23788" fmla="*/ 3586038 h 4449429"/>
              <a:gd name="connsiteX215-23789" fmla="*/ 16404499 w 18982931"/>
              <a:gd name="connsiteY215-23790" fmla="*/ 3582830 h 4449429"/>
              <a:gd name="connsiteX216-23791" fmla="*/ 16404499 w 18982931"/>
              <a:gd name="connsiteY216-23792" fmla="*/ 3639663 h 4449429"/>
              <a:gd name="connsiteX217-23793" fmla="*/ 16461332 w 18982931"/>
              <a:gd name="connsiteY217-23794" fmla="*/ 3639663 h 4449429"/>
              <a:gd name="connsiteX218-23795" fmla="*/ 16461332 w 18982931"/>
              <a:gd name="connsiteY218-23796" fmla="*/ 3582830 h 4449429"/>
              <a:gd name="connsiteX219-23797" fmla="*/ 16404499 w 18982931"/>
              <a:gd name="connsiteY219-23798" fmla="*/ 3582830 h 4449429"/>
              <a:gd name="connsiteX220-23799" fmla="*/ 16292444 w 18982931"/>
              <a:gd name="connsiteY220-23800" fmla="*/ 3582830 h 4449429"/>
              <a:gd name="connsiteX221-23801" fmla="*/ 16292444 w 18982931"/>
              <a:gd name="connsiteY221-23802" fmla="*/ 3639663 h 4449429"/>
              <a:gd name="connsiteX222-23803" fmla="*/ 16349278 w 18982931"/>
              <a:gd name="connsiteY222-23804" fmla="*/ 3639663 h 4449429"/>
              <a:gd name="connsiteX223-23805" fmla="*/ 16349278 w 18982931"/>
              <a:gd name="connsiteY223-23806" fmla="*/ 3582830 h 4449429"/>
              <a:gd name="connsiteX224-23807" fmla="*/ 16292444 w 18982931"/>
              <a:gd name="connsiteY224-23808" fmla="*/ 3582830 h 4449429"/>
              <a:gd name="connsiteX225-23809" fmla="*/ 16180390 w 18982931"/>
              <a:gd name="connsiteY225-23810" fmla="*/ 3582830 h 4449429"/>
              <a:gd name="connsiteX226-23811" fmla="*/ 16180390 w 18982931"/>
              <a:gd name="connsiteY226-23812" fmla="*/ 3639663 h 4449429"/>
              <a:gd name="connsiteX227-23813" fmla="*/ 16237224 w 18982931"/>
              <a:gd name="connsiteY227-23814" fmla="*/ 3639663 h 4449429"/>
              <a:gd name="connsiteX228-23815" fmla="*/ 16237224 w 18982931"/>
              <a:gd name="connsiteY228-23816" fmla="*/ 3582830 h 4449429"/>
              <a:gd name="connsiteX229-23817" fmla="*/ 16180390 w 18982931"/>
              <a:gd name="connsiteY229-23818" fmla="*/ 3582830 h 4449429"/>
              <a:gd name="connsiteX230-23819" fmla="*/ 2813944 w 18982931"/>
              <a:gd name="connsiteY230-23820" fmla="*/ 3582828 h 4449429"/>
              <a:gd name="connsiteX231-23821" fmla="*/ 2813944 w 18982931"/>
              <a:gd name="connsiteY231-23822" fmla="*/ 3639662 h 4449429"/>
              <a:gd name="connsiteX232-23823" fmla="*/ 2870780 w 18982931"/>
              <a:gd name="connsiteY232-23824" fmla="*/ 3639662 h 4449429"/>
              <a:gd name="connsiteX233-23825" fmla="*/ 2870780 w 18982931"/>
              <a:gd name="connsiteY233-23826" fmla="*/ 3582828 h 4449429"/>
              <a:gd name="connsiteX234-23827" fmla="*/ 2813944 w 18982931"/>
              <a:gd name="connsiteY234-23828" fmla="*/ 3582828 h 4449429"/>
              <a:gd name="connsiteX235-23829" fmla="*/ 2701891 w 18982931"/>
              <a:gd name="connsiteY235-23830" fmla="*/ 3582828 h 4449429"/>
              <a:gd name="connsiteX236-23831" fmla="*/ 2701891 w 18982931"/>
              <a:gd name="connsiteY236-23832" fmla="*/ 3639662 h 4449429"/>
              <a:gd name="connsiteX237-23833" fmla="*/ 2758730 w 18982931"/>
              <a:gd name="connsiteY237-23834" fmla="*/ 3639662 h 4449429"/>
              <a:gd name="connsiteX238-23835" fmla="*/ 2758730 w 18982931"/>
              <a:gd name="connsiteY238-23836" fmla="*/ 3582828 h 4449429"/>
              <a:gd name="connsiteX239-23837" fmla="*/ 2701891 w 18982931"/>
              <a:gd name="connsiteY239-23838" fmla="*/ 3582828 h 4449429"/>
              <a:gd name="connsiteX240-23839" fmla="*/ 2589845 w 18982931"/>
              <a:gd name="connsiteY240-23840" fmla="*/ 3582828 h 4449429"/>
              <a:gd name="connsiteX241-23841" fmla="*/ 2589845 w 18982931"/>
              <a:gd name="connsiteY241-23842" fmla="*/ 3639662 h 4449429"/>
              <a:gd name="connsiteX242-23843" fmla="*/ 2646671 w 18982931"/>
              <a:gd name="connsiteY242-23844" fmla="*/ 3639662 h 4449429"/>
              <a:gd name="connsiteX243-23845" fmla="*/ 2646671 w 18982931"/>
              <a:gd name="connsiteY243-23846" fmla="*/ 3582828 h 4449429"/>
              <a:gd name="connsiteX244-23847" fmla="*/ 2589845 w 18982931"/>
              <a:gd name="connsiteY244-23848" fmla="*/ 3582828 h 4449429"/>
              <a:gd name="connsiteX245-23849" fmla="*/ 12612246 w 18982931"/>
              <a:gd name="connsiteY245-23850" fmla="*/ 3500664 h 4449429"/>
              <a:gd name="connsiteX246-23851" fmla="*/ 12612246 w 18982931"/>
              <a:gd name="connsiteY246-23852" fmla="*/ 3557497 h 4449429"/>
              <a:gd name="connsiteX247-23853" fmla="*/ 12669079 w 18982931"/>
              <a:gd name="connsiteY247-23854" fmla="*/ 3557497 h 4449429"/>
              <a:gd name="connsiteX248-23855" fmla="*/ 12669079 w 18982931"/>
              <a:gd name="connsiteY248-23856" fmla="*/ 3500664 h 4449429"/>
              <a:gd name="connsiteX249-23857" fmla="*/ 12612246 w 18982931"/>
              <a:gd name="connsiteY249-23858" fmla="*/ 3500664 h 4449429"/>
              <a:gd name="connsiteX250-23859" fmla="*/ 12500191 w 18982931"/>
              <a:gd name="connsiteY250-23860" fmla="*/ 3500664 h 4449429"/>
              <a:gd name="connsiteX251-23861" fmla="*/ 12500191 w 18982931"/>
              <a:gd name="connsiteY251-23862" fmla="*/ 3557497 h 4449429"/>
              <a:gd name="connsiteX252-23863" fmla="*/ 12557025 w 18982931"/>
              <a:gd name="connsiteY252-23864" fmla="*/ 3557497 h 4449429"/>
              <a:gd name="connsiteX253-23865" fmla="*/ 12557025 w 18982931"/>
              <a:gd name="connsiteY253-23866" fmla="*/ 3500664 h 4449429"/>
              <a:gd name="connsiteX254-23867" fmla="*/ 12500191 w 18982931"/>
              <a:gd name="connsiteY254-23868" fmla="*/ 3500664 h 4449429"/>
              <a:gd name="connsiteX255-23869" fmla="*/ 12388137 w 18982931"/>
              <a:gd name="connsiteY255-23870" fmla="*/ 3500664 h 4449429"/>
              <a:gd name="connsiteX256-23871" fmla="*/ 12388137 w 18982931"/>
              <a:gd name="connsiteY256-23872" fmla="*/ 3557497 h 4449429"/>
              <a:gd name="connsiteX257-23873" fmla="*/ 12444971 w 18982931"/>
              <a:gd name="connsiteY257-23874" fmla="*/ 3557497 h 4449429"/>
              <a:gd name="connsiteX258-23875" fmla="*/ 12444971 w 18982931"/>
              <a:gd name="connsiteY258-23876" fmla="*/ 3500664 h 4449429"/>
              <a:gd name="connsiteX259-23877" fmla="*/ 12388137 w 18982931"/>
              <a:gd name="connsiteY259-23878" fmla="*/ 3500664 h 4449429"/>
              <a:gd name="connsiteX260-23879" fmla="*/ 17351339 w 18982931"/>
              <a:gd name="connsiteY260-23880" fmla="*/ 3492933 h 4449429"/>
              <a:gd name="connsiteX261-23881" fmla="*/ 17351339 w 18982931"/>
              <a:gd name="connsiteY261-23882" fmla="*/ 3538633 h 4449429"/>
              <a:gd name="connsiteX262-23883" fmla="*/ 17560187 w 18982931"/>
              <a:gd name="connsiteY262-23884" fmla="*/ 3538633 h 4449429"/>
              <a:gd name="connsiteX263-23885" fmla="*/ 17560187 w 18982931"/>
              <a:gd name="connsiteY263-23886" fmla="*/ 3492933 h 4449429"/>
              <a:gd name="connsiteX264-23887" fmla="*/ 17351339 w 18982931"/>
              <a:gd name="connsiteY264-23888" fmla="*/ 3492933 h 4449429"/>
              <a:gd name="connsiteX265-23889" fmla="*/ 17351339 w 18982931"/>
              <a:gd name="connsiteY265-23890" fmla="*/ 3401301 h 4449429"/>
              <a:gd name="connsiteX266-23891" fmla="*/ 17351339 w 18982931"/>
              <a:gd name="connsiteY266-23892" fmla="*/ 3447001 h 4449429"/>
              <a:gd name="connsiteX267-23893" fmla="*/ 17560187 w 18982931"/>
              <a:gd name="connsiteY267-23894" fmla="*/ 3447001 h 4449429"/>
              <a:gd name="connsiteX268-23895" fmla="*/ 17560187 w 18982931"/>
              <a:gd name="connsiteY268-23896" fmla="*/ 3401301 h 4449429"/>
              <a:gd name="connsiteX269-23897" fmla="*/ 17351339 w 18982931"/>
              <a:gd name="connsiteY269-23898" fmla="*/ 3401301 h 4449429"/>
              <a:gd name="connsiteX270-23899" fmla="*/ 1596781 w 18982931"/>
              <a:gd name="connsiteY270-23900" fmla="*/ 3357078 h 4449429"/>
              <a:gd name="connsiteX271-23901" fmla="*/ 1596781 w 18982931"/>
              <a:gd name="connsiteY271-23902" fmla="*/ 3402779 h 4449429"/>
              <a:gd name="connsiteX272-23903" fmla="*/ 1805629 w 18982931"/>
              <a:gd name="connsiteY272-23904" fmla="*/ 3402779 h 4449429"/>
              <a:gd name="connsiteX273-23905" fmla="*/ 1805629 w 18982931"/>
              <a:gd name="connsiteY273-23906" fmla="*/ 3357078 h 4449429"/>
              <a:gd name="connsiteX274-23907" fmla="*/ 1596781 w 18982931"/>
              <a:gd name="connsiteY274-23908" fmla="*/ 3357078 h 4449429"/>
              <a:gd name="connsiteX275-23909" fmla="*/ 12612246 w 18982931"/>
              <a:gd name="connsiteY275-23910" fmla="*/ 3355375 h 4449429"/>
              <a:gd name="connsiteX276-23911" fmla="*/ 12612246 w 18982931"/>
              <a:gd name="connsiteY276-23912" fmla="*/ 3412209 h 4449429"/>
              <a:gd name="connsiteX277-23913" fmla="*/ 12669079 w 18982931"/>
              <a:gd name="connsiteY277-23914" fmla="*/ 3412209 h 4449429"/>
              <a:gd name="connsiteX278-23915" fmla="*/ 12669079 w 18982931"/>
              <a:gd name="connsiteY278-23916" fmla="*/ 3355375 h 4449429"/>
              <a:gd name="connsiteX279-23917" fmla="*/ 12612246 w 18982931"/>
              <a:gd name="connsiteY279-23918" fmla="*/ 3355375 h 4449429"/>
              <a:gd name="connsiteX280-23919" fmla="*/ 12500191 w 18982931"/>
              <a:gd name="connsiteY280-23920" fmla="*/ 3355375 h 4449429"/>
              <a:gd name="connsiteX281-23921" fmla="*/ 12500191 w 18982931"/>
              <a:gd name="connsiteY281-23922" fmla="*/ 3412209 h 4449429"/>
              <a:gd name="connsiteX282-23923" fmla="*/ 12557025 w 18982931"/>
              <a:gd name="connsiteY282-23924" fmla="*/ 3412209 h 4449429"/>
              <a:gd name="connsiteX283-23925" fmla="*/ 12557025 w 18982931"/>
              <a:gd name="connsiteY283-23926" fmla="*/ 3355375 h 4449429"/>
              <a:gd name="connsiteX284-23927" fmla="*/ 12500191 w 18982931"/>
              <a:gd name="connsiteY284-23928" fmla="*/ 3355375 h 4449429"/>
              <a:gd name="connsiteX285-23929" fmla="*/ 12388137 w 18982931"/>
              <a:gd name="connsiteY285-23930" fmla="*/ 3355375 h 4449429"/>
              <a:gd name="connsiteX286-23931" fmla="*/ 12388137 w 18982931"/>
              <a:gd name="connsiteY286-23932" fmla="*/ 3412209 h 4449429"/>
              <a:gd name="connsiteX287-23933" fmla="*/ 12444971 w 18982931"/>
              <a:gd name="connsiteY287-23934" fmla="*/ 3412209 h 4449429"/>
              <a:gd name="connsiteX288-23935" fmla="*/ 12444971 w 18982931"/>
              <a:gd name="connsiteY288-23936" fmla="*/ 3355375 h 4449429"/>
              <a:gd name="connsiteX289-23937" fmla="*/ 12388137 w 18982931"/>
              <a:gd name="connsiteY289-23938" fmla="*/ 3355375 h 4449429"/>
              <a:gd name="connsiteX290-23939" fmla="*/ 17351339 w 18982931"/>
              <a:gd name="connsiteY290-23940" fmla="*/ 3309670 h 4449429"/>
              <a:gd name="connsiteX291-23941" fmla="*/ 17351339 w 18982931"/>
              <a:gd name="connsiteY291-23942" fmla="*/ 3355371 h 4449429"/>
              <a:gd name="connsiteX292-23943" fmla="*/ 17560187 w 18982931"/>
              <a:gd name="connsiteY292-23944" fmla="*/ 3355371 h 4449429"/>
              <a:gd name="connsiteX293-23945" fmla="*/ 17560187 w 18982931"/>
              <a:gd name="connsiteY293-23946" fmla="*/ 3309670 h 4449429"/>
              <a:gd name="connsiteX294-23947" fmla="*/ 17351339 w 18982931"/>
              <a:gd name="connsiteY294-23948" fmla="*/ 3309670 h 4449429"/>
              <a:gd name="connsiteX295-23949" fmla="*/ 1596781 w 18982931"/>
              <a:gd name="connsiteY295-23950" fmla="*/ 3265446 h 4449429"/>
              <a:gd name="connsiteX296-23951" fmla="*/ 1596781 w 18982931"/>
              <a:gd name="connsiteY296-23952" fmla="*/ 3311147 h 4449429"/>
              <a:gd name="connsiteX297-23953" fmla="*/ 1805629 w 18982931"/>
              <a:gd name="connsiteY297-23954" fmla="*/ 3311147 h 4449429"/>
              <a:gd name="connsiteX298-23955" fmla="*/ 1805629 w 18982931"/>
              <a:gd name="connsiteY298-23956" fmla="*/ 3265446 h 4449429"/>
              <a:gd name="connsiteX299-23957" fmla="*/ 1596781 w 18982931"/>
              <a:gd name="connsiteY299-23958" fmla="*/ 3265446 h 4449429"/>
              <a:gd name="connsiteX300-23959" fmla="*/ 17351339 w 18982931"/>
              <a:gd name="connsiteY300-23960" fmla="*/ 3218041 h 4449429"/>
              <a:gd name="connsiteX301-23961" fmla="*/ 17351339 w 18982931"/>
              <a:gd name="connsiteY301-23962" fmla="*/ 3263742 h 4449429"/>
              <a:gd name="connsiteX302-23963" fmla="*/ 17560187 w 18982931"/>
              <a:gd name="connsiteY302-23964" fmla="*/ 3263742 h 4449429"/>
              <a:gd name="connsiteX303-23965" fmla="*/ 17560187 w 18982931"/>
              <a:gd name="connsiteY303-23966" fmla="*/ 3218041 h 4449429"/>
              <a:gd name="connsiteX304-23967" fmla="*/ 17351339 w 18982931"/>
              <a:gd name="connsiteY304-23968" fmla="*/ 3218041 h 4449429"/>
              <a:gd name="connsiteX305-23969" fmla="*/ 12612246 w 18982931"/>
              <a:gd name="connsiteY305-23970" fmla="*/ 3210087 h 4449429"/>
              <a:gd name="connsiteX306-23971" fmla="*/ 12612246 w 18982931"/>
              <a:gd name="connsiteY306-23972" fmla="*/ 3266921 h 4449429"/>
              <a:gd name="connsiteX307-23973" fmla="*/ 12669079 w 18982931"/>
              <a:gd name="connsiteY307-23974" fmla="*/ 3266921 h 4449429"/>
              <a:gd name="connsiteX308-23975" fmla="*/ 12669079 w 18982931"/>
              <a:gd name="connsiteY308-23976" fmla="*/ 3210087 h 4449429"/>
              <a:gd name="connsiteX309-23977" fmla="*/ 12612246 w 18982931"/>
              <a:gd name="connsiteY309-23978" fmla="*/ 3210087 h 4449429"/>
              <a:gd name="connsiteX310-23979" fmla="*/ 12500191 w 18982931"/>
              <a:gd name="connsiteY310-23980" fmla="*/ 3210087 h 4449429"/>
              <a:gd name="connsiteX311-23981" fmla="*/ 12500191 w 18982931"/>
              <a:gd name="connsiteY311-23982" fmla="*/ 3266921 h 4449429"/>
              <a:gd name="connsiteX312-23983" fmla="*/ 12557025 w 18982931"/>
              <a:gd name="connsiteY312-23984" fmla="*/ 3266921 h 4449429"/>
              <a:gd name="connsiteX313-23985" fmla="*/ 12557025 w 18982931"/>
              <a:gd name="connsiteY313-23986" fmla="*/ 3210087 h 4449429"/>
              <a:gd name="connsiteX314-23987" fmla="*/ 12500191 w 18982931"/>
              <a:gd name="connsiteY314-23988" fmla="*/ 3210087 h 4449429"/>
              <a:gd name="connsiteX315-23989" fmla="*/ 12388137 w 18982931"/>
              <a:gd name="connsiteY315-23990" fmla="*/ 3210087 h 4449429"/>
              <a:gd name="connsiteX316-23991" fmla="*/ 12388137 w 18982931"/>
              <a:gd name="connsiteY316-23992" fmla="*/ 3266921 h 4449429"/>
              <a:gd name="connsiteX317-23993" fmla="*/ 12444971 w 18982931"/>
              <a:gd name="connsiteY317-23994" fmla="*/ 3266921 h 4449429"/>
              <a:gd name="connsiteX318-23995" fmla="*/ 12444971 w 18982931"/>
              <a:gd name="connsiteY318-23996" fmla="*/ 3210087 h 4449429"/>
              <a:gd name="connsiteX319-23997" fmla="*/ 12388137 w 18982931"/>
              <a:gd name="connsiteY319-23998" fmla="*/ 3210087 h 4449429"/>
              <a:gd name="connsiteX320-23999" fmla="*/ 1596781 w 18982931"/>
              <a:gd name="connsiteY320-24000" fmla="*/ 3173817 h 4449429"/>
              <a:gd name="connsiteX321-24001" fmla="*/ 1596781 w 18982931"/>
              <a:gd name="connsiteY321-24002" fmla="*/ 3219518 h 4449429"/>
              <a:gd name="connsiteX322-24003" fmla="*/ 1805629 w 18982931"/>
              <a:gd name="connsiteY322-24004" fmla="*/ 3219518 h 4449429"/>
              <a:gd name="connsiteX323-24005" fmla="*/ 1805629 w 18982931"/>
              <a:gd name="connsiteY323-24006" fmla="*/ 3173817 h 4449429"/>
              <a:gd name="connsiteX324-24007" fmla="*/ 1596781 w 18982931"/>
              <a:gd name="connsiteY324-24008" fmla="*/ 3173817 h 4449429"/>
              <a:gd name="connsiteX325-24009" fmla="*/ 17351339 w 18982931"/>
              <a:gd name="connsiteY325-24010" fmla="*/ 3126412 h 4449429"/>
              <a:gd name="connsiteX326-24011" fmla="*/ 17351339 w 18982931"/>
              <a:gd name="connsiteY326-24012" fmla="*/ 3172113 h 4449429"/>
              <a:gd name="connsiteX327-24013" fmla="*/ 17560187 w 18982931"/>
              <a:gd name="connsiteY327-24014" fmla="*/ 3172113 h 4449429"/>
              <a:gd name="connsiteX328-24015" fmla="*/ 17560187 w 18982931"/>
              <a:gd name="connsiteY328-24016" fmla="*/ 3126412 h 4449429"/>
              <a:gd name="connsiteX329-24017" fmla="*/ 17351339 w 18982931"/>
              <a:gd name="connsiteY329-24018" fmla="*/ 3126412 h 4449429"/>
              <a:gd name="connsiteX330-24019" fmla="*/ 1596781 w 18982931"/>
              <a:gd name="connsiteY330-24020" fmla="*/ 3080712 h 4449429"/>
              <a:gd name="connsiteX331-24021" fmla="*/ 1596781 w 18982931"/>
              <a:gd name="connsiteY331-24022" fmla="*/ 3126412 h 4449429"/>
              <a:gd name="connsiteX332-24023" fmla="*/ 1805629 w 18982931"/>
              <a:gd name="connsiteY332-24024" fmla="*/ 3126412 h 4449429"/>
              <a:gd name="connsiteX333-24025" fmla="*/ 1805629 w 18982931"/>
              <a:gd name="connsiteY333-24026" fmla="*/ 3080712 h 4449429"/>
              <a:gd name="connsiteX334-24027" fmla="*/ 1596781 w 18982931"/>
              <a:gd name="connsiteY334-24028" fmla="*/ 3080712 h 4449429"/>
              <a:gd name="connsiteX335-24029" fmla="*/ 12612246 w 18982931"/>
              <a:gd name="connsiteY335-24030" fmla="*/ 3064799 h 4449429"/>
              <a:gd name="connsiteX336-24031" fmla="*/ 12612246 w 18982931"/>
              <a:gd name="connsiteY336-24032" fmla="*/ 3121633 h 4449429"/>
              <a:gd name="connsiteX337-24033" fmla="*/ 12669079 w 18982931"/>
              <a:gd name="connsiteY337-24034" fmla="*/ 3121633 h 4449429"/>
              <a:gd name="connsiteX338-24035" fmla="*/ 12669079 w 18982931"/>
              <a:gd name="connsiteY338-24036" fmla="*/ 3064799 h 4449429"/>
              <a:gd name="connsiteX339-24037" fmla="*/ 12612246 w 18982931"/>
              <a:gd name="connsiteY339-24038" fmla="*/ 3064799 h 4449429"/>
              <a:gd name="connsiteX340-24039" fmla="*/ 12500191 w 18982931"/>
              <a:gd name="connsiteY340-24040" fmla="*/ 3064799 h 4449429"/>
              <a:gd name="connsiteX341-24041" fmla="*/ 12500191 w 18982931"/>
              <a:gd name="connsiteY341-24042" fmla="*/ 3121633 h 4449429"/>
              <a:gd name="connsiteX342-24043" fmla="*/ 12557025 w 18982931"/>
              <a:gd name="connsiteY342-24044" fmla="*/ 3121633 h 4449429"/>
              <a:gd name="connsiteX343-24045" fmla="*/ 12557025 w 18982931"/>
              <a:gd name="connsiteY343-24046" fmla="*/ 3064799 h 4449429"/>
              <a:gd name="connsiteX344-24047" fmla="*/ 12500191 w 18982931"/>
              <a:gd name="connsiteY344-24048" fmla="*/ 3064799 h 4449429"/>
              <a:gd name="connsiteX345-24049" fmla="*/ 12388137 w 18982931"/>
              <a:gd name="connsiteY345-24050" fmla="*/ 3064799 h 4449429"/>
              <a:gd name="connsiteX346-24051" fmla="*/ 12388137 w 18982931"/>
              <a:gd name="connsiteY346-24052" fmla="*/ 3121633 h 4449429"/>
              <a:gd name="connsiteX347-24053" fmla="*/ 12444971 w 18982931"/>
              <a:gd name="connsiteY347-24054" fmla="*/ 3121633 h 4449429"/>
              <a:gd name="connsiteX348-24055" fmla="*/ 12444971 w 18982931"/>
              <a:gd name="connsiteY348-24056" fmla="*/ 3064799 h 4449429"/>
              <a:gd name="connsiteX349-24057" fmla="*/ 12388137 w 18982931"/>
              <a:gd name="connsiteY349-24058" fmla="*/ 3064799 h 4449429"/>
              <a:gd name="connsiteX350-24059" fmla="*/ 17351339 w 18982931"/>
              <a:gd name="connsiteY350-24060" fmla="*/ 3034782 h 4449429"/>
              <a:gd name="connsiteX351-24061" fmla="*/ 17351339 w 18982931"/>
              <a:gd name="connsiteY351-24062" fmla="*/ 3080482 h 4449429"/>
              <a:gd name="connsiteX352-24063" fmla="*/ 17560187 w 18982931"/>
              <a:gd name="connsiteY352-24064" fmla="*/ 3080482 h 4449429"/>
              <a:gd name="connsiteX353-24065" fmla="*/ 17560187 w 18982931"/>
              <a:gd name="connsiteY353-24066" fmla="*/ 3034782 h 4449429"/>
              <a:gd name="connsiteX354-24067" fmla="*/ 17351339 w 18982931"/>
              <a:gd name="connsiteY354-24068" fmla="*/ 3034782 h 4449429"/>
              <a:gd name="connsiteX355-24069" fmla="*/ 1596781 w 18982931"/>
              <a:gd name="connsiteY355-24070" fmla="*/ 2989080 h 4449429"/>
              <a:gd name="connsiteX356-24071" fmla="*/ 1596781 w 18982931"/>
              <a:gd name="connsiteY356-24072" fmla="*/ 3034780 h 4449429"/>
              <a:gd name="connsiteX357-24073" fmla="*/ 1805629 w 18982931"/>
              <a:gd name="connsiteY357-24074" fmla="*/ 3034780 h 4449429"/>
              <a:gd name="connsiteX358-24075" fmla="*/ 1805629 w 18982931"/>
              <a:gd name="connsiteY358-24076" fmla="*/ 2989080 h 4449429"/>
              <a:gd name="connsiteX359-24077" fmla="*/ 1596781 w 18982931"/>
              <a:gd name="connsiteY359-24078" fmla="*/ 2989080 h 4449429"/>
              <a:gd name="connsiteX360-24079" fmla="*/ 17351339 w 18982931"/>
              <a:gd name="connsiteY360-24080" fmla="*/ 2943153 h 4449429"/>
              <a:gd name="connsiteX361-24081" fmla="*/ 17351339 w 18982931"/>
              <a:gd name="connsiteY361-24082" fmla="*/ 2988853 h 4449429"/>
              <a:gd name="connsiteX362-24083" fmla="*/ 17560187 w 18982931"/>
              <a:gd name="connsiteY362-24084" fmla="*/ 2988853 h 4449429"/>
              <a:gd name="connsiteX363-24085" fmla="*/ 17560187 w 18982931"/>
              <a:gd name="connsiteY363-24086" fmla="*/ 2943153 h 4449429"/>
              <a:gd name="connsiteX364-24087" fmla="*/ 17351339 w 18982931"/>
              <a:gd name="connsiteY364-24088" fmla="*/ 2943153 h 4449429"/>
              <a:gd name="connsiteX365-24089" fmla="*/ 12612246 w 18982931"/>
              <a:gd name="connsiteY365-24090" fmla="*/ 2919511 h 4449429"/>
              <a:gd name="connsiteX366-24091" fmla="*/ 12612246 w 18982931"/>
              <a:gd name="connsiteY366-24092" fmla="*/ 2976345 h 4449429"/>
              <a:gd name="connsiteX367-24093" fmla="*/ 12669079 w 18982931"/>
              <a:gd name="connsiteY367-24094" fmla="*/ 2976345 h 4449429"/>
              <a:gd name="connsiteX368-24095" fmla="*/ 12669079 w 18982931"/>
              <a:gd name="connsiteY368-24096" fmla="*/ 2919511 h 4449429"/>
              <a:gd name="connsiteX369-24097" fmla="*/ 12612246 w 18982931"/>
              <a:gd name="connsiteY369-24098" fmla="*/ 2919511 h 4449429"/>
              <a:gd name="connsiteX370-24099" fmla="*/ 12500191 w 18982931"/>
              <a:gd name="connsiteY370-24100" fmla="*/ 2919511 h 4449429"/>
              <a:gd name="connsiteX371-24101" fmla="*/ 12500191 w 18982931"/>
              <a:gd name="connsiteY371-24102" fmla="*/ 2976345 h 4449429"/>
              <a:gd name="connsiteX372-24103" fmla="*/ 12557025 w 18982931"/>
              <a:gd name="connsiteY372-24104" fmla="*/ 2976345 h 4449429"/>
              <a:gd name="connsiteX373-24105" fmla="*/ 12557025 w 18982931"/>
              <a:gd name="connsiteY373-24106" fmla="*/ 2919511 h 4449429"/>
              <a:gd name="connsiteX374-24107" fmla="*/ 12500191 w 18982931"/>
              <a:gd name="connsiteY374-24108" fmla="*/ 2919511 h 4449429"/>
              <a:gd name="connsiteX375-24109" fmla="*/ 12388137 w 18982931"/>
              <a:gd name="connsiteY375-24110" fmla="*/ 2919511 h 4449429"/>
              <a:gd name="connsiteX376-24111" fmla="*/ 12388137 w 18982931"/>
              <a:gd name="connsiteY376-24112" fmla="*/ 2976345 h 4449429"/>
              <a:gd name="connsiteX377-24113" fmla="*/ 12444971 w 18982931"/>
              <a:gd name="connsiteY377-24114" fmla="*/ 2976345 h 4449429"/>
              <a:gd name="connsiteX378-24115" fmla="*/ 12444971 w 18982931"/>
              <a:gd name="connsiteY378-24116" fmla="*/ 2919511 h 4449429"/>
              <a:gd name="connsiteX379-24117" fmla="*/ 12388137 w 18982931"/>
              <a:gd name="connsiteY379-24118" fmla="*/ 2919511 h 4449429"/>
              <a:gd name="connsiteX380-24119" fmla="*/ 1596781 w 18982931"/>
              <a:gd name="connsiteY380-24120" fmla="*/ 2897450 h 4449429"/>
              <a:gd name="connsiteX381-24121" fmla="*/ 1596781 w 18982931"/>
              <a:gd name="connsiteY381-24122" fmla="*/ 2943150 h 4449429"/>
              <a:gd name="connsiteX382-24123" fmla="*/ 1805629 w 18982931"/>
              <a:gd name="connsiteY382-24124" fmla="*/ 2943150 h 4449429"/>
              <a:gd name="connsiteX383-24125" fmla="*/ 1805629 w 18982931"/>
              <a:gd name="connsiteY383-24126" fmla="*/ 2897450 h 4449429"/>
              <a:gd name="connsiteX384-24127" fmla="*/ 1596781 w 18982931"/>
              <a:gd name="connsiteY384-24128" fmla="*/ 2897450 h 4449429"/>
              <a:gd name="connsiteX385-24129" fmla="*/ 17351339 w 18982931"/>
              <a:gd name="connsiteY385-24130" fmla="*/ 2851522 h 4449429"/>
              <a:gd name="connsiteX386-24131" fmla="*/ 17351339 w 18982931"/>
              <a:gd name="connsiteY386-24132" fmla="*/ 2897223 h 4449429"/>
              <a:gd name="connsiteX387-24133" fmla="*/ 17560187 w 18982931"/>
              <a:gd name="connsiteY387-24134" fmla="*/ 2897223 h 4449429"/>
              <a:gd name="connsiteX388-24135" fmla="*/ 17560187 w 18982931"/>
              <a:gd name="connsiteY388-24136" fmla="*/ 2851522 h 4449429"/>
              <a:gd name="connsiteX389-24137" fmla="*/ 17351339 w 18982931"/>
              <a:gd name="connsiteY389-24138" fmla="*/ 2851522 h 4449429"/>
              <a:gd name="connsiteX390-24139" fmla="*/ 1596781 w 18982931"/>
              <a:gd name="connsiteY390-24140" fmla="*/ 2805821 h 4449429"/>
              <a:gd name="connsiteX391-24141" fmla="*/ 1596781 w 18982931"/>
              <a:gd name="connsiteY391-24142" fmla="*/ 2851521 h 4449429"/>
              <a:gd name="connsiteX392-24143" fmla="*/ 1805629 w 18982931"/>
              <a:gd name="connsiteY392-24144" fmla="*/ 2851521 h 4449429"/>
              <a:gd name="connsiteX393-24145" fmla="*/ 1805629 w 18982931"/>
              <a:gd name="connsiteY393-24146" fmla="*/ 2805821 h 4449429"/>
              <a:gd name="connsiteX394-24147" fmla="*/ 1596781 w 18982931"/>
              <a:gd name="connsiteY394-24148" fmla="*/ 2805821 h 4449429"/>
              <a:gd name="connsiteX395-24149" fmla="*/ 1596781 w 18982931"/>
              <a:gd name="connsiteY395-24150" fmla="*/ 2714192 h 4449429"/>
              <a:gd name="connsiteX396-24151" fmla="*/ 1596781 w 18982931"/>
              <a:gd name="connsiteY396-24152" fmla="*/ 2759892 h 4449429"/>
              <a:gd name="connsiteX397-24153" fmla="*/ 1805629 w 18982931"/>
              <a:gd name="connsiteY397-24154" fmla="*/ 2759892 h 4449429"/>
              <a:gd name="connsiteX398-24155" fmla="*/ 1805629 w 18982931"/>
              <a:gd name="connsiteY398-24156" fmla="*/ 2714192 h 4449429"/>
              <a:gd name="connsiteX399-24157" fmla="*/ 1596781 w 18982931"/>
              <a:gd name="connsiteY399-24158" fmla="*/ 2714192 h 4449429"/>
              <a:gd name="connsiteX400-24159" fmla="*/ 4422120 w 18982931"/>
              <a:gd name="connsiteY400-24160" fmla="*/ 2688604 h 4449429"/>
              <a:gd name="connsiteX401-24161" fmla="*/ 4422120 w 18982931"/>
              <a:gd name="connsiteY401-24162" fmla="*/ 2851522 h 4449429"/>
              <a:gd name="connsiteX402-24163" fmla="*/ 4459897 w 18982931"/>
              <a:gd name="connsiteY402-24164" fmla="*/ 2851522 h 4449429"/>
              <a:gd name="connsiteX403-24165" fmla="*/ 4459897 w 18982931"/>
              <a:gd name="connsiteY403-24166" fmla="*/ 2688604 h 4449429"/>
              <a:gd name="connsiteX404-24167" fmla="*/ 4422120 w 18982931"/>
              <a:gd name="connsiteY404-24168" fmla="*/ 2688604 h 4449429"/>
              <a:gd name="connsiteX405-24169" fmla="*/ 4346370 w 18982931"/>
              <a:gd name="connsiteY405-24170" fmla="*/ 2688604 h 4449429"/>
              <a:gd name="connsiteX406-24171" fmla="*/ 4346370 w 18982931"/>
              <a:gd name="connsiteY406-24172" fmla="*/ 2851522 h 4449429"/>
              <a:gd name="connsiteX407-24173" fmla="*/ 4384149 w 18982931"/>
              <a:gd name="connsiteY407-24174" fmla="*/ 2851522 h 4449429"/>
              <a:gd name="connsiteX408-24175" fmla="*/ 4384149 w 18982931"/>
              <a:gd name="connsiteY408-24176" fmla="*/ 2688604 h 4449429"/>
              <a:gd name="connsiteX409-24177" fmla="*/ 4346370 w 18982931"/>
              <a:gd name="connsiteY409-24178" fmla="*/ 2688604 h 4449429"/>
              <a:gd name="connsiteX410-24179" fmla="*/ 4270624 w 18982931"/>
              <a:gd name="connsiteY410-24180" fmla="*/ 2688604 h 4449429"/>
              <a:gd name="connsiteX411-24181" fmla="*/ 4270624 w 18982931"/>
              <a:gd name="connsiteY411-24182" fmla="*/ 2851522 h 4449429"/>
              <a:gd name="connsiteX412-24183" fmla="*/ 4308407 w 18982931"/>
              <a:gd name="connsiteY412-24184" fmla="*/ 2851522 h 4449429"/>
              <a:gd name="connsiteX413-24185" fmla="*/ 4308407 w 18982931"/>
              <a:gd name="connsiteY413-24186" fmla="*/ 2688604 h 4449429"/>
              <a:gd name="connsiteX414-24187" fmla="*/ 4270624 w 18982931"/>
              <a:gd name="connsiteY414-24188" fmla="*/ 2688604 h 4449429"/>
              <a:gd name="connsiteX415-24189" fmla="*/ 4194881 w 18982931"/>
              <a:gd name="connsiteY415-24190" fmla="*/ 2688604 h 4449429"/>
              <a:gd name="connsiteX416-24191" fmla="*/ 4194881 w 18982931"/>
              <a:gd name="connsiteY416-24192" fmla="*/ 2851522 h 4449429"/>
              <a:gd name="connsiteX417-24193" fmla="*/ 4232658 w 18982931"/>
              <a:gd name="connsiteY417-24194" fmla="*/ 2851522 h 4449429"/>
              <a:gd name="connsiteX418-24195" fmla="*/ 4232658 w 18982931"/>
              <a:gd name="connsiteY418-24196" fmla="*/ 2688604 h 4449429"/>
              <a:gd name="connsiteX419-24197" fmla="*/ 4194881 w 18982931"/>
              <a:gd name="connsiteY419-24198" fmla="*/ 2688604 h 4449429"/>
              <a:gd name="connsiteX420-24199" fmla="*/ 4119132 w 18982931"/>
              <a:gd name="connsiteY420-24200" fmla="*/ 2688604 h 4449429"/>
              <a:gd name="connsiteX421-24201" fmla="*/ 4119132 w 18982931"/>
              <a:gd name="connsiteY421-24202" fmla="*/ 2851522 h 4449429"/>
              <a:gd name="connsiteX422-24203" fmla="*/ 4156909 w 18982931"/>
              <a:gd name="connsiteY422-24204" fmla="*/ 2851522 h 4449429"/>
              <a:gd name="connsiteX423-24205" fmla="*/ 4156909 w 18982931"/>
              <a:gd name="connsiteY423-24206" fmla="*/ 2688604 h 4449429"/>
              <a:gd name="connsiteX424-24207" fmla="*/ 4119132 w 18982931"/>
              <a:gd name="connsiteY424-24208" fmla="*/ 2688604 h 4449429"/>
              <a:gd name="connsiteX425-24209" fmla="*/ 4043383 w 18982931"/>
              <a:gd name="connsiteY425-24210" fmla="*/ 2688604 h 4449429"/>
              <a:gd name="connsiteX426-24211" fmla="*/ 4043383 w 18982931"/>
              <a:gd name="connsiteY426-24212" fmla="*/ 2851522 h 4449429"/>
              <a:gd name="connsiteX427-24213" fmla="*/ 4081160 w 18982931"/>
              <a:gd name="connsiteY427-24214" fmla="*/ 2851522 h 4449429"/>
              <a:gd name="connsiteX428-24215" fmla="*/ 4081160 w 18982931"/>
              <a:gd name="connsiteY428-24216" fmla="*/ 2688604 h 4449429"/>
              <a:gd name="connsiteX429-24217" fmla="*/ 4043383 w 18982931"/>
              <a:gd name="connsiteY429-24218" fmla="*/ 2688604 h 4449429"/>
              <a:gd name="connsiteX430-24219" fmla="*/ 3967636 w 18982931"/>
              <a:gd name="connsiteY430-24220" fmla="*/ 2688604 h 4449429"/>
              <a:gd name="connsiteX431-24221" fmla="*/ 3967636 w 18982931"/>
              <a:gd name="connsiteY431-24222" fmla="*/ 2851522 h 4449429"/>
              <a:gd name="connsiteX432-24223" fmla="*/ 4005415 w 18982931"/>
              <a:gd name="connsiteY432-24224" fmla="*/ 2851522 h 4449429"/>
              <a:gd name="connsiteX433-24225" fmla="*/ 4005415 w 18982931"/>
              <a:gd name="connsiteY433-24226" fmla="*/ 2688604 h 4449429"/>
              <a:gd name="connsiteX434-24227" fmla="*/ 3967636 w 18982931"/>
              <a:gd name="connsiteY434-24228" fmla="*/ 2688604 h 4449429"/>
              <a:gd name="connsiteX435-24229" fmla="*/ 3891895 w 18982931"/>
              <a:gd name="connsiteY435-24230" fmla="*/ 2688604 h 4449429"/>
              <a:gd name="connsiteX436-24231" fmla="*/ 3891895 w 18982931"/>
              <a:gd name="connsiteY436-24232" fmla="*/ 2851522 h 4449429"/>
              <a:gd name="connsiteX437-24233" fmla="*/ 3929672 w 18982931"/>
              <a:gd name="connsiteY437-24234" fmla="*/ 2851522 h 4449429"/>
              <a:gd name="connsiteX438-24235" fmla="*/ 3929672 w 18982931"/>
              <a:gd name="connsiteY438-24236" fmla="*/ 2688604 h 4449429"/>
              <a:gd name="connsiteX439-24237" fmla="*/ 3891895 w 18982931"/>
              <a:gd name="connsiteY439-24238" fmla="*/ 2688604 h 4449429"/>
              <a:gd name="connsiteX440-24239" fmla="*/ 15043403 w 18982931"/>
              <a:gd name="connsiteY440-24240" fmla="*/ 2685661 h 4449429"/>
              <a:gd name="connsiteX441-24241" fmla="*/ 15043403 w 18982931"/>
              <a:gd name="connsiteY441-24242" fmla="*/ 2894508 h 4449429"/>
              <a:gd name="connsiteX442-24243" fmla="*/ 15089105 w 18982931"/>
              <a:gd name="connsiteY442-24244" fmla="*/ 2894508 h 4449429"/>
              <a:gd name="connsiteX443-24245" fmla="*/ 15089105 w 18982931"/>
              <a:gd name="connsiteY443-24246" fmla="*/ 2685661 h 4449429"/>
              <a:gd name="connsiteX444-24247" fmla="*/ 15043403 w 18982931"/>
              <a:gd name="connsiteY444-24248" fmla="*/ 2685661 h 4449429"/>
              <a:gd name="connsiteX445-24249" fmla="*/ 14951773 w 18982931"/>
              <a:gd name="connsiteY445-24250" fmla="*/ 2685661 h 4449429"/>
              <a:gd name="connsiteX446-24251" fmla="*/ 14951773 w 18982931"/>
              <a:gd name="connsiteY446-24252" fmla="*/ 2894508 h 4449429"/>
              <a:gd name="connsiteX447-24253" fmla="*/ 14997475 w 18982931"/>
              <a:gd name="connsiteY447-24254" fmla="*/ 2894508 h 4449429"/>
              <a:gd name="connsiteX448-24255" fmla="*/ 14997475 w 18982931"/>
              <a:gd name="connsiteY448-24256" fmla="*/ 2685661 h 4449429"/>
              <a:gd name="connsiteX449-24257" fmla="*/ 14951773 w 18982931"/>
              <a:gd name="connsiteY449-24258" fmla="*/ 2685661 h 4449429"/>
              <a:gd name="connsiteX450-24259" fmla="*/ 14860145 w 18982931"/>
              <a:gd name="connsiteY450-24260" fmla="*/ 2685661 h 4449429"/>
              <a:gd name="connsiteX451-24261" fmla="*/ 14860145 w 18982931"/>
              <a:gd name="connsiteY451-24262" fmla="*/ 2894508 h 4449429"/>
              <a:gd name="connsiteX452-24263" fmla="*/ 14905844 w 18982931"/>
              <a:gd name="connsiteY452-24264" fmla="*/ 2894508 h 4449429"/>
              <a:gd name="connsiteX453-24265" fmla="*/ 14905844 w 18982931"/>
              <a:gd name="connsiteY453-24266" fmla="*/ 2685661 h 4449429"/>
              <a:gd name="connsiteX454-24267" fmla="*/ 14860145 w 18982931"/>
              <a:gd name="connsiteY454-24268" fmla="*/ 2685661 h 4449429"/>
              <a:gd name="connsiteX455-24269" fmla="*/ 14768515 w 18982931"/>
              <a:gd name="connsiteY455-24270" fmla="*/ 2685661 h 4449429"/>
              <a:gd name="connsiteX456-24271" fmla="*/ 14768515 w 18982931"/>
              <a:gd name="connsiteY456-24272" fmla="*/ 2894508 h 4449429"/>
              <a:gd name="connsiteX457-24273" fmla="*/ 14814217 w 18982931"/>
              <a:gd name="connsiteY457-24274" fmla="*/ 2894508 h 4449429"/>
              <a:gd name="connsiteX458-24275" fmla="*/ 14814217 w 18982931"/>
              <a:gd name="connsiteY458-24276" fmla="*/ 2685661 h 4449429"/>
              <a:gd name="connsiteX459-24277" fmla="*/ 14768515 w 18982931"/>
              <a:gd name="connsiteY459-24278" fmla="*/ 2685661 h 4449429"/>
              <a:gd name="connsiteX460-24279" fmla="*/ 14676884 w 18982931"/>
              <a:gd name="connsiteY460-24280" fmla="*/ 2685661 h 4449429"/>
              <a:gd name="connsiteX461-24281" fmla="*/ 14676884 w 18982931"/>
              <a:gd name="connsiteY461-24282" fmla="*/ 2894508 h 4449429"/>
              <a:gd name="connsiteX462-24283" fmla="*/ 14722586 w 18982931"/>
              <a:gd name="connsiteY462-24284" fmla="*/ 2894508 h 4449429"/>
              <a:gd name="connsiteX463-24285" fmla="*/ 14722586 w 18982931"/>
              <a:gd name="connsiteY463-24286" fmla="*/ 2685661 h 4449429"/>
              <a:gd name="connsiteX464-24287" fmla="*/ 14676884 w 18982931"/>
              <a:gd name="connsiteY464-24288" fmla="*/ 2685661 h 4449429"/>
              <a:gd name="connsiteX465-24289" fmla="*/ 14585255 w 18982931"/>
              <a:gd name="connsiteY465-24290" fmla="*/ 2685661 h 4449429"/>
              <a:gd name="connsiteX466-24291" fmla="*/ 14585255 w 18982931"/>
              <a:gd name="connsiteY466-24292" fmla="*/ 2894508 h 4449429"/>
              <a:gd name="connsiteX467-24293" fmla="*/ 14630955 w 18982931"/>
              <a:gd name="connsiteY467-24294" fmla="*/ 2894508 h 4449429"/>
              <a:gd name="connsiteX468-24295" fmla="*/ 14630955 w 18982931"/>
              <a:gd name="connsiteY468-24296" fmla="*/ 2685661 h 4449429"/>
              <a:gd name="connsiteX469-24297" fmla="*/ 14585255 w 18982931"/>
              <a:gd name="connsiteY469-24298" fmla="*/ 2685661 h 4449429"/>
              <a:gd name="connsiteX470-24299" fmla="*/ 14493625 w 18982931"/>
              <a:gd name="connsiteY470-24300" fmla="*/ 2685661 h 4449429"/>
              <a:gd name="connsiteX471-24301" fmla="*/ 14493625 w 18982931"/>
              <a:gd name="connsiteY471-24302" fmla="*/ 2894508 h 4449429"/>
              <a:gd name="connsiteX472-24303" fmla="*/ 14539325 w 18982931"/>
              <a:gd name="connsiteY472-24304" fmla="*/ 2894508 h 4449429"/>
              <a:gd name="connsiteX473-24305" fmla="*/ 14539325 w 18982931"/>
              <a:gd name="connsiteY473-24306" fmla="*/ 2685661 h 4449429"/>
              <a:gd name="connsiteX474-24307" fmla="*/ 14493625 w 18982931"/>
              <a:gd name="connsiteY474-24308" fmla="*/ 2685661 h 4449429"/>
              <a:gd name="connsiteX475-24309" fmla="*/ 2875284 w 18982931"/>
              <a:gd name="connsiteY475-24310" fmla="*/ 2661196 h 4449429"/>
              <a:gd name="connsiteX476-24311" fmla="*/ 2875284 w 18982931"/>
              <a:gd name="connsiteY476-24312" fmla="*/ 3265443 h 4449429"/>
              <a:gd name="connsiteX477-24313" fmla="*/ 2913063 w 18982931"/>
              <a:gd name="connsiteY477-24314" fmla="*/ 3265443 h 4449429"/>
              <a:gd name="connsiteX478-24315" fmla="*/ 2913063 w 18982931"/>
              <a:gd name="connsiteY478-24316" fmla="*/ 2661196 h 4449429"/>
              <a:gd name="connsiteX479-24317" fmla="*/ 2875284 w 18982931"/>
              <a:gd name="connsiteY479-24318" fmla="*/ 2661196 h 4449429"/>
              <a:gd name="connsiteX480-24319" fmla="*/ 2769698 w 18982931"/>
              <a:gd name="connsiteY480-24320" fmla="*/ 2661196 h 4449429"/>
              <a:gd name="connsiteX481-24321" fmla="*/ 2769698 w 18982931"/>
              <a:gd name="connsiteY481-24322" fmla="*/ 3265443 h 4449429"/>
              <a:gd name="connsiteX482-24323" fmla="*/ 2807479 w 18982931"/>
              <a:gd name="connsiteY482-24324" fmla="*/ 3265443 h 4449429"/>
              <a:gd name="connsiteX483-24325" fmla="*/ 2807479 w 18982931"/>
              <a:gd name="connsiteY483-24326" fmla="*/ 2661196 h 4449429"/>
              <a:gd name="connsiteX484-24327" fmla="*/ 2769698 w 18982931"/>
              <a:gd name="connsiteY484-24328" fmla="*/ 2661196 h 4449429"/>
              <a:gd name="connsiteX485-24329" fmla="*/ 2664114 w 18982931"/>
              <a:gd name="connsiteY485-24330" fmla="*/ 2661196 h 4449429"/>
              <a:gd name="connsiteX486-24331" fmla="*/ 2664114 w 18982931"/>
              <a:gd name="connsiteY486-24332" fmla="*/ 3265443 h 4449429"/>
              <a:gd name="connsiteX487-24333" fmla="*/ 2701891 w 18982931"/>
              <a:gd name="connsiteY487-24334" fmla="*/ 3265443 h 4449429"/>
              <a:gd name="connsiteX488-24335" fmla="*/ 2701891 w 18982931"/>
              <a:gd name="connsiteY488-24336" fmla="*/ 2661196 h 4449429"/>
              <a:gd name="connsiteX489-24337" fmla="*/ 2664114 w 18982931"/>
              <a:gd name="connsiteY489-24338" fmla="*/ 2661196 h 4449429"/>
              <a:gd name="connsiteX490-24339" fmla="*/ 2558534 w 18982931"/>
              <a:gd name="connsiteY490-24340" fmla="*/ 2661196 h 4449429"/>
              <a:gd name="connsiteX491-24341" fmla="*/ 2558534 w 18982931"/>
              <a:gd name="connsiteY491-24342" fmla="*/ 3265443 h 4449429"/>
              <a:gd name="connsiteX492-24343" fmla="*/ 2596306 w 18982931"/>
              <a:gd name="connsiteY492-24344" fmla="*/ 3265443 h 4449429"/>
              <a:gd name="connsiteX493-24345" fmla="*/ 2596306 w 18982931"/>
              <a:gd name="connsiteY493-24346" fmla="*/ 2661196 h 4449429"/>
              <a:gd name="connsiteX494-24347" fmla="*/ 2558534 w 18982931"/>
              <a:gd name="connsiteY494-24348" fmla="*/ 2661196 h 4449429"/>
              <a:gd name="connsiteX495-24349" fmla="*/ 2980870 w 18982931"/>
              <a:gd name="connsiteY495-24350" fmla="*/ 2661194 h 4449429"/>
              <a:gd name="connsiteX496-24351" fmla="*/ 2980870 w 18982931"/>
              <a:gd name="connsiteY496-24352" fmla="*/ 3265442 h 4449429"/>
              <a:gd name="connsiteX497-24353" fmla="*/ 3018648 w 18982931"/>
              <a:gd name="connsiteY497-24354" fmla="*/ 3265442 h 4449429"/>
              <a:gd name="connsiteX498-24355" fmla="*/ 3018648 w 18982931"/>
              <a:gd name="connsiteY498-24356" fmla="*/ 2661194 h 4449429"/>
              <a:gd name="connsiteX499-24357" fmla="*/ 2980870 w 18982931"/>
              <a:gd name="connsiteY499-24358" fmla="*/ 2661194 h 4449429"/>
              <a:gd name="connsiteX500-24359" fmla="*/ 16374516 w 18982931"/>
              <a:gd name="connsiteY500-24360" fmla="*/ 2632791 h 4449429"/>
              <a:gd name="connsiteX501-24361" fmla="*/ 16374516 w 18982931"/>
              <a:gd name="connsiteY501-24362" fmla="*/ 3237039 h 4449429"/>
              <a:gd name="connsiteX502-24363" fmla="*/ 16412296 w 18982931"/>
              <a:gd name="connsiteY502-24364" fmla="*/ 3237039 h 4449429"/>
              <a:gd name="connsiteX503-24365" fmla="*/ 16412296 w 18982931"/>
              <a:gd name="connsiteY503-24366" fmla="*/ 2632791 h 4449429"/>
              <a:gd name="connsiteX504-24367" fmla="*/ 16374516 w 18982931"/>
              <a:gd name="connsiteY504-24368" fmla="*/ 2632791 h 4449429"/>
              <a:gd name="connsiteX505-24369" fmla="*/ 16268931 w 18982931"/>
              <a:gd name="connsiteY505-24370" fmla="*/ 2632791 h 4449429"/>
              <a:gd name="connsiteX506-24371" fmla="*/ 16268931 w 18982931"/>
              <a:gd name="connsiteY506-24372" fmla="*/ 3237039 h 4449429"/>
              <a:gd name="connsiteX507-24373" fmla="*/ 16306709 w 18982931"/>
              <a:gd name="connsiteY507-24374" fmla="*/ 3237039 h 4449429"/>
              <a:gd name="connsiteX508-24375" fmla="*/ 16306709 w 18982931"/>
              <a:gd name="connsiteY508-24376" fmla="*/ 2632791 h 4449429"/>
              <a:gd name="connsiteX509-24377" fmla="*/ 16268931 w 18982931"/>
              <a:gd name="connsiteY509-24378" fmla="*/ 2632791 h 4449429"/>
              <a:gd name="connsiteX510-24379" fmla="*/ 16163344 w 18982931"/>
              <a:gd name="connsiteY510-24380" fmla="*/ 2632791 h 4449429"/>
              <a:gd name="connsiteX511-24381" fmla="*/ 16163344 w 18982931"/>
              <a:gd name="connsiteY511-24382" fmla="*/ 3237039 h 4449429"/>
              <a:gd name="connsiteX512-24383" fmla="*/ 16201125 w 18982931"/>
              <a:gd name="connsiteY512-24384" fmla="*/ 3237039 h 4449429"/>
              <a:gd name="connsiteX513-24385" fmla="*/ 16201125 w 18982931"/>
              <a:gd name="connsiteY513-24386" fmla="*/ 2632791 h 4449429"/>
              <a:gd name="connsiteX514-24387" fmla="*/ 16163344 w 18982931"/>
              <a:gd name="connsiteY514-24388" fmla="*/ 2632791 h 4449429"/>
              <a:gd name="connsiteX515-24389" fmla="*/ 16057760 w 18982931"/>
              <a:gd name="connsiteY515-24390" fmla="*/ 2632791 h 4449429"/>
              <a:gd name="connsiteX516-24391" fmla="*/ 16057760 w 18982931"/>
              <a:gd name="connsiteY516-24392" fmla="*/ 3237039 h 4449429"/>
              <a:gd name="connsiteX517-24393" fmla="*/ 16095537 w 18982931"/>
              <a:gd name="connsiteY517-24394" fmla="*/ 3237039 h 4449429"/>
              <a:gd name="connsiteX518-24395" fmla="*/ 16095537 w 18982931"/>
              <a:gd name="connsiteY518-24396" fmla="*/ 2632791 h 4449429"/>
              <a:gd name="connsiteX519-24397" fmla="*/ 16057760 w 18982931"/>
              <a:gd name="connsiteY519-24398" fmla="*/ 2632791 h 4449429"/>
              <a:gd name="connsiteX520-24399" fmla="*/ 16480103 w 18982931"/>
              <a:gd name="connsiteY520-24400" fmla="*/ 2632790 h 4449429"/>
              <a:gd name="connsiteX521-24401" fmla="*/ 16480103 w 18982931"/>
              <a:gd name="connsiteY521-24402" fmla="*/ 3237037 h 4449429"/>
              <a:gd name="connsiteX522-24403" fmla="*/ 16517880 w 18982931"/>
              <a:gd name="connsiteY522-24404" fmla="*/ 3237037 h 4449429"/>
              <a:gd name="connsiteX523-24405" fmla="*/ 16517880 w 18982931"/>
              <a:gd name="connsiteY523-24406" fmla="*/ 2632790 h 4449429"/>
              <a:gd name="connsiteX524-24407" fmla="*/ 16480103 w 18982931"/>
              <a:gd name="connsiteY524-24408" fmla="*/ 2632790 h 4449429"/>
              <a:gd name="connsiteX525-24409" fmla="*/ 1596781 w 18982931"/>
              <a:gd name="connsiteY525-24410" fmla="*/ 2622561 h 4449429"/>
              <a:gd name="connsiteX526-24411" fmla="*/ 1596781 w 18982931"/>
              <a:gd name="connsiteY526-24412" fmla="*/ 2668261 h 4449429"/>
              <a:gd name="connsiteX527-24413" fmla="*/ 1805629 w 18982931"/>
              <a:gd name="connsiteY527-24414" fmla="*/ 2668261 h 4449429"/>
              <a:gd name="connsiteX528-24415" fmla="*/ 1805629 w 18982931"/>
              <a:gd name="connsiteY528-24416" fmla="*/ 2622561 h 4449429"/>
              <a:gd name="connsiteX529-24417" fmla="*/ 1596781 w 18982931"/>
              <a:gd name="connsiteY529-24418" fmla="*/ 2622561 h 4449429"/>
              <a:gd name="connsiteX530-24419" fmla="*/ 1596781 w 18982931"/>
              <a:gd name="connsiteY530-24420" fmla="*/ 2530932 h 4449429"/>
              <a:gd name="connsiteX531-24421" fmla="*/ 1596781 w 18982931"/>
              <a:gd name="connsiteY531-24422" fmla="*/ 2576632 h 4449429"/>
              <a:gd name="connsiteX532-24423" fmla="*/ 1805629 w 18982931"/>
              <a:gd name="connsiteY532-24424" fmla="*/ 2576632 h 4449429"/>
              <a:gd name="connsiteX533-24425" fmla="*/ 1805629 w 18982931"/>
              <a:gd name="connsiteY533-24426" fmla="*/ 2530932 h 4449429"/>
              <a:gd name="connsiteX534-24427" fmla="*/ 1596781 w 18982931"/>
              <a:gd name="connsiteY534-24428" fmla="*/ 2530932 h 4449429"/>
              <a:gd name="connsiteX535-24429" fmla="*/ 1596781 w 18982931"/>
              <a:gd name="connsiteY535-24430" fmla="*/ 2439301 h 4449429"/>
              <a:gd name="connsiteX536-24431" fmla="*/ 1596781 w 18982931"/>
              <a:gd name="connsiteY536-24432" fmla="*/ 2485002 h 4449429"/>
              <a:gd name="connsiteX537-24433" fmla="*/ 1805629 w 18982931"/>
              <a:gd name="connsiteY537-24434" fmla="*/ 2485002 h 4449429"/>
              <a:gd name="connsiteX538-24435" fmla="*/ 1805629 w 18982931"/>
              <a:gd name="connsiteY538-24436" fmla="*/ 2439301 h 4449429"/>
              <a:gd name="connsiteX539-24437" fmla="*/ 1596781 w 18982931"/>
              <a:gd name="connsiteY539-24438" fmla="*/ 2439301 h 4449429"/>
              <a:gd name="connsiteX540-24439" fmla="*/ 17217171 w 18982931"/>
              <a:gd name="connsiteY540-24440" fmla="*/ 2397981 h 4449429"/>
              <a:gd name="connsiteX541-24441" fmla="*/ 17217171 w 18982931"/>
              <a:gd name="connsiteY541-24442" fmla="*/ 2434557 h 4449429"/>
              <a:gd name="connsiteX542-24443" fmla="*/ 17582931 w 18982931"/>
              <a:gd name="connsiteY542-24444" fmla="*/ 2434557 h 4449429"/>
              <a:gd name="connsiteX543-24445" fmla="*/ 17582931 w 18982931"/>
              <a:gd name="connsiteY543-24446" fmla="*/ 2397981 h 4449429"/>
              <a:gd name="connsiteX544-24447" fmla="*/ 17217171 w 18982931"/>
              <a:gd name="connsiteY544-24448" fmla="*/ 2397981 h 4449429"/>
              <a:gd name="connsiteX545-24449" fmla="*/ 9762349 w 18982931"/>
              <a:gd name="connsiteY545-24450" fmla="*/ 2057780 h 4449429"/>
              <a:gd name="connsiteX546-24451" fmla="*/ 9762349 w 18982931"/>
              <a:gd name="connsiteY546-24452" fmla="*/ 2266627 h 4449429"/>
              <a:gd name="connsiteX547-24453" fmla="*/ 9808049 w 18982931"/>
              <a:gd name="connsiteY547-24454" fmla="*/ 2266627 h 4449429"/>
              <a:gd name="connsiteX548-24455" fmla="*/ 9808049 w 18982931"/>
              <a:gd name="connsiteY548-24456" fmla="*/ 2057780 h 4449429"/>
              <a:gd name="connsiteX549-24457" fmla="*/ 9762349 w 18982931"/>
              <a:gd name="connsiteY549-24458" fmla="*/ 2057780 h 4449429"/>
              <a:gd name="connsiteX550-24459" fmla="*/ 9670720 w 18982931"/>
              <a:gd name="connsiteY550-24460" fmla="*/ 2057780 h 4449429"/>
              <a:gd name="connsiteX551-24461" fmla="*/ 9670720 w 18982931"/>
              <a:gd name="connsiteY551-24462" fmla="*/ 2266627 h 4449429"/>
              <a:gd name="connsiteX552-24463" fmla="*/ 9716420 w 18982931"/>
              <a:gd name="connsiteY552-24464" fmla="*/ 2266627 h 4449429"/>
              <a:gd name="connsiteX553-24465" fmla="*/ 9716420 w 18982931"/>
              <a:gd name="connsiteY553-24466" fmla="*/ 2057780 h 4449429"/>
              <a:gd name="connsiteX554-24467" fmla="*/ 9670720 w 18982931"/>
              <a:gd name="connsiteY554-24468" fmla="*/ 2057780 h 4449429"/>
              <a:gd name="connsiteX555-24469" fmla="*/ 9579089 w 18982931"/>
              <a:gd name="connsiteY555-24470" fmla="*/ 2057780 h 4449429"/>
              <a:gd name="connsiteX556-24471" fmla="*/ 9579089 w 18982931"/>
              <a:gd name="connsiteY556-24472" fmla="*/ 2266627 h 4449429"/>
              <a:gd name="connsiteX557-24473" fmla="*/ 9624790 w 18982931"/>
              <a:gd name="connsiteY557-24474" fmla="*/ 2266627 h 4449429"/>
              <a:gd name="connsiteX558-24475" fmla="*/ 9624790 w 18982931"/>
              <a:gd name="connsiteY558-24476" fmla="*/ 2057780 h 4449429"/>
              <a:gd name="connsiteX559-24477" fmla="*/ 9579089 w 18982931"/>
              <a:gd name="connsiteY559-24478" fmla="*/ 2057780 h 4449429"/>
              <a:gd name="connsiteX560-24479" fmla="*/ 9487461 w 18982931"/>
              <a:gd name="connsiteY560-24480" fmla="*/ 2057780 h 4449429"/>
              <a:gd name="connsiteX561-24481" fmla="*/ 9487461 w 18982931"/>
              <a:gd name="connsiteY561-24482" fmla="*/ 2266627 h 4449429"/>
              <a:gd name="connsiteX562-24483" fmla="*/ 9533161 w 18982931"/>
              <a:gd name="connsiteY562-24484" fmla="*/ 2266627 h 4449429"/>
              <a:gd name="connsiteX563-24485" fmla="*/ 9533161 w 18982931"/>
              <a:gd name="connsiteY563-24486" fmla="*/ 2057780 h 4449429"/>
              <a:gd name="connsiteX564-24487" fmla="*/ 9487461 w 18982931"/>
              <a:gd name="connsiteY564-24488" fmla="*/ 2057780 h 4449429"/>
              <a:gd name="connsiteX565-24489" fmla="*/ 9395836 w 18982931"/>
              <a:gd name="connsiteY565-24490" fmla="*/ 2057780 h 4449429"/>
              <a:gd name="connsiteX566-24491" fmla="*/ 9395836 w 18982931"/>
              <a:gd name="connsiteY566-24492" fmla="*/ 2266627 h 4449429"/>
              <a:gd name="connsiteX567-24493" fmla="*/ 9441534 w 18982931"/>
              <a:gd name="connsiteY567-24494" fmla="*/ 2266627 h 4449429"/>
              <a:gd name="connsiteX568-24495" fmla="*/ 9441534 w 18982931"/>
              <a:gd name="connsiteY568-24496" fmla="*/ 2057780 h 4449429"/>
              <a:gd name="connsiteX569-24497" fmla="*/ 9395836 w 18982931"/>
              <a:gd name="connsiteY569-24498" fmla="*/ 2057780 h 4449429"/>
              <a:gd name="connsiteX570-24499" fmla="*/ 9304202 w 18982931"/>
              <a:gd name="connsiteY570-24500" fmla="*/ 2057780 h 4449429"/>
              <a:gd name="connsiteX571-24501" fmla="*/ 9304202 w 18982931"/>
              <a:gd name="connsiteY571-24502" fmla="*/ 2266627 h 4449429"/>
              <a:gd name="connsiteX572-24503" fmla="*/ 9349902 w 18982931"/>
              <a:gd name="connsiteY572-24504" fmla="*/ 2266627 h 4449429"/>
              <a:gd name="connsiteX573-24505" fmla="*/ 9349902 w 18982931"/>
              <a:gd name="connsiteY573-24506" fmla="*/ 2057780 h 4449429"/>
              <a:gd name="connsiteX574-24507" fmla="*/ 9304202 w 18982931"/>
              <a:gd name="connsiteY574-24508" fmla="*/ 2057780 h 4449429"/>
              <a:gd name="connsiteX575-24509" fmla="*/ 9212570 w 18982931"/>
              <a:gd name="connsiteY575-24510" fmla="*/ 2057780 h 4449429"/>
              <a:gd name="connsiteX576-24511" fmla="*/ 9212570 w 18982931"/>
              <a:gd name="connsiteY576-24512" fmla="*/ 2266627 h 4449429"/>
              <a:gd name="connsiteX577-24513" fmla="*/ 9258270 w 18982931"/>
              <a:gd name="connsiteY577-24514" fmla="*/ 2266627 h 4449429"/>
              <a:gd name="connsiteX578-24515" fmla="*/ 9258270 w 18982931"/>
              <a:gd name="connsiteY578-24516" fmla="*/ 2057780 h 4449429"/>
              <a:gd name="connsiteX579-24517" fmla="*/ 9212570 w 18982931"/>
              <a:gd name="connsiteY579-24518" fmla="*/ 2057780 h 4449429"/>
              <a:gd name="connsiteX580-24519" fmla="*/ 14092702 w 18982931"/>
              <a:gd name="connsiteY580-24520" fmla="*/ 1859157 h 4449429"/>
              <a:gd name="connsiteX581-24521" fmla="*/ 14092702 w 18982931"/>
              <a:gd name="connsiteY581-24522" fmla="*/ 1895733 h 4449429"/>
              <a:gd name="connsiteX582-24523" fmla="*/ 14458462 w 18982931"/>
              <a:gd name="connsiteY582-24524" fmla="*/ 1895733 h 4449429"/>
              <a:gd name="connsiteX583-24525" fmla="*/ 14458462 w 18982931"/>
              <a:gd name="connsiteY583-24526" fmla="*/ 1859157 h 4449429"/>
              <a:gd name="connsiteX584-24527" fmla="*/ 14092702 w 18982931"/>
              <a:gd name="connsiteY584-24528" fmla="*/ 1859157 h 4449429"/>
              <a:gd name="connsiteX585-24529" fmla="*/ 17871603 w 18982931"/>
              <a:gd name="connsiteY585-24530" fmla="*/ 1806939 h 4449429"/>
              <a:gd name="connsiteX586-24531" fmla="*/ 17871603 w 18982931"/>
              <a:gd name="connsiteY586-24532" fmla="*/ 1809649 h 4449429"/>
              <a:gd name="connsiteX587-24533" fmla="*/ 17871627 w 18982931"/>
              <a:gd name="connsiteY587-24534" fmla="*/ 1809649 h 4449429"/>
              <a:gd name="connsiteX588-24535" fmla="*/ 17871603 w 18982931"/>
              <a:gd name="connsiteY588-24536" fmla="*/ 1806939 h 4449429"/>
              <a:gd name="connsiteX589-24537" fmla="*/ 18172695 w 18982931"/>
              <a:gd name="connsiteY589-24538" fmla="*/ 1733739 h 4449429"/>
              <a:gd name="connsiteX590-24539" fmla="*/ 18172695 w 18982931"/>
              <a:gd name="connsiteY590-24540" fmla="*/ 1870899 h 4449429"/>
              <a:gd name="connsiteX591-24541" fmla="*/ 18209271 w 18982931"/>
              <a:gd name="connsiteY591-24542" fmla="*/ 1870899 h 4449429"/>
              <a:gd name="connsiteX592-24543" fmla="*/ 18209271 w 18982931"/>
              <a:gd name="connsiteY592-24544" fmla="*/ 1733739 h 4449429"/>
              <a:gd name="connsiteX593-24545" fmla="*/ 18172695 w 18982931"/>
              <a:gd name="connsiteY593-24546" fmla="*/ 1733739 h 4449429"/>
              <a:gd name="connsiteX594-24547" fmla="*/ 18104295 w 18982931"/>
              <a:gd name="connsiteY594-24548" fmla="*/ 1733739 h 4449429"/>
              <a:gd name="connsiteX595-24549" fmla="*/ 18104295 w 18982931"/>
              <a:gd name="connsiteY595-24550" fmla="*/ 1870899 h 4449429"/>
              <a:gd name="connsiteX596-24551" fmla="*/ 18140871 w 18982931"/>
              <a:gd name="connsiteY596-24552" fmla="*/ 1870899 h 4449429"/>
              <a:gd name="connsiteX597-24553" fmla="*/ 18140871 w 18982931"/>
              <a:gd name="connsiteY597-24554" fmla="*/ 1733739 h 4449429"/>
              <a:gd name="connsiteX598-24555" fmla="*/ 18104295 w 18982931"/>
              <a:gd name="connsiteY598-24556" fmla="*/ 1733739 h 4449429"/>
              <a:gd name="connsiteX599-24557" fmla="*/ 18035895 w 18982931"/>
              <a:gd name="connsiteY599-24558" fmla="*/ 1733739 h 4449429"/>
              <a:gd name="connsiteX600-24559" fmla="*/ 18035895 w 18982931"/>
              <a:gd name="connsiteY600-24560" fmla="*/ 1870899 h 4449429"/>
              <a:gd name="connsiteX601-24561" fmla="*/ 18072471 w 18982931"/>
              <a:gd name="connsiteY601-24562" fmla="*/ 1870899 h 4449429"/>
              <a:gd name="connsiteX602-24563" fmla="*/ 18072471 w 18982931"/>
              <a:gd name="connsiteY602-24564" fmla="*/ 1733739 h 4449429"/>
              <a:gd name="connsiteX603-24565" fmla="*/ 18035895 w 18982931"/>
              <a:gd name="connsiteY603-24566" fmla="*/ 1733739 h 4449429"/>
              <a:gd name="connsiteX604-24567" fmla="*/ 17967493 w 18982931"/>
              <a:gd name="connsiteY604-24568" fmla="*/ 1733739 h 4449429"/>
              <a:gd name="connsiteX605-24569" fmla="*/ 17967493 w 18982931"/>
              <a:gd name="connsiteY605-24570" fmla="*/ 1870899 h 4449429"/>
              <a:gd name="connsiteX606-24571" fmla="*/ 18004069 w 18982931"/>
              <a:gd name="connsiteY606-24572" fmla="*/ 1870899 h 4449429"/>
              <a:gd name="connsiteX607-24573" fmla="*/ 18004069 w 18982931"/>
              <a:gd name="connsiteY607-24574" fmla="*/ 1733739 h 4449429"/>
              <a:gd name="connsiteX608-24575" fmla="*/ 17967493 w 18982931"/>
              <a:gd name="connsiteY608-24576" fmla="*/ 1733739 h 4449429"/>
              <a:gd name="connsiteX609-24577" fmla="*/ 14251161 w 18982931"/>
              <a:gd name="connsiteY609-24578" fmla="*/ 868400 h 4449429"/>
              <a:gd name="connsiteX610-24579" fmla="*/ 14251161 w 18982931"/>
              <a:gd name="connsiteY610-24580" fmla="*/ 1005560 h 4449429"/>
              <a:gd name="connsiteX611-24581" fmla="*/ 14287737 w 18982931"/>
              <a:gd name="connsiteY611-24582" fmla="*/ 1005560 h 4449429"/>
              <a:gd name="connsiteX612-24583" fmla="*/ 14287737 w 18982931"/>
              <a:gd name="connsiteY612-24584" fmla="*/ 868400 h 4449429"/>
              <a:gd name="connsiteX613-24585" fmla="*/ 14251161 w 18982931"/>
              <a:gd name="connsiteY613-24586" fmla="*/ 868400 h 4449429"/>
              <a:gd name="connsiteX614-24587" fmla="*/ 14182760 w 18982931"/>
              <a:gd name="connsiteY614-24588" fmla="*/ 868400 h 4449429"/>
              <a:gd name="connsiteX615-24589" fmla="*/ 14182760 w 18982931"/>
              <a:gd name="connsiteY615-24590" fmla="*/ 1005560 h 4449429"/>
              <a:gd name="connsiteX616-24591" fmla="*/ 14219336 w 18982931"/>
              <a:gd name="connsiteY616-24592" fmla="*/ 1005560 h 4449429"/>
              <a:gd name="connsiteX617-24593" fmla="*/ 14219336 w 18982931"/>
              <a:gd name="connsiteY617-24594" fmla="*/ 868400 h 4449429"/>
              <a:gd name="connsiteX618-24595" fmla="*/ 14182760 w 18982931"/>
              <a:gd name="connsiteY618-24596" fmla="*/ 868400 h 4449429"/>
              <a:gd name="connsiteX619-24597" fmla="*/ 14114359 w 18982931"/>
              <a:gd name="connsiteY619-24598" fmla="*/ 868400 h 4449429"/>
              <a:gd name="connsiteX620-24599" fmla="*/ 14114359 w 18982931"/>
              <a:gd name="connsiteY620-24600" fmla="*/ 1005560 h 4449429"/>
              <a:gd name="connsiteX621-24601" fmla="*/ 14150935 w 18982931"/>
              <a:gd name="connsiteY621-24602" fmla="*/ 1005560 h 4449429"/>
              <a:gd name="connsiteX622-24603" fmla="*/ 14150935 w 18982931"/>
              <a:gd name="connsiteY622-24604" fmla="*/ 868400 h 4449429"/>
              <a:gd name="connsiteX623-24605" fmla="*/ 14114359 w 18982931"/>
              <a:gd name="connsiteY623-24606" fmla="*/ 868400 h 4449429"/>
              <a:gd name="connsiteX624-24607" fmla="*/ 4788216 w 18982931"/>
              <a:gd name="connsiteY624-24608" fmla="*/ 807315 h 4449429"/>
              <a:gd name="connsiteX625-24609" fmla="*/ 4788216 w 18982931"/>
              <a:gd name="connsiteY625-24610" fmla="*/ 944475 h 4449429"/>
              <a:gd name="connsiteX626-24611" fmla="*/ 4824792 w 18982931"/>
              <a:gd name="connsiteY626-24612" fmla="*/ 944475 h 4449429"/>
              <a:gd name="connsiteX627-24613" fmla="*/ 4824792 w 18982931"/>
              <a:gd name="connsiteY627-24614" fmla="*/ 807315 h 4449429"/>
              <a:gd name="connsiteX628-24615" fmla="*/ 4788216 w 18982931"/>
              <a:gd name="connsiteY628-24616" fmla="*/ 807315 h 4449429"/>
              <a:gd name="connsiteX629-24617" fmla="*/ 4719815 w 18982931"/>
              <a:gd name="connsiteY629-24618" fmla="*/ 807315 h 4449429"/>
              <a:gd name="connsiteX630-24619" fmla="*/ 4719815 w 18982931"/>
              <a:gd name="connsiteY630-24620" fmla="*/ 944475 h 4449429"/>
              <a:gd name="connsiteX631-24621" fmla="*/ 4756391 w 18982931"/>
              <a:gd name="connsiteY631-24622" fmla="*/ 944475 h 4449429"/>
              <a:gd name="connsiteX632-24623" fmla="*/ 4756391 w 18982931"/>
              <a:gd name="connsiteY632-24624" fmla="*/ 807315 h 4449429"/>
              <a:gd name="connsiteX633-24625" fmla="*/ 4719815 w 18982931"/>
              <a:gd name="connsiteY633-24626" fmla="*/ 807315 h 4449429"/>
              <a:gd name="connsiteX634-24627" fmla="*/ 4651414 w 18982931"/>
              <a:gd name="connsiteY634-24628" fmla="*/ 807315 h 4449429"/>
              <a:gd name="connsiteX635-24629" fmla="*/ 4651414 w 18982931"/>
              <a:gd name="connsiteY635-24630" fmla="*/ 944475 h 4449429"/>
              <a:gd name="connsiteX636-24631" fmla="*/ 4687992 w 18982931"/>
              <a:gd name="connsiteY636-24632" fmla="*/ 944475 h 4449429"/>
              <a:gd name="connsiteX637-24633" fmla="*/ 4687992 w 18982931"/>
              <a:gd name="connsiteY637-24634" fmla="*/ 807315 h 4449429"/>
              <a:gd name="connsiteX638-24635" fmla="*/ 4651414 w 18982931"/>
              <a:gd name="connsiteY638-24636" fmla="*/ 807315 h 4449429"/>
              <a:gd name="connsiteX639-24637" fmla="*/ 2212838 w 18982931"/>
              <a:gd name="connsiteY639-24638" fmla="*/ 748887 h 4449429"/>
              <a:gd name="connsiteX640-24639" fmla="*/ 2212838 w 18982931"/>
              <a:gd name="connsiteY640-24640" fmla="*/ 886047 h 4449429"/>
              <a:gd name="connsiteX641-24641" fmla="*/ 2249414 w 18982931"/>
              <a:gd name="connsiteY641-24642" fmla="*/ 886047 h 4449429"/>
              <a:gd name="connsiteX642-24643" fmla="*/ 2249414 w 18982931"/>
              <a:gd name="connsiteY642-24644" fmla="*/ 748887 h 4449429"/>
              <a:gd name="connsiteX643-24645" fmla="*/ 2212838 w 18982931"/>
              <a:gd name="connsiteY643-24646" fmla="*/ 748887 h 4449429"/>
              <a:gd name="connsiteX644-24647" fmla="*/ 2144438 w 18982931"/>
              <a:gd name="connsiteY644-24648" fmla="*/ 748887 h 4449429"/>
              <a:gd name="connsiteX645-24649" fmla="*/ 2144438 w 18982931"/>
              <a:gd name="connsiteY645-24650" fmla="*/ 886047 h 4449429"/>
              <a:gd name="connsiteX646-24651" fmla="*/ 2181014 w 18982931"/>
              <a:gd name="connsiteY646-24652" fmla="*/ 886047 h 4449429"/>
              <a:gd name="connsiteX647-24653" fmla="*/ 2181014 w 18982931"/>
              <a:gd name="connsiteY647-24654" fmla="*/ 748887 h 4449429"/>
              <a:gd name="connsiteX648-24655" fmla="*/ 2144438 w 18982931"/>
              <a:gd name="connsiteY648-24656" fmla="*/ 748887 h 4449429"/>
              <a:gd name="connsiteX649-24657" fmla="*/ 2076037 w 18982931"/>
              <a:gd name="connsiteY649-24658" fmla="*/ 748887 h 4449429"/>
              <a:gd name="connsiteX650-24659" fmla="*/ 2076037 w 18982931"/>
              <a:gd name="connsiteY650-24660" fmla="*/ 886047 h 4449429"/>
              <a:gd name="connsiteX651-24661" fmla="*/ 2112612 w 18982931"/>
              <a:gd name="connsiteY651-24662" fmla="*/ 886047 h 4449429"/>
              <a:gd name="connsiteX652-24663" fmla="*/ 2112612 w 18982931"/>
              <a:gd name="connsiteY652-24664" fmla="*/ 748887 h 4449429"/>
              <a:gd name="connsiteX653-24665" fmla="*/ 2076037 w 18982931"/>
              <a:gd name="connsiteY653-24666" fmla="*/ 748887 h 4449429"/>
              <a:gd name="connsiteX654-24667" fmla="*/ 2007635 w 18982931"/>
              <a:gd name="connsiteY654-24668" fmla="*/ 748887 h 4449429"/>
              <a:gd name="connsiteX655-24669" fmla="*/ 2007635 w 18982931"/>
              <a:gd name="connsiteY655-24670" fmla="*/ 886047 h 4449429"/>
              <a:gd name="connsiteX656-24671" fmla="*/ 2044211 w 18982931"/>
              <a:gd name="connsiteY656-24672" fmla="*/ 886047 h 4449429"/>
              <a:gd name="connsiteX657-24673" fmla="*/ 2044211 w 18982931"/>
              <a:gd name="connsiteY657-24674" fmla="*/ 748887 h 4449429"/>
              <a:gd name="connsiteX658-24675" fmla="*/ 2007635 w 18982931"/>
              <a:gd name="connsiteY658-24676" fmla="*/ 748887 h 4449429"/>
              <a:gd name="connsiteX659-24677" fmla="*/ 17088019 w 18982931"/>
              <a:gd name="connsiteY659-24678" fmla="*/ 737716 h 4449429"/>
              <a:gd name="connsiteX660-24679" fmla="*/ 17088019 w 18982931"/>
              <a:gd name="connsiteY660-24680" fmla="*/ 825107 h 4449429"/>
              <a:gd name="connsiteX661-24681" fmla="*/ 17124595 w 18982931"/>
              <a:gd name="connsiteY661-24682" fmla="*/ 825107 h 4449429"/>
              <a:gd name="connsiteX662-24683" fmla="*/ 17124595 w 18982931"/>
              <a:gd name="connsiteY662-24684" fmla="*/ 737716 h 4449429"/>
              <a:gd name="connsiteX663-24685" fmla="*/ 17088019 w 18982931"/>
              <a:gd name="connsiteY663-24686" fmla="*/ 737716 h 4449429"/>
              <a:gd name="connsiteX664-24687" fmla="*/ 17021803 w 18982931"/>
              <a:gd name="connsiteY664-24688" fmla="*/ 737716 h 4449429"/>
              <a:gd name="connsiteX665-24689" fmla="*/ 17021803 w 18982931"/>
              <a:gd name="connsiteY665-24690" fmla="*/ 825107 h 4449429"/>
              <a:gd name="connsiteX666-24691" fmla="*/ 17058379 w 18982931"/>
              <a:gd name="connsiteY666-24692" fmla="*/ 825107 h 4449429"/>
              <a:gd name="connsiteX667-24693" fmla="*/ 17058379 w 18982931"/>
              <a:gd name="connsiteY667-24694" fmla="*/ 737716 h 4449429"/>
              <a:gd name="connsiteX668-24695" fmla="*/ 17021803 w 18982931"/>
              <a:gd name="connsiteY668-24696" fmla="*/ 737716 h 4449429"/>
              <a:gd name="connsiteX669-24697" fmla="*/ 16955591 w 18982931"/>
              <a:gd name="connsiteY669-24698" fmla="*/ 737716 h 4449429"/>
              <a:gd name="connsiteX670-24699" fmla="*/ 16955591 w 18982931"/>
              <a:gd name="connsiteY670-24700" fmla="*/ 825107 h 4449429"/>
              <a:gd name="connsiteX671-24701" fmla="*/ 16992167 w 18982931"/>
              <a:gd name="connsiteY671-24702" fmla="*/ 825107 h 4449429"/>
              <a:gd name="connsiteX672-24703" fmla="*/ 16992167 w 18982931"/>
              <a:gd name="connsiteY672-24704" fmla="*/ 737716 h 4449429"/>
              <a:gd name="connsiteX673-24705" fmla="*/ 16955591 w 18982931"/>
              <a:gd name="connsiteY673-24706" fmla="*/ 737716 h 4449429"/>
              <a:gd name="connsiteX674-24707" fmla="*/ 16889375 w 18982931"/>
              <a:gd name="connsiteY674-24708" fmla="*/ 737716 h 4449429"/>
              <a:gd name="connsiteX675-24709" fmla="*/ 16889375 w 18982931"/>
              <a:gd name="connsiteY675-24710" fmla="*/ 825107 h 4449429"/>
              <a:gd name="connsiteX676-24711" fmla="*/ 16925951 w 18982931"/>
              <a:gd name="connsiteY676-24712" fmla="*/ 825107 h 4449429"/>
              <a:gd name="connsiteX677-24713" fmla="*/ 16925951 w 18982931"/>
              <a:gd name="connsiteY677-24714" fmla="*/ 737716 h 4449429"/>
              <a:gd name="connsiteX678-24715" fmla="*/ 16889375 w 18982931"/>
              <a:gd name="connsiteY678-24716" fmla="*/ 737716 h 4449429"/>
              <a:gd name="connsiteX679-24717" fmla="*/ 16823163 w 18982931"/>
              <a:gd name="connsiteY679-24718" fmla="*/ 737716 h 4449429"/>
              <a:gd name="connsiteX680-24719" fmla="*/ 16823163 w 18982931"/>
              <a:gd name="connsiteY680-24720" fmla="*/ 825107 h 4449429"/>
              <a:gd name="connsiteX681-24721" fmla="*/ 16859739 w 18982931"/>
              <a:gd name="connsiteY681-24722" fmla="*/ 825107 h 4449429"/>
              <a:gd name="connsiteX682-24723" fmla="*/ 16859739 w 18982931"/>
              <a:gd name="connsiteY682-24724" fmla="*/ 737716 h 4449429"/>
              <a:gd name="connsiteX683-24725" fmla="*/ 16823163 w 18982931"/>
              <a:gd name="connsiteY683-24726" fmla="*/ 737716 h 4449429"/>
              <a:gd name="connsiteX684-24727" fmla="*/ 16756948 w 18982931"/>
              <a:gd name="connsiteY684-24728" fmla="*/ 737716 h 4449429"/>
              <a:gd name="connsiteX685-24729" fmla="*/ 16756948 w 18982931"/>
              <a:gd name="connsiteY685-24730" fmla="*/ 825107 h 4449429"/>
              <a:gd name="connsiteX686-24731" fmla="*/ 16793523 w 18982931"/>
              <a:gd name="connsiteY686-24732" fmla="*/ 825107 h 4449429"/>
              <a:gd name="connsiteX687-24733" fmla="*/ 16793523 w 18982931"/>
              <a:gd name="connsiteY687-24734" fmla="*/ 737716 h 4449429"/>
              <a:gd name="connsiteX688-24735" fmla="*/ 16756948 w 18982931"/>
              <a:gd name="connsiteY688-24736" fmla="*/ 737716 h 4449429"/>
              <a:gd name="connsiteX689-24737" fmla="*/ 13739104 w 18982931"/>
              <a:gd name="connsiteY689-24738" fmla="*/ 0 h 4449429"/>
              <a:gd name="connsiteX690-24739" fmla="*/ 13842002 w 18982931"/>
              <a:gd name="connsiteY690-24740" fmla="*/ 0 h 4449429"/>
              <a:gd name="connsiteX691-24741" fmla="*/ 13883163 w 18982931"/>
              <a:gd name="connsiteY691-24742" fmla="*/ 428067 h 4449429"/>
              <a:gd name="connsiteX692-24743" fmla="*/ 13883163 w 18982931"/>
              <a:gd name="connsiteY692-24744" fmla="*/ 456882 h 4449429"/>
              <a:gd name="connsiteX693-24745" fmla="*/ 13907863 w 18982931"/>
              <a:gd name="connsiteY693-24746" fmla="*/ 954919 h 4449429"/>
              <a:gd name="connsiteX694-24747" fmla="*/ 13911978 w 18982931"/>
              <a:gd name="connsiteY694-24748" fmla="*/ 1679340 h 4449429"/>
              <a:gd name="connsiteX695-24749" fmla="*/ 13916091 w 18982931"/>
              <a:gd name="connsiteY695-24750" fmla="*/ 2058015 h 4449429"/>
              <a:gd name="connsiteX696-24751" fmla="*/ 13936673 w 18982931"/>
              <a:gd name="connsiteY696-24752" fmla="*/ 2086829 h 4449429"/>
              <a:gd name="connsiteX697-24753" fmla="*/ 13953138 w 18982931"/>
              <a:gd name="connsiteY697-24754" fmla="*/ 2058015 h 4449429"/>
              <a:gd name="connsiteX698-24755" fmla="*/ 13953138 w 18982931"/>
              <a:gd name="connsiteY698-24756" fmla="*/ 1955115 h 4449429"/>
              <a:gd name="connsiteX699-24757" fmla="*/ 13965483 w 18982931"/>
              <a:gd name="connsiteY699-24758" fmla="*/ 1922188 h 4449429"/>
              <a:gd name="connsiteX700-24759" fmla="*/ 13986066 w 18982931"/>
              <a:gd name="connsiteY700-24760" fmla="*/ 1876909 h 4449429"/>
              <a:gd name="connsiteX701-24761" fmla="*/ 13986066 w 18982931"/>
              <a:gd name="connsiteY701-24762" fmla="*/ 1625834 h 4449429"/>
              <a:gd name="connsiteX702-24763" fmla="*/ 14051922 w 18982931"/>
              <a:gd name="connsiteY702-24764" fmla="*/ 1617602 h 4449429"/>
              <a:gd name="connsiteX703-24765" fmla="*/ 14047992 w 18982931"/>
              <a:gd name="connsiteY703-24766" fmla="*/ 1005560 h 4449429"/>
              <a:gd name="connsiteX704-24767" fmla="*/ 14082534 w 18982931"/>
              <a:gd name="connsiteY704-24768" fmla="*/ 1005560 h 4449429"/>
              <a:gd name="connsiteX705-24769" fmla="*/ 14082534 w 18982931"/>
              <a:gd name="connsiteY705-24770" fmla="*/ 868400 h 4449429"/>
              <a:gd name="connsiteX706-24771" fmla="*/ 14047111 w 18982931"/>
              <a:gd name="connsiteY706-24772" fmla="*/ 868400 h 4449429"/>
              <a:gd name="connsiteX707-24773" fmla="*/ 14046442 w 18982931"/>
              <a:gd name="connsiteY707-24774" fmla="*/ 764191 h 4449429"/>
              <a:gd name="connsiteX708-24775" fmla="*/ 14187749 w 18982931"/>
              <a:gd name="connsiteY708-24776" fmla="*/ 436300 h 4449429"/>
              <a:gd name="connsiteX709-24777" fmla="*/ 14212445 w 18982931"/>
              <a:gd name="connsiteY709-24778" fmla="*/ 411603 h 4449429"/>
              <a:gd name="connsiteX710-24779" fmla="*/ 14410015 w 18982931"/>
              <a:gd name="connsiteY710-24780" fmla="*/ 444532 h 4449429"/>
              <a:gd name="connsiteX711-24781" fmla="*/ 14442947 w 18982931"/>
              <a:gd name="connsiteY711-24782" fmla="*/ 275776 h 4449429"/>
              <a:gd name="connsiteX712-24783" fmla="*/ 14479990 w 18982931"/>
              <a:gd name="connsiteY712-24784" fmla="*/ 246961 h 4449429"/>
              <a:gd name="connsiteX713-24785" fmla="*/ 14517032 w 18982931"/>
              <a:gd name="connsiteY713-24786" fmla="*/ 271658 h 4449429"/>
              <a:gd name="connsiteX714-24787" fmla="*/ 14574655 w 18982931"/>
              <a:gd name="connsiteY714-24788" fmla="*/ 522739 h 4449429"/>
              <a:gd name="connsiteX715-24789" fmla="*/ 14603469 w 18982931"/>
              <a:gd name="connsiteY715-24790" fmla="*/ 1123678 h 4449429"/>
              <a:gd name="connsiteX716-24791" fmla="*/ 14603469 w 18982931"/>
              <a:gd name="connsiteY716-24792" fmla="*/ 1617602 h 4449429"/>
              <a:gd name="connsiteX717-24793" fmla="*/ 14595237 w 18982931"/>
              <a:gd name="connsiteY717-24794" fmla="*/ 1683457 h 4449429"/>
              <a:gd name="connsiteX718-24795" fmla="*/ 14607589 w 18982931"/>
              <a:gd name="connsiteY718-24796" fmla="*/ 1753429 h 4449429"/>
              <a:gd name="connsiteX719-24797" fmla="*/ 14656976 w 18982931"/>
              <a:gd name="connsiteY719-24798" fmla="*/ 1753429 h 4449429"/>
              <a:gd name="connsiteX720-24799" fmla="*/ 14706369 w 18982931"/>
              <a:gd name="connsiteY720-24800" fmla="*/ 1568210 h 4449429"/>
              <a:gd name="connsiteX721-24801" fmla="*/ 14722833 w 18982931"/>
              <a:gd name="connsiteY721-24802" fmla="*/ 1568210 h 4449429"/>
              <a:gd name="connsiteX722-24803" fmla="*/ 14768111 w 18982931"/>
              <a:gd name="connsiteY722-24804" fmla="*/ 1753429 h 4449429"/>
              <a:gd name="connsiteX723-24805" fmla="*/ 14875128 w 18982931"/>
              <a:gd name="connsiteY723-24806" fmla="*/ 1753429 h 4449429"/>
              <a:gd name="connsiteX724-24807" fmla="*/ 14883360 w 18982931"/>
              <a:gd name="connsiteY724-24808" fmla="*/ 1827516 h 4449429"/>
              <a:gd name="connsiteX725-24809" fmla="*/ 14940984 w 18982931"/>
              <a:gd name="connsiteY725-24810" fmla="*/ 1827516 h 4449429"/>
              <a:gd name="connsiteX726-24811" fmla="*/ 15019191 w 18982931"/>
              <a:gd name="connsiteY726-24812" fmla="*/ 1625834 h 4449429"/>
              <a:gd name="connsiteX727-24813" fmla="*/ 15043883 w 18982931"/>
              <a:gd name="connsiteY727-24814" fmla="*/ 1090750 h 4449429"/>
              <a:gd name="connsiteX728-24815" fmla="*/ 15134436 w 18982931"/>
              <a:gd name="connsiteY728-24816" fmla="*/ 1000197 h 4449429"/>
              <a:gd name="connsiteX729-24817" fmla="*/ 15212643 w 18982931"/>
              <a:gd name="connsiteY729-24818" fmla="*/ 1078400 h 4449429"/>
              <a:gd name="connsiteX730-24819" fmla="*/ 15212643 w 18982931"/>
              <a:gd name="connsiteY730-24820" fmla="*/ 1152488 h 4449429"/>
              <a:gd name="connsiteX731-24821" fmla="*/ 15224993 w 18982931"/>
              <a:gd name="connsiteY731-24822" fmla="*/ 1119560 h 4449429"/>
              <a:gd name="connsiteX732-24823" fmla="*/ 15237338 w 18982931"/>
              <a:gd name="connsiteY732-24824" fmla="*/ 563899 h 4449429"/>
              <a:gd name="connsiteX733-24825" fmla="*/ 15290845 w 18982931"/>
              <a:gd name="connsiteY733-24826" fmla="*/ 382793 h 4449429"/>
              <a:gd name="connsiteX734-24827" fmla="*/ 15323772 w 18982931"/>
              <a:gd name="connsiteY734-24828" fmla="*/ 300473 h 4449429"/>
              <a:gd name="connsiteX735-24829" fmla="*/ 15364932 w 18982931"/>
              <a:gd name="connsiteY735-24830" fmla="*/ 259313 h 4449429"/>
              <a:gd name="connsiteX736-24831" fmla="*/ 15389634 w 18982931"/>
              <a:gd name="connsiteY736-24832" fmla="*/ 296354 h 4449429"/>
              <a:gd name="connsiteX737-24833" fmla="*/ 15401979 w 18982931"/>
              <a:gd name="connsiteY737-24834" fmla="*/ 411603 h 4449429"/>
              <a:gd name="connsiteX738-24835" fmla="*/ 15451371 w 18982931"/>
              <a:gd name="connsiteY738-24836" fmla="*/ 703843 h 4449429"/>
              <a:gd name="connsiteX739-24837" fmla="*/ 15455486 w 18982931"/>
              <a:gd name="connsiteY739-24838" fmla="*/ 1173070 h 4449429"/>
              <a:gd name="connsiteX740-24839" fmla="*/ 15455486 w 18982931"/>
              <a:gd name="connsiteY740-24840" fmla="*/ 1238927 h 4449429"/>
              <a:gd name="connsiteX741-24841" fmla="*/ 15727143 w 18982931"/>
              <a:gd name="connsiteY741-24842" fmla="*/ 1238927 h 4449429"/>
              <a:gd name="connsiteX742-24843" fmla="*/ 15727143 w 18982931"/>
              <a:gd name="connsiteY742-24844" fmla="*/ 1465306 h 4449429"/>
              <a:gd name="connsiteX743-24845" fmla="*/ 15772422 w 18982931"/>
              <a:gd name="connsiteY743-24846" fmla="*/ 1469425 h 4449429"/>
              <a:gd name="connsiteX744-24847" fmla="*/ 15850624 w 18982931"/>
              <a:gd name="connsiteY744-24848" fmla="*/ 1551745 h 4449429"/>
              <a:gd name="connsiteX745-24849" fmla="*/ 15850624 w 18982931"/>
              <a:gd name="connsiteY745-24850" fmla="*/ 2224712 h 4449429"/>
              <a:gd name="connsiteX746-24851" fmla="*/ 15923336 w 18982931"/>
              <a:gd name="connsiteY746-24852" fmla="*/ 2224712 h 4449429"/>
              <a:gd name="connsiteX747-24853" fmla="*/ 15924718 w 18982931"/>
              <a:gd name="connsiteY747-24854" fmla="*/ 2177381 h 4449429"/>
              <a:gd name="connsiteX748-24855" fmla="*/ 15982338 w 18982931"/>
              <a:gd name="connsiteY748-24856" fmla="*/ 2103294 h 4449429"/>
              <a:gd name="connsiteX749-24857" fmla="*/ 15986455 w 18982931"/>
              <a:gd name="connsiteY749-24858" fmla="*/ 2045669 h 4449429"/>
              <a:gd name="connsiteX750-24859" fmla="*/ 16002920 w 18982931"/>
              <a:gd name="connsiteY750-24860" fmla="*/ 2033319 h 4449429"/>
              <a:gd name="connsiteX751-24861" fmla="*/ 16015265 w 18982931"/>
              <a:gd name="connsiteY751-24862" fmla="*/ 2041550 h 4449429"/>
              <a:gd name="connsiteX752-24863" fmla="*/ 16056425 w 18982931"/>
              <a:gd name="connsiteY752-24864" fmla="*/ 2210310 h 4449429"/>
              <a:gd name="connsiteX753-24865" fmla="*/ 16056425 w 18982931"/>
              <a:gd name="connsiteY753-24866" fmla="*/ 2276166 h 4449429"/>
              <a:gd name="connsiteX754-24867" fmla="*/ 16077008 w 18982931"/>
              <a:gd name="connsiteY754-24868" fmla="*/ 2276166 h 4449429"/>
              <a:gd name="connsiteX755-24869" fmla="*/ 16097587 w 18982931"/>
              <a:gd name="connsiteY755-24870" fmla="*/ 1938652 h 4449429"/>
              <a:gd name="connsiteX756-24871" fmla="*/ 16122282 w 18982931"/>
              <a:gd name="connsiteY756-24872" fmla="*/ 1934533 h 4449429"/>
              <a:gd name="connsiteX757-24873" fmla="*/ 16155210 w 18982931"/>
              <a:gd name="connsiteY757-24874" fmla="*/ 1938652 h 4449429"/>
              <a:gd name="connsiteX758-24875" fmla="*/ 16155210 w 18982931"/>
              <a:gd name="connsiteY758-24876" fmla="*/ 2272048 h 4449429"/>
              <a:gd name="connsiteX759-24877" fmla="*/ 16175792 w 18982931"/>
              <a:gd name="connsiteY759-24878" fmla="*/ 2276166 h 4449429"/>
              <a:gd name="connsiteX760-24879" fmla="*/ 16192257 w 18982931"/>
              <a:gd name="connsiteY760-24880" fmla="*/ 2243238 h 4449429"/>
              <a:gd name="connsiteX761-24881" fmla="*/ 16192257 w 18982931"/>
              <a:gd name="connsiteY761-24882" fmla="*/ 1992158 h 4449429"/>
              <a:gd name="connsiteX762-24883" fmla="*/ 16192257 w 18982931"/>
              <a:gd name="connsiteY762-24884" fmla="*/ 1774011 h 4449429"/>
              <a:gd name="connsiteX763-24885" fmla="*/ 16488610 w 18982931"/>
              <a:gd name="connsiteY763-24886" fmla="*/ 1774011 h 4449429"/>
              <a:gd name="connsiteX764-24887" fmla="*/ 16538004 w 18982931"/>
              <a:gd name="connsiteY764-24888" fmla="*/ 1823403 h 4449429"/>
              <a:gd name="connsiteX765-24889" fmla="*/ 16538004 w 18982931"/>
              <a:gd name="connsiteY765-24890" fmla="*/ 2029205 h 4449429"/>
              <a:gd name="connsiteX766-24891" fmla="*/ 16550349 w 18982931"/>
              <a:gd name="connsiteY766-24892" fmla="*/ 2033319 h 4449429"/>
              <a:gd name="connsiteX767-24893" fmla="*/ 16566812 w 18982931"/>
              <a:gd name="connsiteY767-24894" fmla="*/ 1992158 h 4449429"/>
              <a:gd name="connsiteX768-24895" fmla="*/ 16570932 w 18982931"/>
              <a:gd name="connsiteY768-24896" fmla="*/ 1695804 h 4449429"/>
              <a:gd name="connsiteX769-24897" fmla="*/ 16566812 w 18982931"/>
              <a:gd name="connsiteY769-24898" fmla="*/ 773813 h 4449429"/>
              <a:gd name="connsiteX770-24899" fmla="*/ 16636788 w 18982931"/>
              <a:gd name="connsiteY770-24900" fmla="*/ 646219 h 4449429"/>
              <a:gd name="connsiteX771-24901" fmla="*/ 16723226 w 18982931"/>
              <a:gd name="connsiteY771-24902" fmla="*/ 514506 h 4449429"/>
              <a:gd name="connsiteX772-24903" fmla="*/ 16743805 w 18982931"/>
              <a:gd name="connsiteY772-24904" fmla="*/ 481577 h 4449429"/>
              <a:gd name="connsiteX773-24905" fmla="*/ 16817899 w 18982931"/>
              <a:gd name="connsiteY773-24906" fmla="*/ 329283 h 4449429"/>
              <a:gd name="connsiteX774-24907" fmla="*/ 16842595 w 18982931"/>
              <a:gd name="connsiteY774-24908" fmla="*/ 275776 h 4449429"/>
              <a:gd name="connsiteX775-24909" fmla="*/ 16859059 w 18982931"/>
              <a:gd name="connsiteY775-24910" fmla="*/ 279891 h 4449429"/>
              <a:gd name="connsiteX776-24911" fmla="*/ 16859059 w 18982931"/>
              <a:gd name="connsiteY776-24912" fmla="*/ 337515 h 4449429"/>
              <a:gd name="connsiteX777-24913" fmla="*/ 16867291 w 18982931"/>
              <a:gd name="connsiteY777-24914" fmla="*/ 382793 h 4449429"/>
              <a:gd name="connsiteX778-24915" fmla="*/ 16966075 w 18982931"/>
              <a:gd name="connsiteY778-24916" fmla="*/ 436300 h 4449429"/>
              <a:gd name="connsiteX779-24917" fmla="*/ 17031935 w 18982931"/>
              <a:gd name="connsiteY779-24918" fmla="*/ 526852 h 4449429"/>
              <a:gd name="connsiteX780-24919" fmla="*/ 17031935 w 18982931"/>
              <a:gd name="connsiteY780-24920" fmla="*/ 596826 h 4449429"/>
              <a:gd name="connsiteX781-24921" fmla="*/ 17060743 w 18982931"/>
              <a:gd name="connsiteY781-24922" fmla="*/ 600941 h 4449429"/>
              <a:gd name="connsiteX782-24923" fmla="*/ 17147183 w 18982931"/>
              <a:gd name="connsiteY782-24924" fmla="*/ 691493 h 4449429"/>
              <a:gd name="connsiteX783-24925" fmla="*/ 17147219 w 18982931"/>
              <a:gd name="connsiteY783-24926" fmla="*/ 704240 h 4449429"/>
              <a:gd name="connsiteX784-24927" fmla="*/ 17148515 w 18982931"/>
              <a:gd name="connsiteY784-24928" fmla="*/ 704240 h 4449429"/>
              <a:gd name="connsiteX785-24929" fmla="*/ 17148515 w 18982931"/>
              <a:gd name="connsiteY785-24930" fmla="*/ 880086 h 4449429"/>
              <a:gd name="connsiteX786-24931" fmla="*/ 17147731 w 18982931"/>
              <a:gd name="connsiteY786-24932" fmla="*/ 880086 h 4449429"/>
              <a:gd name="connsiteX787-24933" fmla="*/ 17151295 w 18982931"/>
              <a:gd name="connsiteY787-24934" fmla="*/ 2103294 h 4449429"/>
              <a:gd name="connsiteX788-24935" fmla="*/ 17151295 w 18982931"/>
              <a:gd name="connsiteY788-24936" fmla="*/ 2152686 h 4449429"/>
              <a:gd name="connsiteX789-24937" fmla="*/ 17225383 w 18982931"/>
              <a:gd name="connsiteY789-24938" fmla="*/ 2152686 h 4449429"/>
              <a:gd name="connsiteX790-24939" fmla="*/ 17225383 w 18982931"/>
              <a:gd name="connsiteY790-24940" fmla="*/ 1811053 h 4449429"/>
              <a:gd name="connsiteX791-24941" fmla="*/ 17307703 w 18982931"/>
              <a:gd name="connsiteY791-24942" fmla="*/ 1757546 h 4449429"/>
              <a:gd name="connsiteX792-24943" fmla="*/ 17307703 w 18982931"/>
              <a:gd name="connsiteY792-24944" fmla="*/ 1889260 h 4449429"/>
              <a:gd name="connsiteX793-24945" fmla="*/ 17336519 w 18982931"/>
              <a:gd name="connsiteY793-24946" fmla="*/ 1926302 h 4449429"/>
              <a:gd name="connsiteX794-24947" fmla="*/ 17381799 w 18982931"/>
              <a:gd name="connsiteY794-24948" fmla="*/ 1975695 h 4449429"/>
              <a:gd name="connsiteX795-24949" fmla="*/ 17381799 w 18982931"/>
              <a:gd name="connsiteY795-24950" fmla="*/ 2165031 h 4449429"/>
              <a:gd name="connsiteX796-24951" fmla="*/ 17562899 w 18982931"/>
              <a:gd name="connsiteY796-24952" fmla="*/ 2165031 h 4449429"/>
              <a:gd name="connsiteX797-24953" fmla="*/ 17562899 w 18982931"/>
              <a:gd name="connsiteY797-24954" fmla="*/ 2329673 h 4449429"/>
              <a:gd name="connsiteX798-24955" fmla="*/ 17575251 w 18982931"/>
              <a:gd name="connsiteY798-24956" fmla="*/ 2329673 h 4449429"/>
              <a:gd name="connsiteX799-24957" fmla="*/ 17575251 w 18982931"/>
              <a:gd name="connsiteY799-24958" fmla="*/ 2127989 h 4449429"/>
              <a:gd name="connsiteX800-24959" fmla="*/ 17591711 w 18982931"/>
              <a:gd name="connsiteY800-24960" fmla="*/ 1609370 h 4449429"/>
              <a:gd name="connsiteX801-24961" fmla="*/ 17604059 w 18982931"/>
              <a:gd name="connsiteY801-24962" fmla="*/ 1584673 h 4449429"/>
              <a:gd name="connsiteX802-24963" fmla="*/ 17711083 w 18982931"/>
              <a:gd name="connsiteY802-24964" fmla="*/ 1580555 h 4449429"/>
              <a:gd name="connsiteX803-24965" fmla="*/ 17735775 w 18982931"/>
              <a:gd name="connsiteY803-24966" fmla="*/ 1609370 h 4449429"/>
              <a:gd name="connsiteX804-24967" fmla="*/ 17772819 w 18982931"/>
              <a:gd name="connsiteY804-24968" fmla="*/ 1613483 h 4449429"/>
              <a:gd name="connsiteX805-24969" fmla="*/ 17768699 w 18982931"/>
              <a:gd name="connsiteY805-24970" fmla="*/ 1559977 h 4449429"/>
              <a:gd name="connsiteX806-24971" fmla="*/ 17772819 w 18982931"/>
              <a:gd name="connsiteY806-24972" fmla="*/ 1531163 h 4449429"/>
              <a:gd name="connsiteX807-24973" fmla="*/ 17797515 w 18982931"/>
              <a:gd name="connsiteY807-24974" fmla="*/ 1469425 h 4449429"/>
              <a:gd name="connsiteX808-24975" fmla="*/ 17797515 w 18982931"/>
              <a:gd name="connsiteY808-24976" fmla="*/ 1374754 h 4449429"/>
              <a:gd name="connsiteX809-24977" fmla="*/ 17813979 w 18982931"/>
              <a:gd name="connsiteY809-24978" fmla="*/ 1374754 h 4449429"/>
              <a:gd name="connsiteX810-24979" fmla="*/ 17834559 w 18982931"/>
              <a:gd name="connsiteY810-24980" fmla="*/ 1424146 h 4449429"/>
              <a:gd name="connsiteX811-24981" fmla="*/ 17912763 w 18982931"/>
              <a:gd name="connsiteY811-24982" fmla="*/ 1378872 h 4449429"/>
              <a:gd name="connsiteX812-24983" fmla="*/ 18069171 w 18982931"/>
              <a:gd name="connsiteY812-24984" fmla="*/ 1415914 h 4449429"/>
              <a:gd name="connsiteX813-24985" fmla="*/ 18069171 w 18982931"/>
              <a:gd name="connsiteY813-24986" fmla="*/ 1576442 h 4449429"/>
              <a:gd name="connsiteX814-24987" fmla="*/ 18237927 w 18982931"/>
              <a:gd name="connsiteY814-24988" fmla="*/ 1576442 h 4449429"/>
              <a:gd name="connsiteX815-24989" fmla="*/ 18237927 w 18982931"/>
              <a:gd name="connsiteY815-24990" fmla="*/ 1642297 h 4449429"/>
              <a:gd name="connsiteX816-24991" fmla="*/ 18270859 w 18982931"/>
              <a:gd name="connsiteY816-24992" fmla="*/ 1691690 h 4449429"/>
              <a:gd name="connsiteX817-24993" fmla="*/ 18270859 w 18982931"/>
              <a:gd name="connsiteY817-24994" fmla="*/ 1704036 h 4449429"/>
              <a:gd name="connsiteX818-24995" fmla="*/ 18274975 w 18982931"/>
              <a:gd name="connsiteY818-24996" fmla="*/ 1926302 h 4449429"/>
              <a:gd name="connsiteX819-24997" fmla="*/ 18279087 w 18982931"/>
              <a:gd name="connsiteY819-24998" fmla="*/ 1938652 h 4449429"/>
              <a:gd name="connsiteX820-24999" fmla="*/ 18320247 w 18982931"/>
              <a:gd name="connsiteY820-25000" fmla="*/ 1934533 h 4449429"/>
              <a:gd name="connsiteX821-25001" fmla="*/ 18320247 w 18982931"/>
              <a:gd name="connsiteY821-25002" fmla="*/ 1144256 h 4449429"/>
              <a:gd name="connsiteX822-25003" fmla="*/ 18303783 w 18982931"/>
              <a:gd name="connsiteY822-25004" fmla="*/ 1111328 h 4449429"/>
              <a:gd name="connsiteX823-25005" fmla="*/ 18287323 w 18982931"/>
              <a:gd name="connsiteY823-25006" fmla="*/ 1024893 h 4449429"/>
              <a:gd name="connsiteX824-25007" fmla="*/ 18336711 w 18982931"/>
              <a:gd name="connsiteY824-25008" fmla="*/ 1000197 h 4449429"/>
              <a:gd name="connsiteX825-25009" fmla="*/ 18361407 w 18982931"/>
              <a:gd name="connsiteY825-25010" fmla="*/ 996079 h 4449429"/>
              <a:gd name="connsiteX826-25011" fmla="*/ 18373759 w 18982931"/>
              <a:gd name="connsiteY826-25012" fmla="*/ 946687 h 4449429"/>
              <a:gd name="connsiteX827-25013" fmla="*/ 18534287 w 18982931"/>
              <a:gd name="connsiteY827-25014" fmla="*/ 946687 h 4449429"/>
              <a:gd name="connsiteX828-25015" fmla="*/ 18563095 w 18982931"/>
              <a:gd name="connsiteY828-25016" fmla="*/ 798510 h 4449429"/>
              <a:gd name="connsiteX829-25017" fmla="*/ 18731851 w 18982931"/>
              <a:gd name="connsiteY829-25018" fmla="*/ 806742 h 4449429"/>
              <a:gd name="connsiteX830-25019" fmla="*/ 18773011 w 18982931"/>
              <a:gd name="connsiteY830-25020" fmla="*/ 798510 h 4449429"/>
              <a:gd name="connsiteX831-25021" fmla="*/ 18822407 w 18982931"/>
              <a:gd name="connsiteY831-25022" fmla="*/ 893180 h 4449429"/>
              <a:gd name="connsiteX832-25023" fmla="*/ 18822407 w 18982931"/>
              <a:gd name="connsiteY832-25024" fmla="*/ 963151 h 4449429"/>
              <a:gd name="connsiteX833-25025" fmla="*/ 18982931 w 18982931"/>
              <a:gd name="connsiteY833-25026" fmla="*/ 983734 h 4449429"/>
              <a:gd name="connsiteX834-25027" fmla="*/ 18982931 w 18982931"/>
              <a:gd name="connsiteY834-25028" fmla="*/ 4449429 h 4449429"/>
              <a:gd name="connsiteX835-25029" fmla="*/ 11998023 w 18982931"/>
              <a:gd name="connsiteY835-25030" fmla="*/ 4449429 h 4449429"/>
              <a:gd name="connsiteX836-25031" fmla="*/ 11995198 w 18982931"/>
              <a:gd name="connsiteY836-25032" fmla="*/ 4429646 h 4449429"/>
              <a:gd name="connsiteX837-25033" fmla="*/ 11992726 w 18982931"/>
              <a:gd name="connsiteY837-25034" fmla="*/ 4449425 h 4449429"/>
              <a:gd name="connsiteX838-25035" fmla="*/ 8153658 w 18982931"/>
              <a:gd name="connsiteY838-25036" fmla="*/ 4449425 h 4449429"/>
              <a:gd name="connsiteX839-25037" fmla="*/ 8153658 w 18982931"/>
              <a:gd name="connsiteY839-25038" fmla="*/ 4449429 h 4449429"/>
              <a:gd name="connsiteX840-25039" fmla="*/ 6861227 w 18982931"/>
              <a:gd name="connsiteY840-25040" fmla="*/ 4449429 h 4449429"/>
              <a:gd name="connsiteX841-25041" fmla="*/ 6859697 w 18982931"/>
              <a:gd name="connsiteY841-25042" fmla="*/ 4432598 h 4449429"/>
              <a:gd name="connsiteX842-25043" fmla="*/ 6858292 w 18982931"/>
              <a:gd name="connsiteY842-25044" fmla="*/ 4449425 h 4449429"/>
              <a:gd name="connsiteX843-25045" fmla="*/ 7922 w 18982931"/>
              <a:gd name="connsiteY843-25046" fmla="*/ 4440866 h 4449429"/>
              <a:gd name="connsiteX844-25047" fmla="*/ 0 w 18982931"/>
              <a:gd name="connsiteY844-25048" fmla="*/ 1181446 h 4449429"/>
              <a:gd name="connsiteX845-25049" fmla="*/ 169756 w 18982931"/>
              <a:gd name="connsiteY845-25050" fmla="*/ 979616 h 4449429"/>
              <a:gd name="connsiteX846-25051" fmla="*/ 301466 w 18982931"/>
              <a:gd name="connsiteY846-25052" fmla="*/ 971384 h 4449429"/>
              <a:gd name="connsiteX847-25053" fmla="*/ 301466 w 18982931"/>
              <a:gd name="connsiteY847-25054" fmla="*/ 909640 h 4449429"/>
              <a:gd name="connsiteX848-25055" fmla="*/ 346746 w 18982931"/>
              <a:gd name="connsiteY848-25056" fmla="*/ 810855 h 4449429"/>
              <a:gd name="connsiteX849-25057" fmla="*/ 571541 w 18982931"/>
              <a:gd name="connsiteY849-25058" fmla="*/ 799909 h 4449429"/>
              <a:gd name="connsiteX850-25059" fmla="*/ 581356 w 18982931"/>
              <a:gd name="connsiteY850-25060" fmla="*/ 963151 h 4449429"/>
              <a:gd name="connsiteX851-25061" fmla="*/ 737766 w 18982931"/>
              <a:gd name="connsiteY851-25062" fmla="*/ 963151 h 4449429"/>
              <a:gd name="connsiteX852-25063" fmla="*/ 750116 w 18982931"/>
              <a:gd name="connsiteY852-25064" fmla="*/ 1012543 h 4449429"/>
              <a:gd name="connsiteX853-25065" fmla="*/ 778926 w 18982931"/>
              <a:gd name="connsiteY853-25066" fmla="*/ 1016657 h 4449429"/>
              <a:gd name="connsiteX854-25067" fmla="*/ 820087 w 18982931"/>
              <a:gd name="connsiteY854-25068" fmla="*/ 1041353 h 4449429"/>
              <a:gd name="connsiteX855-25069" fmla="*/ 820087 w 18982931"/>
              <a:gd name="connsiteY855-25070" fmla="*/ 1119560 h 4449429"/>
              <a:gd name="connsiteX856-25071" fmla="*/ 791276 w 18982931"/>
              <a:gd name="connsiteY856-25072" fmla="*/ 1193648 h 4449429"/>
              <a:gd name="connsiteX857-25073" fmla="*/ 791276 w 18982931"/>
              <a:gd name="connsiteY857-25074" fmla="*/ 1580555 h 4449429"/>
              <a:gd name="connsiteX858-25075" fmla="*/ 791276 w 18982931"/>
              <a:gd name="connsiteY858-25076" fmla="*/ 1955112 h 4449429"/>
              <a:gd name="connsiteX859-25077" fmla="*/ 840669 w 18982931"/>
              <a:gd name="connsiteY859-25078" fmla="*/ 1950998 h 4449429"/>
              <a:gd name="connsiteX860-25079" fmla="*/ 844783 w 18982931"/>
              <a:gd name="connsiteY860-25080" fmla="*/ 1720500 h 4449429"/>
              <a:gd name="connsiteX861-25081" fmla="*/ 873596 w 18982931"/>
              <a:gd name="connsiteY861-25082" fmla="*/ 1597020 h 4449429"/>
              <a:gd name="connsiteX862-25083" fmla="*/ 906526 w 18982931"/>
              <a:gd name="connsiteY862-25084" fmla="*/ 1584670 h 4449429"/>
              <a:gd name="connsiteX863-25085" fmla="*/ 1034120 w 18982931"/>
              <a:gd name="connsiteY863-25086" fmla="*/ 1584670 h 4449429"/>
              <a:gd name="connsiteX864-25087" fmla="*/ 1034120 w 18982931"/>
              <a:gd name="connsiteY864-25088" fmla="*/ 1420028 h 4449429"/>
              <a:gd name="connsiteX865-25089" fmla="*/ 1287822 w 18982931"/>
              <a:gd name="connsiteY865-25090" fmla="*/ 1414233 h 4449429"/>
              <a:gd name="connsiteX866-25091" fmla="*/ 1322242 w 18982931"/>
              <a:gd name="connsiteY866-25092" fmla="*/ 1559973 h 4449429"/>
              <a:gd name="connsiteX867-25093" fmla="*/ 1318126 w 18982931"/>
              <a:gd name="connsiteY867-25094" fmla="*/ 1576437 h 4449429"/>
              <a:gd name="connsiteX868-25095" fmla="*/ 1326360 w 18982931"/>
              <a:gd name="connsiteY868-25096" fmla="*/ 1621715 h 4449429"/>
              <a:gd name="connsiteX869-25097" fmla="*/ 1359290 w 18982931"/>
              <a:gd name="connsiteY869-25098" fmla="*/ 1597020 h 4449429"/>
              <a:gd name="connsiteX870-25099" fmla="*/ 1375751 w 18982931"/>
              <a:gd name="connsiteY870-25100" fmla="*/ 1588787 h 4449429"/>
              <a:gd name="connsiteX871-25101" fmla="*/ 1486884 w 18982931"/>
              <a:gd name="connsiteY871-25102" fmla="*/ 1588787 h 4449429"/>
              <a:gd name="connsiteX872-25103" fmla="*/ 1507466 w 18982931"/>
              <a:gd name="connsiteY872-25104" fmla="*/ 2337905 h 4449429"/>
              <a:gd name="connsiteX873-25105" fmla="*/ 1523929 w 18982931"/>
              <a:gd name="connsiteY873-25106" fmla="*/ 2337905 h 4449429"/>
              <a:gd name="connsiteX874-25107" fmla="*/ 1523929 w 18982931"/>
              <a:gd name="connsiteY874-25108" fmla="*/ 2169146 h 4449429"/>
              <a:gd name="connsiteX875-25109" fmla="*/ 1692685 w 18982931"/>
              <a:gd name="connsiteY875-25110" fmla="*/ 2169146 h 4449429"/>
              <a:gd name="connsiteX876-25111" fmla="*/ 1692685 w 18982931"/>
              <a:gd name="connsiteY876-25112" fmla="*/ 2020968 h 4449429"/>
              <a:gd name="connsiteX877-25113" fmla="*/ 1766772 w 18982931"/>
              <a:gd name="connsiteY877-25114" fmla="*/ 1922183 h 4449429"/>
              <a:gd name="connsiteX878-25115" fmla="*/ 1766772 w 18982931"/>
              <a:gd name="connsiteY878-25116" fmla="*/ 1757542 h 4449429"/>
              <a:gd name="connsiteX879-25117" fmla="*/ 1849095 w 18982931"/>
              <a:gd name="connsiteY879-25118" fmla="*/ 1757542 h 4449429"/>
              <a:gd name="connsiteX880-25119" fmla="*/ 1849095 w 18982931"/>
              <a:gd name="connsiteY880-25120" fmla="*/ 2156799 h 4449429"/>
              <a:gd name="connsiteX881-25121" fmla="*/ 1919070 w 18982931"/>
              <a:gd name="connsiteY881-25122" fmla="*/ 2156799 h 4449429"/>
              <a:gd name="connsiteX882-25123" fmla="*/ 1919070 w 18982931"/>
              <a:gd name="connsiteY882-25124" fmla="*/ 1864559 h 4449429"/>
              <a:gd name="connsiteX883-25125" fmla="*/ 1919070 w 18982931"/>
              <a:gd name="connsiteY883-25126" fmla="*/ 695608 h 4449429"/>
              <a:gd name="connsiteX884-25127" fmla="*/ 2005504 w 18982931"/>
              <a:gd name="connsiteY884-25128" fmla="*/ 609173 h 4449429"/>
              <a:gd name="connsiteX885-25129" fmla="*/ 2026085 w 18982931"/>
              <a:gd name="connsiteY885-25130" fmla="*/ 605054 h 4449429"/>
              <a:gd name="connsiteX886-25131" fmla="*/ 2100174 w 18982931"/>
              <a:gd name="connsiteY886-25132" fmla="*/ 448645 h 4449429"/>
              <a:gd name="connsiteX887-25133" fmla="*/ 2137215 w 18982931"/>
              <a:gd name="connsiteY887-25134" fmla="*/ 407485 h 4449429"/>
              <a:gd name="connsiteX888-25135" fmla="*/ 2194840 w 18982931"/>
              <a:gd name="connsiteY888-25136" fmla="*/ 337515 h 4449429"/>
              <a:gd name="connsiteX889-25137" fmla="*/ 2198958 w 18982931"/>
              <a:gd name="connsiteY889-25138" fmla="*/ 292236 h 4449429"/>
              <a:gd name="connsiteX890-25139" fmla="*/ 2240121 w 18982931"/>
              <a:gd name="connsiteY890-25140" fmla="*/ 358093 h 4449429"/>
              <a:gd name="connsiteX891-25141" fmla="*/ 2273047 w 18982931"/>
              <a:gd name="connsiteY891-25142" fmla="*/ 444532 h 4449429"/>
              <a:gd name="connsiteX892-25143" fmla="*/ 2330670 w 18982931"/>
              <a:gd name="connsiteY892-25144" fmla="*/ 563894 h 4449429"/>
              <a:gd name="connsiteX893-25145" fmla="*/ 2351248 w 18982931"/>
              <a:gd name="connsiteY893-25146" fmla="*/ 613286 h 4449429"/>
              <a:gd name="connsiteX894-25147" fmla="*/ 2429455 w 18982931"/>
              <a:gd name="connsiteY894-25148" fmla="*/ 675029 h 4449429"/>
              <a:gd name="connsiteX895-25149" fmla="*/ 2470614 w 18982931"/>
              <a:gd name="connsiteY895-25150" fmla="*/ 757350 h 4449429"/>
              <a:gd name="connsiteX896-25151" fmla="*/ 2470614 w 18982931"/>
              <a:gd name="connsiteY896-25152" fmla="*/ 1086631 h 4449429"/>
              <a:gd name="connsiteX897-25153" fmla="*/ 2470614 w 18982931"/>
              <a:gd name="connsiteY897-25154" fmla="*/ 2008622 h 4449429"/>
              <a:gd name="connsiteX898-25155" fmla="*/ 2487080 w 18982931"/>
              <a:gd name="connsiteY898-25156" fmla="*/ 2053897 h 4449429"/>
              <a:gd name="connsiteX899-25157" fmla="*/ 2499426 w 18982931"/>
              <a:gd name="connsiteY899-25158" fmla="*/ 1897488 h 4449429"/>
              <a:gd name="connsiteX900-25159" fmla="*/ 2602322 w 18982931"/>
              <a:gd name="connsiteY900-25160" fmla="*/ 1798703 h 4449429"/>
              <a:gd name="connsiteX901-25161" fmla="*/ 2836935 w 18982931"/>
              <a:gd name="connsiteY901-25162" fmla="*/ 1798703 h 4449429"/>
              <a:gd name="connsiteX902-25163" fmla="*/ 2836935 w 18982931"/>
              <a:gd name="connsiteY902-25164" fmla="*/ 1860446 h 4449429"/>
              <a:gd name="connsiteX903-25165" fmla="*/ 2836935 w 18982931"/>
              <a:gd name="connsiteY903-25166" fmla="*/ 2263816 h 4449429"/>
              <a:gd name="connsiteX904-25167" fmla="*/ 2845169 w 18982931"/>
              <a:gd name="connsiteY904-25168" fmla="*/ 2304976 h 4449429"/>
              <a:gd name="connsiteX905-25169" fmla="*/ 2861629 w 18982931"/>
              <a:gd name="connsiteY905-25170" fmla="*/ 2300858 h 4449429"/>
              <a:gd name="connsiteX906-25171" fmla="*/ 2861629 w 18982931"/>
              <a:gd name="connsiteY906-25172" fmla="*/ 2247351 h 4449429"/>
              <a:gd name="connsiteX907-25173" fmla="*/ 2869861 w 18982931"/>
              <a:gd name="connsiteY907-25174" fmla="*/ 1996272 h 4449429"/>
              <a:gd name="connsiteX908-25175" fmla="*/ 2923374 w 18982931"/>
              <a:gd name="connsiteY908-25176" fmla="*/ 1967462 h 4449429"/>
              <a:gd name="connsiteX909-25177" fmla="*/ 2939836 w 18982931"/>
              <a:gd name="connsiteY909-25178" fmla="*/ 2300858 h 4449429"/>
              <a:gd name="connsiteX910-25179" fmla="*/ 2956300 w 18982931"/>
              <a:gd name="connsiteY910-25180" fmla="*/ 2300858 h 4449429"/>
              <a:gd name="connsiteX911-25181" fmla="*/ 2989230 w 18982931"/>
              <a:gd name="connsiteY911-25182" fmla="*/ 2111521 h 4449429"/>
              <a:gd name="connsiteX912-25183" fmla="*/ 3018038 w 18982931"/>
              <a:gd name="connsiteY912-25184" fmla="*/ 2058015 h 4449429"/>
              <a:gd name="connsiteX913-25185" fmla="*/ 3034502 w 18982931"/>
              <a:gd name="connsiteY913-25186" fmla="*/ 2123871 h 4449429"/>
              <a:gd name="connsiteX914-25187" fmla="*/ 3038620 w 18982931"/>
              <a:gd name="connsiteY914-25188" fmla="*/ 2132104 h 4449429"/>
              <a:gd name="connsiteX915-25189" fmla="*/ 3088018 w 18982931"/>
              <a:gd name="connsiteY915-25190" fmla="*/ 2140336 h 4449429"/>
              <a:gd name="connsiteX916-25191" fmla="*/ 3095320 w 18982931"/>
              <a:gd name="connsiteY916-25192" fmla="*/ 2275334 h 4449429"/>
              <a:gd name="connsiteX917-25193" fmla="*/ 3162101 w 18982931"/>
              <a:gd name="connsiteY917-25194" fmla="*/ 2275334 h 4449429"/>
              <a:gd name="connsiteX918-25195" fmla="*/ 3162101 w 18982931"/>
              <a:gd name="connsiteY918-25196" fmla="*/ 1580555 h 4449429"/>
              <a:gd name="connsiteX919-25197" fmla="*/ 3162101 w 18982931"/>
              <a:gd name="connsiteY919-25198" fmla="*/ 1531163 h 4449429"/>
              <a:gd name="connsiteX920-25199" fmla="*/ 3199146 w 18982931"/>
              <a:gd name="connsiteY920-25200" fmla="*/ 1498235 h 4449429"/>
              <a:gd name="connsiteX921-25201" fmla="*/ 3281469 w 18982931"/>
              <a:gd name="connsiteY921-25202" fmla="*/ 1498235 h 4449429"/>
              <a:gd name="connsiteX922-25203" fmla="*/ 3281469 w 18982931"/>
              <a:gd name="connsiteY922-25204" fmla="*/ 1325362 h 4449429"/>
              <a:gd name="connsiteX923-25205" fmla="*/ 3343207 w 18982931"/>
              <a:gd name="connsiteY923-25206" fmla="*/ 1263619 h 4449429"/>
              <a:gd name="connsiteX924-25207" fmla="*/ 3544891 w 18982931"/>
              <a:gd name="connsiteY924-25208" fmla="*/ 1263619 h 4449429"/>
              <a:gd name="connsiteX925-25209" fmla="*/ 3544891 w 18982931"/>
              <a:gd name="connsiteY925-25210" fmla="*/ 712071 h 4449429"/>
              <a:gd name="connsiteX926-25211" fmla="*/ 3561357 w 18982931"/>
              <a:gd name="connsiteY926-25212" fmla="*/ 555662 h 4449429"/>
              <a:gd name="connsiteX927-25213" fmla="*/ 3606633 w 18982931"/>
              <a:gd name="connsiteY927-25214" fmla="*/ 316933 h 4449429"/>
              <a:gd name="connsiteX928-25215" fmla="*/ 3614865 w 18982931"/>
              <a:gd name="connsiteY928-25216" fmla="*/ 279891 h 4449429"/>
              <a:gd name="connsiteX929-25217" fmla="*/ 3676603 w 18982931"/>
              <a:gd name="connsiteY929-25218" fmla="*/ 341628 h 4449429"/>
              <a:gd name="connsiteX930-25219" fmla="*/ 3684835 w 18982931"/>
              <a:gd name="connsiteY930-25220" fmla="*/ 386907 h 4449429"/>
              <a:gd name="connsiteX931-25221" fmla="*/ 3742460 w 18982931"/>
              <a:gd name="connsiteY931-25222" fmla="*/ 481574 h 4449429"/>
              <a:gd name="connsiteX932-25223" fmla="*/ 3763042 w 18982931"/>
              <a:gd name="connsiteY932-25224" fmla="*/ 703838 h 4449429"/>
              <a:gd name="connsiteX933-25225" fmla="*/ 3763042 w 18982931"/>
              <a:gd name="connsiteY933-25226" fmla="*/ 1144256 h 4449429"/>
              <a:gd name="connsiteX934-25227" fmla="*/ 3771275 w 18982931"/>
              <a:gd name="connsiteY934-25228" fmla="*/ 1181298 h 4449429"/>
              <a:gd name="connsiteX935-25229" fmla="*/ 3775390 w 18982931"/>
              <a:gd name="connsiteY935-25230" fmla="*/ 1115443 h 4449429"/>
              <a:gd name="connsiteX936-25231" fmla="*/ 3923568 w 18982931"/>
              <a:gd name="connsiteY936-25232" fmla="*/ 996079 h 4449429"/>
              <a:gd name="connsiteX937-25233" fmla="*/ 3940029 w 18982931"/>
              <a:gd name="connsiteY937-25234" fmla="*/ 1020776 h 4449429"/>
              <a:gd name="connsiteX938-25235" fmla="*/ 3960611 w 18982931"/>
              <a:gd name="connsiteY938-25236" fmla="*/ 1321244 h 4449429"/>
              <a:gd name="connsiteX939-25237" fmla="*/ 3960611 w 18982931"/>
              <a:gd name="connsiteY939-25238" fmla="*/ 1584670 h 4449429"/>
              <a:gd name="connsiteX940-25239" fmla="*/ 3977076 w 18982931"/>
              <a:gd name="connsiteY940-25240" fmla="*/ 1625830 h 4449429"/>
              <a:gd name="connsiteX941-25241" fmla="*/ 4010007 w 18982931"/>
              <a:gd name="connsiteY941-25242" fmla="*/ 1666990 h 4449429"/>
              <a:gd name="connsiteX942-25243" fmla="*/ 4055279 w 18982931"/>
              <a:gd name="connsiteY942-25244" fmla="*/ 1819286 h 4449429"/>
              <a:gd name="connsiteX943-25245" fmla="*/ 4104670 w 18982931"/>
              <a:gd name="connsiteY943-25246" fmla="*/ 1819286 h 4449429"/>
              <a:gd name="connsiteX944-25247" fmla="*/ 4108788 w 18982931"/>
              <a:gd name="connsiteY944-25248" fmla="*/ 1741079 h 4449429"/>
              <a:gd name="connsiteX945-25249" fmla="*/ 4211689 w 18982931"/>
              <a:gd name="connsiteY945-25250" fmla="*/ 1741079 h 4449429"/>
              <a:gd name="connsiteX946-25251" fmla="*/ 4252847 w 18982931"/>
              <a:gd name="connsiteY946-25252" fmla="*/ 1559973 h 4449429"/>
              <a:gd name="connsiteX947-25253" fmla="*/ 4265197 w 18982931"/>
              <a:gd name="connsiteY947-25254" fmla="*/ 1559973 h 4449429"/>
              <a:gd name="connsiteX948-25255" fmla="*/ 4277546 w 18982931"/>
              <a:gd name="connsiteY948-25256" fmla="*/ 1592900 h 4449429"/>
              <a:gd name="connsiteX949-25257" fmla="*/ 4302239 w 18982931"/>
              <a:gd name="connsiteY949-25258" fmla="*/ 1708150 h 4449429"/>
              <a:gd name="connsiteX950-25259" fmla="*/ 4368100 w 18982931"/>
              <a:gd name="connsiteY950-25260" fmla="*/ 1741079 h 4449429"/>
              <a:gd name="connsiteX951-25261" fmla="*/ 4363984 w 18982931"/>
              <a:gd name="connsiteY951-25262" fmla="*/ 1634062 h 4449429"/>
              <a:gd name="connsiteX952-25263" fmla="*/ 4372218 w 18982931"/>
              <a:gd name="connsiteY952-25264" fmla="*/ 839670 h 4449429"/>
              <a:gd name="connsiteX953-25265" fmla="*/ 4442184 w 18982931"/>
              <a:gd name="connsiteY953-25266" fmla="*/ 279891 h 4449429"/>
              <a:gd name="connsiteX954-25267" fmla="*/ 4479230 w 18982931"/>
              <a:gd name="connsiteY954-25268" fmla="*/ 234611 h 4449429"/>
              <a:gd name="connsiteX955-25269" fmla="*/ 4520394 w 18982931"/>
              <a:gd name="connsiteY955-25270" fmla="*/ 284004 h 4449429"/>
              <a:gd name="connsiteX956-25271" fmla="*/ 4549200 w 18982931"/>
              <a:gd name="connsiteY956-25272" fmla="*/ 440413 h 4449429"/>
              <a:gd name="connsiteX957-25273" fmla="*/ 4680914 w 18982931"/>
              <a:gd name="connsiteY957-25274" fmla="*/ 395140 h 4449429"/>
              <a:gd name="connsiteX958-25275" fmla="*/ 4759121 w 18982931"/>
              <a:gd name="connsiteY958-25276" fmla="*/ 460995 h 4449429"/>
              <a:gd name="connsiteX959-25277" fmla="*/ 4771466 w 18982931"/>
              <a:gd name="connsiteY959-25278" fmla="*/ 493924 h 4449429"/>
              <a:gd name="connsiteX960-25279" fmla="*/ 4888657 w 18982931"/>
              <a:gd name="connsiteY960-25280" fmla="*/ 747622 h 4449429"/>
              <a:gd name="connsiteX961-25281" fmla="*/ 4888893 w 18982931"/>
              <a:gd name="connsiteY961-25282" fmla="*/ 807315 h 4449429"/>
              <a:gd name="connsiteX962-25283" fmla="*/ 4856617 w 18982931"/>
              <a:gd name="connsiteY962-25284" fmla="*/ 807315 h 4449429"/>
              <a:gd name="connsiteX963-25285" fmla="*/ 4856617 w 18982931"/>
              <a:gd name="connsiteY963-25286" fmla="*/ 944475 h 4449429"/>
              <a:gd name="connsiteX964-25287" fmla="*/ 4888332 w 18982931"/>
              <a:gd name="connsiteY964-25288" fmla="*/ 944475 h 4449429"/>
              <a:gd name="connsiteX965-25289" fmla="*/ 4888325 w 18982931"/>
              <a:gd name="connsiteY965-25290" fmla="*/ 945600 h 4449429"/>
              <a:gd name="connsiteX966-25291" fmla="*/ 4890835 w 18982931"/>
              <a:gd name="connsiteY966-25292" fmla="*/ 1609365 h 4449429"/>
              <a:gd name="connsiteX967-25293" fmla="*/ 4952574 w 18982931"/>
              <a:gd name="connsiteY967-25294" fmla="*/ 1617597 h 4449429"/>
              <a:gd name="connsiteX968-25295" fmla="*/ 4952574 w 18982931"/>
              <a:gd name="connsiteY968-25296" fmla="*/ 1868678 h 4449429"/>
              <a:gd name="connsiteX969-25297" fmla="*/ 4956691 w 18982931"/>
              <a:gd name="connsiteY969-25298" fmla="*/ 1905720 h 4449429"/>
              <a:gd name="connsiteX970-25299" fmla="*/ 4981387 w 18982931"/>
              <a:gd name="connsiteY970-25300" fmla="*/ 1967462 h 4449429"/>
              <a:gd name="connsiteX971-25301" fmla="*/ 4981387 w 18982931"/>
              <a:gd name="connsiteY971-25302" fmla="*/ 2058015 h 4449429"/>
              <a:gd name="connsiteX972-25303" fmla="*/ 5001966 w 18982931"/>
              <a:gd name="connsiteY972-25304" fmla="*/ 2086824 h 4449429"/>
              <a:gd name="connsiteX973-25305" fmla="*/ 5018429 w 18982931"/>
              <a:gd name="connsiteY973-25306" fmla="*/ 2078592 h 4449429"/>
              <a:gd name="connsiteX974-25307" fmla="*/ 5018429 w 18982931"/>
              <a:gd name="connsiteY974-25308" fmla="*/ 1881023 h 4449429"/>
              <a:gd name="connsiteX975-25309" fmla="*/ 5018429 w 18982931"/>
              <a:gd name="connsiteY975-25310" fmla="*/ 1366522 h 4449429"/>
              <a:gd name="connsiteX976-25311" fmla="*/ 5034894 w 18982931"/>
              <a:gd name="connsiteY976-25312" fmla="*/ 864367 h 4449429"/>
              <a:gd name="connsiteX977-25313" fmla="*/ 5067821 w 18982931"/>
              <a:gd name="connsiteY977-25314" fmla="*/ 197569 h 4449429"/>
              <a:gd name="connsiteX978-25315" fmla="*/ 5080173 w 18982931"/>
              <a:gd name="connsiteY978-25316" fmla="*/ 102899 h 4449429"/>
              <a:gd name="connsiteX979-25317" fmla="*/ 5216000 w 18982931"/>
              <a:gd name="connsiteY979-25318" fmla="*/ 37042 h 4449429"/>
              <a:gd name="connsiteX980-25319" fmla="*/ 5248927 w 18982931"/>
              <a:gd name="connsiteY980-25320" fmla="*/ 69972 h 4449429"/>
              <a:gd name="connsiteX981-25321" fmla="*/ 5372409 w 18982931"/>
              <a:gd name="connsiteY981-25322" fmla="*/ 69972 h 4449429"/>
              <a:gd name="connsiteX982-25323" fmla="*/ 5434151 w 18982931"/>
              <a:gd name="connsiteY982-25324" fmla="*/ 131714 h 4449429"/>
              <a:gd name="connsiteX983-25325" fmla="*/ 5434151 w 18982931"/>
              <a:gd name="connsiteY983-25326" fmla="*/ 382788 h 4449429"/>
              <a:gd name="connsiteX984-25327" fmla="*/ 5434151 w 18982931"/>
              <a:gd name="connsiteY984-25328" fmla="*/ 683261 h 4449429"/>
              <a:gd name="connsiteX985-25329" fmla="*/ 5545282 w 18982931"/>
              <a:gd name="connsiteY985-25330" fmla="*/ 687375 h 4449429"/>
              <a:gd name="connsiteX986-25331" fmla="*/ 5545282 w 18982931"/>
              <a:gd name="connsiteY986-25332" fmla="*/ 1045471 h 4449429"/>
              <a:gd name="connsiteX987-25333" fmla="*/ 5676994 w 18982931"/>
              <a:gd name="connsiteY987-25334" fmla="*/ 1045471 h 4449429"/>
              <a:gd name="connsiteX988-25335" fmla="*/ 5685227 w 18982931"/>
              <a:gd name="connsiteY988-25336" fmla="*/ 1103096 h 4449429"/>
              <a:gd name="connsiteX989-25337" fmla="*/ 5759314 w 18982931"/>
              <a:gd name="connsiteY989-25338" fmla="*/ 1193648 h 4449429"/>
              <a:gd name="connsiteX990-25339" fmla="*/ 5759314 w 18982931"/>
              <a:gd name="connsiteY990-25340" fmla="*/ 1395331 h 4449429"/>
              <a:gd name="connsiteX991-25341" fmla="*/ 5825171 w 18982931"/>
              <a:gd name="connsiteY991-25342" fmla="*/ 1395331 h 4449429"/>
              <a:gd name="connsiteX992-25343" fmla="*/ 5903378 w 18982931"/>
              <a:gd name="connsiteY992-25344" fmla="*/ 1477653 h 4449429"/>
              <a:gd name="connsiteX993-25345" fmla="*/ 5903378 w 18982931"/>
              <a:gd name="connsiteY993-25346" fmla="*/ 1918070 h 4449429"/>
              <a:gd name="connsiteX994-25347" fmla="*/ 5936306 w 18982931"/>
              <a:gd name="connsiteY994-25348" fmla="*/ 1975695 h 4449429"/>
              <a:gd name="connsiteX995-25349" fmla="*/ 5965115 w 18982931"/>
              <a:gd name="connsiteY995-25350" fmla="*/ 1275969 h 4449429"/>
              <a:gd name="connsiteX996-25351" fmla="*/ 5969235 w 18982931"/>
              <a:gd name="connsiteY996-25352" fmla="*/ 1238922 h 4449429"/>
              <a:gd name="connsiteX997-25353" fmla="*/ 6166804 w 18982931"/>
              <a:gd name="connsiteY997-25354" fmla="*/ 1238922 h 4449429"/>
              <a:gd name="connsiteX998-25355" fmla="*/ 6216196 w 18982931"/>
              <a:gd name="connsiteY998-25356" fmla="*/ 1288315 h 4449429"/>
              <a:gd name="connsiteX999-25357" fmla="*/ 6236774 w 18982931"/>
              <a:gd name="connsiteY999-25358" fmla="*/ 1428261 h 4449429"/>
              <a:gd name="connsiteX1000-25359" fmla="*/ 6273821 w 18982931"/>
              <a:gd name="connsiteY1000-25360" fmla="*/ 1498235 h 4449429"/>
              <a:gd name="connsiteX1001-25361" fmla="*/ 6273821 w 18982931"/>
              <a:gd name="connsiteY1001-25362" fmla="*/ 2230888 h 4449429"/>
              <a:gd name="connsiteX1002-25363" fmla="*/ 6277935 w 18982931"/>
              <a:gd name="connsiteY1002-25364" fmla="*/ 2280280 h 4449429"/>
              <a:gd name="connsiteX1003-25365" fmla="*/ 6319095 w 18982931"/>
              <a:gd name="connsiteY1003-25366" fmla="*/ 2193841 h 4449429"/>
              <a:gd name="connsiteX1004-25367" fmla="*/ 6364373 w 18982931"/>
              <a:gd name="connsiteY1004-25368" fmla="*/ 2288513 h 4449429"/>
              <a:gd name="connsiteX1005-25369" fmla="*/ 6389068 w 18982931"/>
              <a:gd name="connsiteY1005-25370" fmla="*/ 2313208 h 4449429"/>
              <a:gd name="connsiteX1006-25371" fmla="*/ 6541355 w 18982931"/>
              <a:gd name="connsiteY1006-25372" fmla="*/ 2313208 h 4449429"/>
              <a:gd name="connsiteX1007-25373" fmla="*/ 6541355 w 18982931"/>
              <a:gd name="connsiteY1007-25374" fmla="*/ 2148567 h 4449429"/>
              <a:gd name="connsiteX1008-25375" fmla="*/ 6660723 w 18982931"/>
              <a:gd name="connsiteY1008-25376" fmla="*/ 2148567 h 4449429"/>
              <a:gd name="connsiteX1009-25377" fmla="*/ 6660723 w 18982931"/>
              <a:gd name="connsiteY1009-25378" fmla="*/ 2259698 h 4449429"/>
              <a:gd name="connsiteX1010-25379" fmla="*/ 6705999 w 18982931"/>
              <a:gd name="connsiteY1010-25380" fmla="*/ 2551938 h 4449429"/>
              <a:gd name="connsiteX1011-25381" fmla="*/ 6714228 w 18982931"/>
              <a:gd name="connsiteY1011-25382" fmla="*/ 2580748 h 4449429"/>
              <a:gd name="connsiteX1012-25383" fmla="*/ 6722461 w 18982931"/>
              <a:gd name="connsiteY1012-25384" fmla="*/ 2576634 h 4449429"/>
              <a:gd name="connsiteX1013-25385" fmla="*/ 6751278 w 18982931"/>
              <a:gd name="connsiteY1013-25386" fmla="*/ 2263816 h 4449429"/>
              <a:gd name="connsiteX1014-25387" fmla="*/ 6800669 w 18982931"/>
              <a:gd name="connsiteY1014-25388" fmla="*/ 2255583 h 4449429"/>
              <a:gd name="connsiteX1015-25389" fmla="*/ 6837709 w 18982931"/>
              <a:gd name="connsiteY1015-25390" fmla="*/ 2181496 h 4449429"/>
              <a:gd name="connsiteX1016-25391" fmla="*/ 6841831 w 18982931"/>
              <a:gd name="connsiteY1016-25392" fmla="*/ 2152681 h 4449429"/>
              <a:gd name="connsiteX1017-25393" fmla="*/ 6845941 w 18982931"/>
              <a:gd name="connsiteY1017-25394" fmla="*/ 2115639 h 4449429"/>
              <a:gd name="connsiteX1018-25395" fmla="*/ 6857139 w 18982931"/>
              <a:gd name="connsiteY1018-25396" fmla="*/ 2115639 h 4449429"/>
              <a:gd name="connsiteX1019-25397" fmla="*/ 6899298 w 18982931"/>
              <a:gd name="connsiteY1019-25398" fmla="*/ 2109470 h 4449429"/>
              <a:gd name="connsiteX1020-25399" fmla="*/ 6922965 w 18982931"/>
              <a:gd name="connsiteY1020-25400" fmla="*/ 2140339 h 4449429"/>
              <a:gd name="connsiteX1021-25401" fmla="*/ 7009406 w 18982931"/>
              <a:gd name="connsiteY1021-25402" fmla="*/ 2070365 h 4449429"/>
              <a:gd name="connsiteX1022-25403" fmla="*/ 7145231 w 18982931"/>
              <a:gd name="connsiteY1022-25404" fmla="*/ 2066247 h 4449429"/>
              <a:gd name="connsiteX1023-25405" fmla="*/ 7145231 w 18982931"/>
              <a:gd name="connsiteY1023-25406" fmla="*/ 1901605 h 4449429"/>
              <a:gd name="connsiteX1024-25407" fmla="*/ 7145231 w 18982931"/>
              <a:gd name="connsiteY1024-25408" fmla="*/ 1769896 h 4449429"/>
              <a:gd name="connsiteX1025-25409" fmla="*/ 7215204 w 18982931"/>
              <a:gd name="connsiteY1025-25410" fmla="*/ 1597024 h 4449429"/>
              <a:gd name="connsiteX1026-25411" fmla="*/ 7285174 w 18982931"/>
              <a:gd name="connsiteY1026-25412" fmla="*/ 1753433 h 4449429"/>
              <a:gd name="connsiteX1027-25413" fmla="*/ 7297524 w 18982931"/>
              <a:gd name="connsiteY1027-25414" fmla="*/ 2062134 h 4449429"/>
              <a:gd name="connsiteX1028-25415" fmla="*/ 7367494 w 18982931"/>
              <a:gd name="connsiteY1028-25416" fmla="*/ 2066247 h 4449429"/>
              <a:gd name="connsiteX1029-25417" fmla="*/ 7371610 w 18982931"/>
              <a:gd name="connsiteY1029-25418" fmla="*/ 2148567 h 4449429"/>
              <a:gd name="connsiteX1030-25419" fmla="*/ 7462167 w 18982931"/>
              <a:gd name="connsiteY1030-25420" fmla="*/ 2148567 h 4449429"/>
              <a:gd name="connsiteX1031-25421" fmla="*/ 7462167 w 18982931"/>
              <a:gd name="connsiteY1031-25422" fmla="*/ 2095061 h 4449429"/>
              <a:gd name="connsiteX1032-25423" fmla="*/ 7462167 w 18982931"/>
              <a:gd name="connsiteY1032-25424" fmla="*/ 1597024 h 4449429"/>
              <a:gd name="connsiteX1033-25425" fmla="*/ 7482743 w 18982931"/>
              <a:gd name="connsiteY1033-25426" fmla="*/ 1008430 h 4449429"/>
              <a:gd name="connsiteX1034-25427" fmla="*/ 7495096 w 18982931"/>
              <a:gd name="connsiteY1034-25428" fmla="*/ 921991 h 4449429"/>
              <a:gd name="connsiteX1035-25429" fmla="*/ 7536254 w 18982931"/>
              <a:gd name="connsiteY1035-25430" fmla="*/ 934341 h 4449429"/>
              <a:gd name="connsiteX1036-25431" fmla="*/ 7577416 w 18982931"/>
              <a:gd name="connsiteY1036-25432" fmla="*/ 563899 h 4449429"/>
              <a:gd name="connsiteX1037-25433" fmla="*/ 7589759 w 18982931"/>
              <a:gd name="connsiteY1037-25434" fmla="*/ 563899 h 4449429"/>
              <a:gd name="connsiteX1038-25435" fmla="*/ 7639153 w 18982931"/>
              <a:gd name="connsiteY1038-25436" fmla="*/ 975501 h 4449429"/>
              <a:gd name="connsiteX1039-25437" fmla="*/ 7655614 w 18982931"/>
              <a:gd name="connsiteY1039-25438" fmla="*/ 926109 h 4449429"/>
              <a:gd name="connsiteX1040-25439" fmla="*/ 7667968 w 18982931"/>
              <a:gd name="connsiteY1040-25440" fmla="*/ 926109 h 4449429"/>
              <a:gd name="connsiteX1041-25441" fmla="*/ 7676196 w 18982931"/>
              <a:gd name="connsiteY1041-25442" fmla="*/ 1037243 h 4449429"/>
              <a:gd name="connsiteX1042-25443" fmla="*/ 7676196 w 18982931"/>
              <a:gd name="connsiteY1042-25444" fmla="*/ 2049787 h 4449429"/>
              <a:gd name="connsiteX1043-25445" fmla="*/ 7705009 w 18982931"/>
              <a:gd name="connsiteY1043-25446" fmla="*/ 2267935 h 4449429"/>
              <a:gd name="connsiteX1044-25447" fmla="*/ 7750287 w 18982931"/>
              <a:gd name="connsiteY1044-25448" fmla="*/ 2469622 h 4449429"/>
              <a:gd name="connsiteX1045-25449" fmla="*/ 7849072 w 18982931"/>
              <a:gd name="connsiteY1045-25450" fmla="*/ 2469622 h 4449429"/>
              <a:gd name="connsiteX1046-25451" fmla="*/ 7849072 w 18982931"/>
              <a:gd name="connsiteY1046-25452" fmla="*/ 2284398 h 4449429"/>
              <a:gd name="connsiteX1047-25453" fmla="*/ 7919042 w 18982931"/>
              <a:gd name="connsiteY1047-25454" fmla="*/ 2284398 h 4449429"/>
              <a:gd name="connsiteX1048-25455" fmla="*/ 7919042 w 18982931"/>
              <a:gd name="connsiteY1048-25456" fmla="*/ 2473736 h 4449429"/>
              <a:gd name="connsiteX1049-25457" fmla="*/ 8108380 w 18982931"/>
              <a:gd name="connsiteY1049-25458" fmla="*/ 2473736 h 4449429"/>
              <a:gd name="connsiteX1050-25459" fmla="*/ 8142338 w 18982931"/>
              <a:gd name="connsiteY1050-25460" fmla="*/ 2481454 h 4449429"/>
              <a:gd name="connsiteX1051-25461" fmla="*/ 8144242 w 18982931"/>
              <a:gd name="connsiteY1051-25462" fmla="*/ 2485067 h 4449429"/>
              <a:gd name="connsiteX1052-25463" fmla="*/ 8144242 w 18982931"/>
              <a:gd name="connsiteY1052-25464" fmla="*/ 1280084 h 4449429"/>
              <a:gd name="connsiteX1053-25465" fmla="*/ 8189518 w 18982931"/>
              <a:gd name="connsiteY1053-25466" fmla="*/ 1115443 h 4449429"/>
              <a:gd name="connsiteX1054-25467" fmla="*/ 8230679 w 18982931"/>
              <a:gd name="connsiteY1054-25468" fmla="*/ 1090746 h 4449429"/>
              <a:gd name="connsiteX1055-25469" fmla="*/ 8477642 w 18982931"/>
              <a:gd name="connsiteY1055-25470" fmla="*/ 1090746 h 4449429"/>
              <a:gd name="connsiteX1056-25471" fmla="*/ 8518799 w 18982931"/>
              <a:gd name="connsiteY1056-25472" fmla="*/ 1111328 h 4449429"/>
              <a:gd name="connsiteX1057-25473" fmla="*/ 8568194 w 18982931"/>
              <a:gd name="connsiteY1057-25474" fmla="*/ 1288315 h 4449429"/>
              <a:gd name="connsiteX1058-25475" fmla="*/ 8572304 w 18982931"/>
              <a:gd name="connsiteY1058-25476" fmla="*/ 2152681 h 4449429"/>
              <a:gd name="connsiteX1059-25477" fmla="*/ 8572304 w 18982931"/>
              <a:gd name="connsiteY1059-25478" fmla="*/ 2222656 h 4449429"/>
              <a:gd name="connsiteX1060-25479" fmla="*/ 8827499 w 18982931"/>
              <a:gd name="connsiteY1060-25480" fmla="*/ 2222656 h 4449429"/>
              <a:gd name="connsiteX1061-25481" fmla="*/ 8827499 w 18982931"/>
              <a:gd name="connsiteY1061-25482" fmla="*/ 2053897 h 4449429"/>
              <a:gd name="connsiteX1062-25483" fmla="*/ 8827499 w 18982931"/>
              <a:gd name="connsiteY1062-25484" fmla="*/ 1996272 h 4449429"/>
              <a:gd name="connsiteX1063-25485" fmla="*/ 8926285 w 18982931"/>
              <a:gd name="connsiteY1063-25486" fmla="*/ 1876910 h 4449429"/>
              <a:gd name="connsiteX1064-25487" fmla="*/ 8926285 w 18982931"/>
              <a:gd name="connsiteY1064-25488" fmla="*/ 1757542 h 4449429"/>
              <a:gd name="connsiteX1065-25489" fmla="*/ 8926285 w 18982931"/>
              <a:gd name="connsiteY1065-25490" fmla="*/ 1527045 h 4449429"/>
              <a:gd name="connsiteX1066-25491" fmla="*/ 8950980 w 18982931"/>
              <a:gd name="connsiteY1066-25492" fmla="*/ 1432378 h 4449429"/>
              <a:gd name="connsiteX1067-25493" fmla="*/ 8950980 w 18982931"/>
              <a:gd name="connsiteY1067-25494" fmla="*/ 1424146 h 4449429"/>
              <a:gd name="connsiteX1068-25495" fmla="*/ 8983911 w 18982931"/>
              <a:gd name="connsiteY1068-25496" fmla="*/ 1107210 h 4449429"/>
              <a:gd name="connsiteX1069-25497" fmla="*/ 8992140 w 18982931"/>
              <a:gd name="connsiteY1069-25498" fmla="*/ 1049586 h 4449429"/>
              <a:gd name="connsiteX1070-25499" fmla="*/ 9012723 w 18982931"/>
              <a:gd name="connsiteY1070-25500" fmla="*/ 1049586 h 4449429"/>
              <a:gd name="connsiteX1071-25501" fmla="*/ 9049767 w 18982931"/>
              <a:gd name="connsiteY1071-25502" fmla="*/ 1325362 h 4449429"/>
              <a:gd name="connsiteX1072-25503" fmla="*/ 9115624 w 18982931"/>
              <a:gd name="connsiteY1072-25504" fmla="*/ 1329476 h 4449429"/>
              <a:gd name="connsiteX1073-25505" fmla="*/ 9165014 w 18982931"/>
              <a:gd name="connsiteY1073-25506" fmla="*/ 1436493 h 4449429"/>
              <a:gd name="connsiteX1074-25507" fmla="*/ 9181479 w 18982931"/>
              <a:gd name="connsiteY1074-25508" fmla="*/ 1494116 h 4449429"/>
              <a:gd name="connsiteX1075-25509" fmla="*/ 9181479 w 18982931"/>
              <a:gd name="connsiteY1075-25510" fmla="*/ 1823399 h 4449429"/>
              <a:gd name="connsiteX1076-25511" fmla="*/ 9181479 w 18982931"/>
              <a:gd name="connsiteY1076-25512" fmla="*/ 1881023 h 4449429"/>
              <a:gd name="connsiteX1077-25513" fmla="*/ 9280267 w 18982931"/>
              <a:gd name="connsiteY1077-25514" fmla="*/ 1881023 h 4449429"/>
              <a:gd name="connsiteX1078-25515" fmla="*/ 9280267 w 18982931"/>
              <a:gd name="connsiteY1078-25516" fmla="*/ 1815166 h 4449429"/>
              <a:gd name="connsiteX1079-25517" fmla="*/ 9280267 w 18982931"/>
              <a:gd name="connsiteY1079-25518" fmla="*/ 304587 h 4449429"/>
              <a:gd name="connsiteX1080-25519" fmla="*/ 9346122 w 18982931"/>
              <a:gd name="connsiteY1080-25520" fmla="*/ 238731 h 4449429"/>
              <a:gd name="connsiteX1081-25521" fmla="*/ 9453137 w 18982931"/>
              <a:gd name="connsiteY1081-25522" fmla="*/ 341628 h 4449429"/>
              <a:gd name="connsiteX1082-25523" fmla="*/ 9453137 w 18982931"/>
              <a:gd name="connsiteY1082-25524" fmla="*/ 1815166 h 4449429"/>
              <a:gd name="connsiteX1083-25525" fmla="*/ 9453137 w 18982931"/>
              <a:gd name="connsiteY1083-25526" fmla="*/ 1876910 h 4449429"/>
              <a:gd name="connsiteX1084-25527" fmla="*/ 9551919 w 18982931"/>
              <a:gd name="connsiteY1084-25528" fmla="*/ 1876910 h 4449429"/>
              <a:gd name="connsiteX1085-25529" fmla="*/ 9551919 w 18982931"/>
              <a:gd name="connsiteY1085-25530" fmla="*/ 1724614 h 4449429"/>
              <a:gd name="connsiteX1086-25531" fmla="*/ 9551919 w 18982931"/>
              <a:gd name="connsiteY1086-25532" fmla="*/ 1481771 h 4449429"/>
              <a:gd name="connsiteX1087-25533" fmla="*/ 9597198 w 18982931"/>
              <a:gd name="connsiteY1087-25534" fmla="*/ 1374754 h 4449429"/>
              <a:gd name="connsiteX1088-25535" fmla="*/ 9613662 w 18982931"/>
              <a:gd name="connsiteY1088-25536" fmla="*/ 1325362 h 4449429"/>
              <a:gd name="connsiteX1089-25537" fmla="*/ 9683632 w 18982931"/>
              <a:gd name="connsiteY1089-25538" fmla="*/ 1325362 h 4449429"/>
              <a:gd name="connsiteX1090-25539" fmla="*/ 9683632 w 18982931"/>
              <a:gd name="connsiteY1090-25540" fmla="*/ 1522931 h 4449429"/>
              <a:gd name="connsiteX1091-25541" fmla="*/ 9819464 w 18982931"/>
              <a:gd name="connsiteY1091-25542" fmla="*/ 1522931 h 4449429"/>
              <a:gd name="connsiteX1092-25543" fmla="*/ 9819464 w 18982931"/>
              <a:gd name="connsiteY1092-25544" fmla="*/ 1720501 h 4449429"/>
              <a:gd name="connsiteX1093-25545" fmla="*/ 9819464 w 18982931"/>
              <a:gd name="connsiteY1093-25546" fmla="*/ 1835749 h 4449429"/>
              <a:gd name="connsiteX1094-25547" fmla="*/ 9868856 w 18982931"/>
              <a:gd name="connsiteY1094-25548" fmla="*/ 1885142 h 4449429"/>
              <a:gd name="connsiteX1095-25549" fmla="*/ 9922361 w 18982931"/>
              <a:gd name="connsiteY1095-25550" fmla="*/ 1938648 h 4449429"/>
              <a:gd name="connsiteX1096-25551" fmla="*/ 9922361 w 18982931"/>
              <a:gd name="connsiteY1096-25552" fmla="*/ 2226770 h 4449429"/>
              <a:gd name="connsiteX1097-25553" fmla="*/ 10189906 w 18982931"/>
              <a:gd name="connsiteY1097-25554" fmla="*/ 2226770 h 4449429"/>
              <a:gd name="connsiteX1098-25555" fmla="*/ 10189906 w 18982931"/>
              <a:gd name="connsiteY1098-25556" fmla="*/ 1864559 h 4449429"/>
              <a:gd name="connsiteX1099-25557" fmla="*/ 10251644 w 18982931"/>
              <a:gd name="connsiteY1099-25558" fmla="*/ 1852213 h 4449429"/>
              <a:gd name="connsiteX1100-25559" fmla="*/ 10251644 w 18982931"/>
              <a:gd name="connsiteY1100-25560" fmla="*/ 1465306 h 4449429"/>
              <a:gd name="connsiteX1101-25561" fmla="*/ 10198137 w 18982931"/>
              <a:gd name="connsiteY1101-25562" fmla="*/ 1461188 h 4449429"/>
              <a:gd name="connsiteX1102-25563" fmla="*/ 10198137 w 18982931"/>
              <a:gd name="connsiteY1102-25564" fmla="*/ 1317129 h 4449429"/>
              <a:gd name="connsiteX1103-25565" fmla="*/ 10572694 w 18982931"/>
              <a:gd name="connsiteY1103-25566" fmla="*/ 1317129 h 4449429"/>
              <a:gd name="connsiteX1104-25567" fmla="*/ 10572694 w 18982931"/>
              <a:gd name="connsiteY1104-25568" fmla="*/ 2140336 h 4449429"/>
              <a:gd name="connsiteX1105-25569" fmla="*/ 10642669 w 18982931"/>
              <a:gd name="connsiteY1105-25570" fmla="*/ 2144449 h 4449429"/>
              <a:gd name="connsiteX1106-25571" fmla="*/ 10642669 w 18982931"/>
              <a:gd name="connsiteY1106-25572" fmla="*/ 2477849 h 4449429"/>
              <a:gd name="connsiteX1107-25573" fmla="*/ 10885512 w 18982931"/>
              <a:gd name="connsiteY1107-25574" fmla="*/ 2477849 h 4449429"/>
              <a:gd name="connsiteX1108-25575" fmla="*/ 10885512 w 18982931"/>
              <a:gd name="connsiteY1108-25576" fmla="*/ 2292626 h 4449429"/>
              <a:gd name="connsiteX1109-25577" fmla="*/ 10959601 w 18982931"/>
              <a:gd name="connsiteY1109-25578" fmla="*/ 2292626 h 4449429"/>
              <a:gd name="connsiteX1110-25579" fmla="*/ 10959601 w 18982931"/>
              <a:gd name="connsiteY1110-25580" fmla="*/ 2477849 h 4449429"/>
              <a:gd name="connsiteX1111-25581" fmla="*/ 11066618 w 18982931"/>
              <a:gd name="connsiteY1111-25582" fmla="*/ 2477849 h 4449429"/>
              <a:gd name="connsiteX1112-25583" fmla="*/ 11107778 w 18982931"/>
              <a:gd name="connsiteY1112-25584" fmla="*/ 2284395 h 4449429"/>
              <a:gd name="connsiteX1113-25585" fmla="*/ 11136593 w 18982931"/>
              <a:gd name="connsiteY1113-25586" fmla="*/ 2053897 h 4449429"/>
              <a:gd name="connsiteX1114-25587" fmla="*/ 11136593 w 18982931"/>
              <a:gd name="connsiteY1114-25588" fmla="*/ 1061936 h 4449429"/>
              <a:gd name="connsiteX1115-25589" fmla="*/ 11148938 w 18982931"/>
              <a:gd name="connsiteY1115-25590" fmla="*/ 938454 h 4449429"/>
              <a:gd name="connsiteX1116-25591" fmla="*/ 11161288 w 18982931"/>
              <a:gd name="connsiteY1116-25592" fmla="*/ 938454 h 4449429"/>
              <a:gd name="connsiteX1117-25593" fmla="*/ 11177753 w 18982931"/>
              <a:gd name="connsiteY1117-25594" fmla="*/ 983729 h 4449429"/>
              <a:gd name="connsiteX1118-25595" fmla="*/ 11231258 w 18982931"/>
              <a:gd name="connsiteY1118-25596" fmla="*/ 572126 h 4449429"/>
              <a:gd name="connsiteX1119-25597" fmla="*/ 11243610 w 18982931"/>
              <a:gd name="connsiteY1119-25598" fmla="*/ 572126 h 4449429"/>
              <a:gd name="connsiteX1120-25599" fmla="*/ 11284770 w 18982931"/>
              <a:gd name="connsiteY1120-25600" fmla="*/ 946687 h 4449429"/>
              <a:gd name="connsiteX1121-25601" fmla="*/ 11325929 w 18982931"/>
              <a:gd name="connsiteY1121-25602" fmla="*/ 934337 h 4449429"/>
              <a:gd name="connsiteX1122-25603" fmla="*/ 11342394 w 18982931"/>
              <a:gd name="connsiteY1122-25604" fmla="*/ 1061936 h 4449429"/>
              <a:gd name="connsiteX1123-25605" fmla="*/ 11342394 w 18982931"/>
              <a:gd name="connsiteY1123-25606" fmla="*/ 1300666 h 4449429"/>
              <a:gd name="connsiteX1124-25607" fmla="*/ 11358857 w 18982931"/>
              <a:gd name="connsiteY1124-25608" fmla="*/ 2132104 h 4449429"/>
              <a:gd name="connsiteX1125-25609" fmla="*/ 11362976 w 18982931"/>
              <a:gd name="connsiteY1125-25610" fmla="*/ 2165031 h 4449429"/>
              <a:gd name="connsiteX1126-25611" fmla="*/ 11453524 w 18982931"/>
              <a:gd name="connsiteY1126-25612" fmla="*/ 2165031 h 4449429"/>
              <a:gd name="connsiteX1127-25613" fmla="*/ 11457643 w 18982931"/>
              <a:gd name="connsiteY1127-25614" fmla="*/ 2082711 h 4449429"/>
              <a:gd name="connsiteX1128-25615" fmla="*/ 11535845 w 18982931"/>
              <a:gd name="connsiteY1128-25616" fmla="*/ 2078592 h 4449429"/>
              <a:gd name="connsiteX1129-25617" fmla="*/ 11535845 w 18982931"/>
              <a:gd name="connsiteY1129-25618" fmla="*/ 2004505 h 4449429"/>
              <a:gd name="connsiteX1130-25619" fmla="*/ 11548195 w 18982931"/>
              <a:gd name="connsiteY1130-25620" fmla="*/ 1736964 h 4449429"/>
              <a:gd name="connsiteX1131-25621" fmla="*/ 11609938 w 18982931"/>
              <a:gd name="connsiteY1131-25622" fmla="*/ 1609365 h 4449429"/>
              <a:gd name="connsiteX1132-25623" fmla="*/ 11688140 w 18982931"/>
              <a:gd name="connsiteY1132-25624" fmla="*/ 1765774 h 4449429"/>
              <a:gd name="connsiteX1133-25625" fmla="*/ 11688140 w 18982931"/>
              <a:gd name="connsiteY1133-25626" fmla="*/ 2082711 h 4449429"/>
              <a:gd name="connsiteX1134-25627" fmla="*/ 11910406 w 18982931"/>
              <a:gd name="connsiteY1134-25628" fmla="*/ 2148567 h 4449429"/>
              <a:gd name="connsiteX1135-25629" fmla="*/ 11988608 w 18982931"/>
              <a:gd name="connsiteY1135-25630" fmla="*/ 2119754 h 4449429"/>
              <a:gd name="connsiteX1136-25631" fmla="*/ 11991181 w 18982931"/>
              <a:gd name="connsiteY1136-25632" fmla="*/ 2153197 h 4449429"/>
              <a:gd name="connsiteX1137-25633" fmla="*/ 11993908 w 18982931"/>
              <a:gd name="connsiteY1137-25634" fmla="*/ 2158900 h 4449429"/>
              <a:gd name="connsiteX1138-25635" fmla="*/ 11993908 w 18982931"/>
              <a:gd name="connsiteY1138-25636" fmla="*/ 2156799 h 4449429"/>
              <a:gd name="connsiteX1139-25637" fmla="*/ 11998023 w 18982931"/>
              <a:gd name="connsiteY1139-25638" fmla="*/ 2115639 h 4449429"/>
              <a:gd name="connsiteX1140-25639" fmla="*/ 12010373 w 18982931"/>
              <a:gd name="connsiteY1140-25640" fmla="*/ 2115639 h 4449429"/>
              <a:gd name="connsiteX1141-25641" fmla="*/ 12014490 w 18982931"/>
              <a:gd name="connsiteY1141-25642" fmla="*/ 2185614 h 4449429"/>
              <a:gd name="connsiteX1142-25643" fmla="*/ 12055650 w 18982931"/>
              <a:gd name="connsiteY1142-25644" fmla="*/ 2259703 h 4449429"/>
              <a:gd name="connsiteX1143-25645" fmla="*/ 12109157 w 18982931"/>
              <a:gd name="connsiteY1143-25646" fmla="*/ 2267933 h 4449429"/>
              <a:gd name="connsiteX1144-25647" fmla="*/ 12137972 w 18982931"/>
              <a:gd name="connsiteY1144-25648" fmla="*/ 2580753 h 4449429"/>
              <a:gd name="connsiteX1145-25649" fmla="*/ 12150317 w 18982931"/>
              <a:gd name="connsiteY1145-25650" fmla="*/ 2580753 h 4449429"/>
              <a:gd name="connsiteX1146-25651" fmla="*/ 12179132 w 18982931"/>
              <a:gd name="connsiteY1146-25652" fmla="*/ 2411992 h 4449429"/>
              <a:gd name="connsiteX1147-25653" fmla="*/ 12207942 w 18982931"/>
              <a:gd name="connsiteY1147-25654" fmla="*/ 2160917 h 4449429"/>
              <a:gd name="connsiteX1148-25655" fmla="*/ 12216174 w 18982931"/>
              <a:gd name="connsiteY1148-25656" fmla="*/ 2152686 h 4449429"/>
              <a:gd name="connsiteX1149-25657" fmla="*/ 12331423 w 18982931"/>
              <a:gd name="connsiteY1149-25658" fmla="*/ 2152686 h 4449429"/>
              <a:gd name="connsiteX1150-25659" fmla="*/ 12331423 w 18982931"/>
              <a:gd name="connsiteY1150-25660" fmla="*/ 2317327 h 4449429"/>
              <a:gd name="connsiteX1151-25661" fmla="*/ 12496064 w 18982931"/>
              <a:gd name="connsiteY1151-25662" fmla="*/ 2313208 h 4449429"/>
              <a:gd name="connsiteX1152-25663" fmla="*/ 12557802 w 18982931"/>
              <a:gd name="connsiteY1152-25664" fmla="*/ 2210310 h 4449429"/>
              <a:gd name="connsiteX1153-25665" fmla="*/ 12566034 w 18982931"/>
              <a:gd name="connsiteY1153-25666" fmla="*/ 2206191 h 4449429"/>
              <a:gd name="connsiteX1154-25667" fmla="*/ 12598962 w 18982931"/>
              <a:gd name="connsiteY1154-25668" fmla="*/ 2267933 h 4449429"/>
              <a:gd name="connsiteX1155-25669" fmla="*/ 12607194 w 18982931"/>
              <a:gd name="connsiteY1155-25670" fmla="*/ 2263816 h 4449429"/>
              <a:gd name="connsiteX1156-25671" fmla="*/ 12607194 w 18982931"/>
              <a:gd name="connsiteY1156-25672" fmla="*/ 1461193 h 4449429"/>
              <a:gd name="connsiteX1157-25673" fmla="*/ 12677169 w 18982931"/>
              <a:gd name="connsiteY1157-25674" fmla="*/ 1230695 h 4449429"/>
              <a:gd name="connsiteX1158-25675" fmla="*/ 12920017 w 18982931"/>
              <a:gd name="connsiteY1158-25676" fmla="*/ 1230695 h 4449429"/>
              <a:gd name="connsiteX1159-25677" fmla="*/ 12948827 w 18982931"/>
              <a:gd name="connsiteY1159-25678" fmla="*/ 1490003 h 4449429"/>
              <a:gd name="connsiteX1160-25679" fmla="*/ 12948827 w 18982931"/>
              <a:gd name="connsiteY1160-25680" fmla="*/ 1909838 h 4449429"/>
              <a:gd name="connsiteX1161-25681" fmla="*/ 12948827 w 18982931"/>
              <a:gd name="connsiteY1161-25682" fmla="*/ 1975695 h 4449429"/>
              <a:gd name="connsiteX1162-25683" fmla="*/ 12969405 w 18982931"/>
              <a:gd name="connsiteY1162-25684" fmla="*/ 1979812 h 4449429"/>
              <a:gd name="connsiteX1163-25685" fmla="*/ 12989987 w 18982931"/>
              <a:gd name="connsiteY1163-25686" fmla="*/ 1913955 h 4449429"/>
              <a:gd name="connsiteX1164-25687" fmla="*/ 12989987 w 18982931"/>
              <a:gd name="connsiteY1164-25688" fmla="*/ 1469425 h 4449429"/>
              <a:gd name="connsiteX1165-25689" fmla="*/ 13064076 w 18982931"/>
              <a:gd name="connsiteY1165-25690" fmla="*/ 1395336 h 4449429"/>
              <a:gd name="connsiteX1166-25691" fmla="*/ 13146396 w 18982931"/>
              <a:gd name="connsiteY1166-25692" fmla="*/ 1395336 h 4449429"/>
              <a:gd name="connsiteX1167-25693" fmla="*/ 13146396 w 18982931"/>
              <a:gd name="connsiteY1167-25694" fmla="*/ 1111328 h 4449429"/>
              <a:gd name="connsiteX1168-25695" fmla="*/ 13216366 w 18982931"/>
              <a:gd name="connsiteY1168-25696" fmla="*/ 1103096 h 4449429"/>
              <a:gd name="connsiteX1169-25697" fmla="*/ 13228716 w 18982931"/>
              <a:gd name="connsiteY1169-25698" fmla="*/ 1041358 h 4449429"/>
              <a:gd name="connsiteX1170-25699" fmla="*/ 13368662 w 18982931"/>
              <a:gd name="connsiteY1170-25700" fmla="*/ 1041358 h 4449429"/>
              <a:gd name="connsiteX1171-25701" fmla="*/ 13368662 w 18982931"/>
              <a:gd name="connsiteY1171-25702" fmla="*/ 687379 h 4449429"/>
              <a:gd name="connsiteX1172-25703" fmla="*/ 13483911 w 18982931"/>
              <a:gd name="connsiteY1172-25704" fmla="*/ 687379 h 4449429"/>
              <a:gd name="connsiteX1173-25705" fmla="*/ 13483911 w 18982931"/>
              <a:gd name="connsiteY1173-25706" fmla="*/ 617404 h 4449429"/>
              <a:gd name="connsiteX1174-25707" fmla="*/ 13483911 w 18982931"/>
              <a:gd name="connsiteY1174-25708" fmla="*/ 131714 h 4449429"/>
              <a:gd name="connsiteX1175-25709" fmla="*/ 13541534 w 18982931"/>
              <a:gd name="connsiteY1175-25710" fmla="*/ 74089 h 4449429"/>
              <a:gd name="connsiteX1176-25711" fmla="*/ 13685593 w 18982931"/>
              <a:gd name="connsiteY1176-25712" fmla="*/ 74089 h 4449429"/>
              <a:gd name="connsiteX1177-25713" fmla="*/ 13730872 w 18982931"/>
              <a:gd name="connsiteY1177-25714" fmla="*/ 49392 h 4449429"/>
              <a:gd name="connsiteX1178-25715" fmla="*/ 13739104 w 18982931"/>
              <a:gd name="connsiteY1178-25716" fmla="*/ 0 h 4449429"/>
              <a:gd name="connsiteX0-25717" fmla="*/ 16404499 w 18982931"/>
              <a:gd name="connsiteY0-25718" fmla="*/ 4309270 h 4449429"/>
              <a:gd name="connsiteX1-25719" fmla="*/ 16404499 w 18982931"/>
              <a:gd name="connsiteY1-25720" fmla="*/ 4366104 h 4449429"/>
              <a:gd name="connsiteX2-25721" fmla="*/ 16461332 w 18982931"/>
              <a:gd name="connsiteY2-25722" fmla="*/ 4366104 h 4449429"/>
              <a:gd name="connsiteX3-25723" fmla="*/ 16461332 w 18982931"/>
              <a:gd name="connsiteY3-25724" fmla="*/ 4309270 h 4449429"/>
              <a:gd name="connsiteX4-25725" fmla="*/ 16404499 w 18982931"/>
              <a:gd name="connsiteY4-25726" fmla="*/ 4309270 h 4449429"/>
              <a:gd name="connsiteX5-25727" fmla="*/ 16292444 w 18982931"/>
              <a:gd name="connsiteY5-25728" fmla="*/ 4309270 h 4449429"/>
              <a:gd name="connsiteX6-25729" fmla="*/ 16292444 w 18982931"/>
              <a:gd name="connsiteY6-25730" fmla="*/ 4366104 h 4449429"/>
              <a:gd name="connsiteX7-25731" fmla="*/ 16349278 w 18982931"/>
              <a:gd name="connsiteY7-25732" fmla="*/ 4366104 h 4449429"/>
              <a:gd name="connsiteX8-25733" fmla="*/ 16349278 w 18982931"/>
              <a:gd name="connsiteY8-25734" fmla="*/ 4309270 h 4449429"/>
              <a:gd name="connsiteX9-25735" fmla="*/ 16292444 w 18982931"/>
              <a:gd name="connsiteY9-25736" fmla="*/ 4309270 h 4449429"/>
              <a:gd name="connsiteX10-25737" fmla="*/ 16180390 w 18982931"/>
              <a:gd name="connsiteY10-25738" fmla="*/ 4309270 h 4449429"/>
              <a:gd name="connsiteX11-25739" fmla="*/ 16180390 w 18982931"/>
              <a:gd name="connsiteY11-25740" fmla="*/ 4366104 h 4449429"/>
              <a:gd name="connsiteX12-25741" fmla="*/ 16237224 w 18982931"/>
              <a:gd name="connsiteY12-25742" fmla="*/ 4366104 h 4449429"/>
              <a:gd name="connsiteX13-25743" fmla="*/ 16237224 w 18982931"/>
              <a:gd name="connsiteY13-25744" fmla="*/ 4309270 h 4449429"/>
              <a:gd name="connsiteX14-25745" fmla="*/ 16180390 w 18982931"/>
              <a:gd name="connsiteY14-25746" fmla="*/ 4309270 h 4449429"/>
              <a:gd name="connsiteX15-25747" fmla="*/ 2813944 w 18982931"/>
              <a:gd name="connsiteY15-25748" fmla="*/ 4309269 h 4449429"/>
              <a:gd name="connsiteX16-25749" fmla="*/ 2813944 w 18982931"/>
              <a:gd name="connsiteY16-25750" fmla="*/ 4366102 h 4449429"/>
              <a:gd name="connsiteX17-25751" fmla="*/ 2870780 w 18982931"/>
              <a:gd name="connsiteY17-25752" fmla="*/ 4366102 h 4449429"/>
              <a:gd name="connsiteX18-25753" fmla="*/ 2870780 w 18982931"/>
              <a:gd name="connsiteY18-25754" fmla="*/ 4309269 h 4449429"/>
              <a:gd name="connsiteX19-25755" fmla="*/ 2813944 w 18982931"/>
              <a:gd name="connsiteY19-25756" fmla="*/ 4309269 h 4449429"/>
              <a:gd name="connsiteX20-25757" fmla="*/ 2701890 w 18982931"/>
              <a:gd name="connsiteY20-25758" fmla="*/ 4309269 h 4449429"/>
              <a:gd name="connsiteX21-25759" fmla="*/ 2701890 w 18982931"/>
              <a:gd name="connsiteY21-25760" fmla="*/ 4366102 h 4449429"/>
              <a:gd name="connsiteX22-25761" fmla="*/ 2758723 w 18982931"/>
              <a:gd name="connsiteY22-25762" fmla="*/ 4366102 h 4449429"/>
              <a:gd name="connsiteX23-25763" fmla="*/ 2758723 w 18982931"/>
              <a:gd name="connsiteY23-25764" fmla="*/ 4309269 h 4449429"/>
              <a:gd name="connsiteX24-25765" fmla="*/ 2701890 w 18982931"/>
              <a:gd name="connsiteY24-25766" fmla="*/ 4309269 h 4449429"/>
              <a:gd name="connsiteX25-25767" fmla="*/ 2589843 w 18982931"/>
              <a:gd name="connsiteY25-25768" fmla="*/ 4309269 h 4449429"/>
              <a:gd name="connsiteX26-25769" fmla="*/ 2589843 w 18982931"/>
              <a:gd name="connsiteY26-25770" fmla="*/ 4366102 h 4449429"/>
              <a:gd name="connsiteX27-25771" fmla="*/ 2646669 w 18982931"/>
              <a:gd name="connsiteY27-25772" fmla="*/ 4366102 h 4449429"/>
              <a:gd name="connsiteX28-25773" fmla="*/ 2646669 w 18982931"/>
              <a:gd name="connsiteY28-25774" fmla="*/ 4309269 h 4449429"/>
              <a:gd name="connsiteX29-25775" fmla="*/ 2589843 w 18982931"/>
              <a:gd name="connsiteY29-25776" fmla="*/ 4309269 h 4449429"/>
              <a:gd name="connsiteX30-25777" fmla="*/ 16404499 w 18982931"/>
              <a:gd name="connsiteY30-25778" fmla="*/ 4163982 h 4449429"/>
              <a:gd name="connsiteX31-25779" fmla="*/ 16404499 w 18982931"/>
              <a:gd name="connsiteY31-25780" fmla="*/ 4220816 h 4449429"/>
              <a:gd name="connsiteX32-25781" fmla="*/ 16461332 w 18982931"/>
              <a:gd name="connsiteY32-25782" fmla="*/ 4220816 h 4449429"/>
              <a:gd name="connsiteX33-25783" fmla="*/ 16461332 w 18982931"/>
              <a:gd name="connsiteY33-25784" fmla="*/ 4163982 h 4449429"/>
              <a:gd name="connsiteX34-25785" fmla="*/ 16404499 w 18982931"/>
              <a:gd name="connsiteY34-25786" fmla="*/ 4163982 h 4449429"/>
              <a:gd name="connsiteX35-25787" fmla="*/ 16292444 w 18982931"/>
              <a:gd name="connsiteY35-25788" fmla="*/ 4163982 h 4449429"/>
              <a:gd name="connsiteX36-25789" fmla="*/ 16292444 w 18982931"/>
              <a:gd name="connsiteY36-25790" fmla="*/ 4220816 h 4449429"/>
              <a:gd name="connsiteX37-25791" fmla="*/ 16349278 w 18982931"/>
              <a:gd name="connsiteY37-25792" fmla="*/ 4220816 h 4449429"/>
              <a:gd name="connsiteX38-25793" fmla="*/ 16349278 w 18982931"/>
              <a:gd name="connsiteY38-25794" fmla="*/ 4163982 h 4449429"/>
              <a:gd name="connsiteX39-25795" fmla="*/ 16292444 w 18982931"/>
              <a:gd name="connsiteY39-25796" fmla="*/ 4163982 h 4449429"/>
              <a:gd name="connsiteX40-25797" fmla="*/ 16180390 w 18982931"/>
              <a:gd name="connsiteY40-25798" fmla="*/ 4163982 h 4449429"/>
              <a:gd name="connsiteX41-25799" fmla="*/ 16180390 w 18982931"/>
              <a:gd name="connsiteY41-25800" fmla="*/ 4220816 h 4449429"/>
              <a:gd name="connsiteX42-25801" fmla="*/ 16237224 w 18982931"/>
              <a:gd name="connsiteY42-25802" fmla="*/ 4220816 h 4449429"/>
              <a:gd name="connsiteX43-25803" fmla="*/ 16237224 w 18982931"/>
              <a:gd name="connsiteY43-25804" fmla="*/ 4163982 h 4449429"/>
              <a:gd name="connsiteX44-25805" fmla="*/ 16180390 w 18982931"/>
              <a:gd name="connsiteY44-25806" fmla="*/ 4163982 h 4449429"/>
              <a:gd name="connsiteX45-25807" fmla="*/ 2813944 w 18982931"/>
              <a:gd name="connsiteY45-25808" fmla="*/ 4163981 h 4449429"/>
              <a:gd name="connsiteX46-25809" fmla="*/ 2813944 w 18982931"/>
              <a:gd name="connsiteY46-25810" fmla="*/ 4220814 h 4449429"/>
              <a:gd name="connsiteX47-25811" fmla="*/ 2870780 w 18982931"/>
              <a:gd name="connsiteY47-25812" fmla="*/ 4220814 h 4449429"/>
              <a:gd name="connsiteX48-25813" fmla="*/ 2870780 w 18982931"/>
              <a:gd name="connsiteY48-25814" fmla="*/ 4163981 h 4449429"/>
              <a:gd name="connsiteX49-25815" fmla="*/ 2813944 w 18982931"/>
              <a:gd name="connsiteY49-25816" fmla="*/ 4163981 h 4449429"/>
              <a:gd name="connsiteX50-25817" fmla="*/ 2701890 w 18982931"/>
              <a:gd name="connsiteY50-25818" fmla="*/ 4163981 h 4449429"/>
              <a:gd name="connsiteX51-25819" fmla="*/ 2701890 w 18982931"/>
              <a:gd name="connsiteY51-25820" fmla="*/ 4220814 h 4449429"/>
              <a:gd name="connsiteX52-25821" fmla="*/ 2758723 w 18982931"/>
              <a:gd name="connsiteY52-25822" fmla="*/ 4220814 h 4449429"/>
              <a:gd name="connsiteX53-25823" fmla="*/ 2758723 w 18982931"/>
              <a:gd name="connsiteY53-25824" fmla="*/ 4163981 h 4449429"/>
              <a:gd name="connsiteX54-25825" fmla="*/ 2701890 w 18982931"/>
              <a:gd name="connsiteY54-25826" fmla="*/ 4163981 h 4449429"/>
              <a:gd name="connsiteX55-25827" fmla="*/ 2589843 w 18982931"/>
              <a:gd name="connsiteY55-25828" fmla="*/ 4163981 h 4449429"/>
              <a:gd name="connsiteX56-25829" fmla="*/ 2589843 w 18982931"/>
              <a:gd name="connsiteY56-25830" fmla="*/ 4220814 h 4449429"/>
              <a:gd name="connsiteX57-25831" fmla="*/ 2646669 w 18982931"/>
              <a:gd name="connsiteY57-25832" fmla="*/ 4220814 h 4449429"/>
              <a:gd name="connsiteX58-25833" fmla="*/ 2646669 w 18982931"/>
              <a:gd name="connsiteY58-25834" fmla="*/ 4163981 h 4449429"/>
              <a:gd name="connsiteX59-25835" fmla="*/ 2589843 w 18982931"/>
              <a:gd name="connsiteY59-25836" fmla="*/ 4163981 h 4449429"/>
              <a:gd name="connsiteX60-25837" fmla="*/ 9851983 w 18982931"/>
              <a:gd name="connsiteY60-25838" fmla="*/ 4073253 h 4449429"/>
              <a:gd name="connsiteX61-25839" fmla="*/ 9851983 w 18982931"/>
              <a:gd name="connsiteY61-25840" fmla="*/ 4282100 h 4449429"/>
              <a:gd name="connsiteX62-25841" fmla="*/ 9897683 w 18982931"/>
              <a:gd name="connsiteY62-25842" fmla="*/ 4282100 h 4449429"/>
              <a:gd name="connsiteX63-25843" fmla="*/ 9897683 w 18982931"/>
              <a:gd name="connsiteY63-25844" fmla="*/ 4073253 h 4449429"/>
              <a:gd name="connsiteX64-25845" fmla="*/ 9851983 w 18982931"/>
              <a:gd name="connsiteY64-25846" fmla="*/ 4073253 h 4449429"/>
              <a:gd name="connsiteX65-25847" fmla="*/ 9760354 w 18982931"/>
              <a:gd name="connsiteY65-25848" fmla="*/ 4073253 h 4449429"/>
              <a:gd name="connsiteX66-25849" fmla="*/ 9760354 w 18982931"/>
              <a:gd name="connsiteY66-25850" fmla="*/ 4282100 h 4449429"/>
              <a:gd name="connsiteX67-25851" fmla="*/ 9806054 w 18982931"/>
              <a:gd name="connsiteY67-25852" fmla="*/ 4282100 h 4449429"/>
              <a:gd name="connsiteX68-25853" fmla="*/ 9806054 w 18982931"/>
              <a:gd name="connsiteY68-25854" fmla="*/ 4073253 h 4449429"/>
              <a:gd name="connsiteX69-25855" fmla="*/ 9760354 w 18982931"/>
              <a:gd name="connsiteY69-25856" fmla="*/ 4073253 h 4449429"/>
              <a:gd name="connsiteX70-25857" fmla="*/ 9668723 w 18982931"/>
              <a:gd name="connsiteY70-25858" fmla="*/ 4073253 h 4449429"/>
              <a:gd name="connsiteX71-25859" fmla="*/ 9668723 w 18982931"/>
              <a:gd name="connsiteY71-25860" fmla="*/ 4282100 h 4449429"/>
              <a:gd name="connsiteX72-25861" fmla="*/ 9714423 w 18982931"/>
              <a:gd name="connsiteY72-25862" fmla="*/ 4282100 h 4449429"/>
              <a:gd name="connsiteX73-25863" fmla="*/ 9714423 w 18982931"/>
              <a:gd name="connsiteY73-25864" fmla="*/ 4073253 h 4449429"/>
              <a:gd name="connsiteX74-25865" fmla="*/ 9668723 w 18982931"/>
              <a:gd name="connsiteY74-25866" fmla="*/ 4073253 h 4449429"/>
              <a:gd name="connsiteX75-25867" fmla="*/ 9577094 w 18982931"/>
              <a:gd name="connsiteY75-25868" fmla="*/ 4073253 h 4449429"/>
              <a:gd name="connsiteX76-25869" fmla="*/ 9577094 w 18982931"/>
              <a:gd name="connsiteY76-25870" fmla="*/ 4282100 h 4449429"/>
              <a:gd name="connsiteX77-25871" fmla="*/ 9622794 w 18982931"/>
              <a:gd name="connsiteY77-25872" fmla="*/ 4282100 h 4449429"/>
              <a:gd name="connsiteX78-25873" fmla="*/ 9622794 w 18982931"/>
              <a:gd name="connsiteY78-25874" fmla="*/ 4073253 h 4449429"/>
              <a:gd name="connsiteX79-25875" fmla="*/ 9577094 w 18982931"/>
              <a:gd name="connsiteY79-25876" fmla="*/ 4073253 h 4449429"/>
              <a:gd name="connsiteX80-25877" fmla="*/ 9485470 w 18982931"/>
              <a:gd name="connsiteY80-25878" fmla="*/ 4073253 h 4449429"/>
              <a:gd name="connsiteX81-25879" fmla="*/ 9485470 w 18982931"/>
              <a:gd name="connsiteY81-25880" fmla="*/ 4282100 h 4449429"/>
              <a:gd name="connsiteX82-25881" fmla="*/ 9531165 w 18982931"/>
              <a:gd name="connsiteY82-25882" fmla="*/ 4282100 h 4449429"/>
              <a:gd name="connsiteX83-25883" fmla="*/ 9531165 w 18982931"/>
              <a:gd name="connsiteY83-25884" fmla="*/ 4073253 h 4449429"/>
              <a:gd name="connsiteX84-25885" fmla="*/ 9485470 w 18982931"/>
              <a:gd name="connsiteY84-25886" fmla="*/ 4073253 h 4449429"/>
              <a:gd name="connsiteX85-25887" fmla="*/ 9393836 w 18982931"/>
              <a:gd name="connsiteY85-25888" fmla="*/ 4073253 h 4449429"/>
              <a:gd name="connsiteX86-25889" fmla="*/ 9393836 w 18982931"/>
              <a:gd name="connsiteY86-25890" fmla="*/ 4282100 h 4449429"/>
              <a:gd name="connsiteX87-25891" fmla="*/ 9439536 w 18982931"/>
              <a:gd name="connsiteY87-25892" fmla="*/ 4282100 h 4449429"/>
              <a:gd name="connsiteX88-25893" fmla="*/ 9439536 w 18982931"/>
              <a:gd name="connsiteY88-25894" fmla="*/ 4073253 h 4449429"/>
              <a:gd name="connsiteX89-25895" fmla="*/ 9393836 w 18982931"/>
              <a:gd name="connsiteY89-25896" fmla="*/ 4073253 h 4449429"/>
              <a:gd name="connsiteX90-25897" fmla="*/ 9302203 w 18982931"/>
              <a:gd name="connsiteY90-25898" fmla="*/ 4073253 h 4449429"/>
              <a:gd name="connsiteX91-25899" fmla="*/ 9302203 w 18982931"/>
              <a:gd name="connsiteY91-25900" fmla="*/ 4282100 h 4449429"/>
              <a:gd name="connsiteX92-25901" fmla="*/ 9347904 w 18982931"/>
              <a:gd name="connsiteY92-25902" fmla="*/ 4282100 h 4449429"/>
              <a:gd name="connsiteX93-25903" fmla="*/ 9347904 w 18982931"/>
              <a:gd name="connsiteY93-25904" fmla="*/ 4073253 h 4449429"/>
              <a:gd name="connsiteX94-25905" fmla="*/ 9302203 w 18982931"/>
              <a:gd name="connsiteY94-25906" fmla="*/ 4073253 h 4449429"/>
              <a:gd name="connsiteX95-25907" fmla="*/ 16404499 w 18982931"/>
              <a:gd name="connsiteY95-25908" fmla="*/ 4018694 h 4449429"/>
              <a:gd name="connsiteX96-25909" fmla="*/ 16404499 w 18982931"/>
              <a:gd name="connsiteY96-25910" fmla="*/ 4075528 h 4449429"/>
              <a:gd name="connsiteX97-25911" fmla="*/ 16461332 w 18982931"/>
              <a:gd name="connsiteY97-25912" fmla="*/ 4075528 h 4449429"/>
              <a:gd name="connsiteX98-25913" fmla="*/ 16461332 w 18982931"/>
              <a:gd name="connsiteY98-25914" fmla="*/ 4018694 h 4449429"/>
              <a:gd name="connsiteX99-25915" fmla="*/ 16404499 w 18982931"/>
              <a:gd name="connsiteY99-25916" fmla="*/ 4018694 h 4449429"/>
              <a:gd name="connsiteX100-25917" fmla="*/ 16292444 w 18982931"/>
              <a:gd name="connsiteY100-25918" fmla="*/ 4018694 h 4449429"/>
              <a:gd name="connsiteX101-25919" fmla="*/ 16292444 w 18982931"/>
              <a:gd name="connsiteY101-25920" fmla="*/ 4075528 h 4449429"/>
              <a:gd name="connsiteX102-25921" fmla="*/ 16349278 w 18982931"/>
              <a:gd name="connsiteY102-25922" fmla="*/ 4075528 h 4449429"/>
              <a:gd name="connsiteX103-25923" fmla="*/ 16349278 w 18982931"/>
              <a:gd name="connsiteY103-25924" fmla="*/ 4018694 h 4449429"/>
              <a:gd name="connsiteX104-25925" fmla="*/ 16292444 w 18982931"/>
              <a:gd name="connsiteY104-25926" fmla="*/ 4018694 h 4449429"/>
              <a:gd name="connsiteX105-25927" fmla="*/ 16180390 w 18982931"/>
              <a:gd name="connsiteY105-25928" fmla="*/ 4018694 h 4449429"/>
              <a:gd name="connsiteX106-25929" fmla="*/ 16180390 w 18982931"/>
              <a:gd name="connsiteY106-25930" fmla="*/ 4075528 h 4449429"/>
              <a:gd name="connsiteX107-25931" fmla="*/ 16237224 w 18982931"/>
              <a:gd name="connsiteY107-25932" fmla="*/ 4075528 h 4449429"/>
              <a:gd name="connsiteX108-25933" fmla="*/ 16237224 w 18982931"/>
              <a:gd name="connsiteY108-25934" fmla="*/ 4018694 h 4449429"/>
              <a:gd name="connsiteX109-25935" fmla="*/ 16180390 w 18982931"/>
              <a:gd name="connsiteY109-25936" fmla="*/ 4018694 h 4449429"/>
              <a:gd name="connsiteX110-25937" fmla="*/ 2813944 w 18982931"/>
              <a:gd name="connsiteY110-25938" fmla="*/ 4018692 h 4449429"/>
              <a:gd name="connsiteX111-25939" fmla="*/ 2813944 w 18982931"/>
              <a:gd name="connsiteY111-25940" fmla="*/ 4075526 h 4449429"/>
              <a:gd name="connsiteX112-25941" fmla="*/ 2870780 w 18982931"/>
              <a:gd name="connsiteY112-25942" fmla="*/ 4075526 h 4449429"/>
              <a:gd name="connsiteX113-25943" fmla="*/ 2870780 w 18982931"/>
              <a:gd name="connsiteY113-25944" fmla="*/ 4018692 h 4449429"/>
              <a:gd name="connsiteX114-25945" fmla="*/ 2813944 w 18982931"/>
              <a:gd name="connsiteY114-25946" fmla="*/ 4018692 h 4449429"/>
              <a:gd name="connsiteX115-25947" fmla="*/ 2701890 w 18982931"/>
              <a:gd name="connsiteY115-25948" fmla="*/ 4018692 h 4449429"/>
              <a:gd name="connsiteX116-25949" fmla="*/ 2701890 w 18982931"/>
              <a:gd name="connsiteY116-25950" fmla="*/ 4075526 h 4449429"/>
              <a:gd name="connsiteX117-25951" fmla="*/ 2758723 w 18982931"/>
              <a:gd name="connsiteY117-25952" fmla="*/ 4075526 h 4449429"/>
              <a:gd name="connsiteX118-25953" fmla="*/ 2758723 w 18982931"/>
              <a:gd name="connsiteY118-25954" fmla="*/ 4018692 h 4449429"/>
              <a:gd name="connsiteX119-25955" fmla="*/ 2701890 w 18982931"/>
              <a:gd name="connsiteY119-25956" fmla="*/ 4018692 h 4449429"/>
              <a:gd name="connsiteX120-25957" fmla="*/ 2589843 w 18982931"/>
              <a:gd name="connsiteY120-25958" fmla="*/ 4018692 h 4449429"/>
              <a:gd name="connsiteX121-25959" fmla="*/ 2589843 w 18982931"/>
              <a:gd name="connsiteY121-25960" fmla="*/ 4075526 h 4449429"/>
              <a:gd name="connsiteX122-25961" fmla="*/ 2646669 w 18982931"/>
              <a:gd name="connsiteY122-25962" fmla="*/ 4075526 h 4449429"/>
              <a:gd name="connsiteX123-25963" fmla="*/ 2646669 w 18982931"/>
              <a:gd name="connsiteY123-25964" fmla="*/ 4018692 h 4449429"/>
              <a:gd name="connsiteX124-25965" fmla="*/ 2589843 w 18982931"/>
              <a:gd name="connsiteY124-25966" fmla="*/ 4018692 h 4449429"/>
              <a:gd name="connsiteX125-25967" fmla="*/ 16404499 w 18982931"/>
              <a:gd name="connsiteY125-25968" fmla="*/ 3873406 h 4449429"/>
              <a:gd name="connsiteX126-25969" fmla="*/ 16404499 w 18982931"/>
              <a:gd name="connsiteY126-25970" fmla="*/ 3930240 h 4449429"/>
              <a:gd name="connsiteX127-25971" fmla="*/ 16461332 w 18982931"/>
              <a:gd name="connsiteY127-25972" fmla="*/ 3930240 h 4449429"/>
              <a:gd name="connsiteX128-25973" fmla="*/ 16461332 w 18982931"/>
              <a:gd name="connsiteY128-25974" fmla="*/ 3873406 h 4449429"/>
              <a:gd name="connsiteX129-25975" fmla="*/ 16404499 w 18982931"/>
              <a:gd name="connsiteY129-25976" fmla="*/ 3873406 h 4449429"/>
              <a:gd name="connsiteX130-25977" fmla="*/ 16292444 w 18982931"/>
              <a:gd name="connsiteY130-25978" fmla="*/ 3873406 h 4449429"/>
              <a:gd name="connsiteX131-25979" fmla="*/ 16292444 w 18982931"/>
              <a:gd name="connsiteY131-25980" fmla="*/ 3930240 h 4449429"/>
              <a:gd name="connsiteX132-25981" fmla="*/ 16349278 w 18982931"/>
              <a:gd name="connsiteY132-25982" fmla="*/ 3930240 h 4449429"/>
              <a:gd name="connsiteX133-25983" fmla="*/ 16349278 w 18982931"/>
              <a:gd name="connsiteY133-25984" fmla="*/ 3873406 h 4449429"/>
              <a:gd name="connsiteX134-25985" fmla="*/ 16292444 w 18982931"/>
              <a:gd name="connsiteY134-25986" fmla="*/ 3873406 h 4449429"/>
              <a:gd name="connsiteX135-25987" fmla="*/ 16180390 w 18982931"/>
              <a:gd name="connsiteY135-25988" fmla="*/ 3873406 h 4449429"/>
              <a:gd name="connsiteX136-25989" fmla="*/ 16180390 w 18982931"/>
              <a:gd name="connsiteY136-25990" fmla="*/ 3930240 h 4449429"/>
              <a:gd name="connsiteX137-25991" fmla="*/ 16237224 w 18982931"/>
              <a:gd name="connsiteY137-25992" fmla="*/ 3930240 h 4449429"/>
              <a:gd name="connsiteX138-25993" fmla="*/ 16237224 w 18982931"/>
              <a:gd name="connsiteY138-25994" fmla="*/ 3873406 h 4449429"/>
              <a:gd name="connsiteX139-25995" fmla="*/ 16180390 w 18982931"/>
              <a:gd name="connsiteY139-25996" fmla="*/ 3873406 h 4449429"/>
              <a:gd name="connsiteX140-25997" fmla="*/ 2813944 w 18982931"/>
              <a:gd name="connsiteY140-25998" fmla="*/ 3873404 h 4449429"/>
              <a:gd name="connsiteX141-25999" fmla="*/ 2813944 w 18982931"/>
              <a:gd name="connsiteY141-26000" fmla="*/ 3930238 h 4449429"/>
              <a:gd name="connsiteX142-26001" fmla="*/ 2870780 w 18982931"/>
              <a:gd name="connsiteY142-26002" fmla="*/ 3930238 h 4449429"/>
              <a:gd name="connsiteX143-26003" fmla="*/ 2870780 w 18982931"/>
              <a:gd name="connsiteY143-26004" fmla="*/ 3873404 h 4449429"/>
              <a:gd name="connsiteX144-26005" fmla="*/ 2813944 w 18982931"/>
              <a:gd name="connsiteY144-26006" fmla="*/ 3873404 h 4449429"/>
              <a:gd name="connsiteX145-26007" fmla="*/ 2701890 w 18982931"/>
              <a:gd name="connsiteY145-26008" fmla="*/ 3873404 h 4449429"/>
              <a:gd name="connsiteX146-26009" fmla="*/ 2701890 w 18982931"/>
              <a:gd name="connsiteY146-26010" fmla="*/ 3930238 h 4449429"/>
              <a:gd name="connsiteX147-26011" fmla="*/ 2758723 w 18982931"/>
              <a:gd name="connsiteY147-26012" fmla="*/ 3930238 h 4449429"/>
              <a:gd name="connsiteX148-26013" fmla="*/ 2758723 w 18982931"/>
              <a:gd name="connsiteY148-26014" fmla="*/ 3873404 h 4449429"/>
              <a:gd name="connsiteX149-26015" fmla="*/ 2701890 w 18982931"/>
              <a:gd name="connsiteY149-26016" fmla="*/ 3873404 h 4449429"/>
              <a:gd name="connsiteX150-26017" fmla="*/ 2589843 w 18982931"/>
              <a:gd name="connsiteY150-26018" fmla="*/ 3873404 h 4449429"/>
              <a:gd name="connsiteX151-26019" fmla="*/ 2589843 w 18982931"/>
              <a:gd name="connsiteY151-26020" fmla="*/ 3930238 h 4449429"/>
              <a:gd name="connsiteX152-26021" fmla="*/ 2646669 w 18982931"/>
              <a:gd name="connsiteY152-26022" fmla="*/ 3930238 h 4449429"/>
              <a:gd name="connsiteX153-26023" fmla="*/ 2646669 w 18982931"/>
              <a:gd name="connsiteY153-26024" fmla="*/ 3873404 h 4449429"/>
              <a:gd name="connsiteX154-26025" fmla="*/ 2589843 w 18982931"/>
              <a:gd name="connsiteY154-26026" fmla="*/ 3873404 h 4449429"/>
              <a:gd name="connsiteX155-26027" fmla="*/ 17351339 w 18982931"/>
              <a:gd name="connsiteY155-26028" fmla="*/ 3769299 h 4449429"/>
              <a:gd name="connsiteX156-26029" fmla="*/ 17351339 w 18982931"/>
              <a:gd name="connsiteY156-26030" fmla="*/ 3815000 h 4449429"/>
              <a:gd name="connsiteX157-26031" fmla="*/ 17560187 w 18982931"/>
              <a:gd name="connsiteY157-26032" fmla="*/ 3815000 h 4449429"/>
              <a:gd name="connsiteX158-26033" fmla="*/ 17560187 w 18982931"/>
              <a:gd name="connsiteY158-26034" fmla="*/ 3769299 h 4449429"/>
              <a:gd name="connsiteX159-26035" fmla="*/ 17351339 w 18982931"/>
              <a:gd name="connsiteY159-26036" fmla="*/ 3769299 h 4449429"/>
              <a:gd name="connsiteX160-26037" fmla="*/ 16404499 w 18982931"/>
              <a:gd name="connsiteY160-26038" fmla="*/ 3728118 h 4449429"/>
              <a:gd name="connsiteX161-26039" fmla="*/ 16404499 w 18982931"/>
              <a:gd name="connsiteY161-26040" fmla="*/ 3784951 h 4449429"/>
              <a:gd name="connsiteX162-26041" fmla="*/ 16461332 w 18982931"/>
              <a:gd name="connsiteY162-26042" fmla="*/ 3784951 h 4449429"/>
              <a:gd name="connsiteX163-26043" fmla="*/ 16461332 w 18982931"/>
              <a:gd name="connsiteY163-26044" fmla="*/ 3728118 h 4449429"/>
              <a:gd name="connsiteX164-26045" fmla="*/ 16404499 w 18982931"/>
              <a:gd name="connsiteY164-26046" fmla="*/ 3728118 h 4449429"/>
              <a:gd name="connsiteX165-26047" fmla="*/ 16292444 w 18982931"/>
              <a:gd name="connsiteY165-26048" fmla="*/ 3728118 h 4449429"/>
              <a:gd name="connsiteX166-26049" fmla="*/ 16292444 w 18982931"/>
              <a:gd name="connsiteY166-26050" fmla="*/ 3784951 h 4449429"/>
              <a:gd name="connsiteX167-26051" fmla="*/ 16349278 w 18982931"/>
              <a:gd name="connsiteY167-26052" fmla="*/ 3784951 h 4449429"/>
              <a:gd name="connsiteX168-26053" fmla="*/ 16349278 w 18982931"/>
              <a:gd name="connsiteY168-26054" fmla="*/ 3728118 h 4449429"/>
              <a:gd name="connsiteX169-26055" fmla="*/ 16292444 w 18982931"/>
              <a:gd name="connsiteY169-26056" fmla="*/ 3728118 h 4449429"/>
              <a:gd name="connsiteX170-26057" fmla="*/ 16180390 w 18982931"/>
              <a:gd name="connsiteY170-26058" fmla="*/ 3728118 h 4449429"/>
              <a:gd name="connsiteX171-26059" fmla="*/ 16180390 w 18982931"/>
              <a:gd name="connsiteY171-26060" fmla="*/ 3784951 h 4449429"/>
              <a:gd name="connsiteX172-26061" fmla="*/ 16237224 w 18982931"/>
              <a:gd name="connsiteY172-26062" fmla="*/ 3784951 h 4449429"/>
              <a:gd name="connsiteX173-26063" fmla="*/ 16237224 w 18982931"/>
              <a:gd name="connsiteY173-26064" fmla="*/ 3728118 h 4449429"/>
              <a:gd name="connsiteX174-26065" fmla="*/ 16180390 w 18982931"/>
              <a:gd name="connsiteY174-26066" fmla="*/ 3728118 h 4449429"/>
              <a:gd name="connsiteX175-26067" fmla="*/ 2813944 w 18982931"/>
              <a:gd name="connsiteY175-26068" fmla="*/ 3728116 h 4449429"/>
              <a:gd name="connsiteX176-26069" fmla="*/ 2813944 w 18982931"/>
              <a:gd name="connsiteY176-26070" fmla="*/ 3784950 h 4449429"/>
              <a:gd name="connsiteX177-26071" fmla="*/ 2870780 w 18982931"/>
              <a:gd name="connsiteY177-26072" fmla="*/ 3784950 h 4449429"/>
              <a:gd name="connsiteX178-26073" fmla="*/ 2870780 w 18982931"/>
              <a:gd name="connsiteY178-26074" fmla="*/ 3728116 h 4449429"/>
              <a:gd name="connsiteX179-26075" fmla="*/ 2813944 w 18982931"/>
              <a:gd name="connsiteY179-26076" fmla="*/ 3728116 h 4449429"/>
              <a:gd name="connsiteX180-26077" fmla="*/ 2701891 w 18982931"/>
              <a:gd name="connsiteY180-26078" fmla="*/ 3728116 h 4449429"/>
              <a:gd name="connsiteX181-26079" fmla="*/ 2701891 w 18982931"/>
              <a:gd name="connsiteY181-26080" fmla="*/ 3784950 h 4449429"/>
              <a:gd name="connsiteX182-26081" fmla="*/ 2758730 w 18982931"/>
              <a:gd name="connsiteY182-26082" fmla="*/ 3784950 h 4449429"/>
              <a:gd name="connsiteX183-26083" fmla="*/ 2758730 w 18982931"/>
              <a:gd name="connsiteY183-26084" fmla="*/ 3728116 h 4449429"/>
              <a:gd name="connsiteX184-26085" fmla="*/ 2701891 w 18982931"/>
              <a:gd name="connsiteY184-26086" fmla="*/ 3728116 h 4449429"/>
              <a:gd name="connsiteX185-26087" fmla="*/ 2589845 w 18982931"/>
              <a:gd name="connsiteY185-26088" fmla="*/ 3728116 h 4449429"/>
              <a:gd name="connsiteX186-26089" fmla="*/ 2589845 w 18982931"/>
              <a:gd name="connsiteY186-26090" fmla="*/ 3784950 h 4449429"/>
              <a:gd name="connsiteX187-26091" fmla="*/ 2646671 w 18982931"/>
              <a:gd name="connsiteY187-26092" fmla="*/ 3784950 h 4449429"/>
              <a:gd name="connsiteX188-26093" fmla="*/ 2646671 w 18982931"/>
              <a:gd name="connsiteY188-26094" fmla="*/ 3728116 h 4449429"/>
              <a:gd name="connsiteX189-26095" fmla="*/ 2589845 w 18982931"/>
              <a:gd name="connsiteY189-26096" fmla="*/ 3728116 h 4449429"/>
              <a:gd name="connsiteX190-26097" fmla="*/ 17351339 w 18982931"/>
              <a:gd name="connsiteY190-26098" fmla="*/ 3677667 h 4449429"/>
              <a:gd name="connsiteX191-26099" fmla="*/ 17351339 w 18982931"/>
              <a:gd name="connsiteY191-26100" fmla="*/ 3723368 h 4449429"/>
              <a:gd name="connsiteX192-26101" fmla="*/ 17560187 w 18982931"/>
              <a:gd name="connsiteY192-26102" fmla="*/ 3723368 h 4449429"/>
              <a:gd name="connsiteX193-26103" fmla="*/ 17560187 w 18982931"/>
              <a:gd name="connsiteY193-26104" fmla="*/ 3677667 h 4449429"/>
              <a:gd name="connsiteX194-26105" fmla="*/ 17351339 w 18982931"/>
              <a:gd name="connsiteY194-26106" fmla="*/ 3677667 h 4449429"/>
              <a:gd name="connsiteX195-26107" fmla="*/ 12612246 w 18982931"/>
              <a:gd name="connsiteY195-26108" fmla="*/ 3645952 h 4449429"/>
              <a:gd name="connsiteX196-26109" fmla="*/ 12612246 w 18982931"/>
              <a:gd name="connsiteY196-26110" fmla="*/ 3702785 h 4449429"/>
              <a:gd name="connsiteX197-26111" fmla="*/ 12669079 w 18982931"/>
              <a:gd name="connsiteY197-26112" fmla="*/ 3702785 h 4449429"/>
              <a:gd name="connsiteX198-26113" fmla="*/ 12669079 w 18982931"/>
              <a:gd name="connsiteY198-26114" fmla="*/ 3645952 h 4449429"/>
              <a:gd name="connsiteX199-26115" fmla="*/ 12612246 w 18982931"/>
              <a:gd name="connsiteY199-26116" fmla="*/ 3645952 h 4449429"/>
              <a:gd name="connsiteX200-26117" fmla="*/ 12500191 w 18982931"/>
              <a:gd name="connsiteY200-26118" fmla="*/ 3645952 h 4449429"/>
              <a:gd name="connsiteX201-26119" fmla="*/ 12500191 w 18982931"/>
              <a:gd name="connsiteY201-26120" fmla="*/ 3702785 h 4449429"/>
              <a:gd name="connsiteX202-26121" fmla="*/ 12557025 w 18982931"/>
              <a:gd name="connsiteY202-26122" fmla="*/ 3702785 h 4449429"/>
              <a:gd name="connsiteX203-26123" fmla="*/ 12557025 w 18982931"/>
              <a:gd name="connsiteY203-26124" fmla="*/ 3645952 h 4449429"/>
              <a:gd name="connsiteX204-26125" fmla="*/ 12500191 w 18982931"/>
              <a:gd name="connsiteY204-26126" fmla="*/ 3645952 h 4449429"/>
              <a:gd name="connsiteX205-26127" fmla="*/ 12388137 w 18982931"/>
              <a:gd name="connsiteY205-26128" fmla="*/ 3645952 h 4449429"/>
              <a:gd name="connsiteX206-26129" fmla="*/ 12388137 w 18982931"/>
              <a:gd name="connsiteY206-26130" fmla="*/ 3702785 h 4449429"/>
              <a:gd name="connsiteX207-26131" fmla="*/ 12444971 w 18982931"/>
              <a:gd name="connsiteY207-26132" fmla="*/ 3702785 h 4449429"/>
              <a:gd name="connsiteX208-26133" fmla="*/ 12444971 w 18982931"/>
              <a:gd name="connsiteY208-26134" fmla="*/ 3645952 h 4449429"/>
              <a:gd name="connsiteX209-26135" fmla="*/ 12388137 w 18982931"/>
              <a:gd name="connsiteY209-26136" fmla="*/ 3645952 h 4449429"/>
              <a:gd name="connsiteX210-26137" fmla="*/ 17351339 w 18982931"/>
              <a:gd name="connsiteY210-26138" fmla="*/ 3586038 h 4449429"/>
              <a:gd name="connsiteX211-26139" fmla="*/ 17351339 w 18982931"/>
              <a:gd name="connsiteY211-26140" fmla="*/ 3631739 h 4449429"/>
              <a:gd name="connsiteX212-26141" fmla="*/ 17560187 w 18982931"/>
              <a:gd name="connsiteY212-26142" fmla="*/ 3631739 h 4449429"/>
              <a:gd name="connsiteX213-26143" fmla="*/ 17560187 w 18982931"/>
              <a:gd name="connsiteY213-26144" fmla="*/ 3586038 h 4449429"/>
              <a:gd name="connsiteX214-26145" fmla="*/ 17351339 w 18982931"/>
              <a:gd name="connsiteY214-26146" fmla="*/ 3586038 h 4449429"/>
              <a:gd name="connsiteX215-26147" fmla="*/ 16404499 w 18982931"/>
              <a:gd name="connsiteY215-26148" fmla="*/ 3582830 h 4449429"/>
              <a:gd name="connsiteX216-26149" fmla="*/ 16404499 w 18982931"/>
              <a:gd name="connsiteY216-26150" fmla="*/ 3639663 h 4449429"/>
              <a:gd name="connsiteX217-26151" fmla="*/ 16461332 w 18982931"/>
              <a:gd name="connsiteY217-26152" fmla="*/ 3639663 h 4449429"/>
              <a:gd name="connsiteX218-26153" fmla="*/ 16461332 w 18982931"/>
              <a:gd name="connsiteY218-26154" fmla="*/ 3582830 h 4449429"/>
              <a:gd name="connsiteX219-26155" fmla="*/ 16404499 w 18982931"/>
              <a:gd name="connsiteY219-26156" fmla="*/ 3582830 h 4449429"/>
              <a:gd name="connsiteX220-26157" fmla="*/ 16292444 w 18982931"/>
              <a:gd name="connsiteY220-26158" fmla="*/ 3582830 h 4449429"/>
              <a:gd name="connsiteX221-26159" fmla="*/ 16292444 w 18982931"/>
              <a:gd name="connsiteY221-26160" fmla="*/ 3639663 h 4449429"/>
              <a:gd name="connsiteX222-26161" fmla="*/ 16349278 w 18982931"/>
              <a:gd name="connsiteY222-26162" fmla="*/ 3639663 h 4449429"/>
              <a:gd name="connsiteX223-26163" fmla="*/ 16349278 w 18982931"/>
              <a:gd name="connsiteY223-26164" fmla="*/ 3582830 h 4449429"/>
              <a:gd name="connsiteX224-26165" fmla="*/ 16292444 w 18982931"/>
              <a:gd name="connsiteY224-26166" fmla="*/ 3582830 h 4449429"/>
              <a:gd name="connsiteX225-26167" fmla="*/ 16180390 w 18982931"/>
              <a:gd name="connsiteY225-26168" fmla="*/ 3582830 h 4449429"/>
              <a:gd name="connsiteX226-26169" fmla="*/ 16180390 w 18982931"/>
              <a:gd name="connsiteY226-26170" fmla="*/ 3639663 h 4449429"/>
              <a:gd name="connsiteX227-26171" fmla="*/ 16237224 w 18982931"/>
              <a:gd name="connsiteY227-26172" fmla="*/ 3639663 h 4449429"/>
              <a:gd name="connsiteX228-26173" fmla="*/ 16237224 w 18982931"/>
              <a:gd name="connsiteY228-26174" fmla="*/ 3582830 h 4449429"/>
              <a:gd name="connsiteX229-26175" fmla="*/ 16180390 w 18982931"/>
              <a:gd name="connsiteY229-26176" fmla="*/ 3582830 h 4449429"/>
              <a:gd name="connsiteX230-26177" fmla="*/ 2813944 w 18982931"/>
              <a:gd name="connsiteY230-26178" fmla="*/ 3582828 h 4449429"/>
              <a:gd name="connsiteX231-26179" fmla="*/ 2813944 w 18982931"/>
              <a:gd name="connsiteY231-26180" fmla="*/ 3639662 h 4449429"/>
              <a:gd name="connsiteX232-26181" fmla="*/ 2870780 w 18982931"/>
              <a:gd name="connsiteY232-26182" fmla="*/ 3639662 h 4449429"/>
              <a:gd name="connsiteX233-26183" fmla="*/ 2870780 w 18982931"/>
              <a:gd name="connsiteY233-26184" fmla="*/ 3582828 h 4449429"/>
              <a:gd name="connsiteX234-26185" fmla="*/ 2813944 w 18982931"/>
              <a:gd name="connsiteY234-26186" fmla="*/ 3582828 h 4449429"/>
              <a:gd name="connsiteX235-26187" fmla="*/ 2701891 w 18982931"/>
              <a:gd name="connsiteY235-26188" fmla="*/ 3582828 h 4449429"/>
              <a:gd name="connsiteX236-26189" fmla="*/ 2701891 w 18982931"/>
              <a:gd name="connsiteY236-26190" fmla="*/ 3639662 h 4449429"/>
              <a:gd name="connsiteX237-26191" fmla="*/ 2758730 w 18982931"/>
              <a:gd name="connsiteY237-26192" fmla="*/ 3639662 h 4449429"/>
              <a:gd name="connsiteX238-26193" fmla="*/ 2758730 w 18982931"/>
              <a:gd name="connsiteY238-26194" fmla="*/ 3582828 h 4449429"/>
              <a:gd name="connsiteX239-26195" fmla="*/ 2701891 w 18982931"/>
              <a:gd name="connsiteY239-26196" fmla="*/ 3582828 h 4449429"/>
              <a:gd name="connsiteX240-26197" fmla="*/ 2589845 w 18982931"/>
              <a:gd name="connsiteY240-26198" fmla="*/ 3582828 h 4449429"/>
              <a:gd name="connsiteX241-26199" fmla="*/ 2589845 w 18982931"/>
              <a:gd name="connsiteY241-26200" fmla="*/ 3639662 h 4449429"/>
              <a:gd name="connsiteX242-26201" fmla="*/ 2646671 w 18982931"/>
              <a:gd name="connsiteY242-26202" fmla="*/ 3639662 h 4449429"/>
              <a:gd name="connsiteX243-26203" fmla="*/ 2646671 w 18982931"/>
              <a:gd name="connsiteY243-26204" fmla="*/ 3582828 h 4449429"/>
              <a:gd name="connsiteX244-26205" fmla="*/ 2589845 w 18982931"/>
              <a:gd name="connsiteY244-26206" fmla="*/ 3582828 h 4449429"/>
              <a:gd name="connsiteX245-26207" fmla="*/ 12612246 w 18982931"/>
              <a:gd name="connsiteY245-26208" fmla="*/ 3500664 h 4449429"/>
              <a:gd name="connsiteX246-26209" fmla="*/ 12612246 w 18982931"/>
              <a:gd name="connsiteY246-26210" fmla="*/ 3557497 h 4449429"/>
              <a:gd name="connsiteX247-26211" fmla="*/ 12669079 w 18982931"/>
              <a:gd name="connsiteY247-26212" fmla="*/ 3557497 h 4449429"/>
              <a:gd name="connsiteX248-26213" fmla="*/ 12669079 w 18982931"/>
              <a:gd name="connsiteY248-26214" fmla="*/ 3500664 h 4449429"/>
              <a:gd name="connsiteX249-26215" fmla="*/ 12612246 w 18982931"/>
              <a:gd name="connsiteY249-26216" fmla="*/ 3500664 h 4449429"/>
              <a:gd name="connsiteX250-26217" fmla="*/ 12500191 w 18982931"/>
              <a:gd name="connsiteY250-26218" fmla="*/ 3500664 h 4449429"/>
              <a:gd name="connsiteX251-26219" fmla="*/ 12500191 w 18982931"/>
              <a:gd name="connsiteY251-26220" fmla="*/ 3557497 h 4449429"/>
              <a:gd name="connsiteX252-26221" fmla="*/ 12557025 w 18982931"/>
              <a:gd name="connsiteY252-26222" fmla="*/ 3557497 h 4449429"/>
              <a:gd name="connsiteX253-26223" fmla="*/ 12557025 w 18982931"/>
              <a:gd name="connsiteY253-26224" fmla="*/ 3500664 h 4449429"/>
              <a:gd name="connsiteX254-26225" fmla="*/ 12500191 w 18982931"/>
              <a:gd name="connsiteY254-26226" fmla="*/ 3500664 h 4449429"/>
              <a:gd name="connsiteX255-26227" fmla="*/ 12388137 w 18982931"/>
              <a:gd name="connsiteY255-26228" fmla="*/ 3500664 h 4449429"/>
              <a:gd name="connsiteX256-26229" fmla="*/ 12388137 w 18982931"/>
              <a:gd name="connsiteY256-26230" fmla="*/ 3557497 h 4449429"/>
              <a:gd name="connsiteX257-26231" fmla="*/ 12444971 w 18982931"/>
              <a:gd name="connsiteY257-26232" fmla="*/ 3557497 h 4449429"/>
              <a:gd name="connsiteX258-26233" fmla="*/ 12444971 w 18982931"/>
              <a:gd name="connsiteY258-26234" fmla="*/ 3500664 h 4449429"/>
              <a:gd name="connsiteX259-26235" fmla="*/ 12388137 w 18982931"/>
              <a:gd name="connsiteY259-26236" fmla="*/ 3500664 h 4449429"/>
              <a:gd name="connsiteX260-26237" fmla="*/ 17351339 w 18982931"/>
              <a:gd name="connsiteY260-26238" fmla="*/ 3492933 h 4449429"/>
              <a:gd name="connsiteX261-26239" fmla="*/ 17351339 w 18982931"/>
              <a:gd name="connsiteY261-26240" fmla="*/ 3538633 h 4449429"/>
              <a:gd name="connsiteX262-26241" fmla="*/ 17560187 w 18982931"/>
              <a:gd name="connsiteY262-26242" fmla="*/ 3538633 h 4449429"/>
              <a:gd name="connsiteX263-26243" fmla="*/ 17560187 w 18982931"/>
              <a:gd name="connsiteY263-26244" fmla="*/ 3492933 h 4449429"/>
              <a:gd name="connsiteX264-26245" fmla="*/ 17351339 w 18982931"/>
              <a:gd name="connsiteY264-26246" fmla="*/ 3492933 h 4449429"/>
              <a:gd name="connsiteX265-26247" fmla="*/ 17351339 w 18982931"/>
              <a:gd name="connsiteY265-26248" fmla="*/ 3401301 h 4449429"/>
              <a:gd name="connsiteX266-26249" fmla="*/ 17351339 w 18982931"/>
              <a:gd name="connsiteY266-26250" fmla="*/ 3447001 h 4449429"/>
              <a:gd name="connsiteX267-26251" fmla="*/ 17560187 w 18982931"/>
              <a:gd name="connsiteY267-26252" fmla="*/ 3447001 h 4449429"/>
              <a:gd name="connsiteX268-26253" fmla="*/ 17560187 w 18982931"/>
              <a:gd name="connsiteY268-26254" fmla="*/ 3401301 h 4449429"/>
              <a:gd name="connsiteX269-26255" fmla="*/ 17351339 w 18982931"/>
              <a:gd name="connsiteY269-26256" fmla="*/ 3401301 h 4449429"/>
              <a:gd name="connsiteX270-26257" fmla="*/ 1596781 w 18982931"/>
              <a:gd name="connsiteY270-26258" fmla="*/ 3357078 h 4449429"/>
              <a:gd name="connsiteX271-26259" fmla="*/ 1596781 w 18982931"/>
              <a:gd name="connsiteY271-26260" fmla="*/ 3402779 h 4449429"/>
              <a:gd name="connsiteX272-26261" fmla="*/ 1805629 w 18982931"/>
              <a:gd name="connsiteY272-26262" fmla="*/ 3402779 h 4449429"/>
              <a:gd name="connsiteX273-26263" fmla="*/ 1805629 w 18982931"/>
              <a:gd name="connsiteY273-26264" fmla="*/ 3357078 h 4449429"/>
              <a:gd name="connsiteX274-26265" fmla="*/ 1596781 w 18982931"/>
              <a:gd name="connsiteY274-26266" fmla="*/ 3357078 h 4449429"/>
              <a:gd name="connsiteX275-26267" fmla="*/ 12612246 w 18982931"/>
              <a:gd name="connsiteY275-26268" fmla="*/ 3355375 h 4449429"/>
              <a:gd name="connsiteX276-26269" fmla="*/ 12612246 w 18982931"/>
              <a:gd name="connsiteY276-26270" fmla="*/ 3412209 h 4449429"/>
              <a:gd name="connsiteX277-26271" fmla="*/ 12669079 w 18982931"/>
              <a:gd name="connsiteY277-26272" fmla="*/ 3412209 h 4449429"/>
              <a:gd name="connsiteX278-26273" fmla="*/ 12669079 w 18982931"/>
              <a:gd name="connsiteY278-26274" fmla="*/ 3355375 h 4449429"/>
              <a:gd name="connsiteX279-26275" fmla="*/ 12612246 w 18982931"/>
              <a:gd name="connsiteY279-26276" fmla="*/ 3355375 h 4449429"/>
              <a:gd name="connsiteX280-26277" fmla="*/ 12500191 w 18982931"/>
              <a:gd name="connsiteY280-26278" fmla="*/ 3355375 h 4449429"/>
              <a:gd name="connsiteX281-26279" fmla="*/ 12500191 w 18982931"/>
              <a:gd name="connsiteY281-26280" fmla="*/ 3412209 h 4449429"/>
              <a:gd name="connsiteX282-26281" fmla="*/ 12557025 w 18982931"/>
              <a:gd name="connsiteY282-26282" fmla="*/ 3412209 h 4449429"/>
              <a:gd name="connsiteX283-26283" fmla="*/ 12557025 w 18982931"/>
              <a:gd name="connsiteY283-26284" fmla="*/ 3355375 h 4449429"/>
              <a:gd name="connsiteX284-26285" fmla="*/ 12500191 w 18982931"/>
              <a:gd name="connsiteY284-26286" fmla="*/ 3355375 h 4449429"/>
              <a:gd name="connsiteX285-26287" fmla="*/ 12388137 w 18982931"/>
              <a:gd name="connsiteY285-26288" fmla="*/ 3355375 h 4449429"/>
              <a:gd name="connsiteX286-26289" fmla="*/ 12388137 w 18982931"/>
              <a:gd name="connsiteY286-26290" fmla="*/ 3412209 h 4449429"/>
              <a:gd name="connsiteX287-26291" fmla="*/ 12444971 w 18982931"/>
              <a:gd name="connsiteY287-26292" fmla="*/ 3412209 h 4449429"/>
              <a:gd name="connsiteX288-26293" fmla="*/ 12444971 w 18982931"/>
              <a:gd name="connsiteY288-26294" fmla="*/ 3355375 h 4449429"/>
              <a:gd name="connsiteX289-26295" fmla="*/ 12388137 w 18982931"/>
              <a:gd name="connsiteY289-26296" fmla="*/ 3355375 h 4449429"/>
              <a:gd name="connsiteX290-26297" fmla="*/ 17351339 w 18982931"/>
              <a:gd name="connsiteY290-26298" fmla="*/ 3309670 h 4449429"/>
              <a:gd name="connsiteX291-26299" fmla="*/ 17351339 w 18982931"/>
              <a:gd name="connsiteY291-26300" fmla="*/ 3355371 h 4449429"/>
              <a:gd name="connsiteX292-26301" fmla="*/ 17560187 w 18982931"/>
              <a:gd name="connsiteY292-26302" fmla="*/ 3355371 h 4449429"/>
              <a:gd name="connsiteX293-26303" fmla="*/ 17560187 w 18982931"/>
              <a:gd name="connsiteY293-26304" fmla="*/ 3309670 h 4449429"/>
              <a:gd name="connsiteX294-26305" fmla="*/ 17351339 w 18982931"/>
              <a:gd name="connsiteY294-26306" fmla="*/ 3309670 h 4449429"/>
              <a:gd name="connsiteX295-26307" fmla="*/ 1596781 w 18982931"/>
              <a:gd name="connsiteY295-26308" fmla="*/ 3265446 h 4449429"/>
              <a:gd name="connsiteX296-26309" fmla="*/ 1596781 w 18982931"/>
              <a:gd name="connsiteY296-26310" fmla="*/ 3311147 h 4449429"/>
              <a:gd name="connsiteX297-26311" fmla="*/ 1805629 w 18982931"/>
              <a:gd name="connsiteY297-26312" fmla="*/ 3311147 h 4449429"/>
              <a:gd name="connsiteX298-26313" fmla="*/ 1805629 w 18982931"/>
              <a:gd name="connsiteY298-26314" fmla="*/ 3265446 h 4449429"/>
              <a:gd name="connsiteX299-26315" fmla="*/ 1596781 w 18982931"/>
              <a:gd name="connsiteY299-26316" fmla="*/ 3265446 h 4449429"/>
              <a:gd name="connsiteX300-26317" fmla="*/ 17351339 w 18982931"/>
              <a:gd name="connsiteY300-26318" fmla="*/ 3218041 h 4449429"/>
              <a:gd name="connsiteX301-26319" fmla="*/ 17351339 w 18982931"/>
              <a:gd name="connsiteY301-26320" fmla="*/ 3263742 h 4449429"/>
              <a:gd name="connsiteX302-26321" fmla="*/ 17560187 w 18982931"/>
              <a:gd name="connsiteY302-26322" fmla="*/ 3263742 h 4449429"/>
              <a:gd name="connsiteX303-26323" fmla="*/ 17560187 w 18982931"/>
              <a:gd name="connsiteY303-26324" fmla="*/ 3218041 h 4449429"/>
              <a:gd name="connsiteX304-26325" fmla="*/ 17351339 w 18982931"/>
              <a:gd name="connsiteY304-26326" fmla="*/ 3218041 h 4449429"/>
              <a:gd name="connsiteX305-26327" fmla="*/ 12612246 w 18982931"/>
              <a:gd name="connsiteY305-26328" fmla="*/ 3210087 h 4449429"/>
              <a:gd name="connsiteX306-26329" fmla="*/ 12612246 w 18982931"/>
              <a:gd name="connsiteY306-26330" fmla="*/ 3266921 h 4449429"/>
              <a:gd name="connsiteX307-26331" fmla="*/ 12669079 w 18982931"/>
              <a:gd name="connsiteY307-26332" fmla="*/ 3266921 h 4449429"/>
              <a:gd name="connsiteX308-26333" fmla="*/ 12669079 w 18982931"/>
              <a:gd name="connsiteY308-26334" fmla="*/ 3210087 h 4449429"/>
              <a:gd name="connsiteX309-26335" fmla="*/ 12612246 w 18982931"/>
              <a:gd name="connsiteY309-26336" fmla="*/ 3210087 h 4449429"/>
              <a:gd name="connsiteX310-26337" fmla="*/ 12500191 w 18982931"/>
              <a:gd name="connsiteY310-26338" fmla="*/ 3210087 h 4449429"/>
              <a:gd name="connsiteX311-26339" fmla="*/ 12500191 w 18982931"/>
              <a:gd name="connsiteY311-26340" fmla="*/ 3266921 h 4449429"/>
              <a:gd name="connsiteX312-26341" fmla="*/ 12557025 w 18982931"/>
              <a:gd name="connsiteY312-26342" fmla="*/ 3266921 h 4449429"/>
              <a:gd name="connsiteX313-26343" fmla="*/ 12557025 w 18982931"/>
              <a:gd name="connsiteY313-26344" fmla="*/ 3210087 h 4449429"/>
              <a:gd name="connsiteX314-26345" fmla="*/ 12500191 w 18982931"/>
              <a:gd name="connsiteY314-26346" fmla="*/ 3210087 h 4449429"/>
              <a:gd name="connsiteX315-26347" fmla="*/ 12388137 w 18982931"/>
              <a:gd name="connsiteY315-26348" fmla="*/ 3210087 h 4449429"/>
              <a:gd name="connsiteX316-26349" fmla="*/ 12388137 w 18982931"/>
              <a:gd name="connsiteY316-26350" fmla="*/ 3266921 h 4449429"/>
              <a:gd name="connsiteX317-26351" fmla="*/ 12444971 w 18982931"/>
              <a:gd name="connsiteY317-26352" fmla="*/ 3266921 h 4449429"/>
              <a:gd name="connsiteX318-26353" fmla="*/ 12444971 w 18982931"/>
              <a:gd name="connsiteY318-26354" fmla="*/ 3210087 h 4449429"/>
              <a:gd name="connsiteX319-26355" fmla="*/ 12388137 w 18982931"/>
              <a:gd name="connsiteY319-26356" fmla="*/ 3210087 h 4449429"/>
              <a:gd name="connsiteX320-26357" fmla="*/ 1596781 w 18982931"/>
              <a:gd name="connsiteY320-26358" fmla="*/ 3173817 h 4449429"/>
              <a:gd name="connsiteX321-26359" fmla="*/ 1596781 w 18982931"/>
              <a:gd name="connsiteY321-26360" fmla="*/ 3219518 h 4449429"/>
              <a:gd name="connsiteX322-26361" fmla="*/ 1805629 w 18982931"/>
              <a:gd name="connsiteY322-26362" fmla="*/ 3219518 h 4449429"/>
              <a:gd name="connsiteX323-26363" fmla="*/ 1805629 w 18982931"/>
              <a:gd name="connsiteY323-26364" fmla="*/ 3173817 h 4449429"/>
              <a:gd name="connsiteX324-26365" fmla="*/ 1596781 w 18982931"/>
              <a:gd name="connsiteY324-26366" fmla="*/ 3173817 h 4449429"/>
              <a:gd name="connsiteX325-26367" fmla="*/ 17351339 w 18982931"/>
              <a:gd name="connsiteY325-26368" fmla="*/ 3126412 h 4449429"/>
              <a:gd name="connsiteX326-26369" fmla="*/ 17351339 w 18982931"/>
              <a:gd name="connsiteY326-26370" fmla="*/ 3172113 h 4449429"/>
              <a:gd name="connsiteX327-26371" fmla="*/ 17560187 w 18982931"/>
              <a:gd name="connsiteY327-26372" fmla="*/ 3172113 h 4449429"/>
              <a:gd name="connsiteX328-26373" fmla="*/ 17560187 w 18982931"/>
              <a:gd name="connsiteY328-26374" fmla="*/ 3126412 h 4449429"/>
              <a:gd name="connsiteX329-26375" fmla="*/ 17351339 w 18982931"/>
              <a:gd name="connsiteY329-26376" fmla="*/ 3126412 h 4449429"/>
              <a:gd name="connsiteX330-26377" fmla="*/ 1596781 w 18982931"/>
              <a:gd name="connsiteY330-26378" fmla="*/ 3080712 h 4449429"/>
              <a:gd name="connsiteX331-26379" fmla="*/ 1596781 w 18982931"/>
              <a:gd name="connsiteY331-26380" fmla="*/ 3126412 h 4449429"/>
              <a:gd name="connsiteX332-26381" fmla="*/ 1805629 w 18982931"/>
              <a:gd name="connsiteY332-26382" fmla="*/ 3126412 h 4449429"/>
              <a:gd name="connsiteX333-26383" fmla="*/ 1805629 w 18982931"/>
              <a:gd name="connsiteY333-26384" fmla="*/ 3080712 h 4449429"/>
              <a:gd name="connsiteX334-26385" fmla="*/ 1596781 w 18982931"/>
              <a:gd name="connsiteY334-26386" fmla="*/ 3080712 h 4449429"/>
              <a:gd name="connsiteX335-26387" fmla="*/ 12612246 w 18982931"/>
              <a:gd name="connsiteY335-26388" fmla="*/ 3064799 h 4449429"/>
              <a:gd name="connsiteX336-26389" fmla="*/ 12612246 w 18982931"/>
              <a:gd name="connsiteY336-26390" fmla="*/ 3121633 h 4449429"/>
              <a:gd name="connsiteX337-26391" fmla="*/ 12669079 w 18982931"/>
              <a:gd name="connsiteY337-26392" fmla="*/ 3121633 h 4449429"/>
              <a:gd name="connsiteX338-26393" fmla="*/ 12669079 w 18982931"/>
              <a:gd name="connsiteY338-26394" fmla="*/ 3064799 h 4449429"/>
              <a:gd name="connsiteX339-26395" fmla="*/ 12612246 w 18982931"/>
              <a:gd name="connsiteY339-26396" fmla="*/ 3064799 h 4449429"/>
              <a:gd name="connsiteX340-26397" fmla="*/ 12500191 w 18982931"/>
              <a:gd name="connsiteY340-26398" fmla="*/ 3064799 h 4449429"/>
              <a:gd name="connsiteX341-26399" fmla="*/ 12500191 w 18982931"/>
              <a:gd name="connsiteY341-26400" fmla="*/ 3121633 h 4449429"/>
              <a:gd name="connsiteX342-26401" fmla="*/ 12557025 w 18982931"/>
              <a:gd name="connsiteY342-26402" fmla="*/ 3121633 h 4449429"/>
              <a:gd name="connsiteX343-26403" fmla="*/ 12557025 w 18982931"/>
              <a:gd name="connsiteY343-26404" fmla="*/ 3064799 h 4449429"/>
              <a:gd name="connsiteX344-26405" fmla="*/ 12500191 w 18982931"/>
              <a:gd name="connsiteY344-26406" fmla="*/ 3064799 h 4449429"/>
              <a:gd name="connsiteX345-26407" fmla="*/ 12388137 w 18982931"/>
              <a:gd name="connsiteY345-26408" fmla="*/ 3064799 h 4449429"/>
              <a:gd name="connsiteX346-26409" fmla="*/ 12388137 w 18982931"/>
              <a:gd name="connsiteY346-26410" fmla="*/ 3121633 h 4449429"/>
              <a:gd name="connsiteX347-26411" fmla="*/ 12444971 w 18982931"/>
              <a:gd name="connsiteY347-26412" fmla="*/ 3121633 h 4449429"/>
              <a:gd name="connsiteX348-26413" fmla="*/ 12444971 w 18982931"/>
              <a:gd name="connsiteY348-26414" fmla="*/ 3064799 h 4449429"/>
              <a:gd name="connsiteX349-26415" fmla="*/ 12388137 w 18982931"/>
              <a:gd name="connsiteY349-26416" fmla="*/ 3064799 h 4449429"/>
              <a:gd name="connsiteX350-26417" fmla="*/ 17351339 w 18982931"/>
              <a:gd name="connsiteY350-26418" fmla="*/ 3034782 h 4449429"/>
              <a:gd name="connsiteX351-26419" fmla="*/ 17351339 w 18982931"/>
              <a:gd name="connsiteY351-26420" fmla="*/ 3080482 h 4449429"/>
              <a:gd name="connsiteX352-26421" fmla="*/ 17560187 w 18982931"/>
              <a:gd name="connsiteY352-26422" fmla="*/ 3080482 h 4449429"/>
              <a:gd name="connsiteX353-26423" fmla="*/ 17560187 w 18982931"/>
              <a:gd name="connsiteY353-26424" fmla="*/ 3034782 h 4449429"/>
              <a:gd name="connsiteX354-26425" fmla="*/ 17351339 w 18982931"/>
              <a:gd name="connsiteY354-26426" fmla="*/ 3034782 h 4449429"/>
              <a:gd name="connsiteX355-26427" fmla="*/ 1596781 w 18982931"/>
              <a:gd name="connsiteY355-26428" fmla="*/ 2989080 h 4449429"/>
              <a:gd name="connsiteX356-26429" fmla="*/ 1596781 w 18982931"/>
              <a:gd name="connsiteY356-26430" fmla="*/ 3034780 h 4449429"/>
              <a:gd name="connsiteX357-26431" fmla="*/ 1805629 w 18982931"/>
              <a:gd name="connsiteY357-26432" fmla="*/ 3034780 h 4449429"/>
              <a:gd name="connsiteX358-26433" fmla="*/ 1805629 w 18982931"/>
              <a:gd name="connsiteY358-26434" fmla="*/ 2989080 h 4449429"/>
              <a:gd name="connsiteX359-26435" fmla="*/ 1596781 w 18982931"/>
              <a:gd name="connsiteY359-26436" fmla="*/ 2989080 h 4449429"/>
              <a:gd name="connsiteX360-26437" fmla="*/ 17351339 w 18982931"/>
              <a:gd name="connsiteY360-26438" fmla="*/ 2943153 h 4449429"/>
              <a:gd name="connsiteX361-26439" fmla="*/ 17351339 w 18982931"/>
              <a:gd name="connsiteY361-26440" fmla="*/ 2988853 h 4449429"/>
              <a:gd name="connsiteX362-26441" fmla="*/ 17560187 w 18982931"/>
              <a:gd name="connsiteY362-26442" fmla="*/ 2988853 h 4449429"/>
              <a:gd name="connsiteX363-26443" fmla="*/ 17560187 w 18982931"/>
              <a:gd name="connsiteY363-26444" fmla="*/ 2943153 h 4449429"/>
              <a:gd name="connsiteX364-26445" fmla="*/ 17351339 w 18982931"/>
              <a:gd name="connsiteY364-26446" fmla="*/ 2943153 h 4449429"/>
              <a:gd name="connsiteX365-26447" fmla="*/ 12612246 w 18982931"/>
              <a:gd name="connsiteY365-26448" fmla="*/ 2919511 h 4449429"/>
              <a:gd name="connsiteX366-26449" fmla="*/ 12612246 w 18982931"/>
              <a:gd name="connsiteY366-26450" fmla="*/ 2976345 h 4449429"/>
              <a:gd name="connsiteX367-26451" fmla="*/ 12669079 w 18982931"/>
              <a:gd name="connsiteY367-26452" fmla="*/ 2976345 h 4449429"/>
              <a:gd name="connsiteX368-26453" fmla="*/ 12669079 w 18982931"/>
              <a:gd name="connsiteY368-26454" fmla="*/ 2919511 h 4449429"/>
              <a:gd name="connsiteX369-26455" fmla="*/ 12612246 w 18982931"/>
              <a:gd name="connsiteY369-26456" fmla="*/ 2919511 h 4449429"/>
              <a:gd name="connsiteX370-26457" fmla="*/ 12500191 w 18982931"/>
              <a:gd name="connsiteY370-26458" fmla="*/ 2919511 h 4449429"/>
              <a:gd name="connsiteX371-26459" fmla="*/ 12500191 w 18982931"/>
              <a:gd name="connsiteY371-26460" fmla="*/ 2976345 h 4449429"/>
              <a:gd name="connsiteX372-26461" fmla="*/ 12557025 w 18982931"/>
              <a:gd name="connsiteY372-26462" fmla="*/ 2976345 h 4449429"/>
              <a:gd name="connsiteX373-26463" fmla="*/ 12557025 w 18982931"/>
              <a:gd name="connsiteY373-26464" fmla="*/ 2919511 h 4449429"/>
              <a:gd name="connsiteX374-26465" fmla="*/ 12500191 w 18982931"/>
              <a:gd name="connsiteY374-26466" fmla="*/ 2919511 h 4449429"/>
              <a:gd name="connsiteX375-26467" fmla="*/ 12388137 w 18982931"/>
              <a:gd name="connsiteY375-26468" fmla="*/ 2919511 h 4449429"/>
              <a:gd name="connsiteX376-26469" fmla="*/ 12388137 w 18982931"/>
              <a:gd name="connsiteY376-26470" fmla="*/ 2976345 h 4449429"/>
              <a:gd name="connsiteX377-26471" fmla="*/ 12444971 w 18982931"/>
              <a:gd name="connsiteY377-26472" fmla="*/ 2976345 h 4449429"/>
              <a:gd name="connsiteX378-26473" fmla="*/ 12444971 w 18982931"/>
              <a:gd name="connsiteY378-26474" fmla="*/ 2919511 h 4449429"/>
              <a:gd name="connsiteX379-26475" fmla="*/ 12388137 w 18982931"/>
              <a:gd name="connsiteY379-26476" fmla="*/ 2919511 h 4449429"/>
              <a:gd name="connsiteX380-26477" fmla="*/ 1596781 w 18982931"/>
              <a:gd name="connsiteY380-26478" fmla="*/ 2897450 h 4449429"/>
              <a:gd name="connsiteX381-26479" fmla="*/ 1596781 w 18982931"/>
              <a:gd name="connsiteY381-26480" fmla="*/ 2943150 h 4449429"/>
              <a:gd name="connsiteX382-26481" fmla="*/ 1805629 w 18982931"/>
              <a:gd name="connsiteY382-26482" fmla="*/ 2943150 h 4449429"/>
              <a:gd name="connsiteX383-26483" fmla="*/ 1805629 w 18982931"/>
              <a:gd name="connsiteY383-26484" fmla="*/ 2897450 h 4449429"/>
              <a:gd name="connsiteX384-26485" fmla="*/ 1596781 w 18982931"/>
              <a:gd name="connsiteY384-26486" fmla="*/ 2897450 h 4449429"/>
              <a:gd name="connsiteX385-26487" fmla="*/ 17351339 w 18982931"/>
              <a:gd name="connsiteY385-26488" fmla="*/ 2851522 h 4449429"/>
              <a:gd name="connsiteX386-26489" fmla="*/ 17351339 w 18982931"/>
              <a:gd name="connsiteY386-26490" fmla="*/ 2897223 h 4449429"/>
              <a:gd name="connsiteX387-26491" fmla="*/ 17560187 w 18982931"/>
              <a:gd name="connsiteY387-26492" fmla="*/ 2897223 h 4449429"/>
              <a:gd name="connsiteX388-26493" fmla="*/ 17560187 w 18982931"/>
              <a:gd name="connsiteY388-26494" fmla="*/ 2851522 h 4449429"/>
              <a:gd name="connsiteX389-26495" fmla="*/ 17351339 w 18982931"/>
              <a:gd name="connsiteY389-26496" fmla="*/ 2851522 h 4449429"/>
              <a:gd name="connsiteX390-26497" fmla="*/ 1596781 w 18982931"/>
              <a:gd name="connsiteY390-26498" fmla="*/ 2805821 h 4449429"/>
              <a:gd name="connsiteX391-26499" fmla="*/ 1596781 w 18982931"/>
              <a:gd name="connsiteY391-26500" fmla="*/ 2851521 h 4449429"/>
              <a:gd name="connsiteX392-26501" fmla="*/ 1805629 w 18982931"/>
              <a:gd name="connsiteY392-26502" fmla="*/ 2851521 h 4449429"/>
              <a:gd name="connsiteX393-26503" fmla="*/ 1805629 w 18982931"/>
              <a:gd name="connsiteY393-26504" fmla="*/ 2805821 h 4449429"/>
              <a:gd name="connsiteX394-26505" fmla="*/ 1596781 w 18982931"/>
              <a:gd name="connsiteY394-26506" fmla="*/ 2805821 h 4449429"/>
              <a:gd name="connsiteX395-26507" fmla="*/ 1596781 w 18982931"/>
              <a:gd name="connsiteY395-26508" fmla="*/ 2714192 h 4449429"/>
              <a:gd name="connsiteX396-26509" fmla="*/ 1596781 w 18982931"/>
              <a:gd name="connsiteY396-26510" fmla="*/ 2759892 h 4449429"/>
              <a:gd name="connsiteX397-26511" fmla="*/ 1805629 w 18982931"/>
              <a:gd name="connsiteY397-26512" fmla="*/ 2759892 h 4449429"/>
              <a:gd name="connsiteX398-26513" fmla="*/ 1805629 w 18982931"/>
              <a:gd name="connsiteY398-26514" fmla="*/ 2714192 h 4449429"/>
              <a:gd name="connsiteX399-26515" fmla="*/ 1596781 w 18982931"/>
              <a:gd name="connsiteY399-26516" fmla="*/ 2714192 h 4449429"/>
              <a:gd name="connsiteX400-26517" fmla="*/ 4422120 w 18982931"/>
              <a:gd name="connsiteY400-26518" fmla="*/ 2688604 h 4449429"/>
              <a:gd name="connsiteX401-26519" fmla="*/ 4422120 w 18982931"/>
              <a:gd name="connsiteY401-26520" fmla="*/ 2851522 h 4449429"/>
              <a:gd name="connsiteX402-26521" fmla="*/ 4459897 w 18982931"/>
              <a:gd name="connsiteY402-26522" fmla="*/ 2851522 h 4449429"/>
              <a:gd name="connsiteX403-26523" fmla="*/ 4459897 w 18982931"/>
              <a:gd name="connsiteY403-26524" fmla="*/ 2688604 h 4449429"/>
              <a:gd name="connsiteX404-26525" fmla="*/ 4422120 w 18982931"/>
              <a:gd name="connsiteY404-26526" fmla="*/ 2688604 h 4449429"/>
              <a:gd name="connsiteX405-26527" fmla="*/ 4346370 w 18982931"/>
              <a:gd name="connsiteY405-26528" fmla="*/ 2688604 h 4449429"/>
              <a:gd name="connsiteX406-26529" fmla="*/ 4346370 w 18982931"/>
              <a:gd name="connsiteY406-26530" fmla="*/ 2851522 h 4449429"/>
              <a:gd name="connsiteX407-26531" fmla="*/ 4384149 w 18982931"/>
              <a:gd name="connsiteY407-26532" fmla="*/ 2851522 h 4449429"/>
              <a:gd name="connsiteX408-26533" fmla="*/ 4384149 w 18982931"/>
              <a:gd name="connsiteY408-26534" fmla="*/ 2688604 h 4449429"/>
              <a:gd name="connsiteX409-26535" fmla="*/ 4346370 w 18982931"/>
              <a:gd name="connsiteY409-26536" fmla="*/ 2688604 h 4449429"/>
              <a:gd name="connsiteX410-26537" fmla="*/ 4270624 w 18982931"/>
              <a:gd name="connsiteY410-26538" fmla="*/ 2688604 h 4449429"/>
              <a:gd name="connsiteX411-26539" fmla="*/ 4270624 w 18982931"/>
              <a:gd name="connsiteY411-26540" fmla="*/ 2851522 h 4449429"/>
              <a:gd name="connsiteX412-26541" fmla="*/ 4308407 w 18982931"/>
              <a:gd name="connsiteY412-26542" fmla="*/ 2851522 h 4449429"/>
              <a:gd name="connsiteX413-26543" fmla="*/ 4308407 w 18982931"/>
              <a:gd name="connsiteY413-26544" fmla="*/ 2688604 h 4449429"/>
              <a:gd name="connsiteX414-26545" fmla="*/ 4270624 w 18982931"/>
              <a:gd name="connsiteY414-26546" fmla="*/ 2688604 h 4449429"/>
              <a:gd name="connsiteX415-26547" fmla="*/ 4194881 w 18982931"/>
              <a:gd name="connsiteY415-26548" fmla="*/ 2688604 h 4449429"/>
              <a:gd name="connsiteX416-26549" fmla="*/ 4194881 w 18982931"/>
              <a:gd name="connsiteY416-26550" fmla="*/ 2851522 h 4449429"/>
              <a:gd name="connsiteX417-26551" fmla="*/ 4232658 w 18982931"/>
              <a:gd name="connsiteY417-26552" fmla="*/ 2851522 h 4449429"/>
              <a:gd name="connsiteX418-26553" fmla="*/ 4232658 w 18982931"/>
              <a:gd name="connsiteY418-26554" fmla="*/ 2688604 h 4449429"/>
              <a:gd name="connsiteX419-26555" fmla="*/ 4194881 w 18982931"/>
              <a:gd name="connsiteY419-26556" fmla="*/ 2688604 h 4449429"/>
              <a:gd name="connsiteX420-26557" fmla="*/ 4119132 w 18982931"/>
              <a:gd name="connsiteY420-26558" fmla="*/ 2688604 h 4449429"/>
              <a:gd name="connsiteX421-26559" fmla="*/ 4119132 w 18982931"/>
              <a:gd name="connsiteY421-26560" fmla="*/ 2851522 h 4449429"/>
              <a:gd name="connsiteX422-26561" fmla="*/ 4156909 w 18982931"/>
              <a:gd name="connsiteY422-26562" fmla="*/ 2851522 h 4449429"/>
              <a:gd name="connsiteX423-26563" fmla="*/ 4156909 w 18982931"/>
              <a:gd name="connsiteY423-26564" fmla="*/ 2688604 h 4449429"/>
              <a:gd name="connsiteX424-26565" fmla="*/ 4119132 w 18982931"/>
              <a:gd name="connsiteY424-26566" fmla="*/ 2688604 h 4449429"/>
              <a:gd name="connsiteX425-26567" fmla="*/ 4043383 w 18982931"/>
              <a:gd name="connsiteY425-26568" fmla="*/ 2688604 h 4449429"/>
              <a:gd name="connsiteX426-26569" fmla="*/ 4043383 w 18982931"/>
              <a:gd name="connsiteY426-26570" fmla="*/ 2851522 h 4449429"/>
              <a:gd name="connsiteX427-26571" fmla="*/ 4081160 w 18982931"/>
              <a:gd name="connsiteY427-26572" fmla="*/ 2851522 h 4449429"/>
              <a:gd name="connsiteX428-26573" fmla="*/ 4081160 w 18982931"/>
              <a:gd name="connsiteY428-26574" fmla="*/ 2688604 h 4449429"/>
              <a:gd name="connsiteX429-26575" fmla="*/ 4043383 w 18982931"/>
              <a:gd name="connsiteY429-26576" fmla="*/ 2688604 h 4449429"/>
              <a:gd name="connsiteX430-26577" fmla="*/ 3967636 w 18982931"/>
              <a:gd name="connsiteY430-26578" fmla="*/ 2688604 h 4449429"/>
              <a:gd name="connsiteX431-26579" fmla="*/ 3967636 w 18982931"/>
              <a:gd name="connsiteY431-26580" fmla="*/ 2851522 h 4449429"/>
              <a:gd name="connsiteX432-26581" fmla="*/ 4005415 w 18982931"/>
              <a:gd name="connsiteY432-26582" fmla="*/ 2851522 h 4449429"/>
              <a:gd name="connsiteX433-26583" fmla="*/ 4005415 w 18982931"/>
              <a:gd name="connsiteY433-26584" fmla="*/ 2688604 h 4449429"/>
              <a:gd name="connsiteX434-26585" fmla="*/ 3967636 w 18982931"/>
              <a:gd name="connsiteY434-26586" fmla="*/ 2688604 h 4449429"/>
              <a:gd name="connsiteX435-26587" fmla="*/ 3891895 w 18982931"/>
              <a:gd name="connsiteY435-26588" fmla="*/ 2688604 h 4449429"/>
              <a:gd name="connsiteX436-26589" fmla="*/ 3891895 w 18982931"/>
              <a:gd name="connsiteY436-26590" fmla="*/ 2851522 h 4449429"/>
              <a:gd name="connsiteX437-26591" fmla="*/ 3929672 w 18982931"/>
              <a:gd name="connsiteY437-26592" fmla="*/ 2851522 h 4449429"/>
              <a:gd name="connsiteX438-26593" fmla="*/ 3929672 w 18982931"/>
              <a:gd name="connsiteY438-26594" fmla="*/ 2688604 h 4449429"/>
              <a:gd name="connsiteX439-26595" fmla="*/ 3891895 w 18982931"/>
              <a:gd name="connsiteY439-26596" fmla="*/ 2688604 h 4449429"/>
              <a:gd name="connsiteX440-26597" fmla="*/ 15043403 w 18982931"/>
              <a:gd name="connsiteY440-26598" fmla="*/ 2685661 h 4449429"/>
              <a:gd name="connsiteX441-26599" fmla="*/ 15043403 w 18982931"/>
              <a:gd name="connsiteY441-26600" fmla="*/ 2894508 h 4449429"/>
              <a:gd name="connsiteX442-26601" fmla="*/ 15089105 w 18982931"/>
              <a:gd name="connsiteY442-26602" fmla="*/ 2894508 h 4449429"/>
              <a:gd name="connsiteX443-26603" fmla="*/ 15089105 w 18982931"/>
              <a:gd name="connsiteY443-26604" fmla="*/ 2685661 h 4449429"/>
              <a:gd name="connsiteX444-26605" fmla="*/ 15043403 w 18982931"/>
              <a:gd name="connsiteY444-26606" fmla="*/ 2685661 h 4449429"/>
              <a:gd name="connsiteX445-26607" fmla="*/ 14951773 w 18982931"/>
              <a:gd name="connsiteY445-26608" fmla="*/ 2685661 h 4449429"/>
              <a:gd name="connsiteX446-26609" fmla="*/ 14951773 w 18982931"/>
              <a:gd name="connsiteY446-26610" fmla="*/ 2894508 h 4449429"/>
              <a:gd name="connsiteX447-26611" fmla="*/ 14997475 w 18982931"/>
              <a:gd name="connsiteY447-26612" fmla="*/ 2894508 h 4449429"/>
              <a:gd name="connsiteX448-26613" fmla="*/ 14997475 w 18982931"/>
              <a:gd name="connsiteY448-26614" fmla="*/ 2685661 h 4449429"/>
              <a:gd name="connsiteX449-26615" fmla="*/ 14951773 w 18982931"/>
              <a:gd name="connsiteY449-26616" fmla="*/ 2685661 h 4449429"/>
              <a:gd name="connsiteX450-26617" fmla="*/ 14860145 w 18982931"/>
              <a:gd name="connsiteY450-26618" fmla="*/ 2685661 h 4449429"/>
              <a:gd name="connsiteX451-26619" fmla="*/ 14860145 w 18982931"/>
              <a:gd name="connsiteY451-26620" fmla="*/ 2894508 h 4449429"/>
              <a:gd name="connsiteX452-26621" fmla="*/ 14905844 w 18982931"/>
              <a:gd name="connsiteY452-26622" fmla="*/ 2894508 h 4449429"/>
              <a:gd name="connsiteX453-26623" fmla="*/ 14905844 w 18982931"/>
              <a:gd name="connsiteY453-26624" fmla="*/ 2685661 h 4449429"/>
              <a:gd name="connsiteX454-26625" fmla="*/ 14860145 w 18982931"/>
              <a:gd name="connsiteY454-26626" fmla="*/ 2685661 h 4449429"/>
              <a:gd name="connsiteX455-26627" fmla="*/ 14768515 w 18982931"/>
              <a:gd name="connsiteY455-26628" fmla="*/ 2685661 h 4449429"/>
              <a:gd name="connsiteX456-26629" fmla="*/ 14768515 w 18982931"/>
              <a:gd name="connsiteY456-26630" fmla="*/ 2894508 h 4449429"/>
              <a:gd name="connsiteX457-26631" fmla="*/ 14814217 w 18982931"/>
              <a:gd name="connsiteY457-26632" fmla="*/ 2894508 h 4449429"/>
              <a:gd name="connsiteX458-26633" fmla="*/ 14814217 w 18982931"/>
              <a:gd name="connsiteY458-26634" fmla="*/ 2685661 h 4449429"/>
              <a:gd name="connsiteX459-26635" fmla="*/ 14768515 w 18982931"/>
              <a:gd name="connsiteY459-26636" fmla="*/ 2685661 h 4449429"/>
              <a:gd name="connsiteX460-26637" fmla="*/ 14676884 w 18982931"/>
              <a:gd name="connsiteY460-26638" fmla="*/ 2685661 h 4449429"/>
              <a:gd name="connsiteX461-26639" fmla="*/ 14676884 w 18982931"/>
              <a:gd name="connsiteY461-26640" fmla="*/ 2894508 h 4449429"/>
              <a:gd name="connsiteX462-26641" fmla="*/ 14722586 w 18982931"/>
              <a:gd name="connsiteY462-26642" fmla="*/ 2894508 h 4449429"/>
              <a:gd name="connsiteX463-26643" fmla="*/ 14722586 w 18982931"/>
              <a:gd name="connsiteY463-26644" fmla="*/ 2685661 h 4449429"/>
              <a:gd name="connsiteX464-26645" fmla="*/ 14676884 w 18982931"/>
              <a:gd name="connsiteY464-26646" fmla="*/ 2685661 h 4449429"/>
              <a:gd name="connsiteX465-26647" fmla="*/ 14585255 w 18982931"/>
              <a:gd name="connsiteY465-26648" fmla="*/ 2685661 h 4449429"/>
              <a:gd name="connsiteX466-26649" fmla="*/ 14585255 w 18982931"/>
              <a:gd name="connsiteY466-26650" fmla="*/ 2894508 h 4449429"/>
              <a:gd name="connsiteX467-26651" fmla="*/ 14630955 w 18982931"/>
              <a:gd name="connsiteY467-26652" fmla="*/ 2894508 h 4449429"/>
              <a:gd name="connsiteX468-26653" fmla="*/ 14630955 w 18982931"/>
              <a:gd name="connsiteY468-26654" fmla="*/ 2685661 h 4449429"/>
              <a:gd name="connsiteX469-26655" fmla="*/ 14585255 w 18982931"/>
              <a:gd name="connsiteY469-26656" fmla="*/ 2685661 h 4449429"/>
              <a:gd name="connsiteX470-26657" fmla="*/ 14493625 w 18982931"/>
              <a:gd name="connsiteY470-26658" fmla="*/ 2685661 h 4449429"/>
              <a:gd name="connsiteX471-26659" fmla="*/ 14493625 w 18982931"/>
              <a:gd name="connsiteY471-26660" fmla="*/ 2894508 h 4449429"/>
              <a:gd name="connsiteX472-26661" fmla="*/ 14539325 w 18982931"/>
              <a:gd name="connsiteY472-26662" fmla="*/ 2894508 h 4449429"/>
              <a:gd name="connsiteX473-26663" fmla="*/ 14539325 w 18982931"/>
              <a:gd name="connsiteY473-26664" fmla="*/ 2685661 h 4449429"/>
              <a:gd name="connsiteX474-26665" fmla="*/ 14493625 w 18982931"/>
              <a:gd name="connsiteY474-26666" fmla="*/ 2685661 h 4449429"/>
              <a:gd name="connsiteX475-26667" fmla="*/ 2875284 w 18982931"/>
              <a:gd name="connsiteY475-26668" fmla="*/ 2661196 h 4449429"/>
              <a:gd name="connsiteX476-26669" fmla="*/ 2875284 w 18982931"/>
              <a:gd name="connsiteY476-26670" fmla="*/ 3265443 h 4449429"/>
              <a:gd name="connsiteX477-26671" fmla="*/ 2913063 w 18982931"/>
              <a:gd name="connsiteY477-26672" fmla="*/ 3265443 h 4449429"/>
              <a:gd name="connsiteX478-26673" fmla="*/ 2913063 w 18982931"/>
              <a:gd name="connsiteY478-26674" fmla="*/ 2661196 h 4449429"/>
              <a:gd name="connsiteX479-26675" fmla="*/ 2875284 w 18982931"/>
              <a:gd name="connsiteY479-26676" fmla="*/ 2661196 h 4449429"/>
              <a:gd name="connsiteX480-26677" fmla="*/ 2769698 w 18982931"/>
              <a:gd name="connsiteY480-26678" fmla="*/ 2661196 h 4449429"/>
              <a:gd name="connsiteX481-26679" fmla="*/ 2769698 w 18982931"/>
              <a:gd name="connsiteY481-26680" fmla="*/ 3265443 h 4449429"/>
              <a:gd name="connsiteX482-26681" fmla="*/ 2807479 w 18982931"/>
              <a:gd name="connsiteY482-26682" fmla="*/ 3265443 h 4449429"/>
              <a:gd name="connsiteX483-26683" fmla="*/ 2807479 w 18982931"/>
              <a:gd name="connsiteY483-26684" fmla="*/ 2661196 h 4449429"/>
              <a:gd name="connsiteX484-26685" fmla="*/ 2769698 w 18982931"/>
              <a:gd name="connsiteY484-26686" fmla="*/ 2661196 h 4449429"/>
              <a:gd name="connsiteX485-26687" fmla="*/ 2664114 w 18982931"/>
              <a:gd name="connsiteY485-26688" fmla="*/ 2661196 h 4449429"/>
              <a:gd name="connsiteX486-26689" fmla="*/ 2664114 w 18982931"/>
              <a:gd name="connsiteY486-26690" fmla="*/ 3265443 h 4449429"/>
              <a:gd name="connsiteX487-26691" fmla="*/ 2701891 w 18982931"/>
              <a:gd name="connsiteY487-26692" fmla="*/ 3265443 h 4449429"/>
              <a:gd name="connsiteX488-26693" fmla="*/ 2701891 w 18982931"/>
              <a:gd name="connsiteY488-26694" fmla="*/ 2661196 h 4449429"/>
              <a:gd name="connsiteX489-26695" fmla="*/ 2664114 w 18982931"/>
              <a:gd name="connsiteY489-26696" fmla="*/ 2661196 h 4449429"/>
              <a:gd name="connsiteX490-26697" fmla="*/ 2558534 w 18982931"/>
              <a:gd name="connsiteY490-26698" fmla="*/ 2661196 h 4449429"/>
              <a:gd name="connsiteX491-26699" fmla="*/ 2558534 w 18982931"/>
              <a:gd name="connsiteY491-26700" fmla="*/ 3265443 h 4449429"/>
              <a:gd name="connsiteX492-26701" fmla="*/ 2596306 w 18982931"/>
              <a:gd name="connsiteY492-26702" fmla="*/ 3265443 h 4449429"/>
              <a:gd name="connsiteX493-26703" fmla="*/ 2596306 w 18982931"/>
              <a:gd name="connsiteY493-26704" fmla="*/ 2661196 h 4449429"/>
              <a:gd name="connsiteX494-26705" fmla="*/ 2558534 w 18982931"/>
              <a:gd name="connsiteY494-26706" fmla="*/ 2661196 h 4449429"/>
              <a:gd name="connsiteX495-26707" fmla="*/ 2980870 w 18982931"/>
              <a:gd name="connsiteY495-26708" fmla="*/ 2661194 h 4449429"/>
              <a:gd name="connsiteX496-26709" fmla="*/ 2980870 w 18982931"/>
              <a:gd name="connsiteY496-26710" fmla="*/ 3265442 h 4449429"/>
              <a:gd name="connsiteX497-26711" fmla="*/ 3018648 w 18982931"/>
              <a:gd name="connsiteY497-26712" fmla="*/ 3265442 h 4449429"/>
              <a:gd name="connsiteX498-26713" fmla="*/ 3018648 w 18982931"/>
              <a:gd name="connsiteY498-26714" fmla="*/ 2661194 h 4449429"/>
              <a:gd name="connsiteX499-26715" fmla="*/ 2980870 w 18982931"/>
              <a:gd name="connsiteY499-26716" fmla="*/ 2661194 h 4449429"/>
              <a:gd name="connsiteX500-26717" fmla="*/ 16374516 w 18982931"/>
              <a:gd name="connsiteY500-26718" fmla="*/ 2632791 h 4449429"/>
              <a:gd name="connsiteX501-26719" fmla="*/ 16374516 w 18982931"/>
              <a:gd name="connsiteY501-26720" fmla="*/ 3237039 h 4449429"/>
              <a:gd name="connsiteX502-26721" fmla="*/ 16412296 w 18982931"/>
              <a:gd name="connsiteY502-26722" fmla="*/ 3237039 h 4449429"/>
              <a:gd name="connsiteX503-26723" fmla="*/ 16412296 w 18982931"/>
              <a:gd name="connsiteY503-26724" fmla="*/ 2632791 h 4449429"/>
              <a:gd name="connsiteX504-26725" fmla="*/ 16374516 w 18982931"/>
              <a:gd name="connsiteY504-26726" fmla="*/ 2632791 h 4449429"/>
              <a:gd name="connsiteX505-26727" fmla="*/ 16268931 w 18982931"/>
              <a:gd name="connsiteY505-26728" fmla="*/ 2632791 h 4449429"/>
              <a:gd name="connsiteX506-26729" fmla="*/ 16268931 w 18982931"/>
              <a:gd name="connsiteY506-26730" fmla="*/ 3237039 h 4449429"/>
              <a:gd name="connsiteX507-26731" fmla="*/ 16306709 w 18982931"/>
              <a:gd name="connsiteY507-26732" fmla="*/ 3237039 h 4449429"/>
              <a:gd name="connsiteX508-26733" fmla="*/ 16306709 w 18982931"/>
              <a:gd name="connsiteY508-26734" fmla="*/ 2632791 h 4449429"/>
              <a:gd name="connsiteX509-26735" fmla="*/ 16268931 w 18982931"/>
              <a:gd name="connsiteY509-26736" fmla="*/ 2632791 h 4449429"/>
              <a:gd name="connsiteX510-26737" fmla="*/ 16163344 w 18982931"/>
              <a:gd name="connsiteY510-26738" fmla="*/ 2632791 h 4449429"/>
              <a:gd name="connsiteX511-26739" fmla="*/ 16163344 w 18982931"/>
              <a:gd name="connsiteY511-26740" fmla="*/ 3237039 h 4449429"/>
              <a:gd name="connsiteX512-26741" fmla="*/ 16201125 w 18982931"/>
              <a:gd name="connsiteY512-26742" fmla="*/ 3237039 h 4449429"/>
              <a:gd name="connsiteX513-26743" fmla="*/ 16201125 w 18982931"/>
              <a:gd name="connsiteY513-26744" fmla="*/ 2632791 h 4449429"/>
              <a:gd name="connsiteX514-26745" fmla="*/ 16163344 w 18982931"/>
              <a:gd name="connsiteY514-26746" fmla="*/ 2632791 h 4449429"/>
              <a:gd name="connsiteX515-26747" fmla="*/ 16057760 w 18982931"/>
              <a:gd name="connsiteY515-26748" fmla="*/ 2632791 h 4449429"/>
              <a:gd name="connsiteX516-26749" fmla="*/ 16057760 w 18982931"/>
              <a:gd name="connsiteY516-26750" fmla="*/ 3237039 h 4449429"/>
              <a:gd name="connsiteX517-26751" fmla="*/ 16095537 w 18982931"/>
              <a:gd name="connsiteY517-26752" fmla="*/ 3237039 h 4449429"/>
              <a:gd name="connsiteX518-26753" fmla="*/ 16095537 w 18982931"/>
              <a:gd name="connsiteY518-26754" fmla="*/ 2632791 h 4449429"/>
              <a:gd name="connsiteX519-26755" fmla="*/ 16057760 w 18982931"/>
              <a:gd name="connsiteY519-26756" fmla="*/ 2632791 h 4449429"/>
              <a:gd name="connsiteX520-26757" fmla="*/ 16480103 w 18982931"/>
              <a:gd name="connsiteY520-26758" fmla="*/ 2632790 h 4449429"/>
              <a:gd name="connsiteX521-26759" fmla="*/ 16480103 w 18982931"/>
              <a:gd name="connsiteY521-26760" fmla="*/ 3237037 h 4449429"/>
              <a:gd name="connsiteX522-26761" fmla="*/ 16517880 w 18982931"/>
              <a:gd name="connsiteY522-26762" fmla="*/ 3237037 h 4449429"/>
              <a:gd name="connsiteX523-26763" fmla="*/ 16517880 w 18982931"/>
              <a:gd name="connsiteY523-26764" fmla="*/ 2632790 h 4449429"/>
              <a:gd name="connsiteX524-26765" fmla="*/ 16480103 w 18982931"/>
              <a:gd name="connsiteY524-26766" fmla="*/ 2632790 h 4449429"/>
              <a:gd name="connsiteX525-26767" fmla="*/ 1596781 w 18982931"/>
              <a:gd name="connsiteY525-26768" fmla="*/ 2622561 h 4449429"/>
              <a:gd name="connsiteX526-26769" fmla="*/ 1596781 w 18982931"/>
              <a:gd name="connsiteY526-26770" fmla="*/ 2668261 h 4449429"/>
              <a:gd name="connsiteX527-26771" fmla="*/ 1805629 w 18982931"/>
              <a:gd name="connsiteY527-26772" fmla="*/ 2668261 h 4449429"/>
              <a:gd name="connsiteX528-26773" fmla="*/ 1805629 w 18982931"/>
              <a:gd name="connsiteY528-26774" fmla="*/ 2622561 h 4449429"/>
              <a:gd name="connsiteX529-26775" fmla="*/ 1596781 w 18982931"/>
              <a:gd name="connsiteY529-26776" fmla="*/ 2622561 h 4449429"/>
              <a:gd name="connsiteX530-26777" fmla="*/ 1596781 w 18982931"/>
              <a:gd name="connsiteY530-26778" fmla="*/ 2530932 h 4449429"/>
              <a:gd name="connsiteX531-26779" fmla="*/ 1596781 w 18982931"/>
              <a:gd name="connsiteY531-26780" fmla="*/ 2576632 h 4449429"/>
              <a:gd name="connsiteX532-26781" fmla="*/ 1805629 w 18982931"/>
              <a:gd name="connsiteY532-26782" fmla="*/ 2576632 h 4449429"/>
              <a:gd name="connsiteX533-26783" fmla="*/ 1805629 w 18982931"/>
              <a:gd name="connsiteY533-26784" fmla="*/ 2530932 h 4449429"/>
              <a:gd name="connsiteX534-26785" fmla="*/ 1596781 w 18982931"/>
              <a:gd name="connsiteY534-26786" fmla="*/ 2530932 h 4449429"/>
              <a:gd name="connsiteX535-26787" fmla="*/ 1596781 w 18982931"/>
              <a:gd name="connsiteY535-26788" fmla="*/ 2439301 h 4449429"/>
              <a:gd name="connsiteX536-26789" fmla="*/ 1596781 w 18982931"/>
              <a:gd name="connsiteY536-26790" fmla="*/ 2485002 h 4449429"/>
              <a:gd name="connsiteX537-26791" fmla="*/ 1805629 w 18982931"/>
              <a:gd name="connsiteY537-26792" fmla="*/ 2485002 h 4449429"/>
              <a:gd name="connsiteX538-26793" fmla="*/ 1805629 w 18982931"/>
              <a:gd name="connsiteY538-26794" fmla="*/ 2439301 h 4449429"/>
              <a:gd name="connsiteX539-26795" fmla="*/ 1596781 w 18982931"/>
              <a:gd name="connsiteY539-26796" fmla="*/ 2439301 h 4449429"/>
              <a:gd name="connsiteX540-26797" fmla="*/ 17217171 w 18982931"/>
              <a:gd name="connsiteY540-26798" fmla="*/ 2397981 h 4449429"/>
              <a:gd name="connsiteX541-26799" fmla="*/ 17217171 w 18982931"/>
              <a:gd name="connsiteY541-26800" fmla="*/ 2434557 h 4449429"/>
              <a:gd name="connsiteX542-26801" fmla="*/ 17582931 w 18982931"/>
              <a:gd name="connsiteY542-26802" fmla="*/ 2434557 h 4449429"/>
              <a:gd name="connsiteX543-26803" fmla="*/ 17582931 w 18982931"/>
              <a:gd name="connsiteY543-26804" fmla="*/ 2397981 h 4449429"/>
              <a:gd name="connsiteX544-26805" fmla="*/ 17217171 w 18982931"/>
              <a:gd name="connsiteY544-26806" fmla="*/ 2397981 h 4449429"/>
              <a:gd name="connsiteX545-26807" fmla="*/ 9762349 w 18982931"/>
              <a:gd name="connsiteY545-26808" fmla="*/ 2057780 h 4449429"/>
              <a:gd name="connsiteX546-26809" fmla="*/ 9762349 w 18982931"/>
              <a:gd name="connsiteY546-26810" fmla="*/ 2266627 h 4449429"/>
              <a:gd name="connsiteX547-26811" fmla="*/ 9808049 w 18982931"/>
              <a:gd name="connsiteY547-26812" fmla="*/ 2266627 h 4449429"/>
              <a:gd name="connsiteX548-26813" fmla="*/ 9808049 w 18982931"/>
              <a:gd name="connsiteY548-26814" fmla="*/ 2057780 h 4449429"/>
              <a:gd name="connsiteX549-26815" fmla="*/ 9762349 w 18982931"/>
              <a:gd name="connsiteY549-26816" fmla="*/ 2057780 h 4449429"/>
              <a:gd name="connsiteX550-26817" fmla="*/ 9670720 w 18982931"/>
              <a:gd name="connsiteY550-26818" fmla="*/ 2057780 h 4449429"/>
              <a:gd name="connsiteX551-26819" fmla="*/ 9670720 w 18982931"/>
              <a:gd name="connsiteY551-26820" fmla="*/ 2266627 h 4449429"/>
              <a:gd name="connsiteX552-26821" fmla="*/ 9716420 w 18982931"/>
              <a:gd name="connsiteY552-26822" fmla="*/ 2266627 h 4449429"/>
              <a:gd name="connsiteX553-26823" fmla="*/ 9716420 w 18982931"/>
              <a:gd name="connsiteY553-26824" fmla="*/ 2057780 h 4449429"/>
              <a:gd name="connsiteX554-26825" fmla="*/ 9670720 w 18982931"/>
              <a:gd name="connsiteY554-26826" fmla="*/ 2057780 h 4449429"/>
              <a:gd name="connsiteX555-26827" fmla="*/ 9579089 w 18982931"/>
              <a:gd name="connsiteY555-26828" fmla="*/ 2057780 h 4449429"/>
              <a:gd name="connsiteX556-26829" fmla="*/ 9579089 w 18982931"/>
              <a:gd name="connsiteY556-26830" fmla="*/ 2266627 h 4449429"/>
              <a:gd name="connsiteX557-26831" fmla="*/ 9624790 w 18982931"/>
              <a:gd name="connsiteY557-26832" fmla="*/ 2266627 h 4449429"/>
              <a:gd name="connsiteX558-26833" fmla="*/ 9624790 w 18982931"/>
              <a:gd name="connsiteY558-26834" fmla="*/ 2057780 h 4449429"/>
              <a:gd name="connsiteX559-26835" fmla="*/ 9579089 w 18982931"/>
              <a:gd name="connsiteY559-26836" fmla="*/ 2057780 h 4449429"/>
              <a:gd name="connsiteX560-26837" fmla="*/ 9487461 w 18982931"/>
              <a:gd name="connsiteY560-26838" fmla="*/ 2057780 h 4449429"/>
              <a:gd name="connsiteX561-26839" fmla="*/ 9487461 w 18982931"/>
              <a:gd name="connsiteY561-26840" fmla="*/ 2266627 h 4449429"/>
              <a:gd name="connsiteX562-26841" fmla="*/ 9533161 w 18982931"/>
              <a:gd name="connsiteY562-26842" fmla="*/ 2266627 h 4449429"/>
              <a:gd name="connsiteX563-26843" fmla="*/ 9533161 w 18982931"/>
              <a:gd name="connsiteY563-26844" fmla="*/ 2057780 h 4449429"/>
              <a:gd name="connsiteX564-26845" fmla="*/ 9487461 w 18982931"/>
              <a:gd name="connsiteY564-26846" fmla="*/ 2057780 h 4449429"/>
              <a:gd name="connsiteX565-26847" fmla="*/ 9395836 w 18982931"/>
              <a:gd name="connsiteY565-26848" fmla="*/ 2057780 h 4449429"/>
              <a:gd name="connsiteX566-26849" fmla="*/ 9395836 w 18982931"/>
              <a:gd name="connsiteY566-26850" fmla="*/ 2266627 h 4449429"/>
              <a:gd name="connsiteX567-26851" fmla="*/ 9441534 w 18982931"/>
              <a:gd name="connsiteY567-26852" fmla="*/ 2266627 h 4449429"/>
              <a:gd name="connsiteX568-26853" fmla="*/ 9441534 w 18982931"/>
              <a:gd name="connsiteY568-26854" fmla="*/ 2057780 h 4449429"/>
              <a:gd name="connsiteX569-26855" fmla="*/ 9395836 w 18982931"/>
              <a:gd name="connsiteY569-26856" fmla="*/ 2057780 h 4449429"/>
              <a:gd name="connsiteX570-26857" fmla="*/ 9304202 w 18982931"/>
              <a:gd name="connsiteY570-26858" fmla="*/ 2057780 h 4449429"/>
              <a:gd name="connsiteX571-26859" fmla="*/ 9304202 w 18982931"/>
              <a:gd name="connsiteY571-26860" fmla="*/ 2266627 h 4449429"/>
              <a:gd name="connsiteX572-26861" fmla="*/ 9349902 w 18982931"/>
              <a:gd name="connsiteY572-26862" fmla="*/ 2266627 h 4449429"/>
              <a:gd name="connsiteX573-26863" fmla="*/ 9349902 w 18982931"/>
              <a:gd name="connsiteY573-26864" fmla="*/ 2057780 h 4449429"/>
              <a:gd name="connsiteX574-26865" fmla="*/ 9304202 w 18982931"/>
              <a:gd name="connsiteY574-26866" fmla="*/ 2057780 h 4449429"/>
              <a:gd name="connsiteX575-26867" fmla="*/ 9212570 w 18982931"/>
              <a:gd name="connsiteY575-26868" fmla="*/ 2057780 h 4449429"/>
              <a:gd name="connsiteX576-26869" fmla="*/ 9212570 w 18982931"/>
              <a:gd name="connsiteY576-26870" fmla="*/ 2266627 h 4449429"/>
              <a:gd name="connsiteX577-26871" fmla="*/ 9258270 w 18982931"/>
              <a:gd name="connsiteY577-26872" fmla="*/ 2266627 h 4449429"/>
              <a:gd name="connsiteX578-26873" fmla="*/ 9258270 w 18982931"/>
              <a:gd name="connsiteY578-26874" fmla="*/ 2057780 h 4449429"/>
              <a:gd name="connsiteX579-26875" fmla="*/ 9212570 w 18982931"/>
              <a:gd name="connsiteY579-26876" fmla="*/ 2057780 h 4449429"/>
              <a:gd name="connsiteX580-26877" fmla="*/ 14092702 w 18982931"/>
              <a:gd name="connsiteY580-26878" fmla="*/ 1859157 h 4449429"/>
              <a:gd name="connsiteX581-26879" fmla="*/ 14092702 w 18982931"/>
              <a:gd name="connsiteY581-26880" fmla="*/ 1895733 h 4449429"/>
              <a:gd name="connsiteX582-26881" fmla="*/ 14458462 w 18982931"/>
              <a:gd name="connsiteY582-26882" fmla="*/ 1895733 h 4449429"/>
              <a:gd name="connsiteX583-26883" fmla="*/ 14458462 w 18982931"/>
              <a:gd name="connsiteY583-26884" fmla="*/ 1859157 h 4449429"/>
              <a:gd name="connsiteX584-26885" fmla="*/ 14092702 w 18982931"/>
              <a:gd name="connsiteY584-26886" fmla="*/ 1859157 h 4449429"/>
              <a:gd name="connsiteX585-26887" fmla="*/ 17871603 w 18982931"/>
              <a:gd name="connsiteY585-26888" fmla="*/ 1806939 h 4449429"/>
              <a:gd name="connsiteX586-26889" fmla="*/ 17871603 w 18982931"/>
              <a:gd name="connsiteY586-26890" fmla="*/ 1809649 h 4449429"/>
              <a:gd name="connsiteX587-26891" fmla="*/ 17871627 w 18982931"/>
              <a:gd name="connsiteY587-26892" fmla="*/ 1809649 h 4449429"/>
              <a:gd name="connsiteX588-26893" fmla="*/ 17871603 w 18982931"/>
              <a:gd name="connsiteY588-26894" fmla="*/ 1806939 h 4449429"/>
              <a:gd name="connsiteX589-26895" fmla="*/ 18172695 w 18982931"/>
              <a:gd name="connsiteY589-26896" fmla="*/ 1733739 h 4449429"/>
              <a:gd name="connsiteX590-26897" fmla="*/ 18172695 w 18982931"/>
              <a:gd name="connsiteY590-26898" fmla="*/ 1870899 h 4449429"/>
              <a:gd name="connsiteX591-26899" fmla="*/ 18209271 w 18982931"/>
              <a:gd name="connsiteY591-26900" fmla="*/ 1870899 h 4449429"/>
              <a:gd name="connsiteX592-26901" fmla="*/ 18209271 w 18982931"/>
              <a:gd name="connsiteY592-26902" fmla="*/ 1733739 h 4449429"/>
              <a:gd name="connsiteX593-26903" fmla="*/ 18172695 w 18982931"/>
              <a:gd name="connsiteY593-26904" fmla="*/ 1733739 h 4449429"/>
              <a:gd name="connsiteX594-26905" fmla="*/ 18104295 w 18982931"/>
              <a:gd name="connsiteY594-26906" fmla="*/ 1733739 h 4449429"/>
              <a:gd name="connsiteX595-26907" fmla="*/ 18104295 w 18982931"/>
              <a:gd name="connsiteY595-26908" fmla="*/ 1870899 h 4449429"/>
              <a:gd name="connsiteX596-26909" fmla="*/ 18140871 w 18982931"/>
              <a:gd name="connsiteY596-26910" fmla="*/ 1870899 h 4449429"/>
              <a:gd name="connsiteX597-26911" fmla="*/ 18140871 w 18982931"/>
              <a:gd name="connsiteY597-26912" fmla="*/ 1733739 h 4449429"/>
              <a:gd name="connsiteX598-26913" fmla="*/ 18104295 w 18982931"/>
              <a:gd name="connsiteY598-26914" fmla="*/ 1733739 h 4449429"/>
              <a:gd name="connsiteX599-26915" fmla="*/ 18035895 w 18982931"/>
              <a:gd name="connsiteY599-26916" fmla="*/ 1733739 h 4449429"/>
              <a:gd name="connsiteX600-26917" fmla="*/ 18035895 w 18982931"/>
              <a:gd name="connsiteY600-26918" fmla="*/ 1870899 h 4449429"/>
              <a:gd name="connsiteX601-26919" fmla="*/ 18072471 w 18982931"/>
              <a:gd name="connsiteY601-26920" fmla="*/ 1870899 h 4449429"/>
              <a:gd name="connsiteX602-26921" fmla="*/ 18072471 w 18982931"/>
              <a:gd name="connsiteY602-26922" fmla="*/ 1733739 h 4449429"/>
              <a:gd name="connsiteX603-26923" fmla="*/ 18035895 w 18982931"/>
              <a:gd name="connsiteY603-26924" fmla="*/ 1733739 h 4449429"/>
              <a:gd name="connsiteX604-26925" fmla="*/ 17967493 w 18982931"/>
              <a:gd name="connsiteY604-26926" fmla="*/ 1733739 h 4449429"/>
              <a:gd name="connsiteX605-26927" fmla="*/ 17967493 w 18982931"/>
              <a:gd name="connsiteY605-26928" fmla="*/ 1870899 h 4449429"/>
              <a:gd name="connsiteX606-26929" fmla="*/ 18004069 w 18982931"/>
              <a:gd name="connsiteY606-26930" fmla="*/ 1870899 h 4449429"/>
              <a:gd name="connsiteX607-26931" fmla="*/ 18004069 w 18982931"/>
              <a:gd name="connsiteY607-26932" fmla="*/ 1733739 h 4449429"/>
              <a:gd name="connsiteX608-26933" fmla="*/ 17967493 w 18982931"/>
              <a:gd name="connsiteY608-26934" fmla="*/ 1733739 h 4449429"/>
              <a:gd name="connsiteX609-26935" fmla="*/ 14251161 w 18982931"/>
              <a:gd name="connsiteY609-26936" fmla="*/ 868400 h 4449429"/>
              <a:gd name="connsiteX610-26937" fmla="*/ 14251161 w 18982931"/>
              <a:gd name="connsiteY610-26938" fmla="*/ 1005560 h 4449429"/>
              <a:gd name="connsiteX611-26939" fmla="*/ 14287737 w 18982931"/>
              <a:gd name="connsiteY611-26940" fmla="*/ 1005560 h 4449429"/>
              <a:gd name="connsiteX612-26941" fmla="*/ 14287737 w 18982931"/>
              <a:gd name="connsiteY612-26942" fmla="*/ 868400 h 4449429"/>
              <a:gd name="connsiteX613-26943" fmla="*/ 14251161 w 18982931"/>
              <a:gd name="connsiteY613-26944" fmla="*/ 868400 h 4449429"/>
              <a:gd name="connsiteX614-26945" fmla="*/ 14182760 w 18982931"/>
              <a:gd name="connsiteY614-26946" fmla="*/ 868400 h 4449429"/>
              <a:gd name="connsiteX615-26947" fmla="*/ 14182760 w 18982931"/>
              <a:gd name="connsiteY615-26948" fmla="*/ 1005560 h 4449429"/>
              <a:gd name="connsiteX616-26949" fmla="*/ 14219336 w 18982931"/>
              <a:gd name="connsiteY616-26950" fmla="*/ 1005560 h 4449429"/>
              <a:gd name="connsiteX617-26951" fmla="*/ 14219336 w 18982931"/>
              <a:gd name="connsiteY617-26952" fmla="*/ 868400 h 4449429"/>
              <a:gd name="connsiteX618-26953" fmla="*/ 14182760 w 18982931"/>
              <a:gd name="connsiteY618-26954" fmla="*/ 868400 h 4449429"/>
              <a:gd name="connsiteX619-26955" fmla="*/ 14114359 w 18982931"/>
              <a:gd name="connsiteY619-26956" fmla="*/ 868400 h 4449429"/>
              <a:gd name="connsiteX620-26957" fmla="*/ 14114359 w 18982931"/>
              <a:gd name="connsiteY620-26958" fmla="*/ 1005560 h 4449429"/>
              <a:gd name="connsiteX621-26959" fmla="*/ 14150935 w 18982931"/>
              <a:gd name="connsiteY621-26960" fmla="*/ 1005560 h 4449429"/>
              <a:gd name="connsiteX622-26961" fmla="*/ 14150935 w 18982931"/>
              <a:gd name="connsiteY622-26962" fmla="*/ 868400 h 4449429"/>
              <a:gd name="connsiteX623-26963" fmla="*/ 14114359 w 18982931"/>
              <a:gd name="connsiteY623-26964" fmla="*/ 868400 h 4449429"/>
              <a:gd name="connsiteX624-26965" fmla="*/ 4788216 w 18982931"/>
              <a:gd name="connsiteY624-26966" fmla="*/ 807315 h 4449429"/>
              <a:gd name="connsiteX625-26967" fmla="*/ 4788216 w 18982931"/>
              <a:gd name="connsiteY625-26968" fmla="*/ 944475 h 4449429"/>
              <a:gd name="connsiteX626-26969" fmla="*/ 4824792 w 18982931"/>
              <a:gd name="connsiteY626-26970" fmla="*/ 944475 h 4449429"/>
              <a:gd name="connsiteX627-26971" fmla="*/ 4824792 w 18982931"/>
              <a:gd name="connsiteY627-26972" fmla="*/ 807315 h 4449429"/>
              <a:gd name="connsiteX628-26973" fmla="*/ 4788216 w 18982931"/>
              <a:gd name="connsiteY628-26974" fmla="*/ 807315 h 4449429"/>
              <a:gd name="connsiteX629-26975" fmla="*/ 4719815 w 18982931"/>
              <a:gd name="connsiteY629-26976" fmla="*/ 807315 h 4449429"/>
              <a:gd name="connsiteX630-26977" fmla="*/ 4719815 w 18982931"/>
              <a:gd name="connsiteY630-26978" fmla="*/ 944475 h 4449429"/>
              <a:gd name="connsiteX631-26979" fmla="*/ 4756391 w 18982931"/>
              <a:gd name="connsiteY631-26980" fmla="*/ 944475 h 4449429"/>
              <a:gd name="connsiteX632-26981" fmla="*/ 4756391 w 18982931"/>
              <a:gd name="connsiteY632-26982" fmla="*/ 807315 h 4449429"/>
              <a:gd name="connsiteX633-26983" fmla="*/ 4719815 w 18982931"/>
              <a:gd name="connsiteY633-26984" fmla="*/ 807315 h 4449429"/>
              <a:gd name="connsiteX634-26985" fmla="*/ 4651414 w 18982931"/>
              <a:gd name="connsiteY634-26986" fmla="*/ 807315 h 4449429"/>
              <a:gd name="connsiteX635-26987" fmla="*/ 4651414 w 18982931"/>
              <a:gd name="connsiteY635-26988" fmla="*/ 944475 h 4449429"/>
              <a:gd name="connsiteX636-26989" fmla="*/ 4687992 w 18982931"/>
              <a:gd name="connsiteY636-26990" fmla="*/ 944475 h 4449429"/>
              <a:gd name="connsiteX637-26991" fmla="*/ 4687992 w 18982931"/>
              <a:gd name="connsiteY637-26992" fmla="*/ 807315 h 4449429"/>
              <a:gd name="connsiteX638-26993" fmla="*/ 4651414 w 18982931"/>
              <a:gd name="connsiteY638-26994" fmla="*/ 807315 h 4449429"/>
              <a:gd name="connsiteX639-26995" fmla="*/ 2212838 w 18982931"/>
              <a:gd name="connsiteY639-26996" fmla="*/ 748887 h 4449429"/>
              <a:gd name="connsiteX640-26997" fmla="*/ 2212838 w 18982931"/>
              <a:gd name="connsiteY640-26998" fmla="*/ 886047 h 4449429"/>
              <a:gd name="connsiteX641-26999" fmla="*/ 2249414 w 18982931"/>
              <a:gd name="connsiteY641-27000" fmla="*/ 886047 h 4449429"/>
              <a:gd name="connsiteX642-27001" fmla="*/ 2249414 w 18982931"/>
              <a:gd name="connsiteY642-27002" fmla="*/ 748887 h 4449429"/>
              <a:gd name="connsiteX643-27003" fmla="*/ 2212838 w 18982931"/>
              <a:gd name="connsiteY643-27004" fmla="*/ 748887 h 4449429"/>
              <a:gd name="connsiteX644-27005" fmla="*/ 2144438 w 18982931"/>
              <a:gd name="connsiteY644-27006" fmla="*/ 748887 h 4449429"/>
              <a:gd name="connsiteX645-27007" fmla="*/ 2144438 w 18982931"/>
              <a:gd name="connsiteY645-27008" fmla="*/ 886047 h 4449429"/>
              <a:gd name="connsiteX646-27009" fmla="*/ 2181014 w 18982931"/>
              <a:gd name="connsiteY646-27010" fmla="*/ 886047 h 4449429"/>
              <a:gd name="connsiteX647-27011" fmla="*/ 2181014 w 18982931"/>
              <a:gd name="connsiteY647-27012" fmla="*/ 748887 h 4449429"/>
              <a:gd name="connsiteX648-27013" fmla="*/ 2144438 w 18982931"/>
              <a:gd name="connsiteY648-27014" fmla="*/ 748887 h 4449429"/>
              <a:gd name="connsiteX649-27015" fmla="*/ 2076037 w 18982931"/>
              <a:gd name="connsiteY649-27016" fmla="*/ 748887 h 4449429"/>
              <a:gd name="connsiteX650-27017" fmla="*/ 2076037 w 18982931"/>
              <a:gd name="connsiteY650-27018" fmla="*/ 886047 h 4449429"/>
              <a:gd name="connsiteX651-27019" fmla="*/ 2112612 w 18982931"/>
              <a:gd name="connsiteY651-27020" fmla="*/ 886047 h 4449429"/>
              <a:gd name="connsiteX652-27021" fmla="*/ 2112612 w 18982931"/>
              <a:gd name="connsiteY652-27022" fmla="*/ 748887 h 4449429"/>
              <a:gd name="connsiteX653-27023" fmla="*/ 2076037 w 18982931"/>
              <a:gd name="connsiteY653-27024" fmla="*/ 748887 h 4449429"/>
              <a:gd name="connsiteX654-27025" fmla="*/ 2007635 w 18982931"/>
              <a:gd name="connsiteY654-27026" fmla="*/ 748887 h 4449429"/>
              <a:gd name="connsiteX655-27027" fmla="*/ 2007635 w 18982931"/>
              <a:gd name="connsiteY655-27028" fmla="*/ 886047 h 4449429"/>
              <a:gd name="connsiteX656-27029" fmla="*/ 2044211 w 18982931"/>
              <a:gd name="connsiteY656-27030" fmla="*/ 886047 h 4449429"/>
              <a:gd name="connsiteX657-27031" fmla="*/ 2044211 w 18982931"/>
              <a:gd name="connsiteY657-27032" fmla="*/ 748887 h 4449429"/>
              <a:gd name="connsiteX658-27033" fmla="*/ 2007635 w 18982931"/>
              <a:gd name="connsiteY658-27034" fmla="*/ 748887 h 4449429"/>
              <a:gd name="connsiteX659-27035" fmla="*/ 17088019 w 18982931"/>
              <a:gd name="connsiteY659-27036" fmla="*/ 737716 h 4449429"/>
              <a:gd name="connsiteX660-27037" fmla="*/ 17088019 w 18982931"/>
              <a:gd name="connsiteY660-27038" fmla="*/ 825107 h 4449429"/>
              <a:gd name="connsiteX661-27039" fmla="*/ 17124595 w 18982931"/>
              <a:gd name="connsiteY661-27040" fmla="*/ 825107 h 4449429"/>
              <a:gd name="connsiteX662-27041" fmla="*/ 17124595 w 18982931"/>
              <a:gd name="connsiteY662-27042" fmla="*/ 737716 h 4449429"/>
              <a:gd name="connsiteX663-27043" fmla="*/ 17088019 w 18982931"/>
              <a:gd name="connsiteY663-27044" fmla="*/ 737716 h 4449429"/>
              <a:gd name="connsiteX664-27045" fmla="*/ 17021803 w 18982931"/>
              <a:gd name="connsiteY664-27046" fmla="*/ 737716 h 4449429"/>
              <a:gd name="connsiteX665-27047" fmla="*/ 17021803 w 18982931"/>
              <a:gd name="connsiteY665-27048" fmla="*/ 825107 h 4449429"/>
              <a:gd name="connsiteX666-27049" fmla="*/ 17058379 w 18982931"/>
              <a:gd name="connsiteY666-27050" fmla="*/ 825107 h 4449429"/>
              <a:gd name="connsiteX667-27051" fmla="*/ 17058379 w 18982931"/>
              <a:gd name="connsiteY667-27052" fmla="*/ 737716 h 4449429"/>
              <a:gd name="connsiteX668-27053" fmla="*/ 17021803 w 18982931"/>
              <a:gd name="connsiteY668-27054" fmla="*/ 737716 h 4449429"/>
              <a:gd name="connsiteX669-27055" fmla="*/ 16955591 w 18982931"/>
              <a:gd name="connsiteY669-27056" fmla="*/ 737716 h 4449429"/>
              <a:gd name="connsiteX670-27057" fmla="*/ 16955591 w 18982931"/>
              <a:gd name="connsiteY670-27058" fmla="*/ 825107 h 4449429"/>
              <a:gd name="connsiteX671-27059" fmla="*/ 16992167 w 18982931"/>
              <a:gd name="connsiteY671-27060" fmla="*/ 825107 h 4449429"/>
              <a:gd name="connsiteX672-27061" fmla="*/ 16992167 w 18982931"/>
              <a:gd name="connsiteY672-27062" fmla="*/ 737716 h 4449429"/>
              <a:gd name="connsiteX673-27063" fmla="*/ 16955591 w 18982931"/>
              <a:gd name="connsiteY673-27064" fmla="*/ 737716 h 4449429"/>
              <a:gd name="connsiteX674-27065" fmla="*/ 16889375 w 18982931"/>
              <a:gd name="connsiteY674-27066" fmla="*/ 737716 h 4449429"/>
              <a:gd name="connsiteX675-27067" fmla="*/ 16889375 w 18982931"/>
              <a:gd name="connsiteY675-27068" fmla="*/ 825107 h 4449429"/>
              <a:gd name="connsiteX676-27069" fmla="*/ 16925951 w 18982931"/>
              <a:gd name="connsiteY676-27070" fmla="*/ 825107 h 4449429"/>
              <a:gd name="connsiteX677-27071" fmla="*/ 16925951 w 18982931"/>
              <a:gd name="connsiteY677-27072" fmla="*/ 737716 h 4449429"/>
              <a:gd name="connsiteX678-27073" fmla="*/ 16889375 w 18982931"/>
              <a:gd name="connsiteY678-27074" fmla="*/ 737716 h 4449429"/>
              <a:gd name="connsiteX679-27075" fmla="*/ 16823163 w 18982931"/>
              <a:gd name="connsiteY679-27076" fmla="*/ 737716 h 4449429"/>
              <a:gd name="connsiteX680-27077" fmla="*/ 16823163 w 18982931"/>
              <a:gd name="connsiteY680-27078" fmla="*/ 825107 h 4449429"/>
              <a:gd name="connsiteX681-27079" fmla="*/ 16859739 w 18982931"/>
              <a:gd name="connsiteY681-27080" fmla="*/ 825107 h 4449429"/>
              <a:gd name="connsiteX682-27081" fmla="*/ 16859739 w 18982931"/>
              <a:gd name="connsiteY682-27082" fmla="*/ 737716 h 4449429"/>
              <a:gd name="connsiteX683-27083" fmla="*/ 16823163 w 18982931"/>
              <a:gd name="connsiteY683-27084" fmla="*/ 737716 h 4449429"/>
              <a:gd name="connsiteX684-27085" fmla="*/ 16756948 w 18982931"/>
              <a:gd name="connsiteY684-27086" fmla="*/ 737716 h 4449429"/>
              <a:gd name="connsiteX685-27087" fmla="*/ 16756948 w 18982931"/>
              <a:gd name="connsiteY685-27088" fmla="*/ 825107 h 4449429"/>
              <a:gd name="connsiteX686-27089" fmla="*/ 16793523 w 18982931"/>
              <a:gd name="connsiteY686-27090" fmla="*/ 825107 h 4449429"/>
              <a:gd name="connsiteX687-27091" fmla="*/ 16793523 w 18982931"/>
              <a:gd name="connsiteY687-27092" fmla="*/ 737716 h 4449429"/>
              <a:gd name="connsiteX688-27093" fmla="*/ 16756948 w 18982931"/>
              <a:gd name="connsiteY688-27094" fmla="*/ 737716 h 4449429"/>
              <a:gd name="connsiteX689-27095" fmla="*/ 13739104 w 18982931"/>
              <a:gd name="connsiteY689-27096" fmla="*/ 0 h 4449429"/>
              <a:gd name="connsiteX690-27097" fmla="*/ 13842002 w 18982931"/>
              <a:gd name="connsiteY690-27098" fmla="*/ 0 h 4449429"/>
              <a:gd name="connsiteX691-27099" fmla="*/ 13883163 w 18982931"/>
              <a:gd name="connsiteY691-27100" fmla="*/ 428067 h 4449429"/>
              <a:gd name="connsiteX692-27101" fmla="*/ 13883163 w 18982931"/>
              <a:gd name="connsiteY692-27102" fmla="*/ 456882 h 4449429"/>
              <a:gd name="connsiteX693-27103" fmla="*/ 13907863 w 18982931"/>
              <a:gd name="connsiteY693-27104" fmla="*/ 954919 h 4449429"/>
              <a:gd name="connsiteX694-27105" fmla="*/ 13911978 w 18982931"/>
              <a:gd name="connsiteY694-27106" fmla="*/ 1679340 h 4449429"/>
              <a:gd name="connsiteX695-27107" fmla="*/ 13916091 w 18982931"/>
              <a:gd name="connsiteY695-27108" fmla="*/ 2058015 h 4449429"/>
              <a:gd name="connsiteX696-27109" fmla="*/ 13936673 w 18982931"/>
              <a:gd name="connsiteY696-27110" fmla="*/ 2086829 h 4449429"/>
              <a:gd name="connsiteX697-27111" fmla="*/ 13953138 w 18982931"/>
              <a:gd name="connsiteY697-27112" fmla="*/ 2058015 h 4449429"/>
              <a:gd name="connsiteX698-27113" fmla="*/ 13953138 w 18982931"/>
              <a:gd name="connsiteY698-27114" fmla="*/ 1955115 h 4449429"/>
              <a:gd name="connsiteX699-27115" fmla="*/ 13965483 w 18982931"/>
              <a:gd name="connsiteY699-27116" fmla="*/ 1922188 h 4449429"/>
              <a:gd name="connsiteX700-27117" fmla="*/ 13986066 w 18982931"/>
              <a:gd name="connsiteY700-27118" fmla="*/ 1876909 h 4449429"/>
              <a:gd name="connsiteX701-27119" fmla="*/ 13986066 w 18982931"/>
              <a:gd name="connsiteY701-27120" fmla="*/ 1625834 h 4449429"/>
              <a:gd name="connsiteX702-27121" fmla="*/ 14051922 w 18982931"/>
              <a:gd name="connsiteY702-27122" fmla="*/ 1617602 h 4449429"/>
              <a:gd name="connsiteX703-27123" fmla="*/ 14047992 w 18982931"/>
              <a:gd name="connsiteY703-27124" fmla="*/ 1005560 h 4449429"/>
              <a:gd name="connsiteX704-27125" fmla="*/ 14082534 w 18982931"/>
              <a:gd name="connsiteY704-27126" fmla="*/ 1005560 h 4449429"/>
              <a:gd name="connsiteX705-27127" fmla="*/ 14082534 w 18982931"/>
              <a:gd name="connsiteY705-27128" fmla="*/ 868400 h 4449429"/>
              <a:gd name="connsiteX706-27129" fmla="*/ 14047111 w 18982931"/>
              <a:gd name="connsiteY706-27130" fmla="*/ 868400 h 4449429"/>
              <a:gd name="connsiteX707-27131" fmla="*/ 14046442 w 18982931"/>
              <a:gd name="connsiteY707-27132" fmla="*/ 764191 h 4449429"/>
              <a:gd name="connsiteX708-27133" fmla="*/ 14187749 w 18982931"/>
              <a:gd name="connsiteY708-27134" fmla="*/ 436300 h 4449429"/>
              <a:gd name="connsiteX709-27135" fmla="*/ 14212445 w 18982931"/>
              <a:gd name="connsiteY709-27136" fmla="*/ 411603 h 4449429"/>
              <a:gd name="connsiteX710-27137" fmla="*/ 14410015 w 18982931"/>
              <a:gd name="connsiteY710-27138" fmla="*/ 444532 h 4449429"/>
              <a:gd name="connsiteX711-27139" fmla="*/ 14442947 w 18982931"/>
              <a:gd name="connsiteY711-27140" fmla="*/ 275776 h 4449429"/>
              <a:gd name="connsiteX712-27141" fmla="*/ 14479990 w 18982931"/>
              <a:gd name="connsiteY712-27142" fmla="*/ 246961 h 4449429"/>
              <a:gd name="connsiteX713-27143" fmla="*/ 14517032 w 18982931"/>
              <a:gd name="connsiteY713-27144" fmla="*/ 271658 h 4449429"/>
              <a:gd name="connsiteX714-27145" fmla="*/ 14574655 w 18982931"/>
              <a:gd name="connsiteY714-27146" fmla="*/ 522739 h 4449429"/>
              <a:gd name="connsiteX715-27147" fmla="*/ 14603469 w 18982931"/>
              <a:gd name="connsiteY715-27148" fmla="*/ 1123678 h 4449429"/>
              <a:gd name="connsiteX716-27149" fmla="*/ 14603469 w 18982931"/>
              <a:gd name="connsiteY716-27150" fmla="*/ 1617602 h 4449429"/>
              <a:gd name="connsiteX717-27151" fmla="*/ 14595237 w 18982931"/>
              <a:gd name="connsiteY717-27152" fmla="*/ 1683457 h 4449429"/>
              <a:gd name="connsiteX718-27153" fmla="*/ 14607589 w 18982931"/>
              <a:gd name="connsiteY718-27154" fmla="*/ 1753429 h 4449429"/>
              <a:gd name="connsiteX719-27155" fmla="*/ 14656976 w 18982931"/>
              <a:gd name="connsiteY719-27156" fmla="*/ 1753429 h 4449429"/>
              <a:gd name="connsiteX720-27157" fmla="*/ 14706369 w 18982931"/>
              <a:gd name="connsiteY720-27158" fmla="*/ 1568210 h 4449429"/>
              <a:gd name="connsiteX721-27159" fmla="*/ 14722833 w 18982931"/>
              <a:gd name="connsiteY721-27160" fmla="*/ 1568210 h 4449429"/>
              <a:gd name="connsiteX722-27161" fmla="*/ 14768111 w 18982931"/>
              <a:gd name="connsiteY722-27162" fmla="*/ 1753429 h 4449429"/>
              <a:gd name="connsiteX723-27163" fmla="*/ 14875128 w 18982931"/>
              <a:gd name="connsiteY723-27164" fmla="*/ 1753429 h 4449429"/>
              <a:gd name="connsiteX724-27165" fmla="*/ 14883360 w 18982931"/>
              <a:gd name="connsiteY724-27166" fmla="*/ 1827516 h 4449429"/>
              <a:gd name="connsiteX725-27167" fmla="*/ 14940984 w 18982931"/>
              <a:gd name="connsiteY725-27168" fmla="*/ 1827516 h 4449429"/>
              <a:gd name="connsiteX726-27169" fmla="*/ 15019191 w 18982931"/>
              <a:gd name="connsiteY726-27170" fmla="*/ 1625834 h 4449429"/>
              <a:gd name="connsiteX727-27171" fmla="*/ 15043883 w 18982931"/>
              <a:gd name="connsiteY727-27172" fmla="*/ 1090750 h 4449429"/>
              <a:gd name="connsiteX728-27173" fmla="*/ 15134436 w 18982931"/>
              <a:gd name="connsiteY728-27174" fmla="*/ 1000197 h 4449429"/>
              <a:gd name="connsiteX729-27175" fmla="*/ 15212643 w 18982931"/>
              <a:gd name="connsiteY729-27176" fmla="*/ 1078400 h 4449429"/>
              <a:gd name="connsiteX730-27177" fmla="*/ 15212643 w 18982931"/>
              <a:gd name="connsiteY730-27178" fmla="*/ 1152488 h 4449429"/>
              <a:gd name="connsiteX731-27179" fmla="*/ 15224993 w 18982931"/>
              <a:gd name="connsiteY731-27180" fmla="*/ 1119560 h 4449429"/>
              <a:gd name="connsiteX732-27181" fmla="*/ 15237338 w 18982931"/>
              <a:gd name="connsiteY732-27182" fmla="*/ 563899 h 4449429"/>
              <a:gd name="connsiteX733-27183" fmla="*/ 15290845 w 18982931"/>
              <a:gd name="connsiteY733-27184" fmla="*/ 382793 h 4449429"/>
              <a:gd name="connsiteX734-27185" fmla="*/ 15323772 w 18982931"/>
              <a:gd name="connsiteY734-27186" fmla="*/ 300473 h 4449429"/>
              <a:gd name="connsiteX735-27187" fmla="*/ 15364932 w 18982931"/>
              <a:gd name="connsiteY735-27188" fmla="*/ 259313 h 4449429"/>
              <a:gd name="connsiteX736-27189" fmla="*/ 15389634 w 18982931"/>
              <a:gd name="connsiteY736-27190" fmla="*/ 296354 h 4449429"/>
              <a:gd name="connsiteX737-27191" fmla="*/ 15401979 w 18982931"/>
              <a:gd name="connsiteY737-27192" fmla="*/ 411603 h 4449429"/>
              <a:gd name="connsiteX738-27193" fmla="*/ 15451371 w 18982931"/>
              <a:gd name="connsiteY738-27194" fmla="*/ 703843 h 4449429"/>
              <a:gd name="connsiteX739-27195" fmla="*/ 15455486 w 18982931"/>
              <a:gd name="connsiteY739-27196" fmla="*/ 1173070 h 4449429"/>
              <a:gd name="connsiteX740-27197" fmla="*/ 15455486 w 18982931"/>
              <a:gd name="connsiteY740-27198" fmla="*/ 1238927 h 4449429"/>
              <a:gd name="connsiteX741-27199" fmla="*/ 15727143 w 18982931"/>
              <a:gd name="connsiteY741-27200" fmla="*/ 1238927 h 4449429"/>
              <a:gd name="connsiteX742-27201" fmla="*/ 15727143 w 18982931"/>
              <a:gd name="connsiteY742-27202" fmla="*/ 1465306 h 4449429"/>
              <a:gd name="connsiteX743-27203" fmla="*/ 15772422 w 18982931"/>
              <a:gd name="connsiteY743-27204" fmla="*/ 1469425 h 4449429"/>
              <a:gd name="connsiteX744-27205" fmla="*/ 15850624 w 18982931"/>
              <a:gd name="connsiteY744-27206" fmla="*/ 1551745 h 4449429"/>
              <a:gd name="connsiteX745-27207" fmla="*/ 15850624 w 18982931"/>
              <a:gd name="connsiteY745-27208" fmla="*/ 2224712 h 4449429"/>
              <a:gd name="connsiteX746-27209" fmla="*/ 15923336 w 18982931"/>
              <a:gd name="connsiteY746-27210" fmla="*/ 2224712 h 4449429"/>
              <a:gd name="connsiteX747-27211" fmla="*/ 15924718 w 18982931"/>
              <a:gd name="connsiteY747-27212" fmla="*/ 2177381 h 4449429"/>
              <a:gd name="connsiteX748-27213" fmla="*/ 15982338 w 18982931"/>
              <a:gd name="connsiteY748-27214" fmla="*/ 2103294 h 4449429"/>
              <a:gd name="connsiteX749-27215" fmla="*/ 15986455 w 18982931"/>
              <a:gd name="connsiteY749-27216" fmla="*/ 2045669 h 4449429"/>
              <a:gd name="connsiteX750-27217" fmla="*/ 16002920 w 18982931"/>
              <a:gd name="connsiteY750-27218" fmla="*/ 2033319 h 4449429"/>
              <a:gd name="connsiteX751-27219" fmla="*/ 16015265 w 18982931"/>
              <a:gd name="connsiteY751-27220" fmla="*/ 2041550 h 4449429"/>
              <a:gd name="connsiteX752-27221" fmla="*/ 16056425 w 18982931"/>
              <a:gd name="connsiteY752-27222" fmla="*/ 2210310 h 4449429"/>
              <a:gd name="connsiteX753-27223" fmla="*/ 16056425 w 18982931"/>
              <a:gd name="connsiteY753-27224" fmla="*/ 2276166 h 4449429"/>
              <a:gd name="connsiteX754-27225" fmla="*/ 16077008 w 18982931"/>
              <a:gd name="connsiteY754-27226" fmla="*/ 2276166 h 4449429"/>
              <a:gd name="connsiteX755-27227" fmla="*/ 16097587 w 18982931"/>
              <a:gd name="connsiteY755-27228" fmla="*/ 1938652 h 4449429"/>
              <a:gd name="connsiteX756-27229" fmla="*/ 16122282 w 18982931"/>
              <a:gd name="connsiteY756-27230" fmla="*/ 1934533 h 4449429"/>
              <a:gd name="connsiteX757-27231" fmla="*/ 16155210 w 18982931"/>
              <a:gd name="connsiteY757-27232" fmla="*/ 1938652 h 4449429"/>
              <a:gd name="connsiteX758-27233" fmla="*/ 16155210 w 18982931"/>
              <a:gd name="connsiteY758-27234" fmla="*/ 2272048 h 4449429"/>
              <a:gd name="connsiteX759-27235" fmla="*/ 16175792 w 18982931"/>
              <a:gd name="connsiteY759-27236" fmla="*/ 2276166 h 4449429"/>
              <a:gd name="connsiteX760-27237" fmla="*/ 16192257 w 18982931"/>
              <a:gd name="connsiteY760-27238" fmla="*/ 2243238 h 4449429"/>
              <a:gd name="connsiteX761-27239" fmla="*/ 16192257 w 18982931"/>
              <a:gd name="connsiteY761-27240" fmla="*/ 1992158 h 4449429"/>
              <a:gd name="connsiteX762-27241" fmla="*/ 16192257 w 18982931"/>
              <a:gd name="connsiteY762-27242" fmla="*/ 1774011 h 4449429"/>
              <a:gd name="connsiteX763-27243" fmla="*/ 16488610 w 18982931"/>
              <a:gd name="connsiteY763-27244" fmla="*/ 1774011 h 4449429"/>
              <a:gd name="connsiteX764-27245" fmla="*/ 16538004 w 18982931"/>
              <a:gd name="connsiteY764-27246" fmla="*/ 1823403 h 4449429"/>
              <a:gd name="connsiteX765-27247" fmla="*/ 16538004 w 18982931"/>
              <a:gd name="connsiteY765-27248" fmla="*/ 2029205 h 4449429"/>
              <a:gd name="connsiteX766-27249" fmla="*/ 16550349 w 18982931"/>
              <a:gd name="connsiteY766-27250" fmla="*/ 2033319 h 4449429"/>
              <a:gd name="connsiteX767-27251" fmla="*/ 16566812 w 18982931"/>
              <a:gd name="connsiteY767-27252" fmla="*/ 1992158 h 4449429"/>
              <a:gd name="connsiteX768-27253" fmla="*/ 16570932 w 18982931"/>
              <a:gd name="connsiteY768-27254" fmla="*/ 1695804 h 4449429"/>
              <a:gd name="connsiteX769-27255" fmla="*/ 16566812 w 18982931"/>
              <a:gd name="connsiteY769-27256" fmla="*/ 773813 h 4449429"/>
              <a:gd name="connsiteX770-27257" fmla="*/ 16636788 w 18982931"/>
              <a:gd name="connsiteY770-27258" fmla="*/ 646219 h 4449429"/>
              <a:gd name="connsiteX771-27259" fmla="*/ 16723226 w 18982931"/>
              <a:gd name="connsiteY771-27260" fmla="*/ 514506 h 4449429"/>
              <a:gd name="connsiteX772-27261" fmla="*/ 16743805 w 18982931"/>
              <a:gd name="connsiteY772-27262" fmla="*/ 481577 h 4449429"/>
              <a:gd name="connsiteX773-27263" fmla="*/ 16817899 w 18982931"/>
              <a:gd name="connsiteY773-27264" fmla="*/ 329283 h 4449429"/>
              <a:gd name="connsiteX774-27265" fmla="*/ 16842595 w 18982931"/>
              <a:gd name="connsiteY774-27266" fmla="*/ 275776 h 4449429"/>
              <a:gd name="connsiteX775-27267" fmla="*/ 16859059 w 18982931"/>
              <a:gd name="connsiteY775-27268" fmla="*/ 279891 h 4449429"/>
              <a:gd name="connsiteX776-27269" fmla="*/ 16859059 w 18982931"/>
              <a:gd name="connsiteY776-27270" fmla="*/ 337515 h 4449429"/>
              <a:gd name="connsiteX777-27271" fmla="*/ 16867291 w 18982931"/>
              <a:gd name="connsiteY777-27272" fmla="*/ 382793 h 4449429"/>
              <a:gd name="connsiteX778-27273" fmla="*/ 16966075 w 18982931"/>
              <a:gd name="connsiteY778-27274" fmla="*/ 436300 h 4449429"/>
              <a:gd name="connsiteX779-27275" fmla="*/ 17031935 w 18982931"/>
              <a:gd name="connsiteY779-27276" fmla="*/ 526852 h 4449429"/>
              <a:gd name="connsiteX780-27277" fmla="*/ 17031935 w 18982931"/>
              <a:gd name="connsiteY780-27278" fmla="*/ 596826 h 4449429"/>
              <a:gd name="connsiteX781-27279" fmla="*/ 17060743 w 18982931"/>
              <a:gd name="connsiteY781-27280" fmla="*/ 600941 h 4449429"/>
              <a:gd name="connsiteX782-27281" fmla="*/ 17147183 w 18982931"/>
              <a:gd name="connsiteY782-27282" fmla="*/ 691493 h 4449429"/>
              <a:gd name="connsiteX783-27283" fmla="*/ 17147219 w 18982931"/>
              <a:gd name="connsiteY783-27284" fmla="*/ 704240 h 4449429"/>
              <a:gd name="connsiteX784-27285" fmla="*/ 17148515 w 18982931"/>
              <a:gd name="connsiteY784-27286" fmla="*/ 704240 h 4449429"/>
              <a:gd name="connsiteX785-27287" fmla="*/ 17148515 w 18982931"/>
              <a:gd name="connsiteY785-27288" fmla="*/ 880086 h 4449429"/>
              <a:gd name="connsiteX786-27289" fmla="*/ 17147731 w 18982931"/>
              <a:gd name="connsiteY786-27290" fmla="*/ 880086 h 4449429"/>
              <a:gd name="connsiteX787-27291" fmla="*/ 17151295 w 18982931"/>
              <a:gd name="connsiteY787-27292" fmla="*/ 2103294 h 4449429"/>
              <a:gd name="connsiteX788-27293" fmla="*/ 17151295 w 18982931"/>
              <a:gd name="connsiteY788-27294" fmla="*/ 2152686 h 4449429"/>
              <a:gd name="connsiteX789-27295" fmla="*/ 17225383 w 18982931"/>
              <a:gd name="connsiteY789-27296" fmla="*/ 2152686 h 4449429"/>
              <a:gd name="connsiteX790-27297" fmla="*/ 17225383 w 18982931"/>
              <a:gd name="connsiteY790-27298" fmla="*/ 1811053 h 4449429"/>
              <a:gd name="connsiteX791-27299" fmla="*/ 17307703 w 18982931"/>
              <a:gd name="connsiteY791-27300" fmla="*/ 1757546 h 4449429"/>
              <a:gd name="connsiteX792-27301" fmla="*/ 17307703 w 18982931"/>
              <a:gd name="connsiteY792-27302" fmla="*/ 1889260 h 4449429"/>
              <a:gd name="connsiteX793-27303" fmla="*/ 17336519 w 18982931"/>
              <a:gd name="connsiteY793-27304" fmla="*/ 1926302 h 4449429"/>
              <a:gd name="connsiteX794-27305" fmla="*/ 17381799 w 18982931"/>
              <a:gd name="connsiteY794-27306" fmla="*/ 1975695 h 4449429"/>
              <a:gd name="connsiteX795-27307" fmla="*/ 17381799 w 18982931"/>
              <a:gd name="connsiteY795-27308" fmla="*/ 2165031 h 4449429"/>
              <a:gd name="connsiteX796-27309" fmla="*/ 17562899 w 18982931"/>
              <a:gd name="connsiteY796-27310" fmla="*/ 2165031 h 4449429"/>
              <a:gd name="connsiteX797-27311" fmla="*/ 17562899 w 18982931"/>
              <a:gd name="connsiteY797-27312" fmla="*/ 2329673 h 4449429"/>
              <a:gd name="connsiteX798-27313" fmla="*/ 17575251 w 18982931"/>
              <a:gd name="connsiteY798-27314" fmla="*/ 2329673 h 4449429"/>
              <a:gd name="connsiteX799-27315" fmla="*/ 17575251 w 18982931"/>
              <a:gd name="connsiteY799-27316" fmla="*/ 2127989 h 4449429"/>
              <a:gd name="connsiteX800-27317" fmla="*/ 17591711 w 18982931"/>
              <a:gd name="connsiteY800-27318" fmla="*/ 1609370 h 4449429"/>
              <a:gd name="connsiteX801-27319" fmla="*/ 17604059 w 18982931"/>
              <a:gd name="connsiteY801-27320" fmla="*/ 1584673 h 4449429"/>
              <a:gd name="connsiteX802-27321" fmla="*/ 17711083 w 18982931"/>
              <a:gd name="connsiteY802-27322" fmla="*/ 1580555 h 4449429"/>
              <a:gd name="connsiteX803-27323" fmla="*/ 17735775 w 18982931"/>
              <a:gd name="connsiteY803-27324" fmla="*/ 1609370 h 4449429"/>
              <a:gd name="connsiteX804-27325" fmla="*/ 17772819 w 18982931"/>
              <a:gd name="connsiteY804-27326" fmla="*/ 1613483 h 4449429"/>
              <a:gd name="connsiteX805-27327" fmla="*/ 17768699 w 18982931"/>
              <a:gd name="connsiteY805-27328" fmla="*/ 1559977 h 4449429"/>
              <a:gd name="connsiteX806-27329" fmla="*/ 17772819 w 18982931"/>
              <a:gd name="connsiteY806-27330" fmla="*/ 1531163 h 4449429"/>
              <a:gd name="connsiteX807-27331" fmla="*/ 17797515 w 18982931"/>
              <a:gd name="connsiteY807-27332" fmla="*/ 1469425 h 4449429"/>
              <a:gd name="connsiteX808-27333" fmla="*/ 17797515 w 18982931"/>
              <a:gd name="connsiteY808-27334" fmla="*/ 1374754 h 4449429"/>
              <a:gd name="connsiteX809-27335" fmla="*/ 17813979 w 18982931"/>
              <a:gd name="connsiteY809-27336" fmla="*/ 1374754 h 4449429"/>
              <a:gd name="connsiteX810-27337" fmla="*/ 17834559 w 18982931"/>
              <a:gd name="connsiteY810-27338" fmla="*/ 1424146 h 4449429"/>
              <a:gd name="connsiteX811-27339" fmla="*/ 17912763 w 18982931"/>
              <a:gd name="connsiteY811-27340" fmla="*/ 1378872 h 4449429"/>
              <a:gd name="connsiteX812-27341" fmla="*/ 18069171 w 18982931"/>
              <a:gd name="connsiteY812-27342" fmla="*/ 1415914 h 4449429"/>
              <a:gd name="connsiteX813-27343" fmla="*/ 18069171 w 18982931"/>
              <a:gd name="connsiteY813-27344" fmla="*/ 1576442 h 4449429"/>
              <a:gd name="connsiteX814-27345" fmla="*/ 18237927 w 18982931"/>
              <a:gd name="connsiteY814-27346" fmla="*/ 1576442 h 4449429"/>
              <a:gd name="connsiteX815-27347" fmla="*/ 18237927 w 18982931"/>
              <a:gd name="connsiteY815-27348" fmla="*/ 1642297 h 4449429"/>
              <a:gd name="connsiteX816-27349" fmla="*/ 18270859 w 18982931"/>
              <a:gd name="connsiteY816-27350" fmla="*/ 1691690 h 4449429"/>
              <a:gd name="connsiteX817-27351" fmla="*/ 18270859 w 18982931"/>
              <a:gd name="connsiteY817-27352" fmla="*/ 1704036 h 4449429"/>
              <a:gd name="connsiteX818-27353" fmla="*/ 18274975 w 18982931"/>
              <a:gd name="connsiteY818-27354" fmla="*/ 1926302 h 4449429"/>
              <a:gd name="connsiteX819-27355" fmla="*/ 18279087 w 18982931"/>
              <a:gd name="connsiteY819-27356" fmla="*/ 1938652 h 4449429"/>
              <a:gd name="connsiteX820-27357" fmla="*/ 18320247 w 18982931"/>
              <a:gd name="connsiteY820-27358" fmla="*/ 1934533 h 4449429"/>
              <a:gd name="connsiteX821-27359" fmla="*/ 18320247 w 18982931"/>
              <a:gd name="connsiteY821-27360" fmla="*/ 1144256 h 4449429"/>
              <a:gd name="connsiteX822-27361" fmla="*/ 18303783 w 18982931"/>
              <a:gd name="connsiteY822-27362" fmla="*/ 1111328 h 4449429"/>
              <a:gd name="connsiteX823-27363" fmla="*/ 18287323 w 18982931"/>
              <a:gd name="connsiteY823-27364" fmla="*/ 1024893 h 4449429"/>
              <a:gd name="connsiteX824-27365" fmla="*/ 18336711 w 18982931"/>
              <a:gd name="connsiteY824-27366" fmla="*/ 1000197 h 4449429"/>
              <a:gd name="connsiteX825-27367" fmla="*/ 18361407 w 18982931"/>
              <a:gd name="connsiteY825-27368" fmla="*/ 996079 h 4449429"/>
              <a:gd name="connsiteX826-27369" fmla="*/ 18373759 w 18982931"/>
              <a:gd name="connsiteY826-27370" fmla="*/ 946687 h 4449429"/>
              <a:gd name="connsiteX827-27371" fmla="*/ 18534287 w 18982931"/>
              <a:gd name="connsiteY827-27372" fmla="*/ 946687 h 4449429"/>
              <a:gd name="connsiteX828-27373" fmla="*/ 18563095 w 18982931"/>
              <a:gd name="connsiteY828-27374" fmla="*/ 798510 h 4449429"/>
              <a:gd name="connsiteX829-27375" fmla="*/ 18731851 w 18982931"/>
              <a:gd name="connsiteY829-27376" fmla="*/ 806742 h 4449429"/>
              <a:gd name="connsiteX830-27377" fmla="*/ 18773011 w 18982931"/>
              <a:gd name="connsiteY830-27378" fmla="*/ 798510 h 4449429"/>
              <a:gd name="connsiteX831-27379" fmla="*/ 18822407 w 18982931"/>
              <a:gd name="connsiteY831-27380" fmla="*/ 893180 h 4449429"/>
              <a:gd name="connsiteX832-27381" fmla="*/ 18822407 w 18982931"/>
              <a:gd name="connsiteY832-27382" fmla="*/ 963151 h 4449429"/>
              <a:gd name="connsiteX833-27383" fmla="*/ 18982931 w 18982931"/>
              <a:gd name="connsiteY833-27384" fmla="*/ 983734 h 4449429"/>
              <a:gd name="connsiteX834-27385" fmla="*/ 18982931 w 18982931"/>
              <a:gd name="connsiteY834-27386" fmla="*/ 4449429 h 4449429"/>
              <a:gd name="connsiteX835-27387" fmla="*/ 11998023 w 18982931"/>
              <a:gd name="connsiteY835-27388" fmla="*/ 4449429 h 4449429"/>
              <a:gd name="connsiteX836-27389" fmla="*/ 11995198 w 18982931"/>
              <a:gd name="connsiteY836-27390" fmla="*/ 4429646 h 4449429"/>
              <a:gd name="connsiteX837-27391" fmla="*/ 11992726 w 18982931"/>
              <a:gd name="connsiteY837-27392" fmla="*/ 4449425 h 4449429"/>
              <a:gd name="connsiteX838-27393" fmla="*/ 8153658 w 18982931"/>
              <a:gd name="connsiteY838-27394" fmla="*/ 4449425 h 4449429"/>
              <a:gd name="connsiteX839-27395" fmla="*/ 8153658 w 18982931"/>
              <a:gd name="connsiteY839-27396" fmla="*/ 4449429 h 4449429"/>
              <a:gd name="connsiteX840-27397" fmla="*/ 6861227 w 18982931"/>
              <a:gd name="connsiteY840-27398" fmla="*/ 4449429 h 4449429"/>
              <a:gd name="connsiteX841-27399" fmla="*/ 6859697 w 18982931"/>
              <a:gd name="connsiteY841-27400" fmla="*/ 4432598 h 4449429"/>
              <a:gd name="connsiteX842-27401" fmla="*/ 6858292 w 18982931"/>
              <a:gd name="connsiteY842-27402" fmla="*/ 4449425 h 4449429"/>
              <a:gd name="connsiteX843-27403" fmla="*/ 7922 w 18982931"/>
              <a:gd name="connsiteY843-27404" fmla="*/ 4440866 h 4449429"/>
              <a:gd name="connsiteX844-27405" fmla="*/ 0 w 18982931"/>
              <a:gd name="connsiteY844-27406" fmla="*/ 1181446 h 4449429"/>
              <a:gd name="connsiteX845-27407" fmla="*/ 169756 w 18982931"/>
              <a:gd name="connsiteY845-27408" fmla="*/ 979616 h 4449429"/>
              <a:gd name="connsiteX846-27409" fmla="*/ 301466 w 18982931"/>
              <a:gd name="connsiteY846-27410" fmla="*/ 971384 h 4449429"/>
              <a:gd name="connsiteX847-27411" fmla="*/ 301466 w 18982931"/>
              <a:gd name="connsiteY847-27412" fmla="*/ 909640 h 4449429"/>
              <a:gd name="connsiteX848-27413" fmla="*/ 346746 w 18982931"/>
              <a:gd name="connsiteY848-27414" fmla="*/ 810855 h 4449429"/>
              <a:gd name="connsiteX849-27415" fmla="*/ 571541 w 18982931"/>
              <a:gd name="connsiteY849-27416" fmla="*/ 799909 h 4449429"/>
              <a:gd name="connsiteX850-27417" fmla="*/ 581356 w 18982931"/>
              <a:gd name="connsiteY850-27418" fmla="*/ 963151 h 4449429"/>
              <a:gd name="connsiteX851-27419" fmla="*/ 737766 w 18982931"/>
              <a:gd name="connsiteY851-27420" fmla="*/ 963151 h 4449429"/>
              <a:gd name="connsiteX852-27421" fmla="*/ 750116 w 18982931"/>
              <a:gd name="connsiteY852-27422" fmla="*/ 1012543 h 4449429"/>
              <a:gd name="connsiteX853-27423" fmla="*/ 778926 w 18982931"/>
              <a:gd name="connsiteY853-27424" fmla="*/ 1016657 h 4449429"/>
              <a:gd name="connsiteX854-27425" fmla="*/ 820087 w 18982931"/>
              <a:gd name="connsiteY854-27426" fmla="*/ 1041353 h 4449429"/>
              <a:gd name="connsiteX855-27427" fmla="*/ 820087 w 18982931"/>
              <a:gd name="connsiteY855-27428" fmla="*/ 1119560 h 4449429"/>
              <a:gd name="connsiteX856-27429" fmla="*/ 791276 w 18982931"/>
              <a:gd name="connsiteY856-27430" fmla="*/ 1193648 h 4449429"/>
              <a:gd name="connsiteX857-27431" fmla="*/ 791276 w 18982931"/>
              <a:gd name="connsiteY857-27432" fmla="*/ 1580555 h 4449429"/>
              <a:gd name="connsiteX858-27433" fmla="*/ 791276 w 18982931"/>
              <a:gd name="connsiteY858-27434" fmla="*/ 1955112 h 4449429"/>
              <a:gd name="connsiteX859-27435" fmla="*/ 840669 w 18982931"/>
              <a:gd name="connsiteY859-27436" fmla="*/ 1950998 h 4449429"/>
              <a:gd name="connsiteX860-27437" fmla="*/ 844783 w 18982931"/>
              <a:gd name="connsiteY860-27438" fmla="*/ 1720500 h 4449429"/>
              <a:gd name="connsiteX861-27439" fmla="*/ 873596 w 18982931"/>
              <a:gd name="connsiteY861-27440" fmla="*/ 1597020 h 4449429"/>
              <a:gd name="connsiteX862-27441" fmla="*/ 906526 w 18982931"/>
              <a:gd name="connsiteY862-27442" fmla="*/ 1584670 h 4449429"/>
              <a:gd name="connsiteX863-27443" fmla="*/ 1034120 w 18982931"/>
              <a:gd name="connsiteY863-27444" fmla="*/ 1584670 h 4449429"/>
              <a:gd name="connsiteX864-27445" fmla="*/ 1034120 w 18982931"/>
              <a:gd name="connsiteY864-27446" fmla="*/ 1420028 h 4449429"/>
              <a:gd name="connsiteX865-27447" fmla="*/ 1312242 w 18982931"/>
              <a:gd name="connsiteY865-27448" fmla="*/ 1422373 h 4449429"/>
              <a:gd name="connsiteX866-27449" fmla="*/ 1322242 w 18982931"/>
              <a:gd name="connsiteY866-27450" fmla="*/ 1559973 h 4449429"/>
              <a:gd name="connsiteX867-27451" fmla="*/ 1318126 w 18982931"/>
              <a:gd name="connsiteY867-27452" fmla="*/ 1576437 h 4449429"/>
              <a:gd name="connsiteX868-27453" fmla="*/ 1326360 w 18982931"/>
              <a:gd name="connsiteY868-27454" fmla="*/ 1621715 h 4449429"/>
              <a:gd name="connsiteX869-27455" fmla="*/ 1359290 w 18982931"/>
              <a:gd name="connsiteY869-27456" fmla="*/ 1597020 h 4449429"/>
              <a:gd name="connsiteX870-27457" fmla="*/ 1375751 w 18982931"/>
              <a:gd name="connsiteY870-27458" fmla="*/ 1588787 h 4449429"/>
              <a:gd name="connsiteX871-27459" fmla="*/ 1486884 w 18982931"/>
              <a:gd name="connsiteY871-27460" fmla="*/ 1588787 h 4449429"/>
              <a:gd name="connsiteX872-27461" fmla="*/ 1507466 w 18982931"/>
              <a:gd name="connsiteY872-27462" fmla="*/ 2337905 h 4449429"/>
              <a:gd name="connsiteX873-27463" fmla="*/ 1523929 w 18982931"/>
              <a:gd name="connsiteY873-27464" fmla="*/ 2337905 h 4449429"/>
              <a:gd name="connsiteX874-27465" fmla="*/ 1523929 w 18982931"/>
              <a:gd name="connsiteY874-27466" fmla="*/ 2169146 h 4449429"/>
              <a:gd name="connsiteX875-27467" fmla="*/ 1692685 w 18982931"/>
              <a:gd name="connsiteY875-27468" fmla="*/ 2169146 h 4449429"/>
              <a:gd name="connsiteX876-27469" fmla="*/ 1692685 w 18982931"/>
              <a:gd name="connsiteY876-27470" fmla="*/ 2020968 h 4449429"/>
              <a:gd name="connsiteX877-27471" fmla="*/ 1766772 w 18982931"/>
              <a:gd name="connsiteY877-27472" fmla="*/ 1922183 h 4449429"/>
              <a:gd name="connsiteX878-27473" fmla="*/ 1766772 w 18982931"/>
              <a:gd name="connsiteY878-27474" fmla="*/ 1757542 h 4449429"/>
              <a:gd name="connsiteX879-27475" fmla="*/ 1849095 w 18982931"/>
              <a:gd name="connsiteY879-27476" fmla="*/ 1757542 h 4449429"/>
              <a:gd name="connsiteX880-27477" fmla="*/ 1849095 w 18982931"/>
              <a:gd name="connsiteY880-27478" fmla="*/ 2156799 h 4449429"/>
              <a:gd name="connsiteX881-27479" fmla="*/ 1919070 w 18982931"/>
              <a:gd name="connsiteY881-27480" fmla="*/ 2156799 h 4449429"/>
              <a:gd name="connsiteX882-27481" fmla="*/ 1919070 w 18982931"/>
              <a:gd name="connsiteY882-27482" fmla="*/ 1864559 h 4449429"/>
              <a:gd name="connsiteX883-27483" fmla="*/ 1919070 w 18982931"/>
              <a:gd name="connsiteY883-27484" fmla="*/ 695608 h 4449429"/>
              <a:gd name="connsiteX884-27485" fmla="*/ 2005504 w 18982931"/>
              <a:gd name="connsiteY884-27486" fmla="*/ 609173 h 4449429"/>
              <a:gd name="connsiteX885-27487" fmla="*/ 2026085 w 18982931"/>
              <a:gd name="connsiteY885-27488" fmla="*/ 605054 h 4449429"/>
              <a:gd name="connsiteX886-27489" fmla="*/ 2100174 w 18982931"/>
              <a:gd name="connsiteY886-27490" fmla="*/ 448645 h 4449429"/>
              <a:gd name="connsiteX887-27491" fmla="*/ 2137215 w 18982931"/>
              <a:gd name="connsiteY887-27492" fmla="*/ 407485 h 4449429"/>
              <a:gd name="connsiteX888-27493" fmla="*/ 2194840 w 18982931"/>
              <a:gd name="connsiteY888-27494" fmla="*/ 337515 h 4449429"/>
              <a:gd name="connsiteX889-27495" fmla="*/ 2198958 w 18982931"/>
              <a:gd name="connsiteY889-27496" fmla="*/ 292236 h 4449429"/>
              <a:gd name="connsiteX890-27497" fmla="*/ 2240121 w 18982931"/>
              <a:gd name="connsiteY890-27498" fmla="*/ 358093 h 4449429"/>
              <a:gd name="connsiteX891-27499" fmla="*/ 2273047 w 18982931"/>
              <a:gd name="connsiteY891-27500" fmla="*/ 444532 h 4449429"/>
              <a:gd name="connsiteX892-27501" fmla="*/ 2330670 w 18982931"/>
              <a:gd name="connsiteY892-27502" fmla="*/ 563894 h 4449429"/>
              <a:gd name="connsiteX893-27503" fmla="*/ 2351248 w 18982931"/>
              <a:gd name="connsiteY893-27504" fmla="*/ 613286 h 4449429"/>
              <a:gd name="connsiteX894-27505" fmla="*/ 2429455 w 18982931"/>
              <a:gd name="connsiteY894-27506" fmla="*/ 675029 h 4449429"/>
              <a:gd name="connsiteX895-27507" fmla="*/ 2470614 w 18982931"/>
              <a:gd name="connsiteY895-27508" fmla="*/ 757350 h 4449429"/>
              <a:gd name="connsiteX896-27509" fmla="*/ 2470614 w 18982931"/>
              <a:gd name="connsiteY896-27510" fmla="*/ 1086631 h 4449429"/>
              <a:gd name="connsiteX897-27511" fmla="*/ 2470614 w 18982931"/>
              <a:gd name="connsiteY897-27512" fmla="*/ 2008622 h 4449429"/>
              <a:gd name="connsiteX898-27513" fmla="*/ 2487080 w 18982931"/>
              <a:gd name="connsiteY898-27514" fmla="*/ 2053897 h 4449429"/>
              <a:gd name="connsiteX899-27515" fmla="*/ 2499426 w 18982931"/>
              <a:gd name="connsiteY899-27516" fmla="*/ 1897488 h 4449429"/>
              <a:gd name="connsiteX900-27517" fmla="*/ 2602322 w 18982931"/>
              <a:gd name="connsiteY900-27518" fmla="*/ 1798703 h 4449429"/>
              <a:gd name="connsiteX901-27519" fmla="*/ 2836935 w 18982931"/>
              <a:gd name="connsiteY901-27520" fmla="*/ 1798703 h 4449429"/>
              <a:gd name="connsiteX902-27521" fmla="*/ 2836935 w 18982931"/>
              <a:gd name="connsiteY902-27522" fmla="*/ 1860446 h 4449429"/>
              <a:gd name="connsiteX903-27523" fmla="*/ 2836935 w 18982931"/>
              <a:gd name="connsiteY903-27524" fmla="*/ 2263816 h 4449429"/>
              <a:gd name="connsiteX904-27525" fmla="*/ 2845169 w 18982931"/>
              <a:gd name="connsiteY904-27526" fmla="*/ 2304976 h 4449429"/>
              <a:gd name="connsiteX905-27527" fmla="*/ 2861629 w 18982931"/>
              <a:gd name="connsiteY905-27528" fmla="*/ 2300858 h 4449429"/>
              <a:gd name="connsiteX906-27529" fmla="*/ 2861629 w 18982931"/>
              <a:gd name="connsiteY906-27530" fmla="*/ 2247351 h 4449429"/>
              <a:gd name="connsiteX907-27531" fmla="*/ 2869861 w 18982931"/>
              <a:gd name="connsiteY907-27532" fmla="*/ 1996272 h 4449429"/>
              <a:gd name="connsiteX908-27533" fmla="*/ 2923374 w 18982931"/>
              <a:gd name="connsiteY908-27534" fmla="*/ 1967462 h 4449429"/>
              <a:gd name="connsiteX909-27535" fmla="*/ 2939836 w 18982931"/>
              <a:gd name="connsiteY909-27536" fmla="*/ 2300858 h 4449429"/>
              <a:gd name="connsiteX910-27537" fmla="*/ 2956300 w 18982931"/>
              <a:gd name="connsiteY910-27538" fmla="*/ 2300858 h 4449429"/>
              <a:gd name="connsiteX911-27539" fmla="*/ 2989230 w 18982931"/>
              <a:gd name="connsiteY911-27540" fmla="*/ 2111521 h 4449429"/>
              <a:gd name="connsiteX912-27541" fmla="*/ 3018038 w 18982931"/>
              <a:gd name="connsiteY912-27542" fmla="*/ 2058015 h 4449429"/>
              <a:gd name="connsiteX913-27543" fmla="*/ 3034502 w 18982931"/>
              <a:gd name="connsiteY913-27544" fmla="*/ 2123871 h 4449429"/>
              <a:gd name="connsiteX914-27545" fmla="*/ 3038620 w 18982931"/>
              <a:gd name="connsiteY914-27546" fmla="*/ 2132104 h 4449429"/>
              <a:gd name="connsiteX915-27547" fmla="*/ 3088018 w 18982931"/>
              <a:gd name="connsiteY915-27548" fmla="*/ 2140336 h 4449429"/>
              <a:gd name="connsiteX916-27549" fmla="*/ 3095320 w 18982931"/>
              <a:gd name="connsiteY916-27550" fmla="*/ 2275334 h 4449429"/>
              <a:gd name="connsiteX917-27551" fmla="*/ 3162101 w 18982931"/>
              <a:gd name="connsiteY917-27552" fmla="*/ 2275334 h 4449429"/>
              <a:gd name="connsiteX918-27553" fmla="*/ 3162101 w 18982931"/>
              <a:gd name="connsiteY918-27554" fmla="*/ 1580555 h 4449429"/>
              <a:gd name="connsiteX919-27555" fmla="*/ 3162101 w 18982931"/>
              <a:gd name="connsiteY919-27556" fmla="*/ 1531163 h 4449429"/>
              <a:gd name="connsiteX920-27557" fmla="*/ 3199146 w 18982931"/>
              <a:gd name="connsiteY920-27558" fmla="*/ 1498235 h 4449429"/>
              <a:gd name="connsiteX921-27559" fmla="*/ 3281469 w 18982931"/>
              <a:gd name="connsiteY921-27560" fmla="*/ 1498235 h 4449429"/>
              <a:gd name="connsiteX922-27561" fmla="*/ 3281469 w 18982931"/>
              <a:gd name="connsiteY922-27562" fmla="*/ 1325362 h 4449429"/>
              <a:gd name="connsiteX923-27563" fmla="*/ 3343207 w 18982931"/>
              <a:gd name="connsiteY923-27564" fmla="*/ 1263619 h 4449429"/>
              <a:gd name="connsiteX924-27565" fmla="*/ 3544891 w 18982931"/>
              <a:gd name="connsiteY924-27566" fmla="*/ 1263619 h 4449429"/>
              <a:gd name="connsiteX925-27567" fmla="*/ 3544891 w 18982931"/>
              <a:gd name="connsiteY925-27568" fmla="*/ 712071 h 4449429"/>
              <a:gd name="connsiteX926-27569" fmla="*/ 3561357 w 18982931"/>
              <a:gd name="connsiteY926-27570" fmla="*/ 555662 h 4449429"/>
              <a:gd name="connsiteX927-27571" fmla="*/ 3606633 w 18982931"/>
              <a:gd name="connsiteY927-27572" fmla="*/ 316933 h 4449429"/>
              <a:gd name="connsiteX928-27573" fmla="*/ 3614865 w 18982931"/>
              <a:gd name="connsiteY928-27574" fmla="*/ 279891 h 4449429"/>
              <a:gd name="connsiteX929-27575" fmla="*/ 3676603 w 18982931"/>
              <a:gd name="connsiteY929-27576" fmla="*/ 341628 h 4449429"/>
              <a:gd name="connsiteX930-27577" fmla="*/ 3684835 w 18982931"/>
              <a:gd name="connsiteY930-27578" fmla="*/ 386907 h 4449429"/>
              <a:gd name="connsiteX931-27579" fmla="*/ 3742460 w 18982931"/>
              <a:gd name="connsiteY931-27580" fmla="*/ 481574 h 4449429"/>
              <a:gd name="connsiteX932-27581" fmla="*/ 3763042 w 18982931"/>
              <a:gd name="connsiteY932-27582" fmla="*/ 703838 h 4449429"/>
              <a:gd name="connsiteX933-27583" fmla="*/ 3763042 w 18982931"/>
              <a:gd name="connsiteY933-27584" fmla="*/ 1144256 h 4449429"/>
              <a:gd name="connsiteX934-27585" fmla="*/ 3771275 w 18982931"/>
              <a:gd name="connsiteY934-27586" fmla="*/ 1181298 h 4449429"/>
              <a:gd name="connsiteX935-27587" fmla="*/ 3775390 w 18982931"/>
              <a:gd name="connsiteY935-27588" fmla="*/ 1115443 h 4449429"/>
              <a:gd name="connsiteX936-27589" fmla="*/ 3923568 w 18982931"/>
              <a:gd name="connsiteY936-27590" fmla="*/ 996079 h 4449429"/>
              <a:gd name="connsiteX937-27591" fmla="*/ 3940029 w 18982931"/>
              <a:gd name="connsiteY937-27592" fmla="*/ 1020776 h 4449429"/>
              <a:gd name="connsiteX938-27593" fmla="*/ 3960611 w 18982931"/>
              <a:gd name="connsiteY938-27594" fmla="*/ 1321244 h 4449429"/>
              <a:gd name="connsiteX939-27595" fmla="*/ 3960611 w 18982931"/>
              <a:gd name="connsiteY939-27596" fmla="*/ 1584670 h 4449429"/>
              <a:gd name="connsiteX940-27597" fmla="*/ 3977076 w 18982931"/>
              <a:gd name="connsiteY940-27598" fmla="*/ 1625830 h 4449429"/>
              <a:gd name="connsiteX941-27599" fmla="*/ 4010007 w 18982931"/>
              <a:gd name="connsiteY941-27600" fmla="*/ 1666990 h 4449429"/>
              <a:gd name="connsiteX942-27601" fmla="*/ 4055279 w 18982931"/>
              <a:gd name="connsiteY942-27602" fmla="*/ 1819286 h 4449429"/>
              <a:gd name="connsiteX943-27603" fmla="*/ 4104670 w 18982931"/>
              <a:gd name="connsiteY943-27604" fmla="*/ 1819286 h 4449429"/>
              <a:gd name="connsiteX944-27605" fmla="*/ 4108788 w 18982931"/>
              <a:gd name="connsiteY944-27606" fmla="*/ 1741079 h 4449429"/>
              <a:gd name="connsiteX945-27607" fmla="*/ 4211689 w 18982931"/>
              <a:gd name="connsiteY945-27608" fmla="*/ 1741079 h 4449429"/>
              <a:gd name="connsiteX946-27609" fmla="*/ 4252847 w 18982931"/>
              <a:gd name="connsiteY946-27610" fmla="*/ 1559973 h 4449429"/>
              <a:gd name="connsiteX947-27611" fmla="*/ 4265197 w 18982931"/>
              <a:gd name="connsiteY947-27612" fmla="*/ 1559973 h 4449429"/>
              <a:gd name="connsiteX948-27613" fmla="*/ 4277546 w 18982931"/>
              <a:gd name="connsiteY948-27614" fmla="*/ 1592900 h 4449429"/>
              <a:gd name="connsiteX949-27615" fmla="*/ 4302239 w 18982931"/>
              <a:gd name="connsiteY949-27616" fmla="*/ 1708150 h 4449429"/>
              <a:gd name="connsiteX950-27617" fmla="*/ 4368100 w 18982931"/>
              <a:gd name="connsiteY950-27618" fmla="*/ 1741079 h 4449429"/>
              <a:gd name="connsiteX951-27619" fmla="*/ 4363984 w 18982931"/>
              <a:gd name="connsiteY951-27620" fmla="*/ 1634062 h 4449429"/>
              <a:gd name="connsiteX952-27621" fmla="*/ 4372218 w 18982931"/>
              <a:gd name="connsiteY952-27622" fmla="*/ 839670 h 4449429"/>
              <a:gd name="connsiteX953-27623" fmla="*/ 4442184 w 18982931"/>
              <a:gd name="connsiteY953-27624" fmla="*/ 279891 h 4449429"/>
              <a:gd name="connsiteX954-27625" fmla="*/ 4479230 w 18982931"/>
              <a:gd name="connsiteY954-27626" fmla="*/ 234611 h 4449429"/>
              <a:gd name="connsiteX955-27627" fmla="*/ 4520394 w 18982931"/>
              <a:gd name="connsiteY955-27628" fmla="*/ 284004 h 4449429"/>
              <a:gd name="connsiteX956-27629" fmla="*/ 4549200 w 18982931"/>
              <a:gd name="connsiteY956-27630" fmla="*/ 440413 h 4449429"/>
              <a:gd name="connsiteX957-27631" fmla="*/ 4680914 w 18982931"/>
              <a:gd name="connsiteY957-27632" fmla="*/ 395140 h 4449429"/>
              <a:gd name="connsiteX958-27633" fmla="*/ 4759121 w 18982931"/>
              <a:gd name="connsiteY958-27634" fmla="*/ 460995 h 4449429"/>
              <a:gd name="connsiteX959-27635" fmla="*/ 4771466 w 18982931"/>
              <a:gd name="connsiteY959-27636" fmla="*/ 493924 h 4449429"/>
              <a:gd name="connsiteX960-27637" fmla="*/ 4888657 w 18982931"/>
              <a:gd name="connsiteY960-27638" fmla="*/ 747622 h 4449429"/>
              <a:gd name="connsiteX961-27639" fmla="*/ 4888893 w 18982931"/>
              <a:gd name="connsiteY961-27640" fmla="*/ 807315 h 4449429"/>
              <a:gd name="connsiteX962-27641" fmla="*/ 4856617 w 18982931"/>
              <a:gd name="connsiteY962-27642" fmla="*/ 807315 h 4449429"/>
              <a:gd name="connsiteX963-27643" fmla="*/ 4856617 w 18982931"/>
              <a:gd name="connsiteY963-27644" fmla="*/ 944475 h 4449429"/>
              <a:gd name="connsiteX964-27645" fmla="*/ 4888332 w 18982931"/>
              <a:gd name="connsiteY964-27646" fmla="*/ 944475 h 4449429"/>
              <a:gd name="connsiteX965-27647" fmla="*/ 4888325 w 18982931"/>
              <a:gd name="connsiteY965-27648" fmla="*/ 945600 h 4449429"/>
              <a:gd name="connsiteX966-27649" fmla="*/ 4890835 w 18982931"/>
              <a:gd name="connsiteY966-27650" fmla="*/ 1609365 h 4449429"/>
              <a:gd name="connsiteX967-27651" fmla="*/ 4952574 w 18982931"/>
              <a:gd name="connsiteY967-27652" fmla="*/ 1617597 h 4449429"/>
              <a:gd name="connsiteX968-27653" fmla="*/ 4952574 w 18982931"/>
              <a:gd name="connsiteY968-27654" fmla="*/ 1868678 h 4449429"/>
              <a:gd name="connsiteX969-27655" fmla="*/ 4956691 w 18982931"/>
              <a:gd name="connsiteY969-27656" fmla="*/ 1905720 h 4449429"/>
              <a:gd name="connsiteX970-27657" fmla="*/ 4981387 w 18982931"/>
              <a:gd name="connsiteY970-27658" fmla="*/ 1967462 h 4449429"/>
              <a:gd name="connsiteX971-27659" fmla="*/ 4981387 w 18982931"/>
              <a:gd name="connsiteY971-27660" fmla="*/ 2058015 h 4449429"/>
              <a:gd name="connsiteX972-27661" fmla="*/ 5001966 w 18982931"/>
              <a:gd name="connsiteY972-27662" fmla="*/ 2086824 h 4449429"/>
              <a:gd name="connsiteX973-27663" fmla="*/ 5018429 w 18982931"/>
              <a:gd name="connsiteY973-27664" fmla="*/ 2078592 h 4449429"/>
              <a:gd name="connsiteX974-27665" fmla="*/ 5018429 w 18982931"/>
              <a:gd name="connsiteY974-27666" fmla="*/ 1881023 h 4449429"/>
              <a:gd name="connsiteX975-27667" fmla="*/ 5018429 w 18982931"/>
              <a:gd name="connsiteY975-27668" fmla="*/ 1366522 h 4449429"/>
              <a:gd name="connsiteX976-27669" fmla="*/ 5034894 w 18982931"/>
              <a:gd name="connsiteY976-27670" fmla="*/ 864367 h 4449429"/>
              <a:gd name="connsiteX977-27671" fmla="*/ 5067821 w 18982931"/>
              <a:gd name="connsiteY977-27672" fmla="*/ 197569 h 4449429"/>
              <a:gd name="connsiteX978-27673" fmla="*/ 5080173 w 18982931"/>
              <a:gd name="connsiteY978-27674" fmla="*/ 102899 h 4449429"/>
              <a:gd name="connsiteX979-27675" fmla="*/ 5216000 w 18982931"/>
              <a:gd name="connsiteY979-27676" fmla="*/ 37042 h 4449429"/>
              <a:gd name="connsiteX980-27677" fmla="*/ 5248927 w 18982931"/>
              <a:gd name="connsiteY980-27678" fmla="*/ 69972 h 4449429"/>
              <a:gd name="connsiteX981-27679" fmla="*/ 5372409 w 18982931"/>
              <a:gd name="connsiteY981-27680" fmla="*/ 69972 h 4449429"/>
              <a:gd name="connsiteX982-27681" fmla="*/ 5434151 w 18982931"/>
              <a:gd name="connsiteY982-27682" fmla="*/ 131714 h 4449429"/>
              <a:gd name="connsiteX983-27683" fmla="*/ 5434151 w 18982931"/>
              <a:gd name="connsiteY983-27684" fmla="*/ 382788 h 4449429"/>
              <a:gd name="connsiteX984-27685" fmla="*/ 5434151 w 18982931"/>
              <a:gd name="connsiteY984-27686" fmla="*/ 683261 h 4449429"/>
              <a:gd name="connsiteX985-27687" fmla="*/ 5545282 w 18982931"/>
              <a:gd name="connsiteY985-27688" fmla="*/ 687375 h 4449429"/>
              <a:gd name="connsiteX986-27689" fmla="*/ 5545282 w 18982931"/>
              <a:gd name="connsiteY986-27690" fmla="*/ 1045471 h 4449429"/>
              <a:gd name="connsiteX987-27691" fmla="*/ 5676994 w 18982931"/>
              <a:gd name="connsiteY987-27692" fmla="*/ 1045471 h 4449429"/>
              <a:gd name="connsiteX988-27693" fmla="*/ 5685227 w 18982931"/>
              <a:gd name="connsiteY988-27694" fmla="*/ 1103096 h 4449429"/>
              <a:gd name="connsiteX989-27695" fmla="*/ 5759314 w 18982931"/>
              <a:gd name="connsiteY989-27696" fmla="*/ 1193648 h 4449429"/>
              <a:gd name="connsiteX990-27697" fmla="*/ 5759314 w 18982931"/>
              <a:gd name="connsiteY990-27698" fmla="*/ 1395331 h 4449429"/>
              <a:gd name="connsiteX991-27699" fmla="*/ 5825171 w 18982931"/>
              <a:gd name="connsiteY991-27700" fmla="*/ 1395331 h 4449429"/>
              <a:gd name="connsiteX992-27701" fmla="*/ 5903378 w 18982931"/>
              <a:gd name="connsiteY992-27702" fmla="*/ 1477653 h 4449429"/>
              <a:gd name="connsiteX993-27703" fmla="*/ 5903378 w 18982931"/>
              <a:gd name="connsiteY993-27704" fmla="*/ 1918070 h 4449429"/>
              <a:gd name="connsiteX994-27705" fmla="*/ 5936306 w 18982931"/>
              <a:gd name="connsiteY994-27706" fmla="*/ 1975695 h 4449429"/>
              <a:gd name="connsiteX995-27707" fmla="*/ 5965115 w 18982931"/>
              <a:gd name="connsiteY995-27708" fmla="*/ 1275969 h 4449429"/>
              <a:gd name="connsiteX996-27709" fmla="*/ 5969235 w 18982931"/>
              <a:gd name="connsiteY996-27710" fmla="*/ 1238922 h 4449429"/>
              <a:gd name="connsiteX997-27711" fmla="*/ 6166804 w 18982931"/>
              <a:gd name="connsiteY997-27712" fmla="*/ 1238922 h 4449429"/>
              <a:gd name="connsiteX998-27713" fmla="*/ 6216196 w 18982931"/>
              <a:gd name="connsiteY998-27714" fmla="*/ 1288315 h 4449429"/>
              <a:gd name="connsiteX999-27715" fmla="*/ 6236774 w 18982931"/>
              <a:gd name="connsiteY999-27716" fmla="*/ 1428261 h 4449429"/>
              <a:gd name="connsiteX1000-27717" fmla="*/ 6273821 w 18982931"/>
              <a:gd name="connsiteY1000-27718" fmla="*/ 1498235 h 4449429"/>
              <a:gd name="connsiteX1001-27719" fmla="*/ 6273821 w 18982931"/>
              <a:gd name="connsiteY1001-27720" fmla="*/ 2230888 h 4449429"/>
              <a:gd name="connsiteX1002-27721" fmla="*/ 6277935 w 18982931"/>
              <a:gd name="connsiteY1002-27722" fmla="*/ 2280280 h 4449429"/>
              <a:gd name="connsiteX1003-27723" fmla="*/ 6319095 w 18982931"/>
              <a:gd name="connsiteY1003-27724" fmla="*/ 2193841 h 4449429"/>
              <a:gd name="connsiteX1004-27725" fmla="*/ 6364373 w 18982931"/>
              <a:gd name="connsiteY1004-27726" fmla="*/ 2288513 h 4449429"/>
              <a:gd name="connsiteX1005-27727" fmla="*/ 6389068 w 18982931"/>
              <a:gd name="connsiteY1005-27728" fmla="*/ 2313208 h 4449429"/>
              <a:gd name="connsiteX1006-27729" fmla="*/ 6541355 w 18982931"/>
              <a:gd name="connsiteY1006-27730" fmla="*/ 2313208 h 4449429"/>
              <a:gd name="connsiteX1007-27731" fmla="*/ 6541355 w 18982931"/>
              <a:gd name="connsiteY1007-27732" fmla="*/ 2148567 h 4449429"/>
              <a:gd name="connsiteX1008-27733" fmla="*/ 6660723 w 18982931"/>
              <a:gd name="connsiteY1008-27734" fmla="*/ 2148567 h 4449429"/>
              <a:gd name="connsiteX1009-27735" fmla="*/ 6660723 w 18982931"/>
              <a:gd name="connsiteY1009-27736" fmla="*/ 2259698 h 4449429"/>
              <a:gd name="connsiteX1010-27737" fmla="*/ 6705999 w 18982931"/>
              <a:gd name="connsiteY1010-27738" fmla="*/ 2551938 h 4449429"/>
              <a:gd name="connsiteX1011-27739" fmla="*/ 6714228 w 18982931"/>
              <a:gd name="connsiteY1011-27740" fmla="*/ 2580748 h 4449429"/>
              <a:gd name="connsiteX1012-27741" fmla="*/ 6722461 w 18982931"/>
              <a:gd name="connsiteY1012-27742" fmla="*/ 2576634 h 4449429"/>
              <a:gd name="connsiteX1013-27743" fmla="*/ 6751278 w 18982931"/>
              <a:gd name="connsiteY1013-27744" fmla="*/ 2263816 h 4449429"/>
              <a:gd name="connsiteX1014-27745" fmla="*/ 6800669 w 18982931"/>
              <a:gd name="connsiteY1014-27746" fmla="*/ 2255583 h 4449429"/>
              <a:gd name="connsiteX1015-27747" fmla="*/ 6837709 w 18982931"/>
              <a:gd name="connsiteY1015-27748" fmla="*/ 2181496 h 4449429"/>
              <a:gd name="connsiteX1016-27749" fmla="*/ 6841831 w 18982931"/>
              <a:gd name="connsiteY1016-27750" fmla="*/ 2152681 h 4449429"/>
              <a:gd name="connsiteX1017-27751" fmla="*/ 6845941 w 18982931"/>
              <a:gd name="connsiteY1017-27752" fmla="*/ 2115639 h 4449429"/>
              <a:gd name="connsiteX1018-27753" fmla="*/ 6857139 w 18982931"/>
              <a:gd name="connsiteY1018-27754" fmla="*/ 2115639 h 4449429"/>
              <a:gd name="connsiteX1019-27755" fmla="*/ 6899298 w 18982931"/>
              <a:gd name="connsiteY1019-27756" fmla="*/ 2109470 h 4449429"/>
              <a:gd name="connsiteX1020-27757" fmla="*/ 6922965 w 18982931"/>
              <a:gd name="connsiteY1020-27758" fmla="*/ 2140339 h 4449429"/>
              <a:gd name="connsiteX1021-27759" fmla="*/ 7009406 w 18982931"/>
              <a:gd name="connsiteY1021-27760" fmla="*/ 2070365 h 4449429"/>
              <a:gd name="connsiteX1022-27761" fmla="*/ 7145231 w 18982931"/>
              <a:gd name="connsiteY1022-27762" fmla="*/ 2066247 h 4449429"/>
              <a:gd name="connsiteX1023-27763" fmla="*/ 7145231 w 18982931"/>
              <a:gd name="connsiteY1023-27764" fmla="*/ 1901605 h 4449429"/>
              <a:gd name="connsiteX1024-27765" fmla="*/ 7145231 w 18982931"/>
              <a:gd name="connsiteY1024-27766" fmla="*/ 1769896 h 4449429"/>
              <a:gd name="connsiteX1025-27767" fmla="*/ 7215204 w 18982931"/>
              <a:gd name="connsiteY1025-27768" fmla="*/ 1597024 h 4449429"/>
              <a:gd name="connsiteX1026-27769" fmla="*/ 7285174 w 18982931"/>
              <a:gd name="connsiteY1026-27770" fmla="*/ 1753433 h 4449429"/>
              <a:gd name="connsiteX1027-27771" fmla="*/ 7297524 w 18982931"/>
              <a:gd name="connsiteY1027-27772" fmla="*/ 2062134 h 4449429"/>
              <a:gd name="connsiteX1028-27773" fmla="*/ 7367494 w 18982931"/>
              <a:gd name="connsiteY1028-27774" fmla="*/ 2066247 h 4449429"/>
              <a:gd name="connsiteX1029-27775" fmla="*/ 7371610 w 18982931"/>
              <a:gd name="connsiteY1029-27776" fmla="*/ 2148567 h 4449429"/>
              <a:gd name="connsiteX1030-27777" fmla="*/ 7462167 w 18982931"/>
              <a:gd name="connsiteY1030-27778" fmla="*/ 2148567 h 4449429"/>
              <a:gd name="connsiteX1031-27779" fmla="*/ 7462167 w 18982931"/>
              <a:gd name="connsiteY1031-27780" fmla="*/ 2095061 h 4449429"/>
              <a:gd name="connsiteX1032-27781" fmla="*/ 7462167 w 18982931"/>
              <a:gd name="connsiteY1032-27782" fmla="*/ 1597024 h 4449429"/>
              <a:gd name="connsiteX1033-27783" fmla="*/ 7482743 w 18982931"/>
              <a:gd name="connsiteY1033-27784" fmla="*/ 1008430 h 4449429"/>
              <a:gd name="connsiteX1034-27785" fmla="*/ 7495096 w 18982931"/>
              <a:gd name="connsiteY1034-27786" fmla="*/ 921991 h 4449429"/>
              <a:gd name="connsiteX1035-27787" fmla="*/ 7536254 w 18982931"/>
              <a:gd name="connsiteY1035-27788" fmla="*/ 934341 h 4449429"/>
              <a:gd name="connsiteX1036-27789" fmla="*/ 7577416 w 18982931"/>
              <a:gd name="connsiteY1036-27790" fmla="*/ 563899 h 4449429"/>
              <a:gd name="connsiteX1037-27791" fmla="*/ 7589759 w 18982931"/>
              <a:gd name="connsiteY1037-27792" fmla="*/ 563899 h 4449429"/>
              <a:gd name="connsiteX1038-27793" fmla="*/ 7639153 w 18982931"/>
              <a:gd name="connsiteY1038-27794" fmla="*/ 975501 h 4449429"/>
              <a:gd name="connsiteX1039-27795" fmla="*/ 7655614 w 18982931"/>
              <a:gd name="connsiteY1039-27796" fmla="*/ 926109 h 4449429"/>
              <a:gd name="connsiteX1040-27797" fmla="*/ 7667968 w 18982931"/>
              <a:gd name="connsiteY1040-27798" fmla="*/ 926109 h 4449429"/>
              <a:gd name="connsiteX1041-27799" fmla="*/ 7676196 w 18982931"/>
              <a:gd name="connsiteY1041-27800" fmla="*/ 1037243 h 4449429"/>
              <a:gd name="connsiteX1042-27801" fmla="*/ 7676196 w 18982931"/>
              <a:gd name="connsiteY1042-27802" fmla="*/ 2049787 h 4449429"/>
              <a:gd name="connsiteX1043-27803" fmla="*/ 7705009 w 18982931"/>
              <a:gd name="connsiteY1043-27804" fmla="*/ 2267935 h 4449429"/>
              <a:gd name="connsiteX1044-27805" fmla="*/ 7750287 w 18982931"/>
              <a:gd name="connsiteY1044-27806" fmla="*/ 2469622 h 4449429"/>
              <a:gd name="connsiteX1045-27807" fmla="*/ 7849072 w 18982931"/>
              <a:gd name="connsiteY1045-27808" fmla="*/ 2469622 h 4449429"/>
              <a:gd name="connsiteX1046-27809" fmla="*/ 7849072 w 18982931"/>
              <a:gd name="connsiteY1046-27810" fmla="*/ 2284398 h 4449429"/>
              <a:gd name="connsiteX1047-27811" fmla="*/ 7919042 w 18982931"/>
              <a:gd name="connsiteY1047-27812" fmla="*/ 2284398 h 4449429"/>
              <a:gd name="connsiteX1048-27813" fmla="*/ 7919042 w 18982931"/>
              <a:gd name="connsiteY1048-27814" fmla="*/ 2473736 h 4449429"/>
              <a:gd name="connsiteX1049-27815" fmla="*/ 8108380 w 18982931"/>
              <a:gd name="connsiteY1049-27816" fmla="*/ 2473736 h 4449429"/>
              <a:gd name="connsiteX1050-27817" fmla="*/ 8142338 w 18982931"/>
              <a:gd name="connsiteY1050-27818" fmla="*/ 2481454 h 4449429"/>
              <a:gd name="connsiteX1051-27819" fmla="*/ 8144242 w 18982931"/>
              <a:gd name="connsiteY1051-27820" fmla="*/ 2485067 h 4449429"/>
              <a:gd name="connsiteX1052-27821" fmla="*/ 8144242 w 18982931"/>
              <a:gd name="connsiteY1052-27822" fmla="*/ 1280084 h 4449429"/>
              <a:gd name="connsiteX1053-27823" fmla="*/ 8189518 w 18982931"/>
              <a:gd name="connsiteY1053-27824" fmla="*/ 1115443 h 4449429"/>
              <a:gd name="connsiteX1054-27825" fmla="*/ 8230679 w 18982931"/>
              <a:gd name="connsiteY1054-27826" fmla="*/ 1090746 h 4449429"/>
              <a:gd name="connsiteX1055-27827" fmla="*/ 8477642 w 18982931"/>
              <a:gd name="connsiteY1055-27828" fmla="*/ 1090746 h 4449429"/>
              <a:gd name="connsiteX1056-27829" fmla="*/ 8518799 w 18982931"/>
              <a:gd name="connsiteY1056-27830" fmla="*/ 1111328 h 4449429"/>
              <a:gd name="connsiteX1057-27831" fmla="*/ 8568194 w 18982931"/>
              <a:gd name="connsiteY1057-27832" fmla="*/ 1288315 h 4449429"/>
              <a:gd name="connsiteX1058-27833" fmla="*/ 8572304 w 18982931"/>
              <a:gd name="connsiteY1058-27834" fmla="*/ 2152681 h 4449429"/>
              <a:gd name="connsiteX1059-27835" fmla="*/ 8572304 w 18982931"/>
              <a:gd name="connsiteY1059-27836" fmla="*/ 2222656 h 4449429"/>
              <a:gd name="connsiteX1060-27837" fmla="*/ 8827499 w 18982931"/>
              <a:gd name="connsiteY1060-27838" fmla="*/ 2222656 h 4449429"/>
              <a:gd name="connsiteX1061-27839" fmla="*/ 8827499 w 18982931"/>
              <a:gd name="connsiteY1061-27840" fmla="*/ 2053897 h 4449429"/>
              <a:gd name="connsiteX1062-27841" fmla="*/ 8827499 w 18982931"/>
              <a:gd name="connsiteY1062-27842" fmla="*/ 1996272 h 4449429"/>
              <a:gd name="connsiteX1063-27843" fmla="*/ 8926285 w 18982931"/>
              <a:gd name="connsiteY1063-27844" fmla="*/ 1876910 h 4449429"/>
              <a:gd name="connsiteX1064-27845" fmla="*/ 8926285 w 18982931"/>
              <a:gd name="connsiteY1064-27846" fmla="*/ 1757542 h 4449429"/>
              <a:gd name="connsiteX1065-27847" fmla="*/ 8926285 w 18982931"/>
              <a:gd name="connsiteY1065-27848" fmla="*/ 1527045 h 4449429"/>
              <a:gd name="connsiteX1066-27849" fmla="*/ 8950980 w 18982931"/>
              <a:gd name="connsiteY1066-27850" fmla="*/ 1432378 h 4449429"/>
              <a:gd name="connsiteX1067-27851" fmla="*/ 8950980 w 18982931"/>
              <a:gd name="connsiteY1067-27852" fmla="*/ 1424146 h 4449429"/>
              <a:gd name="connsiteX1068-27853" fmla="*/ 8983911 w 18982931"/>
              <a:gd name="connsiteY1068-27854" fmla="*/ 1107210 h 4449429"/>
              <a:gd name="connsiteX1069-27855" fmla="*/ 8992140 w 18982931"/>
              <a:gd name="connsiteY1069-27856" fmla="*/ 1049586 h 4449429"/>
              <a:gd name="connsiteX1070-27857" fmla="*/ 9012723 w 18982931"/>
              <a:gd name="connsiteY1070-27858" fmla="*/ 1049586 h 4449429"/>
              <a:gd name="connsiteX1071-27859" fmla="*/ 9049767 w 18982931"/>
              <a:gd name="connsiteY1071-27860" fmla="*/ 1325362 h 4449429"/>
              <a:gd name="connsiteX1072-27861" fmla="*/ 9115624 w 18982931"/>
              <a:gd name="connsiteY1072-27862" fmla="*/ 1329476 h 4449429"/>
              <a:gd name="connsiteX1073-27863" fmla="*/ 9165014 w 18982931"/>
              <a:gd name="connsiteY1073-27864" fmla="*/ 1436493 h 4449429"/>
              <a:gd name="connsiteX1074-27865" fmla="*/ 9181479 w 18982931"/>
              <a:gd name="connsiteY1074-27866" fmla="*/ 1494116 h 4449429"/>
              <a:gd name="connsiteX1075-27867" fmla="*/ 9181479 w 18982931"/>
              <a:gd name="connsiteY1075-27868" fmla="*/ 1823399 h 4449429"/>
              <a:gd name="connsiteX1076-27869" fmla="*/ 9181479 w 18982931"/>
              <a:gd name="connsiteY1076-27870" fmla="*/ 1881023 h 4449429"/>
              <a:gd name="connsiteX1077-27871" fmla="*/ 9280267 w 18982931"/>
              <a:gd name="connsiteY1077-27872" fmla="*/ 1881023 h 4449429"/>
              <a:gd name="connsiteX1078-27873" fmla="*/ 9280267 w 18982931"/>
              <a:gd name="connsiteY1078-27874" fmla="*/ 1815166 h 4449429"/>
              <a:gd name="connsiteX1079-27875" fmla="*/ 9280267 w 18982931"/>
              <a:gd name="connsiteY1079-27876" fmla="*/ 304587 h 4449429"/>
              <a:gd name="connsiteX1080-27877" fmla="*/ 9346122 w 18982931"/>
              <a:gd name="connsiteY1080-27878" fmla="*/ 238731 h 4449429"/>
              <a:gd name="connsiteX1081-27879" fmla="*/ 9453137 w 18982931"/>
              <a:gd name="connsiteY1081-27880" fmla="*/ 341628 h 4449429"/>
              <a:gd name="connsiteX1082-27881" fmla="*/ 9453137 w 18982931"/>
              <a:gd name="connsiteY1082-27882" fmla="*/ 1815166 h 4449429"/>
              <a:gd name="connsiteX1083-27883" fmla="*/ 9453137 w 18982931"/>
              <a:gd name="connsiteY1083-27884" fmla="*/ 1876910 h 4449429"/>
              <a:gd name="connsiteX1084-27885" fmla="*/ 9551919 w 18982931"/>
              <a:gd name="connsiteY1084-27886" fmla="*/ 1876910 h 4449429"/>
              <a:gd name="connsiteX1085-27887" fmla="*/ 9551919 w 18982931"/>
              <a:gd name="connsiteY1085-27888" fmla="*/ 1724614 h 4449429"/>
              <a:gd name="connsiteX1086-27889" fmla="*/ 9551919 w 18982931"/>
              <a:gd name="connsiteY1086-27890" fmla="*/ 1481771 h 4449429"/>
              <a:gd name="connsiteX1087-27891" fmla="*/ 9597198 w 18982931"/>
              <a:gd name="connsiteY1087-27892" fmla="*/ 1374754 h 4449429"/>
              <a:gd name="connsiteX1088-27893" fmla="*/ 9613662 w 18982931"/>
              <a:gd name="connsiteY1088-27894" fmla="*/ 1325362 h 4449429"/>
              <a:gd name="connsiteX1089-27895" fmla="*/ 9683632 w 18982931"/>
              <a:gd name="connsiteY1089-27896" fmla="*/ 1325362 h 4449429"/>
              <a:gd name="connsiteX1090-27897" fmla="*/ 9683632 w 18982931"/>
              <a:gd name="connsiteY1090-27898" fmla="*/ 1522931 h 4449429"/>
              <a:gd name="connsiteX1091-27899" fmla="*/ 9819464 w 18982931"/>
              <a:gd name="connsiteY1091-27900" fmla="*/ 1522931 h 4449429"/>
              <a:gd name="connsiteX1092-27901" fmla="*/ 9819464 w 18982931"/>
              <a:gd name="connsiteY1092-27902" fmla="*/ 1720501 h 4449429"/>
              <a:gd name="connsiteX1093-27903" fmla="*/ 9819464 w 18982931"/>
              <a:gd name="connsiteY1093-27904" fmla="*/ 1835749 h 4449429"/>
              <a:gd name="connsiteX1094-27905" fmla="*/ 9868856 w 18982931"/>
              <a:gd name="connsiteY1094-27906" fmla="*/ 1885142 h 4449429"/>
              <a:gd name="connsiteX1095-27907" fmla="*/ 9922361 w 18982931"/>
              <a:gd name="connsiteY1095-27908" fmla="*/ 1938648 h 4449429"/>
              <a:gd name="connsiteX1096-27909" fmla="*/ 9922361 w 18982931"/>
              <a:gd name="connsiteY1096-27910" fmla="*/ 2226770 h 4449429"/>
              <a:gd name="connsiteX1097-27911" fmla="*/ 10189906 w 18982931"/>
              <a:gd name="connsiteY1097-27912" fmla="*/ 2226770 h 4449429"/>
              <a:gd name="connsiteX1098-27913" fmla="*/ 10189906 w 18982931"/>
              <a:gd name="connsiteY1098-27914" fmla="*/ 1864559 h 4449429"/>
              <a:gd name="connsiteX1099-27915" fmla="*/ 10251644 w 18982931"/>
              <a:gd name="connsiteY1099-27916" fmla="*/ 1852213 h 4449429"/>
              <a:gd name="connsiteX1100-27917" fmla="*/ 10251644 w 18982931"/>
              <a:gd name="connsiteY1100-27918" fmla="*/ 1465306 h 4449429"/>
              <a:gd name="connsiteX1101-27919" fmla="*/ 10198137 w 18982931"/>
              <a:gd name="connsiteY1101-27920" fmla="*/ 1461188 h 4449429"/>
              <a:gd name="connsiteX1102-27921" fmla="*/ 10198137 w 18982931"/>
              <a:gd name="connsiteY1102-27922" fmla="*/ 1317129 h 4449429"/>
              <a:gd name="connsiteX1103-27923" fmla="*/ 10572694 w 18982931"/>
              <a:gd name="connsiteY1103-27924" fmla="*/ 1317129 h 4449429"/>
              <a:gd name="connsiteX1104-27925" fmla="*/ 10572694 w 18982931"/>
              <a:gd name="connsiteY1104-27926" fmla="*/ 2140336 h 4449429"/>
              <a:gd name="connsiteX1105-27927" fmla="*/ 10642669 w 18982931"/>
              <a:gd name="connsiteY1105-27928" fmla="*/ 2144449 h 4449429"/>
              <a:gd name="connsiteX1106-27929" fmla="*/ 10642669 w 18982931"/>
              <a:gd name="connsiteY1106-27930" fmla="*/ 2477849 h 4449429"/>
              <a:gd name="connsiteX1107-27931" fmla="*/ 10885512 w 18982931"/>
              <a:gd name="connsiteY1107-27932" fmla="*/ 2477849 h 4449429"/>
              <a:gd name="connsiteX1108-27933" fmla="*/ 10885512 w 18982931"/>
              <a:gd name="connsiteY1108-27934" fmla="*/ 2292626 h 4449429"/>
              <a:gd name="connsiteX1109-27935" fmla="*/ 10959601 w 18982931"/>
              <a:gd name="connsiteY1109-27936" fmla="*/ 2292626 h 4449429"/>
              <a:gd name="connsiteX1110-27937" fmla="*/ 10959601 w 18982931"/>
              <a:gd name="connsiteY1110-27938" fmla="*/ 2477849 h 4449429"/>
              <a:gd name="connsiteX1111-27939" fmla="*/ 11066618 w 18982931"/>
              <a:gd name="connsiteY1111-27940" fmla="*/ 2477849 h 4449429"/>
              <a:gd name="connsiteX1112-27941" fmla="*/ 11107778 w 18982931"/>
              <a:gd name="connsiteY1112-27942" fmla="*/ 2284395 h 4449429"/>
              <a:gd name="connsiteX1113-27943" fmla="*/ 11136593 w 18982931"/>
              <a:gd name="connsiteY1113-27944" fmla="*/ 2053897 h 4449429"/>
              <a:gd name="connsiteX1114-27945" fmla="*/ 11136593 w 18982931"/>
              <a:gd name="connsiteY1114-27946" fmla="*/ 1061936 h 4449429"/>
              <a:gd name="connsiteX1115-27947" fmla="*/ 11148938 w 18982931"/>
              <a:gd name="connsiteY1115-27948" fmla="*/ 938454 h 4449429"/>
              <a:gd name="connsiteX1116-27949" fmla="*/ 11161288 w 18982931"/>
              <a:gd name="connsiteY1116-27950" fmla="*/ 938454 h 4449429"/>
              <a:gd name="connsiteX1117-27951" fmla="*/ 11177753 w 18982931"/>
              <a:gd name="connsiteY1117-27952" fmla="*/ 983729 h 4449429"/>
              <a:gd name="connsiteX1118-27953" fmla="*/ 11231258 w 18982931"/>
              <a:gd name="connsiteY1118-27954" fmla="*/ 572126 h 4449429"/>
              <a:gd name="connsiteX1119-27955" fmla="*/ 11243610 w 18982931"/>
              <a:gd name="connsiteY1119-27956" fmla="*/ 572126 h 4449429"/>
              <a:gd name="connsiteX1120-27957" fmla="*/ 11284770 w 18982931"/>
              <a:gd name="connsiteY1120-27958" fmla="*/ 946687 h 4449429"/>
              <a:gd name="connsiteX1121-27959" fmla="*/ 11325929 w 18982931"/>
              <a:gd name="connsiteY1121-27960" fmla="*/ 934337 h 4449429"/>
              <a:gd name="connsiteX1122-27961" fmla="*/ 11342394 w 18982931"/>
              <a:gd name="connsiteY1122-27962" fmla="*/ 1061936 h 4449429"/>
              <a:gd name="connsiteX1123-27963" fmla="*/ 11342394 w 18982931"/>
              <a:gd name="connsiteY1123-27964" fmla="*/ 1300666 h 4449429"/>
              <a:gd name="connsiteX1124-27965" fmla="*/ 11358857 w 18982931"/>
              <a:gd name="connsiteY1124-27966" fmla="*/ 2132104 h 4449429"/>
              <a:gd name="connsiteX1125-27967" fmla="*/ 11362976 w 18982931"/>
              <a:gd name="connsiteY1125-27968" fmla="*/ 2165031 h 4449429"/>
              <a:gd name="connsiteX1126-27969" fmla="*/ 11453524 w 18982931"/>
              <a:gd name="connsiteY1126-27970" fmla="*/ 2165031 h 4449429"/>
              <a:gd name="connsiteX1127-27971" fmla="*/ 11457643 w 18982931"/>
              <a:gd name="connsiteY1127-27972" fmla="*/ 2082711 h 4449429"/>
              <a:gd name="connsiteX1128-27973" fmla="*/ 11535845 w 18982931"/>
              <a:gd name="connsiteY1128-27974" fmla="*/ 2078592 h 4449429"/>
              <a:gd name="connsiteX1129-27975" fmla="*/ 11535845 w 18982931"/>
              <a:gd name="connsiteY1129-27976" fmla="*/ 2004505 h 4449429"/>
              <a:gd name="connsiteX1130-27977" fmla="*/ 11548195 w 18982931"/>
              <a:gd name="connsiteY1130-27978" fmla="*/ 1736964 h 4449429"/>
              <a:gd name="connsiteX1131-27979" fmla="*/ 11609938 w 18982931"/>
              <a:gd name="connsiteY1131-27980" fmla="*/ 1609365 h 4449429"/>
              <a:gd name="connsiteX1132-27981" fmla="*/ 11688140 w 18982931"/>
              <a:gd name="connsiteY1132-27982" fmla="*/ 1765774 h 4449429"/>
              <a:gd name="connsiteX1133-27983" fmla="*/ 11688140 w 18982931"/>
              <a:gd name="connsiteY1133-27984" fmla="*/ 2082711 h 4449429"/>
              <a:gd name="connsiteX1134-27985" fmla="*/ 11910406 w 18982931"/>
              <a:gd name="connsiteY1134-27986" fmla="*/ 2148567 h 4449429"/>
              <a:gd name="connsiteX1135-27987" fmla="*/ 11988608 w 18982931"/>
              <a:gd name="connsiteY1135-27988" fmla="*/ 2119754 h 4449429"/>
              <a:gd name="connsiteX1136-27989" fmla="*/ 11991181 w 18982931"/>
              <a:gd name="connsiteY1136-27990" fmla="*/ 2153197 h 4449429"/>
              <a:gd name="connsiteX1137-27991" fmla="*/ 11993908 w 18982931"/>
              <a:gd name="connsiteY1137-27992" fmla="*/ 2158900 h 4449429"/>
              <a:gd name="connsiteX1138-27993" fmla="*/ 11993908 w 18982931"/>
              <a:gd name="connsiteY1138-27994" fmla="*/ 2156799 h 4449429"/>
              <a:gd name="connsiteX1139-27995" fmla="*/ 11998023 w 18982931"/>
              <a:gd name="connsiteY1139-27996" fmla="*/ 2115639 h 4449429"/>
              <a:gd name="connsiteX1140-27997" fmla="*/ 12010373 w 18982931"/>
              <a:gd name="connsiteY1140-27998" fmla="*/ 2115639 h 4449429"/>
              <a:gd name="connsiteX1141-27999" fmla="*/ 12014490 w 18982931"/>
              <a:gd name="connsiteY1141-28000" fmla="*/ 2185614 h 4449429"/>
              <a:gd name="connsiteX1142-28001" fmla="*/ 12055650 w 18982931"/>
              <a:gd name="connsiteY1142-28002" fmla="*/ 2259703 h 4449429"/>
              <a:gd name="connsiteX1143-28003" fmla="*/ 12109157 w 18982931"/>
              <a:gd name="connsiteY1143-28004" fmla="*/ 2267933 h 4449429"/>
              <a:gd name="connsiteX1144-28005" fmla="*/ 12137972 w 18982931"/>
              <a:gd name="connsiteY1144-28006" fmla="*/ 2580753 h 4449429"/>
              <a:gd name="connsiteX1145-28007" fmla="*/ 12150317 w 18982931"/>
              <a:gd name="connsiteY1145-28008" fmla="*/ 2580753 h 4449429"/>
              <a:gd name="connsiteX1146-28009" fmla="*/ 12179132 w 18982931"/>
              <a:gd name="connsiteY1146-28010" fmla="*/ 2411992 h 4449429"/>
              <a:gd name="connsiteX1147-28011" fmla="*/ 12207942 w 18982931"/>
              <a:gd name="connsiteY1147-28012" fmla="*/ 2160917 h 4449429"/>
              <a:gd name="connsiteX1148-28013" fmla="*/ 12216174 w 18982931"/>
              <a:gd name="connsiteY1148-28014" fmla="*/ 2152686 h 4449429"/>
              <a:gd name="connsiteX1149-28015" fmla="*/ 12331423 w 18982931"/>
              <a:gd name="connsiteY1149-28016" fmla="*/ 2152686 h 4449429"/>
              <a:gd name="connsiteX1150-28017" fmla="*/ 12331423 w 18982931"/>
              <a:gd name="connsiteY1150-28018" fmla="*/ 2317327 h 4449429"/>
              <a:gd name="connsiteX1151-28019" fmla="*/ 12496064 w 18982931"/>
              <a:gd name="connsiteY1151-28020" fmla="*/ 2313208 h 4449429"/>
              <a:gd name="connsiteX1152-28021" fmla="*/ 12557802 w 18982931"/>
              <a:gd name="connsiteY1152-28022" fmla="*/ 2210310 h 4449429"/>
              <a:gd name="connsiteX1153-28023" fmla="*/ 12566034 w 18982931"/>
              <a:gd name="connsiteY1153-28024" fmla="*/ 2206191 h 4449429"/>
              <a:gd name="connsiteX1154-28025" fmla="*/ 12598962 w 18982931"/>
              <a:gd name="connsiteY1154-28026" fmla="*/ 2267933 h 4449429"/>
              <a:gd name="connsiteX1155-28027" fmla="*/ 12607194 w 18982931"/>
              <a:gd name="connsiteY1155-28028" fmla="*/ 2263816 h 4449429"/>
              <a:gd name="connsiteX1156-28029" fmla="*/ 12607194 w 18982931"/>
              <a:gd name="connsiteY1156-28030" fmla="*/ 1461193 h 4449429"/>
              <a:gd name="connsiteX1157-28031" fmla="*/ 12677169 w 18982931"/>
              <a:gd name="connsiteY1157-28032" fmla="*/ 1230695 h 4449429"/>
              <a:gd name="connsiteX1158-28033" fmla="*/ 12920017 w 18982931"/>
              <a:gd name="connsiteY1158-28034" fmla="*/ 1230695 h 4449429"/>
              <a:gd name="connsiteX1159-28035" fmla="*/ 12948827 w 18982931"/>
              <a:gd name="connsiteY1159-28036" fmla="*/ 1490003 h 4449429"/>
              <a:gd name="connsiteX1160-28037" fmla="*/ 12948827 w 18982931"/>
              <a:gd name="connsiteY1160-28038" fmla="*/ 1909838 h 4449429"/>
              <a:gd name="connsiteX1161-28039" fmla="*/ 12948827 w 18982931"/>
              <a:gd name="connsiteY1161-28040" fmla="*/ 1975695 h 4449429"/>
              <a:gd name="connsiteX1162-28041" fmla="*/ 12969405 w 18982931"/>
              <a:gd name="connsiteY1162-28042" fmla="*/ 1979812 h 4449429"/>
              <a:gd name="connsiteX1163-28043" fmla="*/ 12989987 w 18982931"/>
              <a:gd name="connsiteY1163-28044" fmla="*/ 1913955 h 4449429"/>
              <a:gd name="connsiteX1164-28045" fmla="*/ 12989987 w 18982931"/>
              <a:gd name="connsiteY1164-28046" fmla="*/ 1469425 h 4449429"/>
              <a:gd name="connsiteX1165-28047" fmla="*/ 13064076 w 18982931"/>
              <a:gd name="connsiteY1165-28048" fmla="*/ 1395336 h 4449429"/>
              <a:gd name="connsiteX1166-28049" fmla="*/ 13146396 w 18982931"/>
              <a:gd name="connsiteY1166-28050" fmla="*/ 1395336 h 4449429"/>
              <a:gd name="connsiteX1167-28051" fmla="*/ 13146396 w 18982931"/>
              <a:gd name="connsiteY1167-28052" fmla="*/ 1111328 h 4449429"/>
              <a:gd name="connsiteX1168-28053" fmla="*/ 13216366 w 18982931"/>
              <a:gd name="connsiteY1168-28054" fmla="*/ 1103096 h 4449429"/>
              <a:gd name="connsiteX1169-28055" fmla="*/ 13228716 w 18982931"/>
              <a:gd name="connsiteY1169-28056" fmla="*/ 1041358 h 4449429"/>
              <a:gd name="connsiteX1170-28057" fmla="*/ 13368662 w 18982931"/>
              <a:gd name="connsiteY1170-28058" fmla="*/ 1041358 h 4449429"/>
              <a:gd name="connsiteX1171-28059" fmla="*/ 13368662 w 18982931"/>
              <a:gd name="connsiteY1171-28060" fmla="*/ 687379 h 4449429"/>
              <a:gd name="connsiteX1172-28061" fmla="*/ 13483911 w 18982931"/>
              <a:gd name="connsiteY1172-28062" fmla="*/ 687379 h 4449429"/>
              <a:gd name="connsiteX1173-28063" fmla="*/ 13483911 w 18982931"/>
              <a:gd name="connsiteY1173-28064" fmla="*/ 617404 h 4449429"/>
              <a:gd name="connsiteX1174-28065" fmla="*/ 13483911 w 18982931"/>
              <a:gd name="connsiteY1174-28066" fmla="*/ 131714 h 4449429"/>
              <a:gd name="connsiteX1175-28067" fmla="*/ 13541534 w 18982931"/>
              <a:gd name="connsiteY1175-28068" fmla="*/ 74089 h 4449429"/>
              <a:gd name="connsiteX1176-28069" fmla="*/ 13685593 w 18982931"/>
              <a:gd name="connsiteY1176-28070" fmla="*/ 74089 h 4449429"/>
              <a:gd name="connsiteX1177-28071" fmla="*/ 13730872 w 18982931"/>
              <a:gd name="connsiteY1177-28072" fmla="*/ 49392 h 4449429"/>
              <a:gd name="connsiteX1178-28073" fmla="*/ 13739104 w 18982931"/>
              <a:gd name="connsiteY1178-28074" fmla="*/ 0 h 4449429"/>
              <a:gd name="connsiteX0-28075" fmla="*/ 16404499 w 18982931"/>
              <a:gd name="connsiteY0-28076" fmla="*/ 4309270 h 4449429"/>
              <a:gd name="connsiteX1-28077" fmla="*/ 16404499 w 18982931"/>
              <a:gd name="connsiteY1-28078" fmla="*/ 4366104 h 4449429"/>
              <a:gd name="connsiteX2-28079" fmla="*/ 16461332 w 18982931"/>
              <a:gd name="connsiteY2-28080" fmla="*/ 4366104 h 4449429"/>
              <a:gd name="connsiteX3-28081" fmla="*/ 16461332 w 18982931"/>
              <a:gd name="connsiteY3-28082" fmla="*/ 4309270 h 4449429"/>
              <a:gd name="connsiteX4-28083" fmla="*/ 16404499 w 18982931"/>
              <a:gd name="connsiteY4-28084" fmla="*/ 4309270 h 4449429"/>
              <a:gd name="connsiteX5-28085" fmla="*/ 16292444 w 18982931"/>
              <a:gd name="connsiteY5-28086" fmla="*/ 4309270 h 4449429"/>
              <a:gd name="connsiteX6-28087" fmla="*/ 16292444 w 18982931"/>
              <a:gd name="connsiteY6-28088" fmla="*/ 4366104 h 4449429"/>
              <a:gd name="connsiteX7-28089" fmla="*/ 16349278 w 18982931"/>
              <a:gd name="connsiteY7-28090" fmla="*/ 4366104 h 4449429"/>
              <a:gd name="connsiteX8-28091" fmla="*/ 16349278 w 18982931"/>
              <a:gd name="connsiteY8-28092" fmla="*/ 4309270 h 4449429"/>
              <a:gd name="connsiteX9-28093" fmla="*/ 16292444 w 18982931"/>
              <a:gd name="connsiteY9-28094" fmla="*/ 4309270 h 4449429"/>
              <a:gd name="connsiteX10-28095" fmla="*/ 16180390 w 18982931"/>
              <a:gd name="connsiteY10-28096" fmla="*/ 4309270 h 4449429"/>
              <a:gd name="connsiteX11-28097" fmla="*/ 16180390 w 18982931"/>
              <a:gd name="connsiteY11-28098" fmla="*/ 4366104 h 4449429"/>
              <a:gd name="connsiteX12-28099" fmla="*/ 16237224 w 18982931"/>
              <a:gd name="connsiteY12-28100" fmla="*/ 4366104 h 4449429"/>
              <a:gd name="connsiteX13-28101" fmla="*/ 16237224 w 18982931"/>
              <a:gd name="connsiteY13-28102" fmla="*/ 4309270 h 4449429"/>
              <a:gd name="connsiteX14-28103" fmla="*/ 16180390 w 18982931"/>
              <a:gd name="connsiteY14-28104" fmla="*/ 4309270 h 4449429"/>
              <a:gd name="connsiteX15-28105" fmla="*/ 2813944 w 18982931"/>
              <a:gd name="connsiteY15-28106" fmla="*/ 4309269 h 4449429"/>
              <a:gd name="connsiteX16-28107" fmla="*/ 2813944 w 18982931"/>
              <a:gd name="connsiteY16-28108" fmla="*/ 4366102 h 4449429"/>
              <a:gd name="connsiteX17-28109" fmla="*/ 2870780 w 18982931"/>
              <a:gd name="connsiteY17-28110" fmla="*/ 4366102 h 4449429"/>
              <a:gd name="connsiteX18-28111" fmla="*/ 2870780 w 18982931"/>
              <a:gd name="connsiteY18-28112" fmla="*/ 4309269 h 4449429"/>
              <a:gd name="connsiteX19-28113" fmla="*/ 2813944 w 18982931"/>
              <a:gd name="connsiteY19-28114" fmla="*/ 4309269 h 4449429"/>
              <a:gd name="connsiteX20-28115" fmla="*/ 2701890 w 18982931"/>
              <a:gd name="connsiteY20-28116" fmla="*/ 4309269 h 4449429"/>
              <a:gd name="connsiteX21-28117" fmla="*/ 2701890 w 18982931"/>
              <a:gd name="connsiteY21-28118" fmla="*/ 4366102 h 4449429"/>
              <a:gd name="connsiteX22-28119" fmla="*/ 2758723 w 18982931"/>
              <a:gd name="connsiteY22-28120" fmla="*/ 4366102 h 4449429"/>
              <a:gd name="connsiteX23-28121" fmla="*/ 2758723 w 18982931"/>
              <a:gd name="connsiteY23-28122" fmla="*/ 4309269 h 4449429"/>
              <a:gd name="connsiteX24-28123" fmla="*/ 2701890 w 18982931"/>
              <a:gd name="connsiteY24-28124" fmla="*/ 4309269 h 4449429"/>
              <a:gd name="connsiteX25-28125" fmla="*/ 2589843 w 18982931"/>
              <a:gd name="connsiteY25-28126" fmla="*/ 4309269 h 4449429"/>
              <a:gd name="connsiteX26-28127" fmla="*/ 2589843 w 18982931"/>
              <a:gd name="connsiteY26-28128" fmla="*/ 4366102 h 4449429"/>
              <a:gd name="connsiteX27-28129" fmla="*/ 2646669 w 18982931"/>
              <a:gd name="connsiteY27-28130" fmla="*/ 4366102 h 4449429"/>
              <a:gd name="connsiteX28-28131" fmla="*/ 2646669 w 18982931"/>
              <a:gd name="connsiteY28-28132" fmla="*/ 4309269 h 4449429"/>
              <a:gd name="connsiteX29-28133" fmla="*/ 2589843 w 18982931"/>
              <a:gd name="connsiteY29-28134" fmla="*/ 4309269 h 4449429"/>
              <a:gd name="connsiteX30-28135" fmla="*/ 16404499 w 18982931"/>
              <a:gd name="connsiteY30-28136" fmla="*/ 4163982 h 4449429"/>
              <a:gd name="connsiteX31-28137" fmla="*/ 16404499 w 18982931"/>
              <a:gd name="connsiteY31-28138" fmla="*/ 4220816 h 4449429"/>
              <a:gd name="connsiteX32-28139" fmla="*/ 16461332 w 18982931"/>
              <a:gd name="connsiteY32-28140" fmla="*/ 4220816 h 4449429"/>
              <a:gd name="connsiteX33-28141" fmla="*/ 16461332 w 18982931"/>
              <a:gd name="connsiteY33-28142" fmla="*/ 4163982 h 4449429"/>
              <a:gd name="connsiteX34-28143" fmla="*/ 16404499 w 18982931"/>
              <a:gd name="connsiteY34-28144" fmla="*/ 4163982 h 4449429"/>
              <a:gd name="connsiteX35-28145" fmla="*/ 16292444 w 18982931"/>
              <a:gd name="connsiteY35-28146" fmla="*/ 4163982 h 4449429"/>
              <a:gd name="connsiteX36-28147" fmla="*/ 16292444 w 18982931"/>
              <a:gd name="connsiteY36-28148" fmla="*/ 4220816 h 4449429"/>
              <a:gd name="connsiteX37-28149" fmla="*/ 16349278 w 18982931"/>
              <a:gd name="connsiteY37-28150" fmla="*/ 4220816 h 4449429"/>
              <a:gd name="connsiteX38-28151" fmla="*/ 16349278 w 18982931"/>
              <a:gd name="connsiteY38-28152" fmla="*/ 4163982 h 4449429"/>
              <a:gd name="connsiteX39-28153" fmla="*/ 16292444 w 18982931"/>
              <a:gd name="connsiteY39-28154" fmla="*/ 4163982 h 4449429"/>
              <a:gd name="connsiteX40-28155" fmla="*/ 16180390 w 18982931"/>
              <a:gd name="connsiteY40-28156" fmla="*/ 4163982 h 4449429"/>
              <a:gd name="connsiteX41-28157" fmla="*/ 16180390 w 18982931"/>
              <a:gd name="connsiteY41-28158" fmla="*/ 4220816 h 4449429"/>
              <a:gd name="connsiteX42-28159" fmla="*/ 16237224 w 18982931"/>
              <a:gd name="connsiteY42-28160" fmla="*/ 4220816 h 4449429"/>
              <a:gd name="connsiteX43-28161" fmla="*/ 16237224 w 18982931"/>
              <a:gd name="connsiteY43-28162" fmla="*/ 4163982 h 4449429"/>
              <a:gd name="connsiteX44-28163" fmla="*/ 16180390 w 18982931"/>
              <a:gd name="connsiteY44-28164" fmla="*/ 4163982 h 4449429"/>
              <a:gd name="connsiteX45-28165" fmla="*/ 2813944 w 18982931"/>
              <a:gd name="connsiteY45-28166" fmla="*/ 4163981 h 4449429"/>
              <a:gd name="connsiteX46-28167" fmla="*/ 2813944 w 18982931"/>
              <a:gd name="connsiteY46-28168" fmla="*/ 4220814 h 4449429"/>
              <a:gd name="connsiteX47-28169" fmla="*/ 2870780 w 18982931"/>
              <a:gd name="connsiteY47-28170" fmla="*/ 4220814 h 4449429"/>
              <a:gd name="connsiteX48-28171" fmla="*/ 2870780 w 18982931"/>
              <a:gd name="connsiteY48-28172" fmla="*/ 4163981 h 4449429"/>
              <a:gd name="connsiteX49-28173" fmla="*/ 2813944 w 18982931"/>
              <a:gd name="connsiteY49-28174" fmla="*/ 4163981 h 4449429"/>
              <a:gd name="connsiteX50-28175" fmla="*/ 2701890 w 18982931"/>
              <a:gd name="connsiteY50-28176" fmla="*/ 4163981 h 4449429"/>
              <a:gd name="connsiteX51-28177" fmla="*/ 2701890 w 18982931"/>
              <a:gd name="connsiteY51-28178" fmla="*/ 4220814 h 4449429"/>
              <a:gd name="connsiteX52-28179" fmla="*/ 2758723 w 18982931"/>
              <a:gd name="connsiteY52-28180" fmla="*/ 4220814 h 4449429"/>
              <a:gd name="connsiteX53-28181" fmla="*/ 2758723 w 18982931"/>
              <a:gd name="connsiteY53-28182" fmla="*/ 4163981 h 4449429"/>
              <a:gd name="connsiteX54-28183" fmla="*/ 2701890 w 18982931"/>
              <a:gd name="connsiteY54-28184" fmla="*/ 4163981 h 4449429"/>
              <a:gd name="connsiteX55-28185" fmla="*/ 2589843 w 18982931"/>
              <a:gd name="connsiteY55-28186" fmla="*/ 4163981 h 4449429"/>
              <a:gd name="connsiteX56-28187" fmla="*/ 2589843 w 18982931"/>
              <a:gd name="connsiteY56-28188" fmla="*/ 4220814 h 4449429"/>
              <a:gd name="connsiteX57-28189" fmla="*/ 2646669 w 18982931"/>
              <a:gd name="connsiteY57-28190" fmla="*/ 4220814 h 4449429"/>
              <a:gd name="connsiteX58-28191" fmla="*/ 2646669 w 18982931"/>
              <a:gd name="connsiteY58-28192" fmla="*/ 4163981 h 4449429"/>
              <a:gd name="connsiteX59-28193" fmla="*/ 2589843 w 18982931"/>
              <a:gd name="connsiteY59-28194" fmla="*/ 4163981 h 4449429"/>
              <a:gd name="connsiteX60-28195" fmla="*/ 9851983 w 18982931"/>
              <a:gd name="connsiteY60-28196" fmla="*/ 4073253 h 4449429"/>
              <a:gd name="connsiteX61-28197" fmla="*/ 9851983 w 18982931"/>
              <a:gd name="connsiteY61-28198" fmla="*/ 4282100 h 4449429"/>
              <a:gd name="connsiteX62-28199" fmla="*/ 9897683 w 18982931"/>
              <a:gd name="connsiteY62-28200" fmla="*/ 4282100 h 4449429"/>
              <a:gd name="connsiteX63-28201" fmla="*/ 9897683 w 18982931"/>
              <a:gd name="connsiteY63-28202" fmla="*/ 4073253 h 4449429"/>
              <a:gd name="connsiteX64-28203" fmla="*/ 9851983 w 18982931"/>
              <a:gd name="connsiteY64-28204" fmla="*/ 4073253 h 4449429"/>
              <a:gd name="connsiteX65-28205" fmla="*/ 9760354 w 18982931"/>
              <a:gd name="connsiteY65-28206" fmla="*/ 4073253 h 4449429"/>
              <a:gd name="connsiteX66-28207" fmla="*/ 9760354 w 18982931"/>
              <a:gd name="connsiteY66-28208" fmla="*/ 4282100 h 4449429"/>
              <a:gd name="connsiteX67-28209" fmla="*/ 9806054 w 18982931"/>
              <a:gd name="connsiteY67-28210" fmla="*/ 4282100 h 4449429"/>
              <a:gd name="connsiteX68-28211" fmla="*/ 9806054 w 18982931"/>
              <a:gd name="connsiteY68-28212" fmla="*/ 4073253 h 4449429"/>
              <a:gd name="connsiteX69-28213" fmla="*/ 9760354 w 18982931"/>
              <a:gd name="connsiteY69-28214" fmla="*/ 4073253 h 4449429"/>
              <a:gd name="connsiteX70-28215" fmla="*/ 9668723 w 18982931"/>
              <a:gd name="connsiteY70-28216" fmla="*/ 4073253 h 4449429"/>
              <a:gd name="connsiteX71-28217" fmla="*/ 9668723 w 18982931"/>
              <a:gd name="connsiteY71-28218" fmla="*/ 4282100 h 4449429"/>
              <a:gd name="connsiteX72-28219" fmla="*/ 9714423 w 18982931"/>
              <a:gd name="connsiteY72-28220" fmla="*/ 4282100 h 4449429"/>
              <a:gd name="connsiteX73-28221" fmla="*/ 9714423 w 18982931"/>
              <a:gd name="connsiteY73-28222" fmla="*/ 4073253 h 4449429"/>
              <a:gd name="connsiteX74-28223" fmla="*/ 9668723 w 18982931"/>
              <a:gd name="connsiteY74-28224" fmla="*/ 4073253 h 4449429"/>
              <a:gd name="connsiteX75-28225" fmla="*/ 9577094 w 18982931"/>
              <a:gd name="connsiteY75-28226" fmla="*/ 4073253 h 4449429"/>
              <a:gd name="connsiteX76-28227" fmla="*/ 9577094 w 18982931"/>
              <a:gd name="connsiteY76-28228" fmla="*/ 4282100 h 4449429"/>
              <a:gd name="connsiteX77-28229" fmla="*/ 9622794 w 18982931"/>
              <a:gd name="connsiteY77-28230" fmla="*/ 4282100 h 4449429"/>
              <a:gd name="connsiteX78-28231" fmla="*/ 9622794 w 18982931"/>
              <a:gd name="connsiteY78-28232" fmla="*/ 4073253 h 4449429"/>
              <a:gd name="connsiteX79-28233" fmla="*/ 9577094 w 18982931"/>
              <a:gd name="connsiteY79-28234" fmla="*/ 4073253 h 4449429"/>
              <a:gd name="connsiteX80-28235" fmla="*/ 9485470 w 18982931"/>
              <a:gd name="connsiteY80-28236" fmla="*/ 4073253 h 4449429"/>
              <a:gd name="connsiteX81-28237" fmla="*/ 9485470 w 18982931"/>
              <a:gd name="connsiteY81-28238" fmla="*/ 4282100 h 4449429"/>
              <a:gd name="connsiteX82-28239" fmla="*/ 9531165 w 18982931"/>
              <a:gd name="connsiteY82-28240" fmla="*/ 4282100 h 4449429"/>
              <a:gd name="connsiteX83-28241" fmla="*/ 9531165 w 18982931"/>
              <a:gd name="connsiteY83-28242" fmla="*/ 4073253 h 4449429"/>
              <a:gd name="connsiteX84-28243" fmla="*/ 9485470 w 18982931"/>
              <a:gd name="connsiteY84-28244" fmla="*/ 4073253 h 4449429"/>
              <a:gd name="connsiteX85-28245" fmla="*/ 9393836 w 18982931"/>
              <a:gd name="connsiteY85-28246" fmla="*/ 4073253 h 4449429"/>
              <a:gd name="connsiteX86-28247" fmla="*/ 9393836 w 18982931"/>
              <a:gd name="connsiteY86-28248" fmla="*/ 4282100 h 4449429"/>
              <a:gd name="connsiteX87-28249" fmla="*/ 9439536 w 18982931"/>
              <a:gd name="connsiteY87-28250" fmla="*/ 4282100 h 4449429"/>
              <a:gd name="connsiteX88-28251" fmla="*/ 9439536 w 18982931"/>
              <a:gd name="connsiteY88-28252" fmla="*/ 4073253 h 4449429"/>
              <a:gd name="connsiteX89-28253" fmla="*/ 9393836 w 18982931"/>
              <a:gd name="connsiteY89-28254" fmla="*/ 4073253 h 4449429"/>
              <a:gd name="connsiteX90-28255" fmla="*/ 9302203 w 18982931"/>
              <a:gd name="connsiteY90-28256" fmla="*/ 4073253 h 4449429"/>
              <a:gd name="connsiteX91-28257" fmla="*/ 9302203 w 18982931"/>
              <a:gd name="connsiteY91-28258" fmla="*/ 4282100 h 4449429"/>
              <a:gd name="connsiteX92-28259" fmla="*/ 9347904 w 18982931"/>
              <a:gd name="connsiteY92-28260" fmla="*/ 4282100 h 4449429"/>
              <a:gd name="connsiteX93-28261" fmla="*/ 9347904 w 18982931"/>
              <a:gd name="connsiteY93-28262" fmla="*/ 4073253 h 4449429"/>
              <a:gd name="connsiteX94-28263" fmla="*/ 9302203 w 18982931"/>
              <a:gd name="connsiteY94-28264" fmla="*/ 4073253 h 4449429"/>
              <a:gd name="connsiteX95-28265" fmla="*/ 16404499 w 18982931"/>
              <a:gd name="connsiteY95-28266" fmla="*/ 4018694 h 4449429"/>
              <a:gd name="connsiteX96-28267" fmla="*/ 16404499 w 18982931"/>
              <a:gd name="connsiteY96-28268" fmla="*/ 4075528 h 4449429"/>
              <a:gd name="connsiteX97-28269" fmla="*/ 16461332 w 18982931"/>
              <a:gd name="connsiteY97-28270" fmla="*/ 4075528 h 4449429"/>
              <a:gd name="connsiteX98-28271" fmla="*/ 16461332 w 18982931"/>
              <a:gd name="connsiteY98-28272" fmla="*/ 4018694 h 4449429"/>
              <a:gd name="connsiteX99-28273" fmla="*/ 16404499 w 18982931"/>
              <a:gd name="connsiteY99-28274" fmla="*/ 4018694 h 4449429"/>
              <a:gd name="connsiteX100-28275" fmla="*/ 16292444 w 18982931"/>
              <a:gd name="connsiteY100-28276" fmla="*/ 4018694 h 4449429"/>
              <a:gd name="connsiteX101-28277" fmla="*/ 16292444 w 18982931"/>
              <a:gd name="connsiteY101-28278" fmla="*/ 4075528 h 4449429"/>
              <a:gd name="connsiteX102-28279" fmla="*/ 16349278 w 18982931"/>
              <a:gd name="connsiteY102-28280" fmla="*/ 4075528 h 4449429"/>
              <a:gd name="connsiteX103-28281" fmla="*/ 16349278 w 18982931"/>
              <a:gd name="connsiteY103-28282" fmla="*/ 4018694 h 4449429"/>
              <a:gd name="connsiteX104-28283" fmla="*/ 16292444 w 18982931"/>
              <a:gd name="connsiteY104-28284" fmla="*/ 4018694 h 4449429"/>
              <a:gd name="connsiteX105-28285" fmla="*/ 16180390 w 18982931"/>
              <a:gd name="connsiteY105-28286" fmla="*/ 4018694 h 4449429"/>
              <a:gd name="connsiteX106-28287" fmla="*/ 16180390 w 18982931"/>
              <a:gd name="connsiteY106-28288" fmla="*/ 4075528 h 4449429"/>
              <a:gd name="connsiteX107-28289" fmla="*/ 16237224 w 18982931"/>
              <a:gd name="connsiteY107-28290" fmla="*/ 4075528 h 4449429"/>
              <a:gd name="connsiteX108-28291" fmla="*/ 16237224 w 18982931"/>
              <a:gd name="connsiteY108-28292" fmla="*/ 4018694 h 4449429"/>
              <a:gd name="connsiteX109-28293" fmla="*/ 16180390 w 18982931"/>
              <a:gd name="connsiteY109-28294" fmla="*/ 4018694 h 4449429"/>
              <a:gd name="connsiteX110-28295" fmla="*/ 2813944 w 18982931"/>
              <a:gd name="connsiteY110-28296" fmla="*/ 4018692 h 4449429"/>
              <a:gd name="connsiteX111-28297" fmla="*/ 2813944 w 18982931"/>
              <a:gd name="connsiteY111-28298" fmla="*/ 4075526 h 4449429"/>
              <a:gd name="connsiteX112-28299" fmla="*/ 2870780 w 18982931"/>
              <a:gd name="connsiteY112-28300" fmla="*/ 4075526 h 4449429"/>
              <a:gd name="connsiteX113-28301" fmla="*/ 2870780 w 18982931"/>
              <a:gd name="connsiteY113-28302" fmla="*/ 4018692 h 4449429"/>
              <a:gd name="connsiteX114-28303" fmla="*/ 2813944 w 18982931"/>
              <a:gd name="connsiteY114-28304" fmla="*/ 4018692 h 4449429"/>
              <a:gd name="connsiteX115-28305" fmla="*/ 2701890 w 18982931"/>
              <a:gd name="connsiteY115-28306" fmla="*/ 4018692 h 4449429"/>
              <a:gd name="connsiteX116-28307" fmla="*/ 2701890 w 18982931"/>
              <a:gd name="connsiteY116-28308" fmla="*/ 4075526 h 4449429"/>
              <a:gd name="connsiteX117-28309" fmla="*/ 2758723 w 18982931"/>
              <a:gd name="connsiteY117-28310" fmla="*/ 4075526 h 4449429"/>
              <a:gd name="connsiteX118-28311" fmla="*/ 2758723 w 18982931"/>
              <a:gd name="connsiteY118-28312" fmla="*/ 4018692 h 4449429"/>
              <a:gd name="connsiteX119-28313" fmla="*/ 2701890 w 18982931"/>
              <a:gd name="connsiteY119-28314" fmla="*/ 4018692 h 4449429"/>
              <a:gd name="connsiteX120-28315" fmla="*/ 2589843 w 18982931"/>
              <a:gd name="connsiteY120-28316" fmla="*/ 4018692 h 4449429"/>
              <a:gd name="connsiteX121-28317" fmla="*/ 2589843 w 18982931"/>
              <a:gd name="connsiteY121-28318" fmla="*/ 4075526 h 4449429"/>
              <a:gd name="connsiteX122-28319" fmla="*/ 2646669 w 18982931"/>
              <a:gd name="connsiteY122-28320" fmla="*/ 4075526 h 4449429"/>
              <a:gd name="connsiteX123-28321" fmla="*/ 2646669 w 18982931"/>
              <a:gd name="connsiteY123-28322" fmla="*/ 4018692 h 4449429"/>
              <a:gd name="connsiteX124-28323" fmla="*/ 2589843 w 18982931"/>
              <a:gd name="connsiteY124-28324" fmla="*/ 4018692 h 4449429"/>
              <a:gd name="connsiteX125-28325" fmla="*/ 16404499 w 18982931"/>
              <a:gd name="connsiteY125-28326" fmla="*/ 3873406 h 4449429"/>
              <a:gd name="connsiteX126-28327" fmla="*/ 16404499 w 18982931"/>
              <a:gd name="connsiteY126-28328" fmla="*/ 3930240 h 4449429"/>
              <a:gd name="connsiteX127-28329" fmla="*/ 16461332 w 18982931"/>
              <a:gd name="connsiteY127-28330" fmla="*/ 3930240 h 4449429"/>
              <a:gd name="connsiteX128-28331" fmla="*/ 16461332 w 18982931"/>
              <a:gd name="connsiteY128-28332" fmla="*/ 3873406 h 4449429"/>
              <a:gd name="connsiteX129-28333" fmla="*/ 16404499 w 18982931"/>
              <a:gd name="connsiteY129-28334" fmla="*/ 3873406 h 4449429"/>
              <a:gd name="connsiteX130-28335" fmla="*/ 16292444 w 18982931"/>
              <a:gd name="connsiteY130-28336" fmla="*/ 3873406 h 4449429"/>
              <a:gd name="connsiteX131-28337" fmla="*/ 16292444 w 18982931"/>
              <a:gd name="connsiteY131-28338" fmla="*/ 3930240 h 4449429"/>
              <a:gd name="connsiteX132-28339" fmla="*/ 16349278 w 18982931"/>
              <a:gd name="connsiteY132-28340" fmla="*/ 3930240 h 4449429"/>
              <a:gd name="connsiteX133-28341" fmla="*/ 16349278 w 18982931"/>
              <a:gd name="connsiteY133-28342" fmla="*/ 3873406 h 4449429"/>
              <a:gd name="connsiteX134-28343" fmla="*/ 16292444 w 18982931"/>
              <a:gd name="connsiteY134-28344" fmla="*/ 3873406 h 4449429"/>
              <a:gd name="connsiteX135-28345" fmla="*/ 16180390 w 18982931"/>
              <a:gd name="connsiteY135-28346" fmla="*/ 3873406 h 4449429"/>
              <a:gd name="connsiteX136-28347" fmla="*/ 16180390 w 18982931"/>
              <a:gd name="connsiteY136-28348" fmla="*/ 3930240 h 4449429"/>
              <a:gd name="connsiteX137-28349" fmla="*/ 16237224 w 18982931"/>
              <a:gd name="connsiteY137-28350" fmla="*/ 3930240 h 4449429"/>
              <a:gd name="connsiteX138-28351" fmla="*/ 16237224 w 18982931"/>
              <a:gd name="connsiteY138-28352" fmla="*/ 3873406 h 4449429"/>
              <a:gd name="connsiteX139-28353" fmla="*/ 16180390 w 18982931"/>
              <a:gd name="connsiteY139-28354" fmla="*/ 3873406 h 4449429"/>
              <a:gd name="connsiteX140-28355" fmla="*/ 2813944 w 18982931"/>
              <a:gd name="connsiteY140-28356" fmla="*/ 3873404 h 4449429"/>
              <a:gd name="connsiteX141-28357" fmla="*/ 2813944 w 18982931"/>
              <a:gd name="connsiteY141-28358" fmla="*/ 3930238 h 4449429"/>
              <a:gd name="connsiteX142-28359" fmla="*/ 2870780 w 18982931"/>
              <a:gd name="connsiteY142-28360" fmla="*/ 3930238 h 4449429"/>
              <a:gd name="connsiteX143-28361" fmla="*/ 2870780 w 18982931"/>
              <a:gd name="connsiteY143-28362" fmla="*/ 3873404 h 4449429"/>
              <a:gd name="connsiteX144-28363" fmla="*/ 2813944 w 18982931"/>
              <a:gd name="connsiteY144-28364" fmla="*/ 3873404 h 4449429"/>
              <a:gd name="connsiteX145-28365" fmla="*/ 2701890 w 18982931"/>
              <a:gd name="connsiteY145-28366" fmla="*/ 3873404 h 4449429"/>
              <a:gd name="connsiteX146-28367" fmla="*/ 2701890 w 18982931"/>
              <a:gd name="connsiteY146-28368" fmla="*/ 3930238 h 4449429"/>
              <a:gd name="connsiteX147-28369" fmla="*/ 2758723 w 18982931"/>
              <a:gd name="connsiteY147-28370" fmla="*/ 3930238 h 4449429"/>
              <a:gd name="connsiteX148-28371" fmla="*/ 2758723 w 18982931"/>
              <a:gd name="connsiteY148-28372" fmla="*/ 3873404 h 4449429"/>
              <a:gd name="connsiteX149-28373" fmla="*/ 2701890 w 18982931"/>
              <a:gd name="connsiteY149-28374" fmla="*/ 3873404 h 4449429"/>
              <a:gd name="connsiteX150-28375" fmla="*/ 2589843 w 18982931"/>
              <a:gd name="connsiteY150-28376" fmla="*/ 3873404 h 4449429"/>
              <a:gd name="connsiteX151-28377" fmla="*/ 2589843 w 18982931"/>
              <a:gd name="connsiteY151-28378" fmla="*/ 3930238 h 4449429"/>
              <a:gd name="connsiteX152-28379" fmla="*/ 2646669 w 18982931"/>
              <a:gd name="connsiteY152-28380" fmla="*/ 3930238 h 4449429"/>
              <a:gd name="connsiteX153-28381" fmla="*/ 2646669 w 18982931"/>
              <a:gd name="connsiteY153-28382" fmla="*/ 3873404 h 4449429"/>
              <a:gd name="connsiteX154-28383" fmla="*/ 2589843 w 18982931"/>
              <a:gd name="connsiteY154-28384" fmla="*/ 3873404 h 4449429"/>
              <a:gd name="connsiteX155-28385" fmla="*/ 17351339 w 18982931"/>
              <a:gd name="connsiteY155-28386" fmla="*/ 3769299 h 4449429"/>
              <a:gd name="connsiteX156-28387" fmla="*/ 17351339 w 18982931"/>
              <a:gd name="connsiteY156-28388" fmla="*/ 3815000 h 4449429"/>
              <a:gd name="connsiteX157-28389" fmla="*/ 17560187 w 18982931"/>
              <a:gd name="connsiteY157-28390" fmla="*/ 3815000 h 4449429"/>
              <a:gd name="connsiteX158-28391" fmla="*/ 17560187 w 18982931"/>
              <a:gd name="connsiteY158-28392" fmla="*/ 3769299 h 4449429"/>
              <a:gd name="connsiteX159-28393" fmla="*/ 17351339 w 18982931"/>
              <a:gd name="connsiteY159-28394" fmla="*/ 3769299 h 4449429"/>
              <a:gd name="connsiteX160-28395" fmla="*/ 16404499 w 18982931"/>
              <a:gd name="connsiteY160-28396" fmla="*/ 3728118 h 4449429"/>
              <a:gd name="connsiteX161-28397" fmla="*/ 16404499 w 18982931"/>
              <a:gd name="connsiteY161-28398" fmla="*/ 3784951 h 4449429"/>
              <a:gd name="connsiteX162-28399" fmla="*/ 16461332 w 18982931"/>
              <a:gd name="connsiteY162-28400" fmla="*/ 3784951 h 4449429"/>
              <a:gd name="connsiteX163-28401" fmla="*/ 16461332 w 18982931"/>
              <a:gd name="connsiteY163-28402" fmla="*/ 3728118 h 4449429"/>
              <a:gd name="connsiteX164-28403" fmla="*/ 16404499 w 18982931"/>
              <a:gd name="connsiteY164-28404" fmla="*/ 3728118 h 4449429"/>
              <a:gd name="connsiteX165-28405" fmla="*/ 16292444 w 18982931"/>
              <a:gd name="connsiteY165-28406" fmla="*/ 3728118 h 4449429"/>
              <a:gd name="connsiteX166-28407" fmla="*/ 16292444 w 18982931"/>
              <a:gd name="connsiteY166-28408" fmla="*/ 3784951 h 4449429"/>
              <a:gd name="connsiteX167-28409" fmla="*/ 16349278 w 18982931"/>
              <a:gd name="connsiteY167-28410" fmla="*/ 3784951 h 4449429"/>
              <a:gd name="connsiteX168-28411" fmla="*/ 16349278 w 18982931"/>
              <a:gd name="connsiteY168-28412" fmla="*/ 3728118 h 4449429"/>
              <a:gd name="connsiteX169-28413" fmla="*/ 16292444 w 18982931"/>
              <a:gd name="connsiteY169-28414" fmla="*/ 3728118 h 4449429"/>
              <a:gd name="connsiteX170-28415" fmla="*/ 16180390 w 18982931"/>
              <a:gd name="connsiteY170-28416" fmla="*/ 3728118 h 4449429"/>
              <a:gd name="connsiteX171-28417" fmla="*/ 16180390 w 18982931"/>
              <a:gd name="connsiteY171-28418" fmla="*/ 3784951 h 4449429"/>
              <a:gd name="connsiteX172-28419" fmla="*/ 16237224 w 18982931"/>
              <a:gd name="connsiteY172-28420" fmla="*/ 3784951 h 4449429"/>
              <a:gd name="connsiteX173-28421" fmla="*/ 16237224 w 18982931"/>
              <a:gd name="connsiteY173-28422" fmla="*/ 3728118 h 4449429"/>
              <a:gd name="connsiteX174-28423" fmla="*/ 16180390 w 18982931"/>
              <a:gd name="connsiteY174-28424" fmla="*/ 3728118 h 4449429"/>
              <a:gd name="connsiteX175-28425" fmla="*/ 2813944 w 18982931"/>
              <a:gd name="connsiteY175-28426" fmla="*/ 3728116 h 4449429"/>
              <a:gd name="connsiteX176-28427" fmla="*/ 2813944 w 18982931"/>
              <a:gd name="connsiteY176-28428" fmla="*/ 3784950 h 4449429"/>
              <a:gd name="connsiteX177-28429" fmla="*/ 2870780 w 18982931"/>
              <a:gd name="connsiteY177-28430" fmla="*/ 3784950 h 4449429"/>
              <a:gd name="connsiteX178-28431" fmla="*/ 2870780 w 18982931"/>
              <a:gd name="connsiteY178-28432" fmla="*/ 3728116 h 4449429"/>
              <a:gd name="connsiteX179-28433" fmla="*/ 2813944 w 18982931"/>
              <a:gd name="connsiteY179-28434" fmla="*/ 3728116 h 4449429"/>
              <a:gd name="connsiteX180-28435" fmla="*/ 2701891 w 18982931"/>
              <a:gd name="connsiteY180-28436" fmla="*/ 3728116 h 4449429"/>
              <a:gd name="connsiteX181-28437" fmla="*/ 2701891 w 18982931"/>
              <a:gd name="connsiteY181-28438" fmla="*/ 3784950 h 4449429"/>
              <a:gd name="connsiteX182-28439" fmla="*/ 2758730 w 18982931"/>
              <a:gd name="connsiteY182-28440" fmla="*/ 3784950 h 4449429"/>
              <a:gd name="connsiteX183-28441" fmla="*/ 2758730 w 18982931"/>
              <a:gd name="connsiteY183-28442" fmla="*/ 3728116 h 4449429"/>
              <a:gd name="connsiteX184-28443" fmla="*/ 2701891 w 18982931"/>
              <a:gd name="connsiteY184-28444" fmla="*/ 3728116 h 4449429"/>
              <a:gd name="connsiteX185-28445" fmla="*/ 2589845 w 18982931"/>
              <a:gd name="connsiteY185-28446" fmla="*/ 3728116 h 4449429"/>
              <a:gd name="connsiteX186-28447" fmla="*/ 2589845 w 18982931"/>
              <a:gd name="connsiteY186-28448" fmla="*/ 3784950 h 4449429"/>
              <a:gd name="connsiteX187-28449" fmla="*/ 2646671 w 18982931"/>
              <a:gd name="connsiteY187-28450" fmla="*/ 3784950 h 4449429"/>
              <a:gd name="connsiteX188-28451" fmla="*/ 2646671 w 18982931"/>
              <a:gd name="connsiteY188-28452" fmla="*/ 3728116 h 4449429"/>
              <a:gd name="connsiteX189-28453" fmla="*/ 2589845 w 18982931"/>
              <a:gd name="connsiteY189-28454" fmla="*/ 3728116 h 4449429"/>
              <a:gd name="connsiteX190-28455" fmla="*/ 17351339 w 18982931"/>
              <a:gd name="connsiteY190-28456" fmla="*/ 3677667 h 4449429"/>
              <a:gd name="connsiteX191-28457" fmla="*/ 17351339 w 18982931"/>
              <a:gd name="connsiteY191-28458" fmla="*/ 3723368 h 4449429"/>
              <a:gd name="connsiteX192-28459" fmla="*/ 17560187 w 18982931"/>
              <a:gd name="connsiteY192-28460" fmla="*/ 3723368 h 4449429"/>
              <a:gd name="connsiteX193-28461" fmla="*/ 17560187 w 18982931"/>
              <a:gd name="connsiteY193-28462" fmla="*/ 3677667 h 4449429"/>
              <a:gd name="connsiteX194-28463" fmla="*/ 17351339 w 18982931"/>
              <a:gd name="connsiteY194-28464" fmla="*/ 3677667 h 4449429"/>
              <a:gd name="connsiteX195-28465" fmla="*/ 12612246 w 18982931"/>
              <a:gd name="connsiteY195-28466" fmla="*/ 3645952 h 4449429"/>
              <a:gd name="connsiteX196-28467" fmla="*/ 12612246 w 18982931"/>
              <a:gd name="connsiteY196-28468" fmla="*/ 3702785 h 4449429"/>
              <a:gd name="connsiteX197-28469" fmla="*/ 12669079 w 18982931"/>
              <a:gd name="connsiteY197-28470" fmla="*/ 3702785 h 4449429"/>
              <a:gd name="connsiteX198-28471" fmla="*/ 12669079 w 18982931"/>
              <a:gd name="connsiteY198-28472" fmla="*/ 3645952 h 4449429"/>
              <a:gd name="connsiteX199-28473" fmla="*/ 12612246 w 18982931"/>
              <a:gd name="connsiteY199-28474" fmla="*/ 3645952 h 4449429"/>
              <a:gd name="connsiteX200-28475" fmla="*/ 12500191 w 18982931"/>
              <a:gd name="connsiteY200-28476" fmla="*/ 3645952 h 4449429"/>
              <a:gd name="connsiteX201-28477" fmla="*/ 12500191 w 18982931"/>
              <a:gd name="connsiteY201-28478" fmla="*/ 3702785 h 4449429"/>
              <a:gd name="connsiteX202-28479" fmla="*/ 12557025 w 18982931"/>
              <a:gd name="connsiteY202-28480" fmla="*/ 3702785 h 4449429"/>
              <a:gd name="connsiteX203-28481" fmla="*/ 12557025 w 18982931"/>
              <a:gd name="connsiteY203-28482" fmla="*/ 3645952 h 4449429"/>
              <a:gd name="connsiteX204-28483" fmla="*/ 12500191 w 18982931"/>
              <a:gd name="connsiteY204-28484" fmla="*/ 3645952 h 4449429"/>
              <a:gd name="connsiteX205-28485" fmla="*/ 12388137 w 18982931"/>
              <a:gd name="connsiteY205-28486" fmla="*/ 3645952 h 4449429"/>
              <a:gd name="connsiteX206-28487" fmla="*/ 12388137 w 18982931"/>
              <a:gd name="connsiteY206-28488" fmla="*/ 3702785 h 4449429"/>
              <a:gd name="connsiteX207-28489" fmla="*/ 12444971 w 18982931"/>
              <a:gd name="connsiteY207-28490" fmla="*/ 3702785 h 4449429"/>
              <a:gd name="connsiteX208-28491" fmla="*/ 12444971 w 18982931"/>
              <a:gd name="connsiteY208-28492" fmla="*/ 3645952 h 4449429"/>
              <a:gd name="connsiteX209-28493" fmla="*/ 12388137 w 18982931"/>
              <a:gd name="connsiteY209-28494" fmla="*/ 3645952 h 4449429"/>
              <a:gd name="connsiteX210-28495" fmla="*/ 17351339 w 18982931"/>
              <a:gd name="connsiteY210-28496" fmla="*/ 3586038 h 4449429"/>
              <a:gd name="connsiteX211-28497" fmla="*/ 17351339 w 18982931"/>
              <a:gd name="connsiteY211-28498" fmla="*/ 3631739 h 4449429"/>
              <a:gd name="connsiteX212-28499" fmla="*/ 17560187 w 18982931"/>
              <a:gd name="connsiteY212-28500" fmla="*/ 3631739 h 4449429"/>
              <a:gd name="connsiteX213-28501" fmla="*/ 17560187 w 18982931"/>
              <a:gd name="connsiteY213-28502" fmla="*/ 3586038 h 4449429"/>
              <a:gd name="connsiteX214-28503" fmla="*/ 17351339 w 18982931"/>
              <a:gd name="connsiteY214-28504" fmla="*/ 3586038 h 4449429"/>
              <a:gd name="connsiteX215-28505" fmla="*/ 16404499 w 18982931"/>
              <a:gd name="connsiteY215-28506" fmla="*/ 3582830 h 4449429"/>
              <a:gd name="connsiteX216-28507" fmla="*/ 16404499 w 18982931"/>
              <a:gd name="connsiteY216-28508" fmla="*/ 3639663 h 4449429"/>
              <a:gd name="connsiteX217-28509" fmla="*/ 16461332 w 18982931"/>
              <a:gd name="connsiteY217-28510" fmla="*/ 3639663 h 4449429"/>
              <a:gd name="connsiteX218-28511" fmla="*/ 16461332 w 18982931"/>
              <a:gd name="connsiteY218-28512" fmla="*/ 3582830 h 4449429"/>
              <a:gd name="connsiteX219-28513" fmla="*/ 16404499 w 18982931"/>
              <a:gd name="connsiteY219-28514" fmla="*/ 3582830 h 4449429"/>
              <a:gd name="connsiteX220-28515" fmla="*/ 16292444 w 18982931"/>
              <a:gd name="connsiteY220-28516" fmla="*/ 3582830 h 4449429"/>
              <a:gd name="connsiteX221-28517" fmla="*/ 16292444 w 18982931"/>
              <a:gd name="connsiteY221-28518" fmla="*/ 3639663 h 4449429"/>
              <a:gd name="connsiteX222-28519" fmla="*/ 16349278 w 18982931"/>
              <a:gd name="connsiteY222-28520" fmla="*/ 3639663 h 4449429"/>
              <a:gd name="connsiteX223-28521" fmla="*/ 16349278 w 18982931"/>
              <a:gd name="connsiteY223-28522" fmla="*/ 3582830 h 4449429"/>
              <a:gd name="connsiteX224-28523" fmla="*/ 16292444 w 18982931"/>
              <a:gd name="connsiteY224-28524" fmla="*/ 3582830 h 4449429"/>
              <a:gd name="connsiteX225-28525" fmla="*/ 16180390 w 18982931"/>
              <a:gd name="connsiteY225-28526" fmla="*/ 3582830 h 4449429"/>
              <a:gd name="connsiteX226-28527" fmla="*/ 16180390 w 18982931"/>
              <a:gd name="connsiteY226-28528" fmla="*/ 3639663 h 4449429"/>
              <a:gd name="connsiteX227-28529" fmla="*/ 16237224 w 18982931"/>
              <a:gd name="connsiteY227-28530" fmla="*/ 3639663 h 4449429"/>
              <a:gd name="connsiteX228-28531" fmla="*/ 16237224 w 18982931"/>
              <a:gd name="connsiteY228-28532" fmla="*/ 3582830 h 4449429"/>
              <a:gd name="connsiteX229-28533" fmla="*/ 16180390 w 18982931"/>
              <a:gd name="connsiteY229-28534" fmla="*/ 3582830 h 4449429"/>
              <a:gd name="connsiteX230-28535" fmla="*/ 2813944 w 18982931"/>
              <a:gd name="connsiteY230-28536" fmla="*/ 3582828 h 4449429"/>
              <a:gd name="connsiteX231-28537" fmla="*/ 2813944 w 18982931"/>
              <a:gd name="connsiteY231-28538" fmla="*/ 3639662 h 4449429"/>
              <a:gd name="connsiteX232-28539" fmla="*/ 2870780 w 18982931"/>
              <a:gd name="connsiteY232-28540" fmla="*/ 3639662 h 4449429"/>
              <a:gd name="connsiteX233-28541" fmla="*/ 2870780 w 18982931"/>
              <a:gd name="connsiteY233-28542" fmla="*/ 3582828 h 4449429"/>
              <a:gd name="connsiteX234-28543" fmla="*/ 2813944 w 18982931"/>
              <a:gd name="connsiteY234-28544" fmla="*/ 3582828 h 4449429"/>
              <a:gd name="connsiteX235-28545" fmla="*/ 2701891 w 18982931"/>
              <a:gd name="connsiteY235-28546" fmla="*/ 3582828 h 4449429"/>
              <a:gd name="connsiteX236-28547" fmla="*/ 2701891 w 18982931"/>
              <a:gd name="connsiteY236-28548" fmla="*/ 3639662 h 4449429"/>
              <a:gd name="connsiteX237-28549" fmla="*/ 2758730 w 18982931"/>
              <a:gd name="connsiteY237-28550" fmla="*/ 3639662 h 4449429"/>
              <a:gd name="connsiteX238-28551" fmla="*/ 2758730 w 18982931"/>
              <a:gd name="connsiteY238-28552" fmla="*/ 3582828 h 4449429"/>
              <a:gd name="connsiteX239-28553" fmla="*/ 2701891 w 18982931"/>
              <a:gd name="connsiteY239-28554" fmla="*/ 3582828 h 4449429"/>
              <a:gd name="connsiteX240-28555" fmla="*/ 2589845 w 18982931"/>
              <a:gd name="connsiteY240-28556" fmla="*/ 3582828 h 4449429"/>
              <a:gd name="connsiteX241-28557" fmla="*/ 2589845 w 18982931"/>
              <a:gd name="connsiteY241-28558" fmla="*/ 3639662 h 4449429"/>
              <a:gd name="connsiteX242-28559" fmla="*/ 2646671 w 18982931"/>
              <a:gd name="connsiteY242-28560" fmla="*/ 3639662 h 4449429"/>
              <a:gd name="connsiteX243-28561" fmla="*/ 2646671 w 18982931"/>
              <a:gd name="connsiteY243-28562" fmla="*/ 3582828 h 4449429"/>
              <a:gd name="connsiteX244-28563" fmla="*/ 2589845 w 18982931"/>
              <a:gd name="connsiteY244-28564" fmla="*/ 3582828 h 4449429"/>
              <a:gd name="connsiteX245-28565" fmla="*/ 12612246 w 18982931"/>
              <a:gd name="connsiteY245-28566" fmla="*/ 3500664 h 4449429"/>
              <a:gd name="connsiteX246-28567" fmla="*/ 12612246 w 18982931"/>
              <a:gd name="connsiteY246-28568" fmla="*/ 3557497 h 4449429"/>
              <a:gd name="connsiteX247-28569" fmla="*/ 12669079 w 18982931"/>
              <a:gd name="connsiteY247-28570" fmla="*/ 3557497 h 4449429"/>
              <a:gd name="connsiteX248-28571" fmla="*/ 12669079 w 18982931"/>
              <a:gd name="connsiteY248-28572" fmla="*/ 3500664 h 4449429"/>
              <a:gd name="connsiteX249-28573" fmla="*/ 12612246 w 18982931"/>
              <a:gd name="connsiteY249-28574" fmla="*/ 3500664 h 4449429"/>
              <a:gd name="connsiteX250-28575" fmla="*/ 12500191 w 18982931"/>
              <a:gd name="connsiteY250-28576" fmla="*/ 3500664 h 4449429"/>
              <a:gd name="connsiteX251-28577" fmla="*/ 12500191 w 18982931"/>
              <a:gd name="connsiteY251-28578" fmla="*/ 3557497 h 4449429"/>
              <a:gd name="connsiteX252-28579" fmla="*/ 12557025 w 18982931"/>
              <a:gd name="connsiteY252-28580" fmla="*/ 3557497 h 4449429"/>
              <a:gd name="connsiteX253-28581" fmla="*/ 12557025 w 18982931"/>
              <a:gd name="connsiteY253-28582" fmla="*/ 3500664 h 4449429"/>
              <a:gd name="connsiteX254-28583" fmla="*/ 12500191 w 18982931"/>
              <a:gd name="connsiteY254-28584" fmla="*/ 3500664 h 4449429"/>
              <a:gd name="connsiteX255-28585" fmla="*/ 12388137 w 18982931"/>
              <a:gd name="connsiteY255-28586" fmla="*/ 3500664 h 4449429"/>
              <a:gd name="connsiteX256-28587" fmla="*/ 12388137 w 18982931"/>
              <a:gd name="connsiteY256-28588" fmla="*/ 3557497 h 4449429"/>
              <a:gd name="connsiteX257-28589" fmla="*/ 12444971 w 18982931"/>
              <a:gd name="connsiteY257-28590" fmla="*/ 3557497 h 4449429"/>
              <a:gd name="connsiteX258-28591" fmla="*/ 12444971 w 18982931"/>
              <a:gd name="connsiteY258-28592" fmla="*/ 3500664 h 4449429"/>
              <a:gd name="connsiteX259-28593" fmla="*/ 12388137 w 18982931"/>
              <a:gd name="connsiteY259-28594" fmla="*/ 3500664 h 4449429"/>
              <a:gd name="connsiteX260-28595" fmla="*/ 17351339 w 18982931"/>
              <a:gd name="connsiteY260-28596" fmla="*/ 3492933 h 4449429"/>
              <a:gd name="connsiteX261-28597" fmla="*/ 17351339 w 18982931"/>
              <a:gd name="connsiteY261-28598" fmla="*/ 3538633 h 4449429"/>
              <a:gd name="connsiteX262-28599" fmla="*/ 17560187 w 18982931"/>
              <a:gd name="connsiteY262-28600" fmla="*/ 3538633 h 4449429"/>
              <a:gd name="connsiteX263-28601" fmla="*/ 17560187 w 18982931"/>
              <a:gd name="connsiteY263-28602" fmla="*/ 3492933 h 4449429"/>
              <a:gd name="connsiteX264-28603" fmla="*/ 17351339 w 18982931"/>
              <a:gd name="connsiteY264-28604" fmla="*/ 3492933 h 4449429"/>
              <a:gd name="connsiteX265-28605" fmla="*/ 17351339 w 18982931"/>
              <a:gd name="connsiteY265-28606" fmla="*/ 3401301 h 4449429"/>
              <a:gd name="connsiteX266-28607" fmla="*/ 17351339 w 18982931"/>
              <a:gd name="connsiteY266-28608" fmla="*/ 3447001 h 4449429"/>
              <a:gd name="connsiteX267-28609" fmla="*/ 17560187 w 18982931"/>
              <a:gd name="connsiteY267-28610" fmla="*/ 3447001 h 4449429"/>
              <a:gd name="connsiteX268-28611" fmla="*/ 17560187 w 18982931"/>
              <a:gd name="connsiteY268-28612" fmla="*/ 3401301 h 4449429"/>
              <a:gd name="connsiteX269-28613" fmla="*/ 17351339 w 18982931"/>
              <a:gd name="connsiteY269-28614" fmla="*/ 3401301 h 4449429"/>
              <a:gd name="connsiteX270-28615" fmla="*/ 1596781 w 18982931"/>
              <a:gd name="connsiteY270-28616" fmla="*/ 3357078 h 4449429"/>
              <a:gd name="connsiteX271-28617" fmla="*/ 1596781 w 18982931"/>
              <a:gd name="connsiteY271-28618" fmla="*/ 3402779 h 4449429"/>
              <a:gd name="connsiteX272-28619" fmla="*/ 1805629 w 18982931"/>
              <a:gd name="connsiteY272-28620" fmla="*/ 3402779 h 4449429"/>
              <a:gd name="connsiteX273-28621" fmla="*/ 1805629 w 18982931"/>
              <a:gd name="connsiteY273-28622" fmla="*/ 3357078 h 4449429"/>
              <a:gd name="connsiteX274-28623" fmla="*/ 1596781 w 18982931"/>
              <a:gd name="connsiteY274-28624" fmla="*/ 3357078 h 4449429"/>
              <a:gd name="connsiteX275-28625" fmla="*/ 12612246 w 18982931"/>
              <a:gd name="connsiteY275-28626" fmla="*/ 3355375 h 4449429"/>
              <a:gd name="connsiteX276-28627" fmla="*/ 12612246 w 18982931"/>
              <a:gd name="connsiteY276-28628" fmla="*/ 3412209 h 4449429"/>
              <a:gd name="connsiteX277-28629" fmla="*/ 12669079 w 18982931"/>
              <a:gd name="connsiteY277-28630" fmla="*/ 3412209 h 4449429"/>
              <a:gd name="connsiteX278-28631" fmla="*/ 12669079 w 18982931"/>
              <a:gd name="connsiteY278-28632" fmla="*/ 3355375 h 4449429"/>
              <a:gd name="connsiteX279-28633" fmla="*/ 12612246 w 18982931"/>
              <a:gd name="connsiteY279-28634" fmla="*/ 3355375 h 4449429"/>
              <a:gd name="connsiteX280-28635" fmla="*/ 12500191 w 18982931"/>
              <a:gd name="connsiteY280-28636" fmla="*/ 3355375 h 4449429"/>
              <a:gd name="connsiteX281-28637" fmla="*/ 12500191 w 18982931"/>
              <a:gd name="connsiteY281-28638" fmla="*/ 3412209 h 4449429"/>
              <a:gd name="connsiteX282-28639" fmla="*/ 12557025 w 18982931"/>
              <a:gd name="connsiteY282-28640" fmla="*/ 3412209 h 4449429"/>
              <a:gd name="connsiteX283-28641" fmla="*/ 12557025 w 18982931"/>
              <a:gd name="connsiteY283-28642" fmla="*/ 3355375 h 4449429"/>
              <a:gd name="connsiteX284-28643" fmla="*/ 12500191 w 18982931"/>
              <a:gd name="connsiteY284-28644" fmla="*/ 3355375 h 4449429"/>
              <a:gd name="connsiteX285-28645" fmla="*/ 12388137 w 18982931"/>
              <a:gd name="connsiteY285-28646" fmla="*/ 3355375 h 4449429"/>
              <a:gd name="connsiteX286-28647" fmla="*/ 12388137 w 18982931"/>
              <a:gd name="connsiteY286-28648" fmla="*/ 3412209 h 4449429"/>
              <a:gd name="connsiteX287-28649" fmla="*/ 12444971 w 18982931"/>
              <a:gd name="connsiteY287-28650" fmla="*/ 3412209 h 4449429"/>
              <a:gd name="connsiteX288-28651" fmla="*/ 12444971 w 18982931"/>
              <a:gd name="connsiteY288-28652" fmla="*/ 3355375 h 4449429"/>
              <a:gd name="connsiteX289-28653" fmla="*/ 12388137 w 18982931"/>
              <a:gd name="connsiteY289-28654" fmla="*/ 3355375 h 4449429"/>
              <a:gd name="connsiteX290-28655" fmla="*/ 17351339 w 18982931"/>
              <a:gd name="connsiteY290-28656" fmla="*/ 3309670 h 4449429"/>
              <a:gd name="connsiteX291-28657" fmla="*/ 17351339 w 18982931"/>
              <a:gd name="connsiteY291-28658" fmla="*/ 3355371 h 4449429"/>
              <a:gd name="connsiteX292-28659" fmla="*/ 17560187 w 18982931"/>
              <a:gd name="connsiteY292-28660" fmla="*/ 3355371 h 4449429"/>
              <a:gd name="connsiteX293-28661" fmla="*/ 17560187 w 18982931"/>
              <a:gd name="connsiteY293-28662" fmla="*/ 3309670 h 4449429"/>
              <a:gd name="connsiteX294-28663" fmla="*/ 17351339 w 18982931"/>
              <a:gd name="connsiteY294-28664" fmla="*/ 3309670 h 4449429"/>
              <a:gd name="connsiteX295-28665" fmla="*/ 1596781 w 18982931"/>
              <a:gd name="connsiteY295-28666" fmla="*/ 3265446 h 4449429"/>
              <a:gd name="connsiteX296-28667" fmla="*/ 1596781 w 18982931"/>
              <a:gd name="connsiteY296-28668" fmla="*/ 3311147 h 4449429"/>
              <a:gd name="connsiteX297-28669" fmla="*/ 1805629 w 18982931"/>
              <a:gd name="connsiteY297-28670" fmla="*/ 3311147 h 4449429"/>
              <a:gd name="connsiteX298-28671" fmla="*/ 1805629 w 18982931"/>
              <a:gd name="connsiteY298-28672" fmla="*/ 3265446 h 4449429"/>
              <a:gd name="connsiteX299-28673" fmla="*/ 1596781 w 18982931"/>
              <a:gd name="connsiteY299-28674" fmla="*/ 3265446 h 4449429"/>
              <a:gd name="connsiteX300-28675" fmla="*/ 17351339 w 18982931"/>
              <a:gd name="connsiteY300-28676" fmla="*/ 3218041 h 4449429"/>
              <a:gd name="connsiteX301-28677" fmla="*/ 17351339 w 18982931"/>
              <a:gd name="connsiteY301-28678" fmla="*/ 3263742 h 4449429"/>
              <a:gd name="connsiteX302-28679" fmla="*/ 17560187 w 18982931"/>
              <a:gd name="connsiteY302-28680" fmla="*/ 3263742 h 4449429"/>
              <a:gd name="connsiteX303-28681" fmla="*/ 17560187 w 18982931"/>
              <a:gd name="connsiteY303-28682" fmla="*/ 3218041 h 4449429"/>
              <a:gd name="connsiteX304-28683" fmla="*/ 17351339 w 18982931"/>
              <a:gd name="connsiteY304-28684" fmla="*/ 3218041 h 4449429"/>
              <a:gd name="connsiteX305-28685" fmla="*/ 12612246 w 18982931"/>
              <a:gd name="connsiteY305-28686" fmla="*/ 3210087 h 4449429"/>
              <a:gd name="connsiteX306-28687" fmla="*/ 12612246 w 18982931"/>
              <a:gd name="connsiteY306-28688" fmla="*/ 3266921 h 4449429"/>
              <a:gd name="connsiteX307-28689" fmla="*/ 12669079 w 18982931"/>
              <a:gd name="connsiteY307-28690" fmla="*/ 3266921 h 4449429"/>
              <a:gd name="connsiteX308-28691" fmla="*/ 12669079 w 18982931"/>
              <a:gd name="connsiteY308-28692" fmla="*/ 3210087 h 4449429"/>
              <a:gd name="connsiteX309-28693" fmla="*/ 12612246 w 18982931"/>
              <a:gd name="connsiteY309-28694" fmla="*/ 3210087 h 4449429"/>
              <a:gd name="connsiteX310-28695" fmla="*/ 12500191 w 18982931"/>
              <a:gd name="connsiteY310-28696" fmla="*/ 3210087 h 4449429"/>
              <a:gd name="connsiteX311-28697" fmla="*/ 12500191 w 18982931"/>
              <a:gd name="connsiteY311-28698" fmla="*/ 3266921 h 4449429"/>
              <a:gd name="connsiteX312-28699" fmla="*/ 12557025 w 18982931"/>
              <a:gd name="connsiteY312-28700" fmla="*/ 3266921 h 4449429"/>
              <a:gd name="connsiteX313-28701" fmla="*/ 12557025 w 18982931"/>
              <a:gd name="connsiteY313-28702" fmla="*/ 3210087 h 4449429"/>
              <a:gd name="connsiteX314-28703" fmla="*/ 12500191 w 18982931"/>
              <a:gd name="connsiteY314-28704" fmla="*/ 3210087 h 4449429"/>
              <a:gd name="connsiteX315-28705" fmla="*/ 12388137 w 18982931"/>
              <a:gd name="connsiteY315-28706" fmla="*/ 3210087 h 4449429"/>
              <a:gd name="connsiteX316-28707" fmla="*/ 12388137 w 18982931"/>
              <a:gd name="connsiteY316-28708" fmla="*/ 3266921 h 4449429"/>
              <a:gd name="connsiteX317-28709" fmla="*/ 12444971 w 18982931"/>
              <a:gd name="connsiteY317-28710" fmla="*/ 3266921 h 4449429"/>
              <a:gd name="connsiteX318-28711" fmla="*/ 12444971 w 18982931"/>
              <a:gd name="connsiteY318-28712" fmla="*/ 3210087 h 4449429"/>
              <a:gd name="connsiteX319-28713" fmla="*/ 12388137 w 18982931"/>
              <a:gd name="connsiteY319-28714" fmla="*/ 3210087 h 4449429"/>
              <a:gd name="connsiteX320-28715" fmla="*/ 1596781 w 18982931"/>
              <a:gd name="connsiteY320-28716" fmla="*/ 3173817 h 4449429"/>
              <a:gd name="connsiteX321-28717" fmla="*/ 1596781 w 18982931"/>
              <a:gd name="connsiteY321-28718" fmla="*/ 3219518 h 4449429"/>
              <a:gd name="connsiteX322-28719" fmla="*/ 1805629 w 18982931"/>
              <a:gd name="connsiteY322-28720" fmla="*/ 3219518 h 4449429"/>
              <a:gd name="connsiteX323-28721" fmla="*/ 1805629 w 18982931"/>
              <a:gd name="connsiteY323-28722" fmla="*/ 3173817 h 4449429"/>
              <a:gd name="connsiteX324-28723" fmla="*/ 1596781 w 18982931"/>
              <a:gd name="connsiteY324-28724" fmla="*/ 3173817 h 4449429"/>
              <a:gd name="connsiteX325-28725" fmla="*/ 17351339 w 18982931"/>
              <a:gd name="connsiteY325-28726" fmla="*/ 3126412 h 4449429"/>
              <a:gd name="connsiteX326-28727" fmla="*/ 17351339 w 18982931"/>
              <a:gd name="connsiteY326-28728" fmla="*/ 3172113 h 4449429"/>
              <a:gd name="connsiteX327-28729" fmla="*/ 17560187 w 18982931"/>
              <a:gd name="connsiteY327-28730" fmla="*/ 3172113 h 4449429"/>
              <a:gd name="connsiteX328-28731" fmla="*/ 17560187 w 18982931"/>
              <a:gd name="connsiteY328-28732" fmla="*/ 3126412 h 4449429"/>
              <a:gd name="connsiteX329-28733" fmla="*/ 17351339 w 18982931"/>
              <a:gd name="connsiteY329-28734" fmla="*/ 3126412 h 4449429"/>
              <a:gd name="connsiteX330-28735" fmla="*/ 1596781 w 18982931"/>
              <a:gd name="connsiteY330-28736" fmla="*/ 3080712 h 4449429"/>
              <a:gd name="connsiteX331-28737" fmla="*/ 1596781 w 18982931"/>
              <a:gd name="connsiteY331-28738" fmla="*/ 3126412 h 4449429"/>
              <a:gd name="connsiteX332-28739" fmla="*/ 1805629 w 18982931"/>
              <a:gd name="connsiteY332-28740" fmla="*/ 3126412 h 4449429"/>
              <a:gd name="connsiteX333-28741" fmla="*/ 1805629 w 18982931"/>
              <a:gd name="connsiteY333-28742" fmla="*/ 3080712 h 4449429"/>
              <a:gd name="connsiteX334-28743" fmla="*/ 1596781 w 18982931"/>
              <a:gd name="connsiteY334-28744" fmla="*/ 3080712 h 4449429"/>
              <a:gd name="connsiteX335-28745" fmla="*/ 12612246 w 18982931"/>
              <a:gd name="connsiteY335-28746" fmla="*/ 3064799 h 4449429"/>
              <a:gd name="connsiteX336-28747" fmla="*/ 12612246 w 18982931"/>
              <a:gd name="connsiteY336-28748" fmla="*/ 3121633 h 4449429"/>
              <a:gd name="connsiteX337-28749" fmla="*/ 12669079 w 18982931"/>
              <a:gd name="connsiteY337-28750" fmla="*/ 3121633 h 4449429"/>
              <a:gd name="connsiteX338-28751" fmla="*/ 12669079 w 18982931"/>
              <a:gd name="connsiteY338-28752" fmla="*/ 3064799 h 4449429"/>
              <a:gd name="connsiteX339-28753" fmla="*/ 12612246 w 18982931"/>
              <a:gd name="connsiteY339-28754" fmla="*/ 3064799 h 4449429"/>
              <a:gd name="connsiteX340-28755" fmla="*/ 12500191 w 18982931"/>
              <a:gd name="connsiteY340-28756" fmla="*/ 3064799 h 4449429"/>
              <a:gd name="connsiteX341-28757" fmla="*/ 12500191 w 18982931"/>
              <a:gd name="connsiteY341-28758" fmla="*/ 3121633 h 4449429"/>
              <a:gd name="connsiteX342-28759" fmla="*/ 12557025 w 18982931"/>
              <a:gd name="connsiteY342-28760" fmla="*/ 3121633 h 4449429"/>
              <a:gd name="connsiteX343-28761" fmla="*/ 12557025 w 18982931"/>
              <a:gd name="connsiteY343-28762" fmla="*/ 3064799 h 4449429"/>
              <a:gd name="connsiteX344-28763" fmla="*/ 12500191 w 18982931"/>
              <a:gd name="connsiteY344-28764" fmla="*/ 3064799 h 4449429"/>
              <a:gd name="connsiteX345-28765" fmla="*/ 12388137 w 18982931"/>
              <a:gd name="connsiteY345-28766" fmla="*/ 3064799 h 4449429"/>
              <a:gd name="connsiteX346-28767" fmla="*/ 12388137 w 18982931"/>
              <a:gd name="connsiteY346-28768" fmla="*/ 3121633 h 4449429"/>
              <a:gd name="connsiteX347-28769" fmla="*/ 12444971 w 18982931"/>
              <a:gd name="connsiteY347-28770" fmla="*/ 3121633 h 4449429"/>
              <a:gd name="connsiteX348-28771" fmla="*/ 12444971 w 18982931"/>
              <a:gd name="connsiteY348-28772" fmla="*/ 3064799 h 4449429"/>
              <a:gd name="connsiteX349-28773" fmla="*/ 12388137 w 18982931"/>
              <a:gd name="connsiteY349-28774" fmla="*/ 3064799 h 4449429"/>
              <a:gd name="connsiteX350-28775" fmla="*/ 17351339 w 18982931"/>
              <a:gd name="connsiteY350-28776" fmla="*/ 3034782 h 4449429"/>
              <a:gd name="connsiteX351-28777" fmla="*/ 17351339 w 18982931"/>
              <a:gd name="connsiteY351-28778" fmla="*/ 3080482 h 4449429"/>
              <a:gd name="connsiteX352-28779" fmla="*/ 17560187 w 18982931"/>
              <a:gd name="connsiteY352-28780" fmla="*/ 3080482 h 4449429"/>
              <a:gd name="connsiteX353-28781" fmla="*/ 17560187 w 18982931"/>
              <a:gd name="connsiteY353-28782" fmla="*/ 3034782 h 4449429"/>
              <a:gd name="connsiteX354-28783" fmla="*/ 17351339 w 18982931"/>
              <a:gd name="connsiteY354-28784" fmla="*/ 3034782 h 4449429"/>
              <a:gd name="connsiteX355-28785" fmla="*/ 1596781 w 18982931"/>
              <a:gd name="connsiteY355-28786" fmla="*/ 2989080 h 4449429"/>
              <a:gd name="connsiteX356-28787" fmla="*/ 1596781 w 18982931"/>
              <a:gd name="connsiteY356-28788" fmla="*/ 3034780 h 4449429"/>
              <a:gd name="connsiteX357-28789" fmla="*/ 1805629 w 18982931"/>
              <a:gd name="connsiteY357-28790" fmla="*/ 3034780 h 4449429"/>
              <a:gd name="connsiteX358-28791" fmla="*/ 1805629 w 18982931"/>
              <a:gd name="connsiteY358-28792" fmla="*/ 2989080 h 4449429"/>
              <a:gd name="connsiteX359-28793" fmla="*/ 1596781 w 18982931"/>
              <a:gd name="connsiteY359-28794" fmla="*/ 2989080 h 4449429"/>
              <a:gd name="connsiteX360-28795" fmla="*/ 17351339 w 18982931"/>
              <a:gd name="connsiteY360-28796" fmla="*/ 2943153 h 4449429"/>
              <a:gd name="connsiteX361-28797" fmla="*/ 17351339 w 18982931"/>
              <a:gd name="connsiteY361-28798" fmla="*/ 2988853 h 4449429"/>
              <a:gd name="connsiteX362-28799" fmla="*/ 17560187 w 18982931"/>
              <a:gd name="connsiteY362-28800" fmla="*/ 2988853 h 4449429"/>
              <a:gd name="connsiteX363-28801" fmla="*/ 17560187 w 18982931"/>
              <a:gd name="connsiteY363-28802" fmla="*/ 2943153 h 4449429"/>
              <a:gd name="connsiteX364-28803" fmla="*/ 17351339 w 18982931"/>
              <a:gd name="connsiteY364-28804" fmla="*/ 2943153 h 4449429"/>
              <a:gd name="connsiteX365-28805" fmla="*/ 12612246 w 18982931"/>
              <a:gd name="connsiteY365-28806" fmla="*/ 2919511 h 4449429"/>
              <a:gd name="connsiteX366-28807" fmla="*/ 12612246 w 18982931"/>
              <a:gd name="connsiteY366-28808" fmla="*/ 2976345 h 4449429"/>
              <a:gd name="connsiteX367-28809" fmla="*/ 12669079 w 18982931"/>
              <a:gd name="connsiteY367-28810" fmla="*/ 2976345 h 4449429"/>
              <a:gd name="connsiteX368-28811" fmla="*/ 12669079 w 18982931"/>
              <a:gd name="connsiteY368-28812" fmla="*/ 2919511 h 4449429"/>
              <a:gd name="connsiteX369-28813" fmla="*/ 12612246 w 18982931"/>
              <a:gd name="connsiteY369-28814" fmla="*/ 2919511 h 4449429"/>
              <a:gd name="connsiteX370-28815" fmla="*/ 12500191 w 18982931"/>
              <a:gd name="connsiteY370-28816" fmla="*/ 2919511 h 4449429"/>
              <a:gd name="connsiteX371-28817" fmla="*/ 12500191 w 18982931"/>
              <a:gd name="connsiteY371-28818" fmla="*/ 2976345 h 4449429"/>
              <a:gd name="connsiteX372-28819" fmla="*/ 12557025 w 18982931"/>
              <a:gd name="connsiteY372-28820" fmla="*/ 2976345 h 4449429"/>
              <a:gd name="connsiteX373-28821" fmla="*/ 12557025 w 18982931"/>
              <a:gd name="connsiteY373-28822" fmla="*/ 2919511 h 4449429"/>
              <a:gd name="connsiteX374-28823" fmla="*/ 12500191 w 18982931"/>
              <a:gd name="connsiteY374-28824" fmla="*/ 2919511 h 4449429"/>
              <a:gd name="connsiteX375-28825" fmla="*/ 12388137 w 18982931"/>
              <a:gd name="connsiteY375-28826" fmla="*/ 2919511 h 4449429"/>
              <a:gd name="connsiteX376-28827" fmla="*/ 12388137 w 18982931"/>
              <a:gd name="connsiteY376-28828" fmla="*/ 2976345 h 4449429"/>
              <a:gd name="connsiteX377-28829" fmla="*/ 12444971 w 18982931"/>
              <a:gd name="connsiteY377-28830" fmla="*/ 2976345 h 4449429"/>
              <a:gd name="connsiteX378-28831" fmla="*/ 12444971 w 18982931"/>
              <a:gd name="connsiteY378-28832" fmla="*/ 2919511 h 4449429"/>
              <a:gd name="connsiteX379-28833" fmla="*/ 12388137 w 18982931"/>
              <a:gd name="connsiteY379-28834" fmla="*/ 2919511 h 4449429"/>
              <a:gd name="connsiteX380-28835" fmla="*/ 1596781 w 18982931"/>
              <a:gd name="connsiteY380-28836" fmla="*/ 2897450 h 4449429"/>
              <a:gd name="connsiteX381-28837" fmla="*/ 1596781 w 18982931"/>
              <a:gd name="connsiteY381-28838" fmla="*/ 2943150 h 4449429"/>
              <a:gd name="connsiteX382-28839" fmla="*/ 1805629 w 18982931"/>
              <a:gd name="connsiteY382-28840" fmla="*/ 2943150 h 4449429"/>
              <a:gd name="connsiteX383-28841" fmla="*/ 1805629 w 18982931"/>
              <a:gd name="connsiteY383-28842" fmla="*/ 2897450 h 4449429"/>
              <a:gd name="connsiteX384-28843" fmla="*/ 1596781 w 18982931"/>
              <a:gd name="connsiteY384-28844" fmla="*/ 2897450 h 4449429"/>
              <a:gd name="connsiteX385-28845" fmla="*/ 17351339 w 18982931"/>
              <a:gd name="connsiteY385-28846" fmla="*/ 2851522 h 4449429"/>
              <a:gd name="connsiteX386-28847" fmla="*/ 17351339 w 18982931"/>
              <a:gd name="connsiteY386-28848" fmla="*/ 2897223 h 4449429"/>
              <a:gd name="connsiteX387-28849" fmla="*/ 17560187 w 18982931"/>
              <a:gd name="connsiteY387-28850" fmla="*/ 2897223 h 4449429"/>
              <a:gd name="connsiteX388-28851" fmla="*/ 17560187 w 18982931"/>
              <a:gd name="connsiteY388-28852" fmla="*/ 2851522 h 4449429"/>
              <a:gd name="connsiteX389-28853" fmla="*/ 17351339 w 18982931"/>
              <a:gd name="connsiteY389-28854" fmla="*/ 2851522 h 4449429"/>
              <a:gd name="connsiteX390-28855" fmla="*/ 1596781 w 18982931"/>
              <a:gd name="connsiteY390-28856" fmla="*/ 2805821 h 4449429"/>
              <a:gd name="connsiteX391-28857" fmla="*/ 1596781 w 18982931"/>
              <a:gd name="connsiteY391-28858" fmla="*/ 2851521 h 4449429"/>
              <a:gd name="connsiteX392-28859" fmla="*/ 1805629 w 18982931"/>
              <a:gd name="connsiteY392-28860" fmla="*/ 2851521 h 4449429"/>
              <a:gd name="connsiteX393-28861" fmla="*/ 1805629 w 18982931"/>
              <a:gd name="connsiteY393-28862" fmla="*/ 2805821 h 4449429"/>
              <a:gd name="connsiteX394-28863" fmla="*/ 1596781 w 18982931"/>
              <a:gd name="connsiteY394-28864" fmla="*/ 2805821 h 4449429"/>
              <a:gd name="connsiteX395-28865" fmla="*/ 1596781 w 18982931"/>
              <a:gd name="connsiteY395-28866" fmla="*/ 2714192 h 4449429"/>
              <a:gd name="connsiteX396-28867" fmla="*/ 1596781 w 18982931"/>
              <a:gd name="connsiteY396-28868" fmla="*/ 2759892 h 4449429"/>
              <a:gd name="connsiteX397-28869" fmla="*/ 1805629 w 18982931"/>
              <a:gd name="connsiteY397-28870" fmla="*/ 2759892 h 4449429"/>
              <a:gd name="connsiteX398-28871" fmla="*/ 1805629 w 18982931"/>
              <a:gd name="connsiteY398-28872" fmla="*/ 2714192 h 4449429"/>
              <a:gd name="connsiteX399-28873" fmla="*/ 1596781 w 18982931"/>
              <a:gd name="connsiteY399-28874" fmla="*/ 2714192 h 4449429"/>
              <a:gd name="connsiteX400-28875" fmla="*/ 4422120 w 18982931"/>
              <a:gd name="connsiteY400-28876" fmla="*/ 2688604 h 4449429"/>
              <a:gd name="connsiteX401-28877" fmla="*/ 4422120 w 18982931"/>
              <a:gd name="connsiteY401-28878" fmla="*/ 2851522 h 4449429"/>
              <a:gd name="connsiteX402-28879" fmla="*/ 4459897 w 18982931"/>
              <a:gd name="connsiteY402-28880" fmla="*/ 2851522 h 4449429"/>
              <a:gd name="connsiteX403-28881" fmla="*/ 4459897 w 18982931"/>
              <a:gd name="connsiteY403-28882" fmla="*/ 2688604 h 4449429"/>
              <a:gd name="connsiteX404-28883" fmla="*/ 4422120 w 18982931"/>
              <a:gd name="connsiteY404-28884" fmla="*/ 2688604 h 4449429"/>
              <a:gd name="connsiteX405-28885" fmla="*/ 4346370 w 18982931"/>
              <a:gd name="connsiteY405-28886" fmla="*/ 2688604 h 4449429"/>
              <a:gd name="connsiteX406-28887" fmla="*/ 4346370 w 18982931"/>
              <a:gd name="connsiteY406-28888" fmla="*/ 2851522 h 4449429"/>
              <a:gd name="connsiteX407-28889" fmla="*/ 4384149 w 18982931"/>
              <a:gd name="connsiteY407-28890" fmla="*/ 2851522 h 4449429"/>
              <a:gd name="connsiteX408-28891" fmla="*/ 4384149 w 18982931"/>
              <a:gd name="connsiteY408-28892" fmla="*/ 2688604 h 4449429"/>
              <a:gd name="connsiteX409-28893" fmla="*/ 4346370 w 18982931"/>
              <a:gd name="connsiteY409-28894" fmla="*/ 2688604 h 4449429"/>
              <a:gd name="connsiteX410-28895" fmla="*/ 4270624 w 18982931"/>
              <a:gd name="connsiteY410-28896" fmla="*/ 2688604 h 4449429"/>
              <a:gd name="connsiteX411-28897" fmla="*/ 4270624 w 18982931"/>
              <a:gd name="connsiteY411-28898" fmla="*/ 2851522 h 4449429"/>
              <a:gd name="connsiteX412-28899" fmla="*/ 4308407 w 18982931"/>
              <a:gd name="connsiteY412-28900" fmla="*/ 2851522 h 4449429"/>
              <a:gd name="connsiteX413-28901" fmla="*/ 4308407 w 18982931"/>
              <a:gd name="connsiteY413-28902" fmla="*/ 2688604 h 4449429"/>
              <a:gd name="connsiteX414-28903" fmla="*/ 4270624 w 18982931"/>
              <a:gd name="connsiteY414-28904" fmla="*/ 2688604 h 4449429"/>
              <a:gd name="connsiteX415-28905" fmla="*/ 4194881 w 18982931"/>
              <a:gd name="connsiteY415-28906" fmla="*/ 2688604 h 4449429"/>
              <a:gd name="connsiteX416-28907" fmla="*/ 4194881 w 18982931"/>
              <a:gd name="connsiteY416-28908" fmla="*/ 2851522 h 4449429"/>
              <a:gd name="connsiteX417-28909" fmla="*/ 4232658 w 18982931"/>
              <a:gd name="connsiteY417-28910" fmla="*/ 2851522 h 4449429"/>
              <a:gd name="connsiteX418-28911" fmla="*/ 4232658 w 18982931"/>
              <a:gd name="connsiteY418-28912" fmla="*/ 2688604 h 4449429"/>
              <a:gd name="connsiteX419-28913" fmla="*/ 4194881 w 18982931"/>
              <a:gd name="connsiteY419-28914" fmla="*/ 2688604 h 4449429"/>
              <a:gd name="connsiteX420-28915" fmla="*/ 4119132 w 18982931"/>
              <a:gd name="connsiteY420-28916" fmla="*/ 2688604 h 4449429"/>
              <a:gd name="connsiteX421-28917" fmla="*/ 4119132 w 18982931"/>
              <a:gd name="connsiteY421-28918" fmla="*/ 2851522 h 4449429"/>
              <a:gd name="connsiteX422-28919" fmla="*/ 4156909 w 18982931"/>
              <a:gd name="connsiteY422-28920" fmla="*/ 2851522 h 4449429"/>
              <a:gd name="connsiteX423-28921" fmla="*/ 4156909 w 18982931"/>
              <a:gd name="connsiteY423-28922" fmla="*/ 2688604 h 4449429"/>
              <a:gd name="connsiteX424-28923" fmla="*/ 4119132 w 18982931"/>
              <a:gd name="connsiteY424-28924" fmla="*/ 2688604 h 4449429"/>
              <a:gd name="connsiteX425-28925" fmla="*/ 4043383 w 18982931"/>
              <a:gd name="connsiteY425-28926" fmla="*/ 2688604 h 4449429"/>
              <a:gd name="connsiteX426-28927" fmla="*/ 4043383 w 18982931"/>
              <a:gd name="connsiteY426-28928" fmla="*/ 2851522 h 4449429"/>
              <a:gd name="connsiteX427-28929" fmla="*/ 4081160 w 18982931"/>
              <a:gd name="connsiteY427-28930" fmla="*/ 2851522 h 4449429"/>
              <a:gd name="connsiteX428-28931" fmla="*/ 4081160 w 18982931"/>
              <a:gd name="connsiteY428-28932" fmla="*/ 2688604 h 4449429"/>
              <a:gd name="connsiteX429-28933" fmla="*/ 4043383 w 18982931"/>
              <a:gd name="connsiteY429-28934" fmla="*/ 2688604 h 4449429"/>
              <a:gd name="connsiteX430-28935" fmla="*/ 3967636 w 18982931"/>
              <a:gd name="connsiteY430-28936" fmla="*/ 2688604 h 4449429"/>
              <a:gd name="connsiteX431-28937" fmla="*/ 3967636 w 18982931"/>
              <a:gd name="connsiteY431-28938" fmla="*/ 2851522 h 4449429"/>
              <a:gd name="connsiteX432-28939" fmla="*/ 4005415 w 18982931"/>
              <a:gd name="connsiteY432-28940" fmla="*/ 2851522 h 4449429"/>
              <a:gd name="connsiteX433-28941" fmla="*/ 4005415 w 18982931"/>
              <a:gd name="connsiteY433-28942" fmla="*/ 2688604 h 4449429"/>
              <a:gd name="connsiteX434-28943" fmla="*/ 3967636 w 18982931"/>
              <a:gd name="connsiteY434-28944" fmla="*/ 2688604 h 4449429"/>
              <a:gd name="connsiteX435-28945" fmla="*/ 3891895 w 18982931"/>
              <a:gd name="connsiteY435-28946" fmla="*/ 2688604 h 4449429"/>
              <a:gd name="connsiteX436-28947" fmla="*/ 3891895 w 18982931"/>
              <a:gd name="connsiteY436-28948" fmla="*/ 2851522 h 4449429"/>
              <a:gd name="connsiteX437-28949" fmla="*/ 3929672 w 18982931"/>
              <a:gd name="connsiteY437-28950" fmla="*/ 2851522 h 4449429"/>
              <a:gd name="connsiteX438-28951" fmla="*/ 3929672 w 18982931"/>
              <a:gd name="connsiteY438-28952" fmla="*/ 2688604 h 4449429"/>
              <a:gd name="connsiteX439-28953" fmla="*/ 3891895 w 18982931"/>
              <a:gd name="connsiteY439-28954" fmla="*/ 2688604 h 4449429"/>
              <a:gd name="connsiteX440-28955" fmla="*/ 15043403 w 18982931"/>
              <a:gd name="connsiteY440-28956" fmla="*/ 2685661 h 4449429"/>
              <a:gd name="connsiteX441-28957" fmla="*/ 15043403 w 18982931"/>
              <a:gd name="connsiteY441-28958" fmla="*/ 2894508 h 4449429"/>
              <a:gd name="connsiteX442-28959" fmla="*/ 15089105 w 18982931"/>
              <a:gd name="connsiteY442-28960" fmla="*/ 2894508 h 4449429"/>
              <a:gd name="connsiteX443-28961" fmla="*/ 15089105 w 18982931"/>
              <a:gd name="connsiteY443-28962" fmla="*/ 2685661 h 4449429"/>
              <a:gd name="connsiteX444-28963" fmla="*/ 15043403 w 18982931"/>
              <a:gd name="connsiteY444-28964" fmla="*/ 2685661 h 4449429"/>
              <a:gd name="connsiteX445-28965" fmla="*/ 14951773 w 18982931"/>
              <a:gd name="connsiteY445-28966" fmla="*/ 2685661 h 4449429"/>
              <a:gd name="connsiteX446-28967" fmla="*/ 14951773 w 18982931"/>
              <a:gd name="connsiteY446-28968" fmla="*/ 2894508 h 4449429"/>
              <a:gd name="connsiteX447-28969" fmla="*/ 14997475 w 18982931"/>
              <a:gd name="connsiteY447-28970" fmla="*/ 2894508 h 4449429"/>
              <a:gd name="connsiteX448-28971" fmla="*/ 14997475 w 18982931"/>
              <a:gd name="connsiteY448-28972" fmla="*/ 2685661 h 4449429"/>
              <a:gd name="connsiteX449-28973" fmla="*/ 14951773 w 18982931"/>
              <a:gd name="connsiteY449-28974" fmla="*/ 2685661 h 4449429"/>
              <a:gd name="connsiteX450-28975" fmla="*/ 14860145 w 18982931"/>
              <a:gd name="connsiteY450-28976" fmla="*/ 2685661 h 4449429"/>
              <a:gd name="connsiteX451-28977" fmla="*/ 14860145 w 18982931"/>
              <a:gd name="connsiteY451-28978" fmla="*/ 2894508 h 4449429"/>
              <a:gd name="connsiteX452-28979" fmla="*/ 14905844 w 18982931"/>
              <a:gd name="connsiteY452-28980" fmla="*/ 2894508 h 4449429"/>
              <a:gd name="connsiteX453-28981" fmla="*/ 14905844 w 18982931"/>
              <a:gd name="connsiteY453-28982" fmla="*/ 2685661 h 4449429"/>
              <a:gd name="connsiteX454-28983" fmla="*/ 14860145 w 18982931"/>
              <a:gd name="connsiteY454-28984" fmla="*/ 2685661 h 4449429"/>
              <a:gd name="connsiteX455-28985" fmla="*/ 14768515 w 18982931"/>
              <a:gd name="connsiteY455-28986" fmla="*/ 2685661 h 4449429"/>
              <a:gd name="connsiteX456-28987" fmla="*/ 14768515 w 18982931"/>
              <a:gd name="connsiteY456-28988" fmla="*/ 2894508 h 4449429"/>
              <a:gd name="connsiteX457-28989" fmla="*/ 14814217 w 18982931"/>
              <a:gd name="connsiteY457-28990" fmla="*/ 2894508 h 4449429"/>
              <a:gd name="connsiteX458-28991" fmla="*/ 14814217 w 18982931"/>
              <a:gd name="connsiteY458-28992" fmla="*/ 2685661 h 4449429"/>
              <a:gd name="connsiteX459-28993" fmla="*/ 14768515 w 18982931"/>
              <a:gd name="connsiteY459-28994" fmla="*/ 2685661 h 4449429"/>
              <a:gd name="connsiteX460-28995" fmla="*/ 14676884 w 18982931"/>
              <a:gd name="connsiteY460-28996" fmla="*/ 2685661 h 4449429"/>
              <a:gd name="connsiteX461-28997" fmla="*/ 14676884 w 18982931"/>
              <a:gd name="connsiteY461-28998" fmla="*/ 2894508 h 4449429"/>
              <a:gd name="connsiteX462-28999" fmla="*/ 14722586 w 18982931"/>
              <a:gd name="connsiteY462-29000" fmla="*/ 2894508 h 4449429"/>
              <a:gd name="connsiteX463-29001" fmla="*/ 14722586 w 18982931"/>
              <a:gd name="connsiteY463-29002" fmla="*/ 2685661 h 4449429"/>
              <a:gd name="connsiteX464-29003" fmla="*/ 14676884 w 18982931"/>
              <a:gd name="connsiteY464-29004" fmla="*/ 2685661 h 4449429"/>
              <a:gd name="connsiteX465-29005" fmla="*/ 14585255 w 18982931"/>
              <a:gd name="connsiteY465-29006" fmla="*/ 2685661 h 4449429"/>
              <a:gd name="connsiteX466-29007" fmla="*/ 14585255 w 18982931"/>
              <a:gd name="connsiteY466-29008" fmla="*/ 2894508 h 4449429"/>
              <a:gd name="connsiteX467-29009" fmla="*/ 14630955 w 18982931"/>
              <a:gd name="connsiteY467-29010" fmla="*/ 2894508 h 4449429"/>
              <a:gd name="connsiteX468-29011" fmla="*/ 14630955 w 18982931"/>
              <a:gd name="connsiteY468-29012" fmla="*/ 2685661 h 4449429"/>
              <a:gd name="connsiteX469-29013" fmla="*/ 14585255 w 18982931"/>
              <a:gd name="connsiteY469-29014" fmla="*/ 2685661 h 4449429"/>
              <a:gd name="connsiteX470-29015" fmla="*/ 14493625 w 18982931"/>
              <a:gd name="connsiteY470-29016" fmla="*/ 2685661 h 4449429"/>
              <a:gd name="connsiteX471-29017" fmla="*/ 14493625 w 18982931"/>
              <a:gd name="connsiteY471-29018" fmla="*/ 2894508 h 4449429"/>
              <a:gd name="connsiteX472-29019" fmla="*/ 14539325 w 18982931"/>
              <a:gd name="connsiteY472-29020" fmla="*/ 2894508 h 4449429"/>
              <a:gd name="connsiteX473-29021" fmla="*/ 14539325 w 18982931"/>
              <a:gd name="connsiteY473-29022" fmla="*/ 2685661 h 4449429"/>
              <a:gd name="connsiteX474-29023" fmla="*/ 14493625 w 18982931"/>
              <a:gd name="connsiteY474-29024" fmla="*/ 2685661 h 4449429"/>
              <a:gd name="connsiteX475-29025" fmla="*/ 2875284 w 18982931"/>
              <a:gd name="connsiteY475-29026" fmla="*/ 2661196 h 4449429"/>
              <a:gd name="connsiteX476-29027" fmla="*/ 2875284 w 18982931"/>
              <a:gd name="connsiteY476-29028" fmla="*/ 3265443 h 4449429"/>
              <a:gd name="connsiteX477-29029" fmla="*/ 2913063 w 18982931"/>
              <a:gd name="connsiteY477-29030" fmla="*/ 3265443 h 4449429"/>
              <a:gd name="connsiteX478-29031" fmla="*/ 2913063 w 18982931"/>
              <a:gd name="connsiteY478-29032" fmla="*/ 2661196 h 4449429"/>
              <a:gd name="connsiteX479-29033" fmla="*/ 2875284 w 18982931"/>
              <a:gd name="connsiteY479-29034" fmla="*/ 2661196 h 4449429"/>
              <a:gd name="connsiteX480-29035" fmla="*/ 2769698 w 18982931"/>
              <a:gd name="connsiteY480-29036" fmla="*/ 2661196 h 4449429"/>
              <a:gd name="connsiteX481-29037" fmla="*/ 2769698 w 18982931"/>
              <a:gd name="connsiteY481-29038" fmla="*/ 3265443 h 4449429"/>
              <a:gd name="connsiteX482-29039" fmla="*/ 2807479 w 18982931"/>
              <a:gd name="connsiteY482-29040" fmla="*/ 3265443 h 4449429"/>
              <a:gd name="connsiteX483-29041" fmla="*/ 2807479 w 18982931"/>
              <a:gd name="connsiteY483-29042" fmla="*/ 2661196 h 4449429"/>
              <a:gd name="connsiteX484-29043" fmla="*/ 2769698 w 18982931"/>
              <a:gd name="connsiteY484-29044" fmla="*/ 2661196 h 4449429"/>
              <a:gd name="connsiteX485-29045" fmla="*/ 2664114 w 18982931"/>
              <a:gd name="connsiteY485-29046" fmla="*/ 2661196 h 4449429"/>
              <a:gd name="connsiteX486-29047" fmla="*/ 2664114 w 18982931"/>
              <a:gd name="connsiteY486-29048" fmla="*/ 3265443 h 4449429"/>
              <a:gd name="connsiteX487-29049" fmla="*/ 2701891 w 18982931"/>
              <a:gd name="connsiteY487-29050" fmla="*/ 3265443 h 4449429"/>
              <a:gd name="connsiteX488-29051" fmla="*/ 2701891 w 18982931"/>
              <a:gd name="connsiteY488-29052" fmla="*/ 2661196 h 4449429"/>
              <a:gd name="connsiteX489-29053" fmla="*/ 2664114 w 18982931"/>
              <a:gd name="connsiteY489-29054" fmla="*/ 2661196 h 4449429"/>
              <a:gd name="connsiteX490-29055" fmla="*/ 2558534 w 18982931"/>
              <a:gd name="connsiteY490-29056" fmla="*/ 2661196 h 4449429"/>
              <a:gd name="connsiteX491-29057" fmla="*/ 2558534 w 18982931"/>
              <a:gd name="connsiteY491-29058" fmla="*/ 3265443 h 4449429"/>
              <a:gd name="connsiteX492-29059" fmla="*/ 2596306 w 18982931"/>
              <a:gd name="connsiteY492-29060" fmla="*/ 3265443 h 4449429"/>
              <a:gd name="connsiteX493-29061" fmla="*/ 2596306 w 18982931"/>
              <a:gd name="connsiteY493-29062" fmla="*/ 2661196 h 4449429"/>
              <a:gd name="connsiteX494-29063" fmla="*/ 2558534 w 18982931"/>
              <a:gd name="connsiteY494-29064" fmla="*/ 2661196 h 4449429"/>
              <a:gd name="connsiteX495-29065" fmla="*/ 2980870 w 18982931"/>
              <a:gd name="connsiteY495-29066" fmla="*/ 2661194 h 4449429"/>
              <a:gd name="connsiteX496-29067" fmla="*/ 2980870 w 18982931"/>
              <a:gd name="connsiteY496-29068" fmla="*/ 3265442 h 4449429"/>
              <a:gd name="connsiteX497-29069" fmla="*/ 3018648 w 18982931"/>
              <a:gd name="connsiteY497-29070" fmla="*/ 3265442 h 4449429"/>
              <a:gd name="connsiteX498-29071" fmla="*/ 3018648 w 18982931"/>
              <a:gd name="connsiteY498-29072" fmla="*/ 2661194 h 4449429"/>
              <a:gd name="connsiteX499-29073" fmla="*/ 2980870 w 18982931"/>
              <a:gd name="connsiteY499-29074" fmla="*/ 2661194 h 4449429"/>
              <a:gd name="connsiteX500-29075" fmla="*/ 16374516 w 18982931"/>
              <a:gd name="connsiteY500-29076" fmla="*/ 2632791 h 4449429"/>
              <a:gd name="connsiteX501-29077" fmla="*/ 16374516 w 18982931"/>
              <a:gd name="connsiteY501-29078" fmla="*/ 3237039 h 4449429"/>
              <a:gd name="connsiteX502-29079" fmla="*/ 16412296 w 18982931"/>
              <a:gd name="connsiteY502-29080" fmla="*/ 3237039 h 4449429"/>
              <a:gd name="connsiteX503-29081" fmla="*/ 16412296 w 18982931"/>
              <a:gd name="connsiteY503-29082" fmla="*/ 2632791 h 4449429"/>
              <a:gd name="connsiteX504-29083" fmla="*/ 16374516 w 18982931"/>
              <a:gd name="connsiteY504-29084" fmla="*/ 2632791 h 4449429"/>
              <a:gd name="connsiteX505-29085" fmla="*/ 16268931 w 18982931"/>
              <a:gd name="connsiteY505-29086" fmla="*/ 2632791 h 4449429"/>
              <a:gd name="connsiteX506-29087" fmla="*/ 16268931 w 18982931"/>
              <a:gd name="connsiteY506-29088" fmla="*/ 3237039 h 4449429"/>
              <a:gd name="connsiteX507-29089" fmla="*/ 16306709 w 18982931"/>
              <a:gd name="connsiteY507-29090" fmla="*/ 3237039 h 4449429"/>
              <a:gd name="connsiteX508-29091" fmla="*/ 16306709 w 18982931"/>
              <a:gd name="connsiteY508-29092" fmla="*/ 2632791 h 4449429"/>
              <a:gd name="connsiteX509-29093" fmla="*/ 16268931 w 18982931"/>
              <a:gd name="connsiteY509-29094" fmla="*/ 2632791 h 4449429"/>
              <a:gd name="connsiteX510-29095" fmla="*/ 16163344 w 18982931"/>
              <a:gd name="connsiteY510-29096" fmla="*/ 2632791 h 4449429"/>
              <a:gd name="connsiteX511-29097" fmla="*/ 16163344 w 18982931"/>
              <a:gd name="connsiteY511-29098" fmla="*/ 3237039 h 4449429"/>
              <a:gd name="connsiteX512-29099" fmla="*/ 16201125 w 18982931"/>
              <a:gd name="connsiteY512-29100" fmla="*/ 3237039 h 4449429"/>
              <a:gd name="connsiteX513-29101" fmla="*/ 16201125 w 18982931"/>
              <a:gd name="connsiteY513-29102" fmla="*/ 2632791 h 4449429"/>
              <a:gd name="connsiteX514-29103" fmla="*/ 16163344 w 18982931"/>
              <a:gd name="connsiteY514-29104" fmla="*/ 2632791 h 4449429"/>
              <a:gd name="connsiteX515-29105" fmla="*/ 16057760 w 18982931"/>
              <a:gd name="connsiteY515-29106" fmla="*/ 2632791 h 4449429"/>
              <a:gd name="connsiteX516-29107" fmla="*/ 16057760 w 18982931"/>
              <a:gd name="connsiteY516-29108" fmla="*/ 3237039 h 4449429"/>
              <a:gd name="connsiteX517-29109" fmla="*/ 16095537 w 18982931"/>
              <a:gd name="connsiteY517-29110" fmla="*/ 3237039 h 4449429"/>
              <a:gd name="connsiteX518-29111" fmla="*/ 16095537 w 18982931"/>
              <a:gd name="connsiteY518-29112" fmla="*/ 2632791 h 4449429"/>
              <a:gd name="connsiteX519-29113" fmla="*/ 16057760 w 18982931"/>
              <a:gd name="connsiteY519-29114" fmla="*/ 2632791 h 4449429"/>
              <a:gd name="connsiteX520-29115" fmla="*/ 16480103 w 18982931"/>
              <a:gd name="connsiteY520-29116" fmla="*/ 2632790 h 4449429"/>
              <a:gd name="connsiteX521-29117" fmla="*/ 16480103 w 18982931"/>
              <a:gd name="connsiteY521-29118" fmla="*/ 3237037 h 4449429"/>
              <a:gd name="connsiteX522-29119" fmla="*/ 16517880 w 18982931"/>
              <a:gd name="connsiteY522-29120" fmla="*/ 3237037 h 4449429"/>
              <a:gd name="connsiteX523-29121" fmla="*/ 16517880 w 18982931"/>
              <a:gd name="connsiteY523-29122" fmla="*/ 2632790 h 4449429"/>
              <a:gd name="connsiteX524-29123" fmla="*/ 16480103 w 18982931"/>
              <a:gd name="connsiteY524-29124" fmla="*/ 2632790 h 4449429"/>
              <a:gd name="connsiteX525-29125" fmla="*/ 1596781 w 18982931"/>
              <a:gd name="connsiteY525-29126" fmla="*/ 2622561 h 4449429"/>
              <a:gd name="connsiteX526-29127" fmla="*/ 1596781 w 18982931"/>
              <a:gd name="connsiteY526-29128" fmla="*/ 2668261 h 4449429"/>
              <a:gd name="connsiteX527-29129" fmla="*/ 1805629 w 18982931"/>
              <a:gd name="connsiteY527-29130" fmla="*/ 2668261 h 4449429"/>
              <a:gd name="connsiteX528-29131" fmla="*/ 1805629 w 18982931"/>
              <a:gd name="connsiteY528-29132" fmla="*/ 2622561 h 4449429"/>
              <a:gd name="connsiteX529-29133" fmla="*/ 1596781 w 18982931"/>
              <a:gd name="connsiteY529-29134" fmla="*/ 2622561 h 4449429"/>
              <a:gd name="connsiteX530-29135" fmla="*/ 1596781 w 18982931"/>
              <a:gd name="connsiteY530-29136" fmla="*/ 2530932 h 4449429"/>
              <a:gd name="connsiteX531-29137" fmla="*/ 1596781 w 18982931"/>
              <a:gd name="connsiteY531-29138" fmla="*/ 2576632 h 4449429"/>
              <a:gd name="connsiteX532-29139" fmla="*/ 1805629 w 18982931"/>
              <a:gd name="connsiteY532-29140" fmla="*/ 2576632 h 4449429"/>
              <a:gd name="connsiteX533-29141" fmla="*/ 1805629 w 18982931"/>
              <a:gd name="connsiteY533-29142" fmla="*/ 2530932 h 4449429"/>
              <a:gd name="connsiteX534-29143" fmla="*/ 1596781 w 18982931"/>
              <a:gd name="connsiteY534-29144" fmla="*/ 2530932 h 4449429"/>
              <a:gd name="connsiteX535-29145" fmla="*/ 1596781 w 18982931"/>
              <a:gd name="connsiteY535-29146" fmla="*/ 2439301 h 4449429"/>
              <a:gd name="connsiteX536-29147" fmla="*/ 1596781 w 18982931"/>
              <a:gd name="connsiteY536-29148" fmla="*/ 2485002 h 4449429"/>
              <a:gd name="connsiteX537-29149" fmla="*/ 1805629 w 18982931"/>
              <a:gd name="connsiteY537-29150" fmla="*/ 2485002 h 4449429"/>
              <a:gd name="connsiteX538-29151" fmla="*/ 1805629 w 18982931"/>
              <a:gd name="connsiteY538-29152" fmla="*/ 2439301 h 4449429"/>
              <a:gd name="connsiteX539-29153" fmla="*/ 1596781 w 18982931"/>
              <a:gd name="connsiteY539-29154" fmla="*/ 2439301 h 4449429"/>
              <a:gd name="connsiteX540-29155" fmla="*/ 17217171 w 18982931"/>
              <a:gd name="connsiteY540-29156" fmla="*/ 2397981 h 4449429"/>
              <a:gd name="connsiteX541-29157" fmla="*/ 17217171 w 18982931"/>
              <a:gd name="connsiteY541-29158" fmla="*/ 2434557 h 4449429"/>
              <a:gd name="connsiteX542-29159" fmla="*/ 17582931 w 18982931"/>
              <a:gd name="connsiteY542-29160" fmla="*/ 2434557 h 4449429"/>
              <a:gd name="connsiteX543-29161" fmla="*/ 17582931 w 18982931"/>
              <a:gd name="connsiteY543-29162" fmla="*/ 2397981 h 4449429"/>
              <a:gd name="connsiteX544-29163" fmla="*/ 17217171 w 18982931"/>
              <a:gd name="connsiteY544-29164" fmla="*/ 2397981 h 4449429"/>
              <a:gd name="connsiteX545-29165" fmla="*/ 9762349 w 18982931"/>
              <a:gd name="connsiteY545-29166" fmla="*/ 2057780 h 4449429"/>
              <a:gd name="connsiteX546-29167" fmla="*/ 9762349 w 18982931"/>
              <a:gd name="connsiteY546-29168" fmla="*/ 2266627 h 4449429"/>
              <a:gd name="connsiteX547-29169" fmla="*/ 9808049 w 18982931"/>
              <a:gd name="connsiteY547-29170" fmla="*/ 2266627 h 4449429"/>
              <a:gd name="connsiteX548-29171" fmla="*/ 9808049 w 18982931"/>
              <a:gd name="connsiteY548-29172" fmla="*/ 2057780 h 4449429"/>
              <a:gd name="connsiteX549-29173" fmla="*/ 9762349 w 18982931"/>
              <a:gd name="connsiteY549-29174" fmla="*/ 2057780 h 4449429"/>
              <a:gd name="connsiteX550-29175" fmla="*/ 9670720 w 18982931"/>
              <a:gd name="connsiteY550-29176" fmla="*/ 2057780 h 4449429"/>
              <a:gd name="connsiteX551-29177" fmla="*/ 9670720 w 18982931"/>
              <a:gd name="connsiteY551-29178" fmla="*/ 2266627 h 4449429"/>
              <a:gd name="connsiteX552-29179" fmla="*/ 9716420 w 18982931"/>
              <a:gd name="connsiteY552-29180" fmla="*/ 2266627 h 4449429"/>
              <a:gd name="connsiteX553-29181" fmla="*/ 9716420 w 18982931"/>
              <a:gd name="connsiteY553-29182" fmla="*/ 2057780 h 4449429"/>
              <a:gd name="connsiteX554-29183" fmla="*/ 9670720 w 18982931"/>
              <a:gd name="connsiteY554-29184" fmla="*/ 2057780 h 4449429"/>
              <a:gd name="connsiteX555-29185" fmla="*/ 9579089 w 18982931"/>
              <a:gd name="connsiteY555-29186" fmla="*/ 2057780 h 4449429"/>
              <a:gd name="connsiteX556-29187" fmla="*/ 9579089 w 18982931"/>
              <a:gd name="connsiteY556-29188" fmla="*/ 2266627 h 4449429"/>
              <a:gd name="connsiteX557-29189" fmla="*/ 9624790 w 18982931"/>
              <a:gd name="connsiteY557-29190" fmla="*/ 2266627 h 4449429"/>
              <a:gd name="connsiteX558-29191" fmla="*/ 9624790 w 18982931"/>
              <a:gd name="connsiteY558-29192" fmla="*/ 2057780 h 4449429"/>
              <a:gd name="connsiteX559-29193" fmla="*/ 9579089 w 18982931"/>
              <a:gd name="connsiteY559-29194" fmla="*/ 2057780 h 4449429"/>
              <a:gd name="connsiteX560-29195" fmla="*/ 9487461 w 18982931"/>
              <a:gd name="connsiteY560-29196" fmla="*/ 2057780 h 4449429"/>
              <a:gd name="connsiteX561-29197" fmla="*/ 9487461 w 18982931"/>
              <a:gd name="connsiteY561-29198" fmla="*/ 2266627 h 4449429"/>
              <a:gd name="connsiteX562-29199" fmla="*/ 9533161 w 18982931"/>
              <a:gd name="connsiteY562-29200" fmla="*/ 2266627 h 4449429"/>
              <a:gd name="connsiteX563-29201" fmla="*/ 9533161 w 18982931"/>
              <a:gd name="connsiteY563-29202" fmla="*/ 2057780 h 4449429"/>
              <a:gd name="connsiteX564-29203" fmla="*/ 9487461 w 18982931"/>
              <a:gd name="connsiteY564-29204" fmla="*/ 2057780 h 4449429"/>
              <a:gd name="connsiteX565-29205" fmla="*/ 9395836 w 18982931"/>
              <a:gd name="connsiteY565-29206" fmla="*/ 2057780 h 4449429"/>
              <a:gd name="connsiteX566-29207" fmla="*/ 9395836 w 18982931"/>
              <a:gd name="connsiteY566-29208" fmla="*/ 2266627 h 4449429"/>
              <a:gd name="connsiteX567-29209" fmla="*/ 9441534 w 18982931"/>
              <a:gd name="connsiteY567-29210" fmla="*/ 2266627 h 4449429"/>
              <a:gd name="connsiteX568-29211" fmla="*/ 9441534 w 18982931"/>
              <a:gd name="connsiteY568-29212" fmla="*/ 2057780 h 4449429"/>
              <a:gd name="connsiteX569-29213" fmla="*/ 9395836 w 18982931"/>
              <a:gd name="connsiteY569-29214" fmla="*/ 2057780 h 4449429"/>
              <a:gd name="connsiteX570-29215" fmla="*/ 9304202 w 18982931"/>
              <a:gd name="connsiteY570-29216" fmla="*/ 2057780 h 4449429"/>
              <a:gd name="connsiteX571-29217" fmla="*/ 9304202 w 18982931"/>
              <a:gd name="connsiteY571-29218" fmla="*/ 2266627 h 4449429"/>
              <a:gd name="connsiteX572-29219" fmla="*/ 9349902 w 18982931"/>
              <a:gd name="connsiteY572-29220" fmla="*/ 2266627 h 4449429"/>
              <a:gd name="connsiteX573-29221" fmla="*/ 9349902 w 18982931"/>
              <a:gd name="connsiteY573-29222" fmla="*/ 2057780 h 4449429"/>
              <a:gd name="connsiteX574-29223" fmla="*/ 9304202 w 18982931"/>
              <a:gd name="connsiteY574-29224" fmla="*/ 2057780 h 4449429"/>
              <a:gd name="connsiteX575-29225" fmla="*/ 9212570 w 18982931"/>
              <a:gd name="connsiteY575-29226" fmla="*/ 2057780 h 4449429"/>
              <a:gd name="connsiteX576-29227" fmla="*/ 9212570 w 18982931"/>
              <a:gd name="connsiteY576-29228" fmla="*/ 2266627 h 4449429"/>
              <a:gd name="connsiteX577-29229" fmla="*/ 9258270 w 18982931"/>
              <a:gd name="connsiteY577-29230" fmla="*/ 2266627 h 4449429"/>
              <a:gd name="connsiteX578-29231" fmla="*/ 9258270 w 18982931"/>
              <a:gd name="connsiteY578-29232" fmla="*/ 2057780 h 4449429"/>
              <a:gd name="connsiteX579-29233" fmla="*/ 9212570 w 18982931"/>
              <a:gd name="connsiteY579-29234" fmla="*/ 2057780 h 4449429"/>
              <a:gd name="connsiteX580-29235" fmla="*/ 14092702 w 18982931"/>
              <a:gd name="connsiteY580-29236" fmla="*/ 1859157 h 4449429"/>
              <a:gd name="connsiteX581-29237" fmla="*/ 14092702 w 18982931"/>
              <a:gd name="connsiteY581-29238" fmla="*/ 1895733 h 4449429"/>
              <a:gd name="connsiteX582-29239" fmla="*/ 14458462 w 18982931"/>
              <a:gd name="connsiteY582-29240" fmla="*/ 1895733 h 4449429"/>
              <a:gd name="connsiteX583-29241" fmla="*/ 14458462 w 18982931"/>
              <a:gd name="connsiteY583-29242" fmla="*/ 1859157 h 4449429"/>
              <a:gd name="connsiteX584-29243" fmla="*/ 14092702 w 18982931"/>
              <a:gd name="connsiteY584-29244" fmla="*/ 1859157 h 4449429"/>
              <a:gd name="connsiteX585-29245" fmla="*/ 17871603 w 18982931"/>
              <a:gd name="connsiteY585-29246" fmla="*/ 1806939 h 4449429"/>
              <a:gd name="connsiteX586-29247" fmla="*/ 17871603 w 18982931"/>
              <a:gd name="connsiteY586-29248" fmla="*/ 1809649 h 4449429"/>
              <a:gd name="connsiteX587-29249" fmla="*/ 17871627 w 18982931"/>
              <a:gd name="connsiteY587-29250" fmla="*/ 1809649 h 4449429"/>
              <a:gd name="connsiteX588-29251" fmla="*/ 17871603 w 18982931"/>
              <a:gd name="connsiteY588-29252" fmla="*/ 1806939 h 4449429"/>
              <a:gd name="connsiteX589-29253" fmla="*/ 18172695 w 18982931"/>
              <a:gd name="connsiteY589-29254" fmla="*/ 1733739 h 4449429"/>
              <a:gd name="connsiteX590-29255" fmla="*/ 18172695 w 18982931"/>
              <a:gd name="connsiteY590-29256" fmla="*/ 1870899 h 4449429"/>
              <a:gd name="connsiteX591-29257" fmla="*/ 18209271 w 18982931"/>
              <a:gd name="connsiteY591-29258" fmla="*/ 1870899 h 4449429"/>
              <a:gd name="connsiteX592-29259" fmla="*/ 18209271 w 18982931"/>
              <a:gd name="connsiteY592-29260" fmla="*/ 1733739 h 4449429"/>
              <a:gd name="connsiteX593-29261" fmla="*/ 18172695 w 18982931"/>
              <a:gd name="connsiteY593-29262" fmla="*/ 1733739 h 4449429"/>
              <a:gd name="connsiteX594-29263" fmla="*/ 18104295 w 18982931"/>
              <a:gd name="connsiteY594-29264" fmla="*/ 1733739 h 4449429"/>
              <a:gd name="connsiteX595-29265" fmla="*/ 18104295 w 18982931"/>
              <a:gd name="connsiteY595-29266" fmla="*/ 1870899 h 4449429"/>
              <a:gd name="connsiteX596-29267" fmla="*/ 18140871 w 18982931"/>
              <a:gd name="connsiteY596-29268" fmla="*/ 1870899 h 4449429"/>
              <a:gd name="connsiteX597-29269" fmla="*/ 18140871 w 18982931"/>
              <a:gd name="connsiteY597-29270" fmla="*/ 1733739 h 4449429"/>
              <a:gd name="connsiteX598-29271" fmla="*/ 18104295 w 18982931"/>
              <a:gd name="connsiteY598-29272" fmla="*/ 1733739 h 4449429"/>
              <a:gd name="connsiteX599-29273" fmla="*/ 18035895 w 18982931"/>
              <a:gd name="connsiteY599-29274" fmla="*/ 1733739 h 4449429"/>
              <a:gd name="connsiteX600-29275" fmla="*/ 18035895 w 18982931"/>
              <a:gd name="connsiteY600-29276" fmla="*/ 1870899 h 4449429"/>
              <a:gd name="connsiteX601-29277" fmla="*/ 18072471 w 18982931"/>
              <a:gd name="connsiteY601-29278" fmla="*/ 1870899 h 4449429"/>
              <a:gd name="connsiteX602-29279" fmla="*/ 18072471 w 18982931"/>
              <a:gd name="connsiteY602-29280" fmla="*/ 1733739 h 4449429"/>
              <a:gd name="connsiteX603-29281" fmla="*/ 18035895 w 18982931"/>
              <a:gd name="connsiteY603-29282" fmla="*/ 1733739 h 4449429"/>
              <a:gd name="connsiteX604-29283" fmla="*/ 17967493 w 18982931"/>
              <a:gd name="connsiteY604-29284" fmla="*/ 1733739 h 4449429"/>
              <a:gd name="connsiteX605-29285" fmla="*/ 17967493 w 18982931"/>
              <a:gd name="connsiteY605-29286" fmla="*/ 1870899 h 4449429"/>
              <a:gd name="connsiteX606-29287" fmla="*/ 18004069 w 18982931"/>
              <a:gd name="connsiteY606-29288" fmla="*/ 1870899 h 4449429"/>
              <a:gd name="connsiteX607-29289" fmla="*/ 18004069 w 18982931"/>
              <a:gd name="connsiteY607-29290" fmla="*/ 1733739 h 4449429"/>
              <a:gd name="connsiteX608-29291" fmla="*/ 17967493 w 18982931"/>
              <a:gd name="connsiteY608-29292" fmla="*/ 1733739 h 4449429"/>
              <a:gd name="connsiteX609-29293" fmla="*/ 14251161 w 18982931"/>
              <a:gd name="connsiteY609-29294" fmla="*/ 868400 h 4449429"/>
              <a:gd name="connsiteX610-29295" fmla="*/ 14251161 w 18982931"/>
              <a:gd name="connsiteY610-29296" fmla="*/ 1005560 h 4449429"/>
              <a:gd name="connsiteX611-29297" fmla="*/ 14287737 w 18982931"/>
              <a:gd name="connsiteY611-29298" fmla="*/ 1005560 h 4449429"/>
              <a:gd name="connsiteX612-29299" fmla="*/ 14287737 w 18982931"/>
              <a:gd name="connsiteY612-29300" fmla="*/ 868400 h 4449429"/>
              <a:gd name="connsiteX613-29301" fmla="*/ 14251161 w 18982931"/>
              <a:gd name="connsiteY613-29302" fmla="*/ 868400 h 4449429"/>
              <a:gd name="connsiteX614-29303" fmla="*/ 14182760 w 18982931"/>
              <a:gd name="connsiteY614-29304" fmla="*/ 868400 h 4449429"/>
              <a:gd name="connsiteX615-29305" fmla="*/ 14182760 w 18982931"/>
              <a:gd name="connsiteY615-29306" fmla="*/ 1005560 h 4449429"/>
              <a:gd name="connsiteX616-29307" fmla="*/ 14219336 w 18982931"/>
              <a:gd name="connsiteY616-29308" fmla="*/ 1005560 h 4449429"/>
              <a:gd name="connsiteX617-29309" fmla="*/ 14219336 w 18982931"/>
              <a:gd name="connsiteY617-29310" fmla="*/ 868400 h 4449429"/>
              <a:gd name="connsiteX618-29311" fmla="*/ 14182760 w 18982931"/>
              <a:gd name="connsiteY618-29312" fmla="*/ 868400 h 4449429"/>
              <a:gd name="connsiteX619-29313" fmla="*/ 14114359 w 18982931"/>
              <a:gd name="connsiteY619-29314" fmla="*/ 868400 h 4449429"/>
              <a:gd name="connsiteX620-29315" fmla="*/ 14114359 w 18982931"/>
              <a:gd name="connsiteY620-29316" fmla="*/ 1005560 h 4449429"/>
              <a:gd name="connsiteX621-29317" fmla="*/ 14150935 w 18982931"/>
              <a:gd name="connsiteY621-29318" fmla="*/ 1005560 h 4449429"/>
              <a:gd name="connsiteX622-29319" fmla="*/ 14150935 w 18982931"/>
              <a:gd name="connsiteY622-29320" fmla="*/ 868400 h 4449429"/>
              <a:gd name="connsiteX623-29321" fmla="*/ 14114359 w 18982931"/>
              <a:gd name="connsiteY623-29322" fmla="*/ 868400 h 4449429"/>
              <a:gd name="connsiteX624-29323" fmla="*/ 4788216 w 18982931"/>
              <a:gd name="connsiteY624-29324" fmla="*/ 807315 h 4449429"/>
              <a:gd name="connsiteX625-29325" fmla="*/ 4788216 w 18982931"/>
              <a:gd name="connsiteY625-29326" fmla="*/ 944475 h 4449429"/>
              <a:gd name="connsiteX626-29327" fmla="*/ 4824792 w 18982931"/>
              <a:gd name="connsiteY626-29328" fmla="*/ 944475 h 4449429"/>
              <a:gd name="connsiteX627-29329" fmla="*/ 4824792 w 18982931"/>
              <a:gd name="connsiteY627-29330" fmla="*/ 807315 h 4449429"/>
              <a:gd name="connsiteX628-29331" fmla="*/ 4788216 w 18982931"/>
              <a:gd name="connsiteY628-29332" fmla="*/ 807315 h 4449429"/>
              <a:gd name="connsiteX629-29333" fmla="*/ 4719815 w 18982931"/>
              <a:gd name="connsiteY629-29334" fmla="*/ 807315 h 4449429"/>
              <a:gd name="connsiteX630-29335" fmla="*/ 4719815 w 18982931"/>
              <a:gd name="connsiteY630-29336" fmla="*/ 944475 h 4449429"/>
              <a:gd name="connsiteX631-29337" fmla="*/ 4756391 w 18982931"/>
              <a:gd name="connsiteY631-29338" fmla="*/ 944475 h 4449429"/>
              <a:gd name="connsiteX632-29339" fmla="*/ 4756391 w 18982931"/>
              <a:gd name="connsiteY632-29340" fmla="*/ 807315 h 4449429"/>
              <a:gd name="connsiteX633-29341" fmla="*/ 4719815 w 18982931"/>
              <a:gd name="connsiteY633-29342" fmla="*/ 807315 h 4449429"/>
              <a:gd name="connsiteX634-29343" fmla="*/ 4651414 w 18982931"/>
              <a:gd name="connsiteY634-29344" fmla="*/ 807315 h 4449429"/>
              <a:gd name="connsiteX635-29345" fmla="*/ 4651414 w 18982931"/>
              <a:gd name="connsiteY635-29346" fmla="*/ 944475 h 4449429"/>
              <a:gd name="connsiteX636-29347" fmla="*/ 4687992 w 18982931"/>
              <a:gd name="connsiteY636-29348" fmla="*/ 944475 h 4449429"/>
              <a:gd name="connsiteX637-29349" fmla="*/ 4687992 w 18982931"/>
              <a:gd name="connsiteY637-29350" fmla="*/ 807315 h 4449429"/>
              <a:gd name="connsiteX638-29351" fmla="*/ 4651414 w 18982931"/>
              <a:gd name="connsiteY638-29352" fmla="*/ 807315 h 4449429"/>
              <a:gd name="connsiteX639-29353" fmla="*/ 2212838 w 18982931"/>
              <a:gd name="connsiteY639-29354" fmla="*/ 748887 h 4449429"/>
              <a:gd name="connsiteX640-29355" fmla="*/ 2212838 w 18982931"/>
              <a:gd name="connsiteY640-29356" fmla="*/ 886047 h 4449429"/>
              <a:gd name="connsiteX641-29357" fmla="*/ 2249414 w 18982931"/>
              <a:gd name="connsiteY641-29358" fmla="*/ 886047 h 4449429"/>
              <a:gd name="connsiteX642-29359" fmla="*/ 2249414 w 18982931"/>
              <a:gd name="connsiteY642-29360" fmla="*/ 748887 h 4449429"/>
              <a:gd name="connsiteX643-29361" fmla="*/ 2212838 w 18982931"/>
              <a:gd name="connsiteY643-29362" fmla="*/ 748887 h 4449429"/>
              <a:gd name="connsiteX644-29363" fmla="*/ 2144438 w 18982931"/>
              <a:gd name="connsiteY644-29364" fmla="*/ 748887 h 4449429"/>
              <a:gd name="connsiteX645-29365" fmla="*/ 2144438 w 18982931"/>
              <a:gd name="connsiteY645-29366" fmla="*/ 886047 h 4449429"/>
              <a:gd name="connsiteX646-29367" fmla="*/ 2181014 w 18982931"/>
              <a:gd name="connsiteY646-29368" fmla="*/ 886047 h 4449429"/>
              <a:gd name="connsiteX647-29369" fmla="*/ 2181014 w 18982931"/>
              <a:gd name="connsiteY647-29370" fmla="*/ 748887 h 4449429"/>
              <a:gd name="connsiteX648-29371" fmla="*/ 2144438 w 18982931"/>
              <a:gd name="connsiteY648-29372" fmla="*/ 748887 h 4449429"/>
              <a:gd name="connsiteX649-29373" fmla="*/ 2076037 w 18982931"/>
              <a:gd name="connsiteY649-29374" fmla="*/ 748887 h 4449429"/>
              <a:gd name="connsiteX650-29375" fmla="*/ 2076037 w 18982931"/>
              <a:gd name="connsiteY650-29376" fmla="*/ 886047 h 4449429"/>
              <a:gd name="connsiteX651-29377" fmla="*/ 2112612 w 18982931"/>
              <a:gd name="connsiteY651-29378" fmla="*/ 886047 h 4449429"/>
              <a:gd name="connsiteX652-29379" fmla="*/ 2112612 w 18982931"/>
              <a:gd name="connsiteY652-29380" fmla="*/ 748887 h 4449429"/>
              <a:gd name="connsiteX653-29381" fmla="*/ 2076037 w 18982931"/>
              <a:gd name="connsiteY653-29382" fmla="*/ 748887 h 4449429"/>
              <a:gd name="connsiteX654-29383" fmla="*/ 2007635 w 18982931"/>
              <a:gd name="connsiteY654-29384" fmla="*/ 748887 h 4449429"/>
              <a:gd name="connsiteX655-29385" fmla="*/ 2007635 w 18982931"/>
              <a:gd name="connsiteY655-29386" fmla="*/ 886047 h 4449429"/>
              <a:gd name="connsiteX656-29387" fmla="*/ 2044211 w 18982931"/>
              <a:gd name="connsiteY656-29388" fmla="*/ 886047 h 4449429"/>
              <a:gd name="connsiteX657-29389" fmla="*/ 2044211 w 18982931"/>
              <a:gd name="connsiteY657-29390" fmla="*/ 748887 h 4449429"/>
              <a:gd name="connsiteX658-29391" fmla="*/ 2007635 w 18982931"/>
              <a:gd name="connsiteY658-29392" fmla="*/ 748887 h 4449429"/>
              <a:gd name="connsiteX659-29393" fmla="*/ 17088019 w 18982931"/>
              <a:gd name="connsiteY659-29394" fmla="*/ 737716 h 4449429"/>
              <a:gd name="connsiteX660-29395" fmla="*/ 17088019 w 18982931"/>
              <a:gd name="connsiteY660-29396" fmla="*/ 825107 h 4449429"/>
              <a:gd name="connsiteX661-29397" fmla="*/ 17124595 w 18982931"/>
              <a:gd name="connsiteY661-29398" fmla="*/ 825107 h 4449429"/>
              <a:gd name="connsiteX662-29399" fmla="*/ 17124595 w 18982931"/>
              <a:gd name="connsiteY662-29400" fmla="*/ 737716 h 4449429"/>
              <a:gd name="connsiteX663-29401" fmla="*/ 17088019 w 18982931"/>
              <a:gd name="connsiteY663-29402" fmla="*/ 737716 h 4449429"/>
              <a:gd name="connsiteX664-29403" fmla="*/ 17021803 w 18982931"/>
              <a:gd name="connsiteY664-29404" fmla="*/ 737716 h 4449429"/>
              <a:gd name="connsiteX665-29405" fmla="*/ 17021803 w 18982931"/>
              <a:gd name="connsiteY665-29406" fmla="*/ 825107 h 4449429"/>
              <a:gd name="connsiteX666-29407" fmla="*/ 17058379 w 18982931"/>
              <a:gd name="connsiteY666-29408" fmla="*/ 825107 h 4449429"/>
              <a:gd name="connsiteX667-29409" fmla="*/ 17058379 w 18982931"/>
              <a:gd name="connsiteY667-29410" fmla="*/ 737716 h 4449429"/>
              <a:gd name="connsiteX668-29411" fmla="*/ 17021803 w 18982931"/>
              <a:gd name="connsiteY668-29412" fmla="*/ 737716 h 4449429"/>
              <a:gd name="connsiteX669-29413" fmla="*/ 16955591 w 18982931"/>
              <a:gd name="connsiteY669-29414" fmla="*/ 737716 h 4449429"/>
              <a:gd name="connsiteX670-29415" fmla="*/ 16955591 w 18982931"/>
              <a:gd name="connsiteY670-29416" fmla="*/ 825107 h 4449429"/>
              <a:gd name="connsiteX671-29417" fmla="*/ 16992167 w 18982931"/>
              <a:gd name="connsiteY671-29418" fmla="*/ 825107 h 4449429"/>
              <a:gd name="connsiteX672-29419" fmla="*/ 16992167 w 18982931"/>
              <a:gd name="connsiteY672-29420" fmla="*/ 737716 h 4449429"/>
              <a:gd name="connsiteX673-29421" fmla="*/ 16955591 w 18982931"/>
              <a:gd name="connsiteY673-29422" fmla="*/ 737716 h 4449429"/>
              <a:gd name="connsiteX674-29423" fmla="*/ 16889375 w 18982931"/>
              <a:gd name="connsiteY674-29424" fmla="*/ 737716 h 4449429"/>
              <a:gd name="connsiteX675-29425" fmla="*/ 16889375 w 18982931"/>
              <a:gd name="connsiteY675-29426" fmla="*/ 825107 h 4449429"/>
              <a:gd name="connsiteX676-29427" fmla="*/ 16925951 w 18982931"/>
              <a:gd name="connsiteY676-29428" fmla="*/ 825107 h 4449429"/>
              <a:gd name="connsiteX677-29429" fmla="*/ 16925951 w 18982931"/>
              <a:gd name="connsiteY677-29430" fmla="*/ 737716 h 4449429"/>
              <a:gd name="connsiteX678-29431" fmla="*/ 16889375 w 18982931"/>
              <a:gd name="connsiteY678-29432" fmla="*/ 737716 h 4449429"/>
              <a:gd name="connsiteX679-29433" fmla="*/ 16823163 w 18982931"/>
              <a:gd name="connsiteY679-29434" fmla="*/ 737716 h 4449429"/>
              <a:gd name="connsiteX680-29435" fmla="*/ 16823163 w 18982931"/>
              <a:gd name="connsiteY680-29436" fmla="*/ 825107 h 4449429"/>
              <a:gd name="connsiteX681-29437" fmla="*/ 16859739 w 18982931"/>
              <a:gd name="connsiteY681-29438" fmla="*/ 825107 h 4449429"/>
              <a:gd name="connsiteX682-29439" fmla="*/ 16859739 w 18982931"/>
              <a:gd name="connsiteY682-29440" fmla="*/ 737716 h 4449429"/>
              <a:gd name="connsiteX683-29441" fmla="*/ 16823163 w 18982931"/>
              <a:gd name="connsiteY683-29442" fmla="*/ 737716 h 4449429"/>
              <a:gd name="connsiteX684-29443" fmla="*/ 16756948 w 18982931"/>
              <a:gd name="connsiteY684-29444" fmla="*/ 737716 h 4449429"/>
              <a:gd name="connsiteX685-29445" fmla="*/ 16756948 w 18982931"/>
              <a:gd name="connsiteY685-29446" fmla="*/ 825107 h 4449429"/>
              <a:gd name="connsiteX686-29447" fmla="*/ 16793523 w 18982931"/>
              <a:gd name="connsiteY686-29448" fmla="*/ 825107 h 4449429"/>
              <a:gd name="connsiteX687-29449" fmla="*/ 16793523 w 18982931"/>
              <a:gd name="connsiteY687-29450" fmla="*/ 737716 h 4449429"/>
              <a:gd name="connsiteX688-29451" fmla="*/ 16756948 w 18982931"/>
              <a:gd name="connsiteY688-29452" fmla="*/ 737716 h 4449429"/>
              <a:gd name="connsiteX689-29453" fmla="*/ 13739104 w 18982931"/>
              <a:gd name="connsiteY689-29454" fmla="*/ 0 h 4449429"/>
              <a:gd name="connsiteX690-29455" fmla="*/ 13842002 w 18982931"/>
              <a:gd name="connsiteY690-29456" fmla="*/ 0 h 4449429"/>
              <a:gd name="connsiteX691-29457" fmla="*/ 13883163 w 18982931"/>
              <a:gd name="connsiteY691-29458" fmla="*/ 428067 h 4449429"/>
              <a:gd name="connsiteX692-29459" fmla="*/ 13883163 w 18982931"/>
              <a:gd name="connsiteY692-29460" fmla="*/ 456882 h 4449429"/>
              <a:gd name="connsiteX693-29461" fmla="*/ 13907863 w 18982931"/>
              <a:gd name="connsiteY693-29462" fmla="*/ 954919 h 4449429"/>
              <a:gd name="connsiteX694-29463" fmla="*/ 13911978 w 18982931"/>
              <a:gd name="connsiteY694-29464" fmla="*/ 1679340 h 4449429"/>
              <a:gd name="connsiteX695-29465" fmla="*/ 13916091 w 18982931"/>
              <a:gd name="connsiteY695-29466" fmla="*/ 2058015 h 4449429"/>
              <a:gd name="connsiteX696-29467" fmla="*/ 13936673 w 18982931"/>
              <a:gd name="connsiteY696-29468" fmla="*/ 2086829 h 4449429"/>
              <a:gd name="connsiteX697-29469" fmla="*/ 13953138 w 18982931"/>
              <a:gd name="connsiteY697-29470" fmla="*/ 2058015 h 4449429"/>
              <a:gd name="connsiteX698-29471" fmla="*/ 13953138 w 18982931"/>
              <a:gd name="connsiteY698-29472" fmla="*/ 1955115 h 4449429"/>
              <a:gd name="connsiteX699-29473" fmla="*/ 13965483 w 18982931"/>
              <a:gd name="connsiteY699-29474" fmla="*/ 1922188 h 4449429"/>
              <a:gd name="connsiteX700-29475" fmla="*/ 13986066 w 18982931"/>
              <a:gd name="connsiteY700-29476" fmla="*/ 1876909 h 4449429"/>
              <a:gd name="connsiteX701-29477" fmla="*/ 13986066 w 18982931"/>
              <a:gd name="connsiteY701-29478" fmla="*/ 1625834 h 4449429"/>
              <a:gd name="connsiteX702-29479" fmla="*/ 14051922 w 18982931"/>
              <a:gd name="connsiteY702-29480" fmla="*/ 1617602 h 4449429"/>
              <a:gd name="connsiteX703-29481" fmla="*/ 14047992 w 18982931"/>
              <a:gd name="connsiteY703-29482" fmla="*/ 1005560 h 4449429"/>
              <a:gd name="connsiteX704-29483" fmla="*/ 14082534 w 18982931"/>
              <a:gd name="connsiteY704-29484" fmla="*/ 1005560 h 4449429"/>
              <a:gd name="connsiteX705-29485" fmla="*/ 14082534 w 18982931"/>
              <a:gd name="connsiteY705-29486" fmla="*/ 868400 h 4449429"/>
              <a:gd name="connsiteX706-29487" fmla="*/ 14047111 w 18982931"/>
              <a:gd name="connsiteY706-29488" fmla="*/ 868400 h 4449429"/>
              <a:gd name="connsiteX707-29489" fmla="*/ 14046442 w 18982931"/>
              <a:gd name="connsiteY707-29490" fmla="*/ 764191 h 4449429"/>
              <a:gd name="connsiteX708-29491" fmla="*/ 14187749 w 18982931"/>
              <a:gd name="connsiteY708-29492" fmla="*/ 436300 h 4449429"/>
              <a:gd name="connsiteX709-29493" fmla="*/ 14212445 w 18982931"/>
              <a:gd name="connsiteY709-29494" fmla="*/ 411603 h 4449429"/>
              <a:gd name="connsiteX710-29495" fmla="*/ 14410015 w 18982931"/>
              <a:gd name="connsiteY710-29496" fmla="*/ 444532 h 4449429"/>
              <a:gd name="connsiteX711-29497" fmla="*/ 14442947 w 18982931"/>
              <a:gd name="connsiteY711-29498" fmla="*/ 275776 h 4449429"/>
              <a:gd name="connsiteX712-29499" fmla="*/ 14479990 w 18982931"/>
              <a:gd name="connsiteY712-29500" fmla="*/ 246961 h 4449429"/>
              <a:gd name="connsiteX713-29501" fmla="*/ 14517032 w 18982931"/>
              <a:gd name="connsiteY713-29502" fmla="*/ 271658 h 4449429"/>
              <a:gd name="connsiteX714-29503" fmla="*/ 14574655 w 18982931"/>
              <a:gd name="connsiteY714-29504" fmla="*/ 522739 h 4449429"/>
              <a:gd name="connsiteX715-29505" fmla="*/ 14603469 w 18982931"/>
              <a:gd name="connsiteY715-29506" fmla="*/ 1123678 h 4449429"/>
              <a:gd name="connsiteX716-29507" fmla="*/ 14603469 w 18982931"/>
              <a:gd name="connsiteY716-29508" fmla="*/ 1617602 h 4449429"/>
              <a:gd name="connsiteX717-29509" fmla="*/ 14595237 w 18982931"/>
              <a:gd name="connsiteY717-29510" fmla="*/ 1683457 h 4449429"/>
              <a:gd name="connsiteX718-29511" fmla="*/ 14607589 w 18982931"/>
              <a:gd name="connsiteY718-29512" fmla="*/ 1753429 h 4449429"/>
              <a:gd name="connsiteX719-29513" fmla="*/ 14656976 w 18982931"/>
              <a:gd name="connsiteY719-29514" fmla="*/ 1753429 h 4449429"/>
              <a:gd name="connsiteX720-29515" fmla="*/ 14706369 w 18982931"/>
              <a:gd name="connsiteY720-29516" fmla="*/ 1568210 h 4449429"/>
              <a:gd name="connsiteX721-29517" fmla="*/ 14722833 w 18982931"/>
              <a:gd name="connsiteY721-29518" fmla="*/ 1568210 h 4449429"/>
              <a:gd name="connsiteX722-29519" fmla="*/ 14768111 w 18982931"/>
              <a:gd name="connsiteY722-29520" fmla="*/ 1753429 h 4449429"/>
              <a:gd name="connsiteX723-29521" fmla="*/ 14875128 w 18982931"/>
              <a:gd name="connsiteY723-29522" fmla="*/ 1753429 h 4449429"/>
              <a:gd name="connsiteX724-29523" fmla="*/ 14883360 w 18982931"/>
              <a:gd name="connsiteY724-29524" fmla="*/ 1827516 h 4449429"/>
              <a:gd name="connsiteX725-29525" fmla="*/ 14940984 w 18982931"/>
              <a:gd name="connsiteY725-29526" fmla="*/ 1827516 h 4449429"/>
              <a:gd name="connsiteX726-29527" fmla="*/ 15019191 w 18982931"/>
              <a:gd name="connsiteY726-29528" fmla="*/ 1625834 h 4449429"/>
              <a:gd name="connsiteX727-29529" fmla="*/ 15043883 w 18982931"/>
              <a:gd name="connsiteY727-29530" fmla="*/ 1090750 h 4449429"/>
              <a:gd name="connsiteX728-29531" fmla="*/ 15134436 w 18982931"/>
              <a:gd name="connsiteY728-29532" fmla="*/ 1000197 h 4449429"/>
              <a:gd name="connsiteX729-29533" fmla="*/ 15212643 w 18982931"/>
              <a:gd name="connsiteY729-29534" fmla="*/ 1078400 h 4449429"/>
              <a:gd name="connsiteX730-29535" fmla="*/ 15212643 w 18982931"/>
              <a:gd name="connsiteY730-29536" fmla="*/ 1152488 h 4449429"/>
              <a:gd name="connsiteX731-29537" fmla="*/ 15224993 w 18982931"/>
              <a:gd name="connsiteY731-29538" fmla="*/ 1119560 h 4449429"/>
              <a:gd name="connsiteX732-29539" fmla="*/ 15237338 w 18982931"/>
              <a:gd name="connsiteY732-29540" fmla="*/ 563899 h 4449429"/>
              <a:gd name="connsiteX733-29541" fmla="*/ 15290845 w 18982931"/>
              <a:gd name="connsiteY733-29542" fmla="*/ 382793 h 4449429"/>
              <a:gd name="connsiteX734-29543" fmla="*/ 15323772 w 18982931"/>
              <a:gd name="connsiteY734-29544" fmla="*/ 300473 h 4449429"/>
              <a:gd name="connsiteX735-29545" fmla="*/ 15364932 w 18982931"/>
              <a:gd name="connsiteY735-29546" fmla="*/ 259313 h 4449429"/>
              <a:gd name="connsiteX736-29547" fmla="*/ 15389634 w 18982931"/>
              <a:gd name="connsiteY736-29548" fmla="*/ 296354 h 4449429"/>
              <a:gd name="connsiteX737-29549" fmla="*/ 15401979 w 18982931"/>
              <a:gd name="connsiteY737-29550" fmla="*/ 411603 h 4449429"/>
              <a:gd name="connsiteX738-29551" fmla="*/ 15451371 w 18982931"/>
              <a:gd name="connsiteY738-29552" fmla="*/ 703843 h 4449429"/>
              <a:gd name="connsiteX739-29553" fmla="*/ 15455486 w 18982931"/>
              <a:gd name="connsiteY739-29554" fmla="*/ 1173070 h 4449429"/>
              <a:gd name="connsiteX740-29555" fmla="*/ 15455486 w 18982931"/>
              <a:gd name="connsiteY740-29556" fmla="*/ 1238927 h 4449429"/>
              <a:gd name="connsiteX741-29557" fmla="*/ 15727143 w 18982931"/>
              <a:gd name="connsiteY741-29558" fmla="*/ 1238927 h 4449429"/>
              <a:gd name="connsiteX742-29559" fmla="*/ 15727143 w 18982931"/>
              <a:gd name="connsiteY742-29560" fmla="*/ 1465306 h 4449429"/>
              <a:gd name="connsiteX743-29561" fmla="*/ 15772422 w 18982931"/>
              <a:gd name="connsiteY743-29562" fmla="*/ 1469425 h 4449429"/>
              <a:gd name="connsiteX744-29563" fmla="*/ 15850624 w 18982931"/>
              <a:gd name="connsiteY744-29564" fmla="*/ 1551745 h 4449429"/>
              <a:gd name="connsiteX745-29565" fmla="*/ 15850624 w 18982931"/>
              <a:gd name="connsiteY745-29566" fmla="*/ 2224712 h 4449429"/>
              <a:gd name="connsiteX746-29567" fmla="*/ 15923336 w 18982931"/>
              <a:gd name="connsiteY746-29568" fmla="*/ 2224712 h 4449429"/>
              <a:gd name="connsiteX747-29569" fmla="*/ 15924718 w 18982931"/>
              <a:gd name="connsiteY747-29570" fmla="*/ 2177381 h 4449429"/>
              <a:gd name="connsiteX748-29571" fmla="*/ 15982338 w 18982931"/>
              <a:gd name="connsiteY748-29572" fmla="*/ 2103294 h 4449429"/>
              <a:gd name="connsiteX749-29573" fmla="*/ 15986455 w 18982931"/>
              <a:gd name="connsiteY749-29574" fmla="*/ 2045669 h 4449429"/>
              <a:gd name="connsiteX750-29575" fmla="*/ 16002920 w 18982931"/>
              <a:gd name="connsiteY750-29576" fmla="*/ 2033319 h 4449429"/>
              <a:gd name="connsiteX751-29577" fmla="*/ 16015265 w 18982931"/>
              <a:gd name="connsiteY751-29578" fmla="*/ 2041550 h 4449429"/>
              <a:gd name="connsiteX752-29579" fmla="*/ 16056425 w 18982931"/>
              <a:gd name="connsiteY752-29580" fmla="*/ 2210310 h 4449429"/>
              <a:gd name="connsiteX753-29581" fmla="*/ 16056425 w 18982931"/>
              <a:gd name="connsiteY753-29582" fmla="*/ 2276166 h 4449429"/>
              <a:gd name="connsiteX754-29583" fmla="*/ 16077008 w 18982931"/>
              <a:gd name="connsiteY754-29584" fmla="*/ 2276166 h 4449429"/>
              <a:gd name="connsiteX755-29585" fmla="*/ 16097587 w 18982931"/>
              <a:gd name="connsiteY755-29586" fmla="*/ 1938652 h 4449429"/>
              <a:gd name="connsiteX756-29587" fmla="*/ 16122282 w 18982931"/>
              <a:gd name="connsiteY756-29588" fmla="*/ 1934533 h 4449429"/>
              <a:gd name="connsiteX757-29589" fmla="*/ 16155210 w 18982931"/>
              <a:gd name="connsiteY757-29590" fmla="*/ 1938652 h 4449429"/>
              <a:gd name="connsiteX758-29591" fmla="*/ 16155210 w 18982931"/>
              <a:gd name="connsiteY758-29592" fmla="*/ 2272048 h 4449429"/>
              <a:gd name="connsiteX759-29593" fmla="*/ 16175792 w 18982931"/>
              <a:gd name="connsiteY759-29594" fmla="*/ 2276166 h 4449429"/>
              <a:gd name="connsiteX760-29595" fmla="*/ 16192257 w 18982931"/>
              <a:gd name="connsiteY760-29596" fmla="*/ 2243238 h 4449429"/>
              <a:gd name="connsiteX761-29597" fmla="*/ 16192257 w 18982931"/>
              <a:gd name="connsiteY761-29598" fmla="*/ 1992158 h 4449429"/>
              <a:gd name="connsiteX762-29599" fmla="*/ 16192257 w 18982931"/>
              <a:gd name="connsiteY762-29600" fmla="*/ 1774011 h 4449429"/>
              <a:gd name="connsiteX763-29601" fmla="*/ 16488610 w 18982931"/>
              <a:gd name="connsiteY763-29602" fmla="*/ 1774011 h 4449429"/>
              <a:gd name="connsiteX764-29603" fmla="*/ 16538004 w 18982931"/>
              <a:gd name="connsiteY764-29604" fmla="*/ 1823403 h 4449429"/>
              <a:gd name="connsiteX765-29605" fmla="*/ 16538004 w 18982931"/>
              <a:gd name="connsiteY765-29606" fmla="*/ 2029205 h 4449429"/>
              <a:gd name="connsiteX766-29607" fmla="*/ 16550349 w 18982931"/>
              <a:gd name="connsiteY766-29608" fmla="*/ 2033319 h 4449429"/>
              <a:gd name="connsiteX767-29609" fmla="*/ 16566812 w 18982931"/>
              <a:gd name="connsiteY767-29610" fmla="*/ 1992158 h 4449429"/>
              <a:gd name="connsiteX768-29611" fmla="*/ 16570932 w 18982931"/>
              <a:gd name="connsiteY768-29612" fmla="*/ 1695804 h 4449429"/>
              <a:gd name="connsiteX769-29613" fmla="*/ 16566812 w 18982931"/>
              <a:gd name="connsiteY769-29614" fmla="*/ 773813 h 4449429"/>
              <a:gd name="connsiteX770-29615" fmla="*/ 16636788 w 18982931"/>
              <a:gd name="connsiteY770-29616" fmla="*/ 646219 h 4449429"/>
              <a:gd name="connsiteX771-29617" fmla="*/ 16723226 w 18982931"/>
              <a:gd name="connsiteY771-29618" fmla="*/ 514506 h 4449429"/>
              <a:gd name="connsiteX772-29619" fmla="*/ 16743805 w 18982931"/>
              <a:gd name="connsiteY772-29620" fmla="*/ 481577 h 4449429"/>
              <a:gd name="connsiteX773-29621" fmla="*/ 16817899 w 18982931"/>
              <a:gd name="connsiteY773-29622" fmla="*/ 329283 h 4449429"/>
              <a:gd name="connsiteX774-29623" fmla="*/ 16842595 w 18982931"/>
              <a:gd name="connsiteY774-29624" fmla="*/ 275776 h 4449429"/>
              <a:gd name="connsiteX775-29625" fmla="*/ 16859059 w 18982931"/>
              <a:gd name="connsiteY775-29626" fmla="*/ 279891 h 4449429"/>
              <a:gd name="connsiteX776-29627" fmla="*/ 16859059 w 18982931"/>
              <a:gd name="connsiteY776-29628" fmla="*/ 337515 h 4449429"/>
              <a:gd name="connsiteX777-29629" fmla="*/ 16867291 w 18982931"/>
              <a:gd name="connsiteY777-29630" fmla="*/ 382793 h 4449429"/>
              <a:gd name="connsiteX778-29631" fmla="*/ 16966075 w 18982931"/>
              <a:gd name="connsiteY778-29632" fmla="*/ 436300 h 4449429"/>
              <a:gd name="connsiteX779-29633" fmla="*/ 17031935 w 18982931"/>
              <a:gd name="connsiteY779-29634" fmla="*/ 526852 h 4449429"/>
              <a:gd name="connsiteX780-29635" fmla="*/ 17031935 w 18982931"/>
              <a:gd name="connsiteY780-29636" fmla="*/ 596826 h 4449429"/>
              <a:gd name="connsiteX781-29637" fmla="*/ 17060743 w 18982931"/>
              <a:gd name="connsiteY781-29638" fmla="*/ 600941 h 4449429"/>
              <a:gd name="connsiteX782-29639" fmla="*/ 17147183 w 18982931"/>
              <a:gd name="connsiteY782-29640" fmla="*/ 691493 h 4449429"/>
              <a:gd name="connsiteX783-29641" fmla="*/ 17147219 w 18982931"/>
              <a:gd name="connsiteY783-29642" fmla="*/ 704240 h 4449429"/>
              <a:gd name="connsiteX784-29643" fmla="*/ 17148515 w 18982931"/>
              <a:gd name="connsiteY784-29644" fmla="*/ 704240 h 4449429"/>
              <a:gd name="connsiteX785-29645" fmla="*/ 17148515 w 18982931"/>
              <a:gd name="connsiteY785-29646" fmla="*/ 880086 h 4449429"/>
              <a:gd name="connsiteX786-29647" fmla="*/ 17147731 w 18982931"/>
              <a:gd name="connsiteY786-29648" fmla="*/ 880086 h 4449429"/>
              <a:gd name="connsiteX787-29649" fmla="*/ 17151295 w 18982931"/>
              <a:gd name="connsiteY787-29650" fmla="*/ 2103294 h 4449429"/>
              <a:gd name="connsiteX788-29651" fmla="*/ 17151295 w 18982931"/>
              <a:gd name="connsiteY788-29652" fmla="*/ 2152686 h 4449429"/>
              <a:gd name="connsiteX789-29653" fmla="*/ 17225383 w 18982931"/>
              <a:gd name="connsiteY789-29654" fmla="*/ 2152686 h 4449429"/>
              <a:gd name="connsiteX790-29655" fmla="*/ 17225383 w 18982931"/>
              <a:gd name="connsiteY790-29656" fmla="*/ 1811053 h 4449429"/>
              <a:gd name="connsiteX791-29657" fmla="*/ 17307703 w 18982931"/>
              <a:gd name="connsiteY791-29658" fmla="*/ 1757546 h 4449429"/>
              <a:gd name="connsiteX792-29659" fmla="*/ 17307703 w 18982931"/>
              <a:gd name="connsiteY792-29660" fmla="*/ 1889260 h 4449429"/>
              <a:gd name="connsiteX793-29661" fmla="*/ 17336519 w 18982931"/>
              <a:gd name="connsiteY793-29662" fmla="*/ 1926302 h 4449429"/>
              <a:gd name="connsiteX794-29663" fmla="*/ 17381799 w 18982931"/>
              <a:gd name="connsiteY794-29664" fmla="*/ 1975695 h 4449429"/>
              <a:gd name="connsiteX795-29665" fmla="*/ 17381799 w 18982931"/>
              <a:gd name="connsiteY795-29666" fmla="*/ 2165031 h 4449429"/>
              <a:gd name="connsiteX796-29667" fmla="*/ 17562899 w 18982931"/>
              <a:gd name="connsiteY796-29668" fmla="*/ 2165031 h 4449429"/>
              <a:gd name="connsiteX797-29669" fmla="*/ 17562899 w 18982931"/>
              <a:gd name="connsiteY797-29670" fmla="*/ 2329673 h 4449429"/>
              <a:gd name="connsiteX798-29671" fmla="*/ 17575251 w 18982931"/>
              <a:gd name="connsiteY798-29672" fmla="*/ 2329673 h 4449429"/>
              <a:gd name="connsiteX799-29673" fmla="*/ 17575251 w 18982931"/>
              <a:gd name="connsiteY799-29674" fmla="*/ 2127989 h 4449429"/>
              <a:gd name="connsiteX800-29675" fmla="*/ 17591711 w 18982931"/>
              <a:gd name="connsiteY800-29676" fmla="*/ 1609370 h 4449429"/>
              <a:gd name="connsiteX801-29677" fmla="*/ 17604059 w 18982931"/>
              <a:gd name="connsiteY801-29678" fmla="*/ 1584673 h 4449429"/>
              <a:gd name="connsiteX802-29679" fmla="*/ 17711083 w 18982931"/>
              <a:gd name="connsiteY802-29680" fmla="*/ 1580555 h 4449429"/>
              <a:gd name="connsiteX803-29681" fmla="*/ 17735775 w 18982931"/>
              <a:gd name="connsiteY803-29682" fmla="*/ 1609370 h 4449429"/>
              <a:gd name="connsiteX804-29683" fmla="*/ 17772819 w 18982931"/>
              <a:gd name="connsiteY804-29684" fmla="*/ 1613483 h 4449429"/>
              <a:gd name="connsiteX805-29685" fmla="*/ 17768699 w 18982931"/>
              <a:gd name="connsiteY805-29686" fmla="*/ 1559977 h 4449429"/>
              <a:gd name="connsiteX806-29687" fmla="*/ 17772819 w 18982931"/>
              <a:gd name="connsiteY806-29688" fmla="*/ 1531163 h 4449429"/>
              <a:gd name="connsiteX807-29689" fmla="*/ 17797515 w 18982931"/>
              <a:gd name="connsiteY807-29690" fmla="*/ 1469425 h 4449429"/>
              <a:gd name="connsiteX808-29691" fmla="*/ 17797515 w 18982931"/>
              <a:gd name="connsiteY808-29692" fmla="*/ 1374754 h 4449429"/>
              <a:gd name="connsiteX809-29693" fmla="*/ 17813979 w 18982931"/>
              <a:gd name="connsiteY809-29694" fmla="*/ 1374754 h 4449429"/>
              <a:gd name="connsiteX810-29695" fmla="*/ 17834559 w 18982931"/>
              <a:gd name="connsiteY810-29696" fmla="*/ 1424146 h 4449429"/>
              <a:gd name="connsiteX811-29697" fmla="*/ 17912763 w 18982931"/>
              <a:gd name="connsiteY811-29698" fmla="*/ 1378872 h 4449429"/>
              <a:gd name="connsiteX812-29699" fmla="*/ 18069171 w 18982931"/>
              <a:gd name="connsiteY812-29700" fmla="*/ 1415914 h 4449429"/>
              <a:gd name="connsiteX813-29701" fmla="*/ 18069171 w 18982931"/>
              <a:gd name="connsiteY813-29702" fmla="*/ 1576442 h 4449429"/>
              <a:gd name="connsiteX814-29703" fmla="*/ 18237927 w 18982931"/>
              <a:gd name="connsiteY814-29704" fmla="*/ 1576442 h 4449429"/>
              <a:gd name="connsiteX815-29705" fmla="*/ 18237927 w 18982931"/>
              <a:gd name="connsiteY815-29706" fmla="*/ 1642297 h 4449429"/>
              <a:gd name="connsiteX816-29707" fmla="*/ 18270859 w 18982931"/>
              <a:gd name="connsiteY816-29708" fmla="*/ 1691690 h 4449429"/>
              <a:gd name="connsiteX817-29709" fmla="*/ 18270859 w 18982931"/>
              <a:gd name="connsiteY817-29710" fmla="*/ 1704036 h 4449429"/>
              <a:gd name="connsiteX818-29711" fmla="*/ 18274975 w 18982931"/>
              <a:gd name="connsiteY818-29712" fmla="*/ 1926302 h 4449429"/>
              <a:gd name="connsiteX819-29713" fmla="*/ 18279087 w 18982931"/>
              <a:gd name="connsiteY819-29714" fmla="*/ 1938652 h 4449429"/>
              <a:gd name="connsiteX820-29715" fmla="*/ 18320247 w 18982931"/>
              <a:gd name="connsiteY820-29716" fmla="*/ 1934533 h 4449429"/>
              <a:gd name="connsiteX821-29717" fmla="*/ 18320247 w 18982931"/>
              <a:gd name="connsiteY821-29718" fmla="*/ 1144256 h 4449429"/>
              <a:gd name="connsiteX822-29719" fmla="*/ 18303783 w 18982931"/>
              <a:gd name="connsiteY822-29720" fmla="*/ 1111328 h 4449429"/>
              <a:gd name="connsiteX823-29721" fmla="*/ 18287323 w 18982931"/>
              <a:gd name="connsiteY823-29722" fmla="*/ 1024893 h 4449429"/>
              <a:gd name="connsiteX824-29723" fmla="*/ 18336711 w 18982931"/>
              <a:gd name="connsiteY824-29724" fmla="*/ 1000197 h 4449429"/>
              <a:gd name="connsiteX825-29725" fmla="*/ 18361407 w 18982931"/>
              <a:gd name="connsiteY825-29726" fmla="*/ 996079 h 4449429"/>
              <a:gd name="connsiteX826-29727" fmla="*/ 18373759 w 18982931"/>
              <a:gd name="connsiteY826-29728" fmla="*/ 946687 h 4449429"/>
              <a:gd name="connsiteX827-29729" fmla="*/ 18534287 w 18982931"/>
              <a:gd name="connsiteY827-29730" fmla="*/ 946687 h 4449429"/>
              <a:gd name="connsiteX828-29731" fmla="*/ 18563095 w 18982931"/>
              <a:gd name="connsiteY828-29732" fmla="*/ 798510 h 4449429"/>
              <a:gd name="connsiteX829-29733" fmla="*/ 18731851 w 18982931"/>
              <a:gd name="connsiteY829-29734" fmla="*/ 806742 h 4449429"/>
              <a:gd name="connsiteX830-29735" fmla="*/ 18773011 w 18982931"/>
              <a:gd name="connsiteY830-29736" fmla="*/ 798510 h 4449429"/>
              <a:gd name="connsiteX831-29737" fmla="*/ 18822407 w 18982931"/>
              <a:gd name="connsiteY831-29738" fmla="*/ 893180 h 4449429"/>
              <a:gd name="connsiteX832-29739" fmla="*/ 18822407 w 18982931"/>
              <a:gd name="connsiteY832-29740" fmla="*/ 963151 h 4449429"/>
              <a:gd name="connsiteX833-29741" fmla="*/ 18982931 w 18982931"/>
              <a:gd name="connsiteY833-29742" fmla="*/ 983734 h 4449429"/>
              <a:gd name="connsiteX834-29743" fmla="*/ 18982931 w 18982931"/>
              <a:gd name="connsiteY834-29744" fmla="*/ 4449429 h 4449429"/>
              <a:gd name="connsiteX835-29745" fmla="*/ 11998023 w 18982931"/>
              <a:gd name="connsiteY835-29746" fmla="*/ 4449429 h 4449429"/>
              <a:gd name="connsiteX836-29747" fmla="*/ 11995198 w 18982931"/>
              <a:gd name="connsiteY836-29748" fmla="*/ 4429646 h 4449429"/>
              <a:gd name="connsiteX837-29749" fmla="*/ 11992726 w 18982931"/>
              <a:gd name="connsiteY837-29750" fmla="*/ 4449425 h 4449429"/>
              <a:gd name="connsiteX838-29751" fmla="*/ 8153658 w 18982931"/>
              <a:gd name="connsiteY838-29752" fmla="*/ 4449425 h 4449429"/>
              <a:gd name="connsiteX839-29753" fmla="*/ 8153658 w 18982931"/>
              <a:gd name="connsiteY839-29754" fmla="*/ 4449429 h 4449429"/>
              <a:gd name="connsiteX840-29755" fmla="*/ 6861227 w 18982931"/>
              <a:gd name="connsiteY840-29756" fmla="*/ 4449429 h 4449429"/>
              <a:gd name="connsiteX841-29757" fmla="*/ 6859697 w 18982931"/>
              <a:gd name="connsiteY841-29758" fmla="*/ 4432598 h 4449429"/>
              <a:gd name="connsiteX842-29759" fmla="*/ 6858292 w 18982931"/>
              <a:gd name="connsiteY842-29760" fmla="*/ 4449425 h 4449429"/>
              <a:gd name="connsiteX843-29761" fmla="*/ 7922 w 18982931"/>
              <a:gd name="connsiteY843-29762" fmla="*/ 4440866 h 4449429"/>
              <a:gd name="connsiteX844-29763" fmla="*/ 0 w 18982931"/>
              <a:gd name="connsiteY844-29764" fmla="*/ 1181446 h 4449429"/>
              <a:gd name="connsiteX845-29765" fmla="*/ 169756 w 18982931"/>
              <a:gd name="connsiteY845-29766" fmla="*/ 979616 h 4449429"/>
              <a:gd name="connsiteX846-29767" fmla="*/ 301466 w 18982931"/>
              <a:gd name="connsiteY846-29768" fmla="*/ 971384 h 4449429"/>
              <a:gd name="connsiteX847-29769" fmla="*/ 301466 w 18982931"/>
              <a:gd name="connsiteY847-29770" fmla="*/ 909640 h 4449429"/>
              <a:gd name="connsiteX848-29771" fmla="*/ 346746 w 18982931"/>
              <a:gd name="connsiteY848-29772" fmla="*/ 810855 h 4449429"/>
              <a:gd name="connsiteX849-29773" fmla="*/ 571541 w 18982931"/>
              <a:gd name="connsiteY849-29774" fmla="*/ 799909 h 4449429"/>
              <a:gd name="connsiteX850-29775" fmla="*/ 581356 w 18982931"/>
              <a:gd name="connsiteY850-29776" fmla="*/ 963151 h 4449429"/>
              <a:gd name="connsiteX851-29777" fmla="*/ 737766 w 18982931"/>
              <a:gd name="connsiteY851-29778" fmla="*/ 963151 h 4449429"/>
              <a:gd name="connsiteX852-29779" fmla="*/ 750116 w 18982931"/>
              <a:gd name="connsiteY852-29780" fmla="*/ 1012543 h 4449429"/>
              <a:gd name="connsiteX853-29781" fmla="*/ 778926 w 18982931"/>
              <a:gd name="connsiteY853-29782" fmla="*/ 1016657 h 4449429"/>
              <a:gd name="connsiteX854-29783" fmla="*/ 820087 w 18982931"/>
              <a:gd name="connsiteY854-29784" fmla="*/ 1041353 h 4449429"/>
              <a:gd name="connsiteX855-29785" fmla="*/ 820087 w 18982931"/>
              <a:gd name="connsiteY855-29786" fmla="*/ 1119560 h 4449429"/>
              <a:gd name="connsiteX856-29787" fmla="*/ 791276 w 18982931"/>
              <a:gd name="connsiteY856-29788" fmla="*/ 1193648 h 4449429"/>
              <a:gd name="connsiteX857-29789" fmla="*/ 791276 w 18982931"/>
              <a:gd name="connsiteY857-29790" fmla="*/ 1580555 h 4449429"/>
              <a:gd name="connsiteX858-29791" fmla="*/ 791276 w 18982931"/>
              <a:gd name="connsiteY858-29792" fmla="*/ 1955112 h 4449429"/>
              <a:gd name="connsiteX859-29793" fmla="*/ 840669 w 18982931"/>
              <a:gd name="connsiteY859-29794" fmla="*/ 1950998 h 4449429"/>
              <a:gd name="connsiteX860-29795" fmla="*/ 844783 w 18982931"/>
              <a:gd name="connsiteY860-29796" fmla="*/ 1720500 h 4449429"/>
              <a:gd name="connsiteX861-29797" fmla="*/ 873596 w 18982931"/>
              <a:gd name="connsiteY861-29798" fmla="*/ 1597020 h 4449429"/>
              <a:gd name="connsiteX862-29799" fmla="*/ 906526 w 18982931"/>
              <a:gd name="connsiteY862-29800" fmla="*/ 1584670 h 4449429"/>
              <a:gd name="connsiteX863-29801" fmla="*/ 1034120 w 18982931"/>
              <a:gd name="connsiteY863-29802" fmla="*/ 1584670 h 4449429"/>
              <a:gd name="connsiteX864-29803" fmla="*/ 1034120 w 18982931"/>
              <a:gd name="connsiteY864-29804" fmla="*/ 1420028 h 4449429"/>
              <a:gd name="connsiteX865-29805" fmla="*/ 1320382 w 18982931"/>
              <a:gd name="connsiteY865-29806" fmla="*/ 1408806 h 4449429"/>
              <a:gd name="connsiteX866-29807" fmla="*/ 1322242 w 18982931"/>
              <a:gd name="connsiteY866-29808" fmla="*/ 1559973 h 4449429"/>
              <a:gd name="connsiteX867-29809" fmla="*/ 1318126 w 18982931"/>
              <a:gd name="connsiteY867-29810" fmla="*/ 1576437 h 4449429"/>
              <a:gd name="connsiteX868-29811" fmla="*/ 1326360 w 18982931"/>
              <a:gd name="connsiteY868-29812" fmla="*/ 1621715 h 4449429"/>
              <a:gd name="connsiteX869-29813" fmla="*/ 1359290 w 18982931"/>
              <a:gd name="connsiteY869-29814" fmla="*/ 1597020 h 4449429"/>
              <a:gd name="connsiteX870-29815" fmla="*/ 1375751 w 18982931"/>
              <a:gd name="connsiteY870-29816" fmla="*/ 1588787 h 4449429"/>
              <a:gd name="connsiteX871-29817" fmla="*/ 1486884 w 18982931"/>
              <a:gd name="connsiteY871-29818" fmla="*/ 1588787 h 4449429"/>
              <a:gd name="connsiteX872-29819" fmla="*/ 1507466 w 18982931"/>
              <a:gd name="connsiteY872-29820" fmla="*/ 2337905 h 4449429"/>
              <a:gd name="connsiteX873-29821" fmla="*/ 1523929 w 18982931"/>
              <a:gd name="connsiteY873-29822" fmla="*/ 2337905 h 4449429"/>
              <a:gd name="connsiteX874-29823" fmla="*/ 1523929 w 18982931"/>
              <a:gd name="connsiteY874-29824" fmla="*/ 2169146 h 4449429"/>
              <a:gd name="connsiteX875-29825" fmla="*/ 1692685 w 18982931"/>
              <a:gd name="connsiteY875-29826" fmla="*/ 2169146 h 4449429"/>
              <a:gd name="connsiteX876-29827" fmla="*/ 1692685 w 18982931"/>
              <a:gd name="connsiteY876-29828" fmla="*/ 2020968 h 4449429"/>
              <a:gd name="connsiteX877-29829" fmla="*/ 1766772 w 18982931"/>
              <a:gd name="connsiteY877-29830" fmla="*/ 1922183 h 4449429"/>
              <a:gd name="connsiteX878-29831" fmla="*/ 1766772 w 18982931"/>
              <a:gd name="connsiteY878-29832" fmla="*/ 1757542 h 4449429"/>
              <a:gd name="connsiteX879-29833" fmla="*/ 1849095 w 18982931"/>
              <a:gd name="connsiteY879-29834" fmla="*/ 1757542 h 4449429"/>
              <a:gd name="connsiteX880-29835" fmla="*/ 1849095 w 18982931"/>
              <a:gd name="connsiteY880-29836" fmla="*/ 2156799 h 4449429"/>
              <a:gd name="connsiteX881-29837" fmla="*/ 1919070 w 18982931"/>
              <a:gd name="connsiteY881-29838" fmla="*/ 2156799 h 4449429"/>
              <a:gd name="connsiteX882-29839" fmla="*/ 1919070 w 18982931"/>
              <a:gd name="connsiteY882-29840" fmla="*/ 1864559 h 4449429"/>
              <a:gd name="connsiteX883-29841" fmla="*/ 1919070 w 18982931"/>
              <a:gd name="connsiteY883-29842" fmla="*/ 695608 h 4449429"/>
              <a:gd name="connsiteX884-29843" fmla="*/ 2005504 w 18982931"/>
              <a:gd name="connsiteY884-29844" fmla="*/ 609173 h 4449429"/>
              <a:gd name="connsiteX885-29845" fmla="*/ 2026085 w 18982931"/>
              <a:gd name="connsiteY885-29846" fmla="*/ 605054 h 4449429"/>
              <a:gd name="connsiteX886-29847" fmla="*/ 2100174 w 18982931"/>
              <a:gd name="connsiteY886-29848" fmla="*/ 448645 h 4449429"/>
              <a:gd name="connsiteX887-29849" fmla="*/ 2137215 w 18982931"/>
              <a:gd name="connsiteY887-29850" fmla="*/ 407485 h 4449429"/>
              <a:gd name="connsiteX888-29851" fmla="*/ 2194840 w 18982931"/>
              <a:gd name="connsiteY888-29852" fmla="*/ 337515 h 4449429"/>
              <a:gd name="connsiteX889-29853" fmla="*/ 2198958 w 18982931"/>
              <a:gd name="connsiteY889-29854" fmla="*/ 292236 h 4449429"/>
              <a:gd name="connsiteX890-29855" fmla="*/ 2240121 w 18982931"/>
              <a:gd name="connsiteY890-29856" fmla="*/ 358093 h 4449429"/>
              <a:gd name="connsiteX891-29857" fmla="*/ 2273047 w 18982931"/>
              <a:gd name="connsiteY891-29858" fmla="*/ 444532 h 4449429"/>
              <a:gd name="connsiteX892-29859" fmla="*/ 2330670 w 18982931"/>
              <a:gd name="connsiteY892-29860" fmla="*/ 563894 h 4449429"/>
              <a:gd name="connsiteX893-29861" fmla="*/ 2351248 w 18982931"/>
              <a:gd name="connsiteY893-29862" fmla="*/ 613286 h 4449429"/>
              <a:gd name="connsiteX894-29863" fmla="*/ 2429455 w 18982931"/>
              <a:gd name="connsiteY894-29864" fmla="*/ 675029 h 4449429"/>
              <a:gd name="connsiteX895-29865" fmla="*/ 2470614 w 18982931"/>
              <a:gd name="connsiteY895-29866" fmla="*/ 757350 h 4449429"/>
              <a:gd name="connsiteX896-29867" fmla="*/ 2470614 w 18982931"/>
              <a:gd name="connsiteY896-29868" fmla="*/ 1086631 h 4449429"/>
              <a:gd name="connsiteX897-29869" fmla="*/ 2470614 w 18982931"/>
              <a:gd name="connsiteY897-29870" fmla="*/ 2008622 h 4449429"/>
              <a:gd name="connsiteX898-29871" fmla="*/ 2487080 w 18982931"/>
              <a:gd name="connsiteY898-29872" fmla="*/ 2053897 h 4449429"/>
              <a:gd name="connsiteX899-29873" fmla="*/ 2499426 w 18982931"/>
              <a:gd name="connsiteY899-29874" fmla="*/ 1897488 h 4449429"/>
              <a:gd name="connsiteX900-29875" fmla="*/ 2602322 w 18982931"/>
              <a:gd name="connsiteY900-29876" fmla="*/ 1798703 h 4449429"/>
              <a:gd name="connsiteX901-29877" fmla="*/ 2836935 w 18982931"/>
              <a:gd name="connsiteY901-29878" fmla="*/ 1798703 h 4449429"/>
              <a:gd name="connsiteX902-29879" fmla="*/ 2836935 w 18982931"/>
              <a:gd name="connsiteY902-29880" fmla="*/ 1860446 h 4449429"/>
              <a:gd name="connsiteX903-29881" fmla="*/ 2836935 w 18982931"/>
              <a:gd name="connsiteY903-29882" fmla="*/ 2263816 h 4449429"/>
              <a:gd name="connsiteX904-29883" fmla="*/ 2845169 w 18982931"/>
              <a:gd name="connsiteY904-29884" fmla="*/ 2304976 h 4449429"/>
              <a:gd name="connsiteX905-29885" fmla="*/ 2861629 w 18982931"/>
              <a:gd name="connsiteY905-29886" fmla="*/ 2300858 h 4449429"/>
              <a:gd name="connsiteX906-29887" fmla="*/ 2861629 w 18982931"/>
              <a:gd name="connsiteY906-29888" fmla="*/ 2247351 h 4449429"/>
              <a:gd name="connsiteX907-29889" fmla="*/ 2869861 w 18982931"/>
              <a:gd name="connsiteY907-29890" fmla="*/ 1996272 h 4449429"/>
              <a:gd name="connsiteX908-29891" fmla="*/ 2923374 w 18982931"/>
              <a:gd name="connsiteY908-29892" fmla="*/ 1967462 h 4449429"/>
              <a:gd name="connsiteX909-29893" fmla="*/ 2939836 w 18982931"/>
              <a:gd name="connsiteY909-29894" fmla="*/ 2300858 h 4449429"/>
              <a:gd name="connsiteX910-29895" fmla="*/ 2956300 w 18982931"/>
              <a:gd name="connsiteY910-29896" fmla="*/ 2300858 h 4449429"/>
              <a:gd name="connsiteX911-29897" fmla="*/ 2989230 w 18982931"/>
              <a:gd name="connsiteY911-29898" fmla="*/ 2111521 h 4449429"/>
              <a:gd name="connsiteX912-29899" fmla="*/ 3018038 w 18982931"/>
              <a:gd name="connsiteY912-29900" fmla="*/ 2058015 h 4449429"/>
              <a:gd name="connsiteX913-29901" fmla="*/ 3034502 w 18982931"/>
              <a:gd name="connsiteY913-29902" fmla="*/ 2123871 h 4449429"/>
              <a:gd name="connsiteX914-29903" fmla="*/ 3038620 w 18982931"/>
              <a:gd name="connsiteY914-29904" fmla="*/ 2132104 h 4449429"/>
              <a:gd name="connsiteX915-29905" fmla="*/ 3088018 w 18982931"/>
              <a:gd name="connsiteY915-29906" fmla="*/ 2140336 h 4449429"/>
              <a:gd name="connsiteX916-29907" fmla="*/ 3095320 w 18982931"/>
              <a:gd name="connsiteY916-29908" fmla="*/ 2275334 h 4449429"/>
              <a:gd name="connsiteX917-29909" fmla="*/ 3162101 w 18982931"/>
              <a:gd name="connsiteY917-29910" fmla="*/ 2275334 h 4449429"/>
              <a:gd name="connsiteX918-29911" fmla="*/ 3162101 w 18982931"/>
              <a:gd name="connsiteY918-29912" fmla="*/ 1580555 h 4449429"/>
              <a:gd name="connsiteX919-29913" fmla="*/ 3162101 w 18982931"/>
              <a:gd name="connsiteY919-29914" fmla="*/ 1531163 h 4449429"/>
              <a:gd name="connsiteX920-29915" fmla="*/ 3199146 w 18982931"/>
              <a:gd name="connsiteY920-29916" fmla="*/ 1498235 h 4449429"/>
              <a:gd name="connsiteX921-29917" fmla="*/ 3281469 w 18982931"/>
              <a:gd name="connsiteY921-29918" fmla="*/ 1498235 h 4449429"/>
              <a:gd name="connsiteX922-29919" fmla="*/ 3281469 w 18982931"/>
              <a:gd name="connsiteY922-29920" fmla="*/ 1325362 h 4449429"/>
              <a:gd name="connsiteX923-29921" fmla="*/ 3343207 w 18982931"/>
              <a:gd name="connsiteY923-29922" fmla="*/ 1263619 h 4449429"/>
              <a:gd name="connsiteX924-29923" fmla="*/ 3544891 w 18982931"/>
              <a:gd name="connsiteY924-29924" fmla="*/ 1263619 h 4449429"/>
              <a:gd name="connsiteX925-29925" fmla="*/ 3544891 w 18982931"/>
              <a:gd name="connsiteY925-29926" fmla="*/ 712071 h 4449429"/>
              <a:gd name="connsiteX926-29927" fmla="*/ 3561357 w 18982931"/>
              <a:gd name="connsiteY926-29928" fmla="*/ 555662 h 4449429"/>
              <a:gd name="connsiteX927-29929" fmla="*/ 3606633 w 18982931"/>
              <a:gd name="connsiteY927-29930" fmla="*/ 316933 h 4449429"/>
              <a:gd name="connsiteX928-29931" fmla="*/ 3614865 w 18982931"/>
              <a:gd name="connsiteY928-29932" fmla="*/ 279891 h 4449429"/>
              <a:gd name="connsiteX929-29933" fmla="*/ 3676603 w 18982931"/>
              <a:gd name="connsiteY929-29934" fmla="*/ 341628 h 4449429"/>
              <a:gd name="connsiteX930-29935" fmla="*/ 3684835 w 18982931"/>
              <a:gd name="connsiteY930-29936" fmla="*/ 386907 h 4449429"/>
              <a:gd name="connsiteX931-29937" fmla="*/ 3742460 w 18982931"/>
              <a:gd name="connsiteY931-29938" fmla="*/ 481574 h 4449429"/>
              <a:gd name="connsiteX932-29939" fmla="*/ 3763042 w 18982931"/>
              <a:gd name="connsiteY932-29940" fmla="*/ 703838 h 4449429"/>
              <a:gd name="connsiteX933-29941" fmla="*/ 3763042 w 18982931"/>
              <a:gd name="connsiteY933-29942" fmla="*/ 1144256 h 4449429"/>
              <a:gd name="connsiteX934-29943" fmla="*/ 3771275 w 18982931"/>
              <a:gd name="connsiteY934-29944" fmla="*/ 1181298 h 4449429"/>
              <a:gd name="connsiteX935-29945" fmla="*/ 3775390 w 18982931"/>
              <a:gd name="connsiteY935-29946" fmla="*/ 1115443 h 4449429"/>
              <a:gd name="connsiteX936-29947" fmla="*/ 3923568 w 18982931"/>
              <a:gd name="connsiteY936-29948" fmla="*/ 996079 h 4449429"/>
              <a:gd name="connsiteX937-29949" fmla="*/ 3940029 w 18982931"/>
              <a:gd name="connsiteY937-29950" fmla="*/ 1020776 h 4449429"/>
              <a:gd name="connsiteX938-29951" fmla="*/ 3960611 w 18982931"/>
              <a:gd name="connsiteY938-29952" fmla="*/ 1321244 h 4449429"/>
              <a:gd name="connsiteX939-29953" fmla="*/ 3960611 w 18982931"/>
              <a:gd name="connsiteY939-29954" fmla="*/ 1584670 h 4449429"/>
              <a:gd name="connsiteX940-29955" fmla="*/ 3977076 w 18982931"/>
              <a:gd name="connsiteY940-29956" fmla="*/ 1625830 h 4449429"/>
              <a:gd name="connsiteX941-29957" fmla="*/ 4010007 w 18982931"/>
              <a:gd name="connsiteY941-29958" fmla="*/ 1666990 h 4449429"/>
              <a:gd name="connsiteX942-29959" fmla="*/ 4055279 w 18982931"/>
              <a:gd name="connsiteY942-29960" fmla="*/ 1819286 h 4449429"/>
              <a:gd name="connsiteX943-29961" fmla="*/ 4104670 w 18982931"/>
              <a:gd name="connsiteY943-29962" fmla="*/ 1819286 h 4449429"/>
              <a:gd name="connsiteX944-29963" fmla="*/ 4108788 w 18982931"/>
              <a:gd name="connsiteY944-29964" fmla="*/ 1741079 h 4449429"/>
              <a:gd name="connsiteX945-29965" fmla="*/ 4211689 w 18982931"/>
              <a:gd name="connsiteY945-29966" fmla="*/ 1741079 h 4449429"/>
              <a:gd name="connsiteX946-29967" fmla="*/ 4252847 w 18982931"/>
              <a:gd name="connsiteY946-29968" fmla="*/ 1559973 h 4449429"/>
              <a:gd name="connsiteX947-29969" fmla="*/ 4265197 w 18982931"/>
              <a:gd name="connsiteY947-29970" fmla="*/ 1559973 h 4449429"/>
              <a:gd name="connsiteX948-29971" fmla="*/ 4277546 w 18982931"/>
              <a:gd name="connsiteY948-29972" fmla="*/ 1592900 h 4449429"/>
              <a:gd name="connsiteX949-29973" fmla="*/ 4302239 w 18982931"/>
              <a:gd name="connsiteY949-29974" fmla="*/ 1708150 h 4449429"/>
              <a:gd name="connsiteX950-29975" fmla="*/ 4368100 w 18982931"/>
              <a:gd name="connsiteY950-29976" fmla="*/ 1741079 h 4449429"/>
              <a:gd name="connsiteX951-29977" fmla="*/ 4363984 w 18982931"/>
              <a:gd name="connsiteY951-29978" fmla="*/ 1634062 h 4449429"/>
              <a:gd name="connsiteX952-29979" fmla="*/ 4372218 w 18982931"/>
              <a:gd name="connsiteY952-29980" fmla="*/ 839670 h 4449429"/>
              <a:gd name="connsiteX953-29981" fmla="*/ 4442184 w 18982931"/>
              <a:gd name="connsiteY953-29982" fmla="*/ 279891 h 4449429"/>
              <a:gd name="connsiteX954-29983" fmla="*/ 4479230 w 18982931"/>
              <a:gd name="connsiteY954-29984" fmla="*/ 234611 h 4449429"/>
              <a:gd name="connsiteX955-29985" fmla="*/ 4520394 w 18982931"/>
              <a:gd name="connsiteY955-29986" fmla="*/ 284004 h 4449429"/>
              <a:gd name="connsiteX956-29987" fmla="*/ 4549200 w 18982931"/>
              <a:gd name="connsiteY956-29988" fmla="*/ 440413 h 4449429"/>
              <a:gd name="connsiteX957-29989" fmla="*/ 4680914 w 18982931"/>
              <a:gd name="connsiteY957-29990" fmla="*/ 395140 h 4449429"/>
              <a:gd name="connsiteX958-29991" fmla="*/ 4759121 w 18982931"/>
              <a:gd name="connsiteY958-29992" fmla="*/ 460995 h 4449429"/>
              <a:gd name="connsiteX959-29993" fmla="*/ 4771466 w 18982931"/>
              <a:gd name="connsiteY959-29994" fmla="*/ 493924 h 4449429"/>
              <a:gd name="connsiteX960-29995" fmla="*/ 4888657 w 18982931"/>
              <a:gd name="connsiteY960-29996" fmla="*/ 747622 h 4449429"/>
              <a:gd name="connsiteX961-29997" fmla="*/ 4888893 w 18982931"/>
              <a:gd name="connsiteY961-29998" fmla="*/ 807315 h 4449429"/>
              <a:gd name="connsiteX962-29999" fmla="*/ 4856617 w 18982931"/>
              <a:gd name="connsiteY962-30000" fmla="*/ 807315 h 4449429"/>
              <a:gd name="connsiteX963-30001" fmla="*/ 4856617 w 18982931"/>
              <a:gd name="connsiteY963-30002" fmla="*/ 944475 h 4449429"/>
              <a:gd name="connsiteX964-30003" fmla="*/ 4888332 w 18982931"/>
              <a:gd name="connsiteY964-30004" fmla="*/ 944475 h 4449429"/>
              <a:gd name="connsiteX965-30005" fmla="*/ 4888325 w 18982931"/>
              <a:gd name="connsiteY965-30006" fmla="*/ 945600 h 4449429"/>
              <a:gd name="connsiteX966-30007" fmla="*/ 4890835 w 18982931"/>
              <a:gd name="connsiteY966-30008" fmla="*/ 1609365 h 4449429"/>
              <a:gd name="connsiteX967-30009" fmla="*/ 4952574 w 18982931"/>
              <a:gd name="connsiteY967-30010" fmla="*/ 1617597 h 4449429"/>
              <a:gd name="connsiteX968-30011" fmla="*/ 4952574 w 18982931"/>
              <a:gd name="connsiteY968-30012" fmla="*/ 1868678 h 4449429"/>
              <a:gd name="connsiteX969-30013" fmla="*/ 4956691 w 18982931"/>
              <a:gd name="connsiteY969-30014" fmla="*/ 1905720 h 4449429"/>
              <a:gd name="connsiteX970-30015" fmla="*/ 4981387 w 18982931"/>
              <a:gd name="connsiteY970-30016" fmla="*/ 1967462 h 4449429"/>
              <a:gd name="connsiteX971-30017" fmla="*/ 4981387 w 18982931"/>
              <a:gd name="connsiteY971-30018" fmla="*/ 2058015 h 4449429"/>
              <a:gd name="connsiteX972-30019" fmla="*/ 5001966 w 18982931"/>
              <a:gd name="connsiteY972-30020" fmla="*/ 2086824 h 4449429"/>
              <a:gd name="connsiteX973-30021" fmla="*/ 5018429 w 18982931"/>
              <a:gd name="connsiteY973-30022" fmla="*/ 2078592 h 4449429"/>
              <a:gd name="connsiteX974-30023" fmla="*/ 5018429 w 18982931"/>
              <a:gd name="connsiteY974-30024" fmla="*/ 1881023 h 4449429"/>
              <a:gd name="connsiteX975-30025" fmla="*/ 5018429 w 18982931"/>
              <a:gd name="connsiteY975-30026" fmla="*/ 1366522 h 4449429"/>
              <a:gd name="connsiteX976-30027" fmla="*/ 5034894 w 18982931"/>
              <a:gd name="connsiteY976-30028" fmla="*/ 864367 h 4449429"/>
              <a:gd name="connsiteX977-30029" fmla="*/ 5067821 w 18982931"/>
              <a:gd name="connsiteY977-30030" fmla="*/ 197569 h 4449429"/>
              <a:gd name="connsiteX978-30031" fmla="*/ 5080173 w 18982931"/>
              <a:gd name="connsiteY978-30032" fmla="*/ 102899 h 4449429"/>
              <a:gd name="connsiteX979-30033" fmla="*/ 5216000 w 18982931"/>
              <a:gd name="connsiteY979-30034" fmla="*/ 37042 h 4449429"/>
              <a:gd name="connsiteX980-30035" fmla="*/ 5248927 w 18982931"/>
              <a:gd name="connsiteY980-30036" fmla="*/ 69972 h 4449429"/>
              <a:gd name="connsiteX981-30037" fmla="*/ 5372409 w 18982931"/>
              <a:gd name="connsiteY981-30038" fmla="*/ 69972 h 4449429"/>
              <a:gd name="connsiteX982-30039" fmla="*/ 5434151 w 18982931"/>
              <a:gd name="connsiteY982-30040" fmla="*/ 131714 h 4449429"/>
              <a:gd name="connsiteX983-30041" fmla="*/ 5434151 w 18982931"/>
              <a:gd name="connsiteY983-30042" fmla="*/ 382788 h 4449429"/>
              <a:gd name="connsiteX984-30043" fmla="*/ 5434151 w 18982931"/>
              <a:gd name="connsiteY984-30044" fmla="*/ 683261 h 4449429"/>
              <a:gd name="connsiteX985-30045" fmla="*/ 5545282 w 18982931"/>
              <a:gd name="connsiteY985-30046" fmla="*/ 687375 h 4449429"/>
              <a:gd name="connsiteX986-30047" fmla="*/ 5545282 w 18982931"/>
              <a:gd name="connsiteY986-30048" fmla="*/ 1045471 h 4449429"/>
              <a:gd name="connsiteX987-30049" fmla="*/ 5676994 w 18982931"/>
              <a:gd name="connsiteY987-30050" fmla="*/ 1045471 h 4449429"/>
              <a:gd name="connsiteX988-30051" fmla="*/ 5685227 w 18982931"/>
              <a:gd name="connsiteY988-30052" fmla="*/ 1103096 h 4449429"/>
              <a:gd name="connsiteX989-30053" fmla="*/ 5759314 w 18982931"/>
              <a:gd name="connsiteY989-30054" fmla="*/ 1193648 h 4449429"/>
              <a:gd name="connsiteX990-30055" fmla="*/ 5759314 w 18982931"/>
              <a:gd name="connsiteY990-30056" fmla="*/ 1395331 h 4449429"/>
              <a:gd name="connsiteX991-30057" fmla="*/ 5825171 w 18982931"/>
              <a:gd name="connsiteY991-30058" fmla="*/ 1395331 h 4449429"/>
              <a:gd name="connsiteX992-30059" fmla="*/ 5903378 w 18982931"/>
              <a:gd name="connsiteY992-30060" fmla="*/ 1477653 h 4449429"/>
              <a:gd name="connsiteX993-30061" fmla="*/ 5903378 w 18982931"/>
              <a:gd name="connsiteY993-30062" fmla="*/ 1918070 h 4449429"/>
              <a:gd name="connsiteX994-30063" fmla="*/ 5936306 w 18982931"/>
              <a:gd name="connsiteY994-30064" fmla="*/ 1975695 h 4449429"/>
              <a:gd name="connsiteX995-30065" fmla="*/ 5965115 w 18982931"/>
              <a:gd name="connsiteY995-30066" fmla="*/ 1275969 h 4449429"/>
              <a:gd name="connsiteX996-30067" fmla="*/ 5969235 w 18982931"/>
              <a:gd name="connsiteY996-30068" fmla="*/ 1238922 h 4449429"/>
              <a:gd name="connsiteX997-30069" fmla="*/ 6166804 w 18982931"/>
              <a:gd name="connsiteY997-30070" fmla="*/ 1238922 h 4449429"/>
              <a:gd name="connsiteX998-30071" fmla="*/ 6216196 w 18982931"/>
              <a:gd name="connsiteY998-30072" fmla="*/ 1288315 h 4449429"/>
              <a:gd name="connsiteX999-30073" fmla="*/ 6236774 w 18982931"/>
              <a:gd name="connsiteY999-30074" fmla="*/ 1428261 h 4449429"/>
              <a:gd name="connsiteX1000-30075" fmla="*/ 6273821 w 18982931"/>
              <a:gd name="connsiteY1000-30076" fmla="*/ 1498235 h 4449429"/>
              <a:gd name="connsiteX1001-30077" fmla="*/ 6273821 w 18982931"/>
              <a:gd name="connsiteY1001-30078" fmla="*/ 2230888 h 4449429"/>
              <a:gd name="connsiteX1002-30079" fmla="*/ 6277935 w 18982931"/>
              <a:gd name="connsiteY1002-30080" fmla="*/ 2280280 h 4449429"/>
              <a:gd name="connsiteX1003-30081" fmla="*/ 6319095 w 18982931"/>
              <a:gd name="connsiteY1003-30082" fmla="*/ 2193841 h 4449429"/>
              <a:gd name="connsiteX1004-30083" fmla="*/ 6364373 w 18982931"/>
              <a:gd name="connsiteY1004-30084" fmla="*/ 2288513 h 4449429"/>
              <a:gd name="connsiteX1005-30085" fmla="*/ 6389068 w 18982931"/>
              <a:gd name="connsiteY1005-30086" fmla="*/ 2313208 h 4449429"/>
              <a:gd name="connsiteX1006-30087" fmla="*/ 6541355 w 18982931"/>
              <a:gd name="connsiteY1006-30088" fmla="*/ 2313208 h 4449429"/>
              <a:gd name="connsiteX1007-30089" fmla="*/ 6541355 w 18982931"/>
              <a:gd name="connsiteY1007-30090" fmla="*/ 2148567 h 4449429"/>
              <a:gd name="connsiteX1008-30091" fmla="*/ 6660723 w 18982931"/>
              <a:gd name="connsiteY1008-30092" fmla="*/ 2148567 h 4449429"/>
              <a:gd name="connsiteX1009-30093" fmla="*/ 6660723 w 18982931"/>
              <a:gd name="connsiteY1009-30094" fmla="*/ 2259698 h 4449429"/>
              <a:gd name="connsiteX1010-30095" fmla="*/ 6705999 w 18982931"/>
              <a:gd name="connsiteY1010-30096" fmla="*/ 2551938 h 4449429"/>
              <a:gd name="connsiteX1011-30097" fmla="*/ 6714228 w 18982931"/>
              <a:gd name="connsiteY1011-30098" fmla="*/ 2580748 h 4449429"/>
              <a:gd name="connsiteX1012-30099" fmla="*/ 6722461 w 18982931"/>
              <a:gd name="connsiteY1012-30100" fmla="*/ 2576634 h 4449429"/>
              <a:gd name="connsiteX1013-30101" fmla="*/ 6751278 w 18982931"/>
              <a:gd name="connsiteY1013-30102" fmla="*/ 2263816 h 4449429"/>
              <a:gd name="connsiteX1014-30103" fmla="*/ 6800669 w 18982931"/>
              <a:gd name="connsiteY1014-30104" fmla="*/ 2255583 h 4449429"/>
              <a:gd name="connsiteX1015-30105" fmla="*/ 6837709 w 18982931"/>
              <a:gd name="connsiteY1015-30106" fmla="*/ 2181496 h 4449429"/>
              <a:gd name="connsiteX1016-30107" fmla="*/ 6841831 w 18982931"/>
              <a:gd name="connsiteY1016-30108" fmla="*/ 2152681 h 4449429"/>
              <a:gd name="connsiteX1017-30109" fmla="*/ 6845941 w 18982931"/>
              <a:gd name="connsiteY1017-30110" fmla="*/ 2115639 h 4449429"/>
              <a:gd name="connsiteX1018-30111" fmla="*/ 6857139 w 18982931"/>
              <a:gd name="connsiteY1018-30112" fmla="*/ 2115639 h 4449429"/>
              <a:gd name="connsiteX1019-30113" fmla="*/ 6899298 w 18982931"/>
              <a:gd name="connsiteY1019-30114" fmla="*/ 2109470 h 4449429"/>
              <a:gd name="connsiteX1020-30115" fmla="*/ 6922965 w 18982931"/>
              <a:gd name="connsiteY1020-30116" fmla="*/ 2140339 h 4449429"/>
              <a:gd name="connsiteX1021-30117" fmla="*/ 7009406 w 18982931"/>
              <a:gd name="connsiteY1021-30118" fmla="*/ 2070365 h 4449429"/>
              <a:gd name="connsiteX1022-30119" fmla="*/ 7145231 w 18982931"/>
              <a:gd name="connsiteY1022-30120" fmla="*/ 2066247 h 4449429"/>
              <a:gd name="connsiteX1023-30121" fmla="*/ 7145231 w 18982931"/>
              <a:gd name="connsiteY1023-30122" fmla="*/ 1901605 h 4449429"/>
              <a:gd name="connsiteX1024-30123" fmla="*/ 7145231 w 18982931"/>
              <a:gd name="connsiteY1024-30124" fmla="*/ 1769896 h 4449429"/>
              <a:gd name="connsiteX1025-30125" fmla="*/ 7215204 w 18982931"/>
              <a:gd name="connsiteY1025-30126" fmla="*/ 1597024 h 4449429"/>
              <a:gd name="connsiteX1026-30127" fmla="*/ 7285174 w 18982931"/>
              <a:gd name="connsiteY1026-30128" fmla="*/ 1753433 h 4449429"/>
              <a:gd name="connsiteX1027-30129" fmla="*/ 7297524 w 18982931"/>
              <a:gd name="connsiteY1027-30130" fmla="*/ 2062134 h 4449429"/>
              <a:gd name="connsiteX1028-30131" fmla="*/ 7367494 w 18982931"/>
              <a:gd name="connsiteY1028-30132" fmla="*/ 2066247 h 4449429"/>
              <a:gd name="connsiteX1029-30133" fmla="*/ 7371610 w 18982931"/>
              <a:gd name="connsiteY1029-30134" fmla="*/ 2148567 h 4449429"/>
              <a:gd name="connsiteX1030-30135" fmla="*/ 7462167 w 18982931"/>
              <a:gd name="connsiteY1030-30136" fmla="*/ 2148567 h 4449429"/>
              <a:gd name="connsiteX1031-30137" fmla="*/ 7462167 w 18982931"/>
              <a:gd name="connsiteY1031-30138" fmla="*/ 2095061 h 4449429"/>
              <a:gd name="connsiteX1032-30139" fmla="*/ 7462167 w 18982931"/>
              <a:gd name="connsiteY1032-30140" fmla="*/ 1597024 h 4449429"/>
              <a:gd name="connsiteX1033-30141" fmla="*/ 7482743 w 18982931"/>
              <a:gd name="connsiteY1033-30142" fmla="*/ 1008430 h 4449429"/>
              <a:gd name="connsiteX1034-30143" fmla="*/ 7495096 w 18982931"/>
              <a:gd name="connsiteY1034-30144" fmla="*/ 921991 h 4449429"/>
              <a:gd name="connsiteX1035-30145" fmla="*/ 7536254 w 18982931"/>
              <a:gd name="connsiteY1035-30146" fmla="*/ 934341 h 4449429"/>
              <a:gd name="connsiteX1036-30147" fmla="*/ 7577416 w 18982931"/>
              <a:gd name="connsiteY1036-30148" fmla="*/ 563899 h 4449429"/>
              <a:gd name="connsiteX1037-30149" fmla="*/ 7589759 w 18982931"/>
              <a:gd name="connsiteY1037-30150" fmla="*/ 563899 h 4449429"/>
              <a:gd name="connsiteX1038-30151" fmla="*/ 7639153 w 18982931"/>
              <a:gd name="connsiteY1038-30152" fmla="*/ 975501 h 4449429"/>
              <a:gd name="connsiteX1039-30153" fmla="*/ 7655614 w 18982931"/>
              <a:gd name="connsiteY1039-30154" fmla="*/ 926109 h 4449429"/>
              <a:gd name="connsiteX1040-30155" fmla="*/ 7667968 w 18982931"/>
              <a:gd name="connsiteY1040-30156" fmla="*/ 926109 h 4449429"/>
              <a:gd name="connsiteX1041-30157" fmla="*/ 7676196 w 18982931"/>
              <a:gd name="connsiteY1041-30158" fmla="*/ 1037243 h 4449429"/>
              <a:gd name="connsiteX1042-30159" fmla="*/ 7676196 w 18982931"/>
              <a:gd name="connsiteY1042-30160" fmla="*/ 2049787 h 4449429"/>
              <a:gd name="connsiteX1043-30161" fmla="*/ 7705009 w 18982931"/>
              <a:gd name="connsiteY1043-30162" fmla="*/ 2267935 h 4449429"/>
              <a:gd name="connsiteX1044-30163" fmla="*/ 7750287 w 18982931"/>
              <a:gd name="connsiteY1044-30164" fmla="*/ 2469622 h 4449429"/>
              <a:gd name="connsiteX1045-30165" fmla="*/ 7849072 w 18982931"/>
              <a:gd name="connsiteY1045-30166" fmla="*/ 2469622 h 4449429"/>
              <a:gd name="connsiteX1046-30167" fmla="*/ 7849072 w 18982931"/>
              <a:gd name="connsiteY1046-30168" fmla="*/ 2284398 h 4449429"/>
              <a:gd name="connsiteX1047-30169" fmla="*/ 7919042 w 18982931"/>
              <a:gd name="connsiteY1047-30170" fmla="*/ 2284398 h 4449429"/>
              <a:gd name="connsiteX1048-30171" fmla="*/ 7919042 w 18982931"/>
              <a:gd name="connsiteY1048-30172" fmla="*/ 2473736 h 4449429"/>
              <a:gd name="connsiteX1049-30173" fmla="*/ 8108380 w 18982931"/>
              <a:gd name="connsiteY1049-30174" fmla="*/ 2473736 h 4449429"/>
              <a:gd name="connsiteX1050-30175" fmla="*/ 8142338 w 18982931"/>
              <a:gd name="connsiteY1050-30176" fmla="*/ 2481454 h 4449429"/>
              <a:gd name="connsiteX1051-30177" fmla="*/ 8144242 w 18982931"/>
              <a:gd name="connsiteY1051-30178" fmla="*/ 2485067 h 4449429"/>
              <a:gd name="connsiteX1052-30179" fmla="*/ 8144242 w 18982931"/>
              <a:gd name="connsiteY1052-30180" fmla="*/ 1280084 h 4449429"/>
              <a:gd name="connsiteX1053-30181" fmla="*/ 8189518 w 18982931"/>
              <a:gd name="connsiteY1053-30182" fmla="*/ 1115443 h 4449429"/>
              <a:gd name="connsiteX1054-30183" fmla="*/ 8230679 w 18982931"/>
              <a:gd name="connsiteY1054-30184" fmla="*/ 1090746 h 4449429"/>
              <a:gd name="connsiteX1055-30185" fmla="*/ 8477642 w 18982931"/>
              <a:gd name="connsiteY1055-30186" fmla="*/ 1090746 h 4449429"/>
              <a:gd name="connsiteX1056-30187" fmla="*/ 8518799 w 18982931"/>
              <a:gd name="connsiteY1056-30188" fmla="*/ 1111328 h 4449429"/>
              <a:gd name="connsiteX1057-30189" fmla="*/ 8568194 w 18982931"/>
              <a:gd name="connsiteY1057-30190" fmla="*/ 1288315 h 4449429"/>
              <a:gd name="connsiteX1058-30191" fmla="*/ 8572304 w 18982931"/>
              <a:gd name="connsiteY1058-30192" fmla="*/ 2152681 h 4449429"/>
              <a:gd name="connsiteX1059-30193" fmla="*/ 8572304 w 18982931"/>
              <a:gd name="connsiteY1059-30194" fmla="*/ 2222656 h 4449429"/>
              <a:gd name="connsiteX1060-30195" fmla="*/ 8827499 w 18982931"/>
              <a:gd name="connsiteY1060-30196" fmla="*/ 2222656 h 4449429"/>
              <a:gd name="connsiteX1061-30197" fmla="*/ 8827499 w 18982931"/>
              <a:gd name="connsiteY1061-30198" fmla="*/ 2053897 h 4449429"/>
              <a:gd name="connsiteX1062-30199" fmla="*/ 8827499 w 18982931"/>
              <a:gd name="connsiteY1062-30200" fmla="*/ 1996272 h 4449429"/>
              <a:gd name="connsiteX1063-30201" fmla="*/ 8926285 w 18982931"/>
              <a:gd name="connsiteY1063-30202" fmla="*/ 1876910 h 4449429"/>
              <a:gd name="connsiteX1064-30203" fmla="*/ 8926285 w 18982931"/>
              <a:gd name="connsiteY1064-30204" fmla="*/ 1757542 h 4449429"/>
              <a:gd name="connsiteX1065-30205" fmla="*/ 8926285 w 18982931"/>
              <a:gd name="connsiteY1065-30206" fmla="*/ 1527045 h 4449429"/>
              <a:gd name="connsiteX1066-30207" fmla="*/ 8950980 w 18982931"/>
              <a:gd name="connsiteY1066-30208" fmla="*/ 1432378 h 4449429"/>
              <a:gd name="connsiteX1067-30209" fmla="*/ 8950980 w 18982931"/>
              <a:gd name="connsiteY1067-30210" fmla="*/ 1424146 h 4449429"/>
              <a:gd name="connsiteX1068-30211" fmla="*/ 8983911 w 18982931"/>
              <a:gd name="connsiteY1068-30212" fmla="*/ 1107210 h 4449429"/>
              <a:gd name="connsiteX1069-30213" fmla="*/ 8992140 w 18982931"/>
              <a:gd name="connsiteY1069-30214" fmla="*/ 1049586 h 4449429"/>
              <a:gd name="connsiteX1070-30215" fmla="*/ 9012723 w 18982931"/>
              <a:gd name="connsiteY1070-30216" fmla="*/ 1049586 h 4449429"/>
              <a:gd name="connsiteX1071-30217" fmla="*/ 9049767 w 18982931"/>
              <a:gd name="connsiteY1071-30218" fmla="*/ 1325362 h 4449429"/>
              <a:gd name="connsiteX1072-30219" fmla="*/ 9115624 w 18982931"/>
              <a:gd name="connsiteY1072-30220" fmla="*/ 1329476 h 4449429"/>
              <a:gd name="connsiteX1073-30221" fmla="*/ 9165014 w 18982931"/>
              <a:gd name="connsiteY1073-30222" fmla="*/ 1436493 h 4449429"/>
              <a:gd name="connsiteX1074-30223" fmla="*/ 9181479 w 18982931"/>
              <a:gd name="connsiteY1074-30224" fmla="*/ 1494116 h 4449429"/>
              <a:gd name="connsiteX1075-30225" fmla="*/ 9181479 w 18982931"/>
              <a:gd name="connsiteY1075-30226" fmla="*/ 1823399 h 4449429"/>
              <a:gd name="connsiteX1076-30227" fmla="*/ 9181479 w 18982931"/>
              <a:gd name="connsiteY1076-30228" fmla="*/ 1881023 h 4449429"/>
              <a:gd name="connsiteX1077-30229" fmla="*/ 9280267 w 18982931"/>
              <a:gd name="connsiteY1077-30230" fmla="*/ 1881023 h 4449429"/>
              <a:gd name="connsiteX1078-30231" fmla="*/ 9280267 w 18982931"/>
              <a:gd name="connsiteY1078-30232" fmla="*/ 1815166 h 4449429"/>
              <a:gd name="connsiteX1079-30233" fmla="*/ 9280267 w 18982931"/>
              <a:gd name="connsiteY1079-30234" fmla="*/ 304587 h 4449429"/>
              <a:gd name="connsiteX1080-30235" fmla="*/ 9346122 w 18982931"/>
              <a:gd name="connsiteY1080-30236" fmla="*/ 238731 h 4449429"/>
              <a:gd name="connsiteX1081-30237" fmla="*/ 9453137 w 18982931"/>
              <a:gd name="connsiteY1081-30238" fmla="*/ 341628 h 4449429"/>
              <a:gd name="connsiteX1082-30239" fmla="*/ 9453137 w 18982931"/>
              <a:gd name="connsiteY1082-30240" fmla="*/ 1815166 h 4449429"/>
              <a:gd name="connsiteX1083-30241" fmla="*/ 9453137 w 18982931"/>
              <a:gd name="connsiteY1083-30242" fmla="*/ 1876910 h 4449429"/>
              <a:gd name="connsiteX1084-30243" fmla="*/ 9551919 w 18982931"/>
              <a:gd name="connsiteY1084-30244" fmla="*/ 1876910 h 4449429"/>
              <a:gd name="connsiteX1085-30245" fmla="*/ 9551919 w 18982931"/>
              <a:gd name="connsiteY1085-30246" fmla="*/ 1724614 h 4449429"/>
              <a:gd name="connsiteX1086-30247" fmla="*/ 9551919 w 18982931"/>
              <a:gd name="connsiteY1086-30248" fmla="*/ 1481771 h 4449429"/>
              <a:gd name="connsiteX1087-30249" fmla="*/ 9597198 w 18982931"/>
              <a:gd name="connsiteY1087-30250" fmla="*/ 1374754 h 4449429"/>
              <a:gd name="connsiteX1088-30251" fmla="*/ 9613662 w 18982931"/>
              <a:gd name="connsiteY1088-30252" fmla="*/ 1325362 h 4449429"/>
              <a:gd name="connsiteX1089-30253" fmla="*/ 9683632 w 18982931"/>
              <a:gd name="connsiteY1089-30254" fmla="*/ 1325362 h 4449429"/>
              <a:gd name="connsiteX1090-30255" fmla="*/ 9683632 w 18982931"/>
              <a:gd name="connsiteY1090-30256" fmla="*/ 1522931 h 4449429"/>
              <a:gd name="connsiteX1091-30257" fmla="*/ 9819464 w 18982931"/>
              <a:gd name="connsiteY1091-30258" fmla="*/ 1522931 h 4449429"/>
              <a:gd name="connsiteX1092-30259" fmla="*/ 9819464 w 18982931"/>
              <a:gd name="connsiteY1092-30260" fmla="*/ 1720501 h 4449429"/>
              <a:gd name="connsiteX1093-30261" fmla="*/ 9819464 w 18982931"/>
              <a:gd name="connsiteY1093-30262" fmla="*/ 1835749 h 4449429"/>
              <a:gd name="connsiteX1094-30263" fmla="*/ 9868856 w 18982931"/>
              <a:gd name="connsiteY1094-30264" fmla="*/ 1885142 h 4449429"/>
              <a:gd name="connsiteX1095-30265" fmla="*/ 9922361 w 18982931"/>
              <a:gd name="connsiteY1095-30266" fmla="*/ 1938648 h 4449429"/>
              <a:gd name="connsiteX1096-30267" fmla="*/ 9922361 w 18982931"/>
              <a:gd name="connsiteY1096-30268" fmla="*/ 2226770 h 4449429"/>
              <a:gd name="connsiteX1097-30269" fmla="*/ 10189906 w 18982931"/>
              <a:gd name="connsiteY1097-30270" fmla="*/ 2226770 h 4449429"/>
              <a:gd name="connsiteX1098-30271" fmla="*/ 10189906 w 18982931"/>
              <a:gd name="connsiteY1098-30272" fmla="*/ 1864559 h 4449429"/>
              <a:gd name="connsiteX1099-30273" fmla="*/ 10251644 w 18982931"/>
              <a:gd name="connsiteY1099-30274" fmla="*/ 1852213 h 4449429"/>
              <a:gd name="connsiteX1100-30275" fmla="*/ 10251644 w 18982931"/>
              <a:gd name="connsiteY1100-30276" fmla="*/ 1465306 h 4449429"/>
              <a:gd name="connsiteX1101-30277" fmla="*/ 10198137 w 18982931"/>
              <a:gd name="connsiteY1101-30278" fmla="*/ 1461188 h 4449429"/>
              <a:gd name="connsiteX1102-30279" fmla="*/ 10198137 w 18982931"/>
              <a:gd name="connsiteY1102-30280" fmla="*/ 1317129 h 4449429"/>
              <a:gd name="connsiteX1103-30281" fmla="*/ 10572694 w 18982931"/>
              <a:gd name="connsiteY1103-30282" fmla="*/ 1317129 h 4449429"/>
              <a:gd name="connsiteX1104-30283" fmla="*/ 10572694 w 18982931"/>
              <a:gd name="connsiteY1104-30284" fmla="*/ 2140336 h 4449429"/>
              <a:gd name="connsiteX1105-30285" fmla="*/ 10642669 w 18982931"/>
              <a:gd name="connsiteY1105-30286" fmla="*/ 2144449 h 4449429"/>
              <a:gd name="connsiteX1106-30287" fmla="*/ 10642669 w 18982931"/>
              <a:gd name="connsiteY1106-30288" fmla="*/ 2477849 h 4449429"/>
              <a:gd name="connsiteX1107-30289" fmla="*/ 10885512 w 18982931"/>
              <a:gd name="connsiteY1107-30290" fmla="*/ 2477849 h 4449429"/>
              <a:gd name="connsiteX1108-30291" fmla="*/ 10885512 w 18982931"/>
              <a:gd name="connsiteY1108-30292" fmla="*/ 2292626 h 4449429"/>
              <a:gd name="connsiteX1109-30293" fmla="*/ 10959601 w 18982931"/>
              <a:gd name="connsiteY1109-30294" fmla="*/ 2292626 h 4449429"/>
              <a:gd name="connsiteX1110-30295" fmla="*/ 10959601 w 18982931"/>
              <a:gd name="connsiteY1110-30296" fmla="*/ 2477849 h 4449429"/>
              <a:gd name="connsiteX1111-30297" fmla="*/ 11066618 w 18982931"/>
              <a:gd name="connsiteY1111-30298" fmla="*/ 2477849 h 4449429"/>
              <a:gd name="connsiteX1112-30299" fmla="*/ 11107778 w 18982931"/>
              <a:gd name="connsiteY1112-30300" fmla="*/ 2284395 h 4449429"/>
              <a:gd name="connsiteX1113-30301" fmla="*/ 11136593 w 18982931"/>
              <a:gd name="connsiteY1113-30302" fmla="*/ 2053897 h 4449429"/>
              <a:gd name="connsiteX1114-30303" fmla="*/ 11136593 w 18982931"/>
              <a:gd name="connsiteY1114-30304" fmla="*/ 1061936 h 4449429"/>
              <a:gd name="connsiteX1115-30305" fmla="*/ 11148938 w 18982931"/>
              <a:gd name="connsiteY1115-30306" fmla="*/ 938454 h 4449429"/>
              <a:gd name="connsiteX1116-30307" fmla="*/ 11161288 w 18982931"/>
              <a:gd name="connsiteY1116-30308" fmla="*/ 938454 h 4449429"/>
              <a:gd name="connsiteX1117-30309" fmla="*/ 11177753 w 18982931"/>
              <a:gd name="connsiteY1117-30310" fmla="*/ 983729 h 4449429"/>
              <a:gd name="connsiteX1118-30311" fmla="*/ 11231258 w 18982931"/>
              <a:gd name="connsiteY1118-30312" fmla="*/ 572126 h 4449429"/>
              <a:gd name="connsiteX1119-30313" fmla="*/ 11243610 w 18982931"/>
              <a:gd name="connsiteY1119-30314" fmla="*/ 572126 h 4449429"/>
              <a:gd name="connsiteX1120-30315" fmla="*/ 11284770 w 18982931"/>
              <a:gd name="connsiteY1120-30316" fmla="*/ 946687 h 4449429"/>
              <a:gd name="connsiteX1121-30317" fmla="*/ 11325929 w 18982931"/>
              <a:gd name="connsiteY1121-30318" fmla="*/ 934337 h 4449429"/>
              <a:gd name="connsiteX1122-30319" fmla="*/ 11342394 w 18982931"/>
              <a:gd name="connsiteY1122-30320" fmla="*/ 1061936 h 4449429"/>
              <a:gd name="connsiteX1123-30321" fmla="*/ 11342394 w 18982931"/>
              <a:gd name="connsiteY1123-30322" fmla="*/ 1300666 h 4449429"/>
              <a:gd name="connsiteX1124-30323" fmla="*/ 11358857 w 18982931"/>
              <a:gd name="connsiteY1124-30324" fmla="*/ 2132104 h 4449429"/>
              <a:gd name="connsiteX1125-30325" fmla="*/ 11362976 w 18982931"/>
              <a:gd name="connsiteY1125-30326" fmla="*/ 2165031 h 4449429"/>
              <a:gd name="connsiteX1126-30327" fmla="*/ 11453524 w 18982931"/>
              <a:gd name="connsiteY1126-30328" fmla="*/ 2165031 h 4449429"/>
              <a:gd name="connsiteX1127-30329" fmla="*/ 11457643 w 18982931"/>
              <a:gd name="connsiteY1127-30330" fmla="*/ 2082711 h 4449429"/>
              <a:gd name="connsiteX1128-30331" fmla="*/ 11535845 w 18982931"/>
              <a:gd name="connsiteY1128-30332" fmla="*/ 2078592 h 4449429"/>
              <a:gd name="connsiteX1129-30333" fmla="*/ 11535845 w 18982931"/>
              <a:gd name="connsiteY1129-30334" fmla="*/ 2004505 h 4449429"/>
              <a:gd name="connsiteX1130-30335" fmla="*/ 11548195 w 18982931"/>
              <a:gd name="connsiteY1130-30336" fmla="*/ 1736964 h 4449429"/>
              <a:gd name="connsiteX1131-30337" fmla="*/ 11609938 w 18982931"/>
              <a:gd name="connsiteY1131-30338" fmla="*/ 1609365 h 4449429"/>
              <a:gd name="connsiteX1132-30339" fmla="*/ 11688140 w 18982931"/>
              <a:gd name="connsiteY1132-30340" fmla="*/ 1765774 h 4449429"/>
              <a:gd name="connsiteX1133-30341" fmla="*/ 11688140 w 18982931"/>
              <a:gd name="connsiteY1133-30342" fmla="*/ 2082711 h 4449429"/>
              <a:gd name="connsiteX1134-30343" fmla="*/ 11910406 w 18982931"/>
              <a:gd name="connsiteY1134-30344" fmla="*/ 2148567 h 4449429"/>
              <a:gd name="connsiteX1135-30345" fmla="*/ 11988608 w 18982931"/>
              <a:gd name="connsiteY1135-30346" fmla="*/ 2119754 h 4449429"/>
              <a:gd name="connsiteX1136-30347" fmla="*/ 11991181 w 18982931"/>
              <a:gd name="connsiteY1136-30348" fmla="*/ 2153197 h 4449429"/>
              <a:gd name="connsiteX1137-30349" fmla="*/ 11993908 w 18982931"/>
              <a:gd name="connsiteY1137-30350" fmla="*/ 2158900 h 4449429"/>
              <a:gd name="connsiteX1138-30351" fmla="*/ 11993908 w 18982931"/>
              <a:gd name="connsiteY1138-30352" fmla="*/ 2156799 h 4449429"/>
              <a:gd name="connsiteX1139-30353" fmla="*/ 11998023 w 18982931"/>
              <a:gd name="connsiteY1139-30354" fmla="*/ 2115639 h 4449429"/>
              <a:gd name="connsiteX1140-30355" fmla="*/ 12010373 w 18982931"/>
              <a:gd name="connsiteY1140-30356" fmla="*/ 2115639 h 4449429"/>
              <a:gd name="connsiteX1141-30357" fmla="*/ 12014490 w 18982931"/>
              <a:gd name="connsiteY1141-30358" fmla="*/ 2185614 h 4449429"/>
              <a:gd name="connsiteX1142-30359" fmla="*/ 12055650 w 18982931"/>
              <a:gd name="connsiteY1142-30360" fmla="*/ 2259703 h 4449429"/>
              <a:gd name="connsiteX1143-30361" fmla="*/ 12109157 w 18982931"/>
              <a:gd name="connsiteY1143-30362" fmla="*/ 2267933 h 4449429"/>
              <a:gd name="connsiteX1144-30363" fmla="*/ 12137972 w 18982931"/>
              <a:gd name="connsiteY1144-30364" fmla="*/ 2580753 h 4449429"/>
              <a:gd name="connsiteX1145-30365" fmla="*/ 12150317 w 18982931"/>
              <a:gd name="connsiteY1145-30366" fmla="*/ 2580753 h 4449429"/>
              <a:gd name="connsiteX1146-30367" fmla="*/ 12179132 w 18982931"/>
              <a:gd name="connsiteY1146-30368" fmla="*/ 2411992 h 4449429"/>
              <a:gd name="connsiteX1147-30369" fmla="*/ 12207942 w 18982931"/>
              <a:gd name="connsiteY1147-30370" fmla="*/ 2160917 h 4449429"/>
              <a:gd name="connsiteX1148-30371" fmla="*/ 12216174 w 18982931"/>
              <a:gd name="connsiteY1148-30372" fmla="*/ 2152686 h 4449429"/>
              <a:gd name="connsiteX1149-30373" fmla="*/ 12331423 w 18982931"/>
              <a:gd name="connsiteY1149-30374" fmla="*/ 2152686 h 4449429"/>
              <a:gd name="connsiteX1150-30375" fmla="*/ 12331423 w 18982931"/>
              <a:gd name="connsiteY1150-30376" fmla="*/ 2317327 h 4449429"/>
              <a:gd name="connsiteX1151-30377" fmla="*/ 12496064 w 18982931"/>
              <a:gd name="connsiteY1151-30378" fmla="*/ 2313208 h 4449429"/>
              <a:gd name="connsiteX1152-30379" fmla="*/ 12557802 w 18982931"/>
              <a:gd name="connsiteY1152-30380" fmla="*/ 2210310 h 4449429"/>
              <a:gd name="connsiteX1153-30381" fmla="*/ 12566034 w 18982931"/>
              <a:gd name="connsiteY1153-30382" fmla="*/ 2206191 h 4449429"/>
              <a:gd name="connsiteX1154-30383" fmla="*/ 12598962 w 18982931"/>
              <a:gd name="connsiteY1154-30384" fmla="*/ 2267933 h 4449429"/>
              <a:gd name="connsiteX1155-30385" fmla="*/ 12607194 w 18982931"/>
              <a:gd name="connsiteY1155-30386" fmla="*/ 2263816 h 4449429"/>
              <a:gd name="connsiteX1156-30387" fmla="*/ 12607194 w 18982931"/>
              <a:gd name="connsiteY1156-30388" fmla="*/ 1461193 h 4449429"/>
              <a:gd name="connsiteX1157-30389" fmla="*/ 12677169 w 18982931"/>
              <a:gd name="connsiteY1157-30390" fmla="*/ 1230695 h 4449429"/>
              <a:gd name="connsiteX1158-30391" fmla="*/ 12920017 w 18982931"/>
              <a:gd name="connsiteY1158-30392" fmla="*/ 1230695 h 4449429"/>
              <a:gd name="connsiteX1159-30393" fmla="*/ 12948827 w 18982931"/>
              <a:gd name="connsiteY1159-30394" fmla="*/ 1490003 h 4449429"/>
              <a:gd name="connsiteX1160-30395" fmla="*/ 12948827 w 18982931"/>
              <a:gd name="connsiteY1160-30396" fmla="*/ 1909838 h 4449429"/>
              <a:gd name="connsiteX1161-30397" fmla="*/ 12948827 w 18982931"/>
              <a:gd name="connsiteY1161-30398" fmla="*/ 1975695 h 4449429"/>
              <a:gd name="connsiteX1162-30399" fmla="*/ 12969405 w 18982931"/>
              <a:gd name="connsiteY1162-30400" fmla="*/ 1979812 h 4449429"/>
              <a:gd name="connsiteX1163-30401" fmla="*/ 12989987 w 18982931"/>
              <a:gd name="connsiteY1163-30402" fmla="*/ 1913955 h 4449429"/>
              <a:gd name="connsiteX1164-30403" fmla="*/ 12989987 w 18982931"/>
              <a:gd name="connsiteY1164-30404" fmla="*/ 1469425 h 4449429"/>
              <a:gd name="connsiteX1165-30405" fmla="*/ 13064076 w 18982931"/>
              <a:gd name="connsiteY1165-30406" fmla="*/ 1395336 h 4449429"/>
              <a:gd name="connsiteX1166-30407" fmla="*/ 13146396 w 18982931"/>
              <a:gd name="connsiteY1166-30408" fmla="*/ 1395336 h 4449429"/>
              <a:gd name="connsiteX1167-30409" fmla="*/ 13146396 w 18982931"/>
              <a:gd name="connsiteY1167-30410" fmla="*/ 1111328 h 4449429"/>
              <a:gd name="connsiteX1168-30411" fmla="*/ 13216366 w 18982931"/>
              <a:gd name="connsiteY1168-30412" fmla="*/ 1103096 h 4449429"/>
              <a:gd name="connsiteX1169-30413" fmla="*/ 13228716 w 18982931"/>
              <a:gd name="connsiteY1169-30414" fmla="*/ 1041358 h 4449429"/>
              <a:gd name="connsiteX1170-30415" fmla="*/ 13368662 w 18982931"/>
              <a:gd name="connsiteY1170-30416" fmla="*/ 1041358 h 4449429"/>
              <a:gd name="connsiteX1171-30417" fmla="*/ 13368662 w 18982931"/>
              <a:gd name="connsiteY1171-30418" fmla="*/ 687379 h 4449429"/>
              <a:gd name="connsiteX1172-30419" fmla="*/ 13483911 w 18982931"/>
              <a:gd name="connsiteY1172-30420" fmla="*/ 687379 h 4449429"/>
              <a:gd name="connsiteX1173-30421" fmla="*/ 13483911 w 18982931"/>
              <a:gd name="connsiteY1173-30422" fmla="*/ 617404 h 4449429"/>
              <a:gd name="connsiteX1174-30423" fmla="*/ 13483911 w 18982931"/>
              <a:gd name="connsiteY1174-30424" fmla="*/ 131714 h 4449429"/>
              <a:gd name="connsiteX1175-30425" fmla="*/ 13541534 w 18982931"/>
              <a:gd name="connsiteY1175-30426" fmla="*/ 74089 h 4449429"/>
              <a:gd name="connsiteX1176-30427" fmla="*/ 13685593 w 18982931"/>
              <a:gd name="connsiteY1176-30428" fmla="*/ 74089 h 4449429"/>
              <a:gd name="connsiteX1177-30429" fmla="*/ 13730872 w 18982931"/>
              <a:gd name="connsiteY1177-30430" fmla="*/ 49392 h 4449429"/>
              <a:gd name="connsiteX1178-30431" fmla="*/ 13739104 w 18982931"/>
              <a:gd name="connsiteY1178-30432" fmla="*/ 0 h 4449429"/>
              <a:gd name="connsiteX0-30433" fmla="*/ 16404499 w 18982931"/>
              <a:gd name="connsiteY0-30434" fmla="*/ 4309270 h 4449429"/>
              <a:gd name="connsiteX1-30435" fmla="*/ 16404499 w 18982931"/>
              <a:gd name="connsiteY1-30436" fmla="*/ 4366104 h 4449429"/>
              <a:gd name="connsiteX2-30437" fmla="*/ 16461332 w 18982931"/>
              <a:gd name="connsiteY2-30438" fmla="*/ 4366104 h 4449429"/>
              <a:gd name="connsiteX3-30439" fmla="*/ 16461332 w 18982931"/>
              <a:gd name="connsiteY3-30440" fmla="*/ 4309270 h 4449429"/>
              <a:gd name="connsiteX4-30441" fmla="*/ 16404499 w 18982931"/>
              <a:gd name="connsiteY4-30442" fmla="*/ 4309270 h 4449429"/>
              <a:gd name="connsiteX5-30443" fmla="*/ 16292444 w 18982931"/>
              <a:gd name="connsiteY5-30444" fmla="*/ 4309270 h 4449429"/>
              <a:gd name="connsiteX6-30445" fmla="*/ 16292444 w 18982931"/>
              <a:gd name="connsiteY6-30446" fmla="*/ 4366104 h 4449429"/>
              <a:gd name="connsiteX7-30447" fmla="*/ 16349278 w 18982931"/>
              <a:gd name="connsiteY7-30448" fmla="*/ 4366104 h 4449429"/>
              <a:gd name="connsiteX8-30449" fmla="*/ 16349278 w 18982931"/>
              <a:gd name="connsiteY8-30450" fmla="*/ 4309270 h 4449429"/>
              <a:gd name="connsiteX9-30451" fmla="*/ 16292444 w 18982931"/>
              <a:gd name="connsiteY9-30452" fmla="*/ 4309270 h 4449429"/>
              <a:gd name="connsiteX10-30453" fmla="*/ 16180390 w 18982931"/>
              <a:gd name="connsiteY10-30454" fmla="*/ 4309270 h 4449429"/>
              <a:gd name="connsiteX11-30455" fmla="*/ 16180390 w 18982931"/>
              <a:gd name="connsiteY11-30456" fmla="*/ 4366104 h 4449429"/>
              <a:gd name="connsiteX12-30457" fmla="*/ 16237224 w 18982931"/>
              <a:gd name="connsiteY12-30458" fmla="*/ 4366104 h 4449429"/>
              <a:gd name="connsiteX13-30459" fmla="*/ 16237224 w 18982931"/>
              <a:gd name="connsiteY13-30460" fmla="*/ 4309270 h 4449429"/>
              <a:gd name="connsiteX14-30461" fmla="*/ 16180390 w 18982931"/>
              <a:gd name="connsiteY14-30462" fmla="*/ 4309270 h 4449429"/>
              <a:gd name="connsiteX15-30463" fmla="*/ 2813944 w 18982931"/>
              <a:gd name="connsiteY15-30464" fmla="*/ 4309269 h 4449429"/>
              <a:gd name="connsiteX16-30465" fmla="*/ 2813944 w 18982931"/>
              <a:gd name="connsiteY16-30466" fmla="*/ 4366102 h 4449429"/>
              <a:gd name="connsiteX17-30467" fmla="*/ 2870780 w 18982931"/>
              <a:gd name="connsiteY17-30468" fmla="*/ 4366102 h 4449429"/>
              <a:gd name="connsiteX18-30469" fmla="*/ 2870780 w 18982931"/>
              <a:gd name="connsiteY18-30470" fmla="*/ 4309269 h 4449429"/>
              <a:gd name="connsiteX19-30471" fmla="*/ 2813944 w 18982931"/>
              <a:gd name="connsiteY19-30472" fmla="*/ 4309269 h 4449429"/>
              <a:gd name="connsiteX20-30473" fmla="*/ 2701890 w 18982931"/>
              <a:gd name="connsiteY20-30474" fmla="*/ 4309269 h 4449429"/>
              <a:gd name="connsiteX21-30475" fmla="*/ 2701890 w 18982931"/>
              <a:gd name="connsiteY21-30476" fmla="*/ 4366102 h 4449429"/>
              <a:gd name="connsiteX22-30477" fmla="*/ 2758723 w 18982931"/>
              <a:gd name="connsiteY22-30478" fmla="*/ 4366102 h 4449429"/>
              <a:gd name="connsiteX23-30479" fmla="*/ 2758723 w 18982931"/>
              <a:gd name="connsiteY23-30480" fmla="*/ 4309269 h 4449429"/>
              <a:gd name="connsiteX24-30481" fmla="*/ 2701890 w 18982931"/>
              <a:gd name="connsiteY24-30482" fmla="*/ 4309269 h 4449429"/>
              <a:gd name="connsiteX25-30483" fmla="*/ 2589843 w 18982931"/>
              <a:gd name="connsiteY25-30484" fmla="*/ 4309269 h 4449429"/>
              <a:gd name="connsiteX26-30485" fmla="*/ 2589843 w 18982931"/>
              <a:gd name="connsiteY26-30486" fmla="*/ 4366102 h 4449429"/>
              <a:gd name="connsiteX27-30487" fmla="*/ 2646669 w 18982931"/>
              <a:gd name="connsiteY27-30488" fmla="*/ 4366102 h 4449429"/>
              <a:gd name="connsiteX28-30489" fmla="*/ 2646669 w 18982931"/>
              <a:gd name="connsiteY28-30490" fmla="*/ 4309269 h 4449429"/>
              <a:gd name="connsiteX29-30491" fmla="*/ 2589843 w 18982931"/>
              <a:gd name="connsiteY29-30492" fmla="*/ 4309269 h 4449429"/>
              <a:gd name="connsiteX30-30493" fmla="*/ 16404499 w 18982931"/>
              <a:gd name="connsiteY30-30494" fmla="*/ 4163982 h 4449429"/>
              <a:gd name="connsiteX31-30495" fmla="*/ 16404499 w 18982931"/>
              <a:gd name="connsiteY31-30496" fmla="*/ 4220816 h 4449429"/>
              <a:gd name="connsiteX32-30497" fmla="*/ 16461332 w 18982931"/>
              <a:gd name="connsiteY32-30498" fmla="*/ 4220816 h 4449429"/>
              <a:gd name="connsiteX33-30499" fmla="*/ 16461332 w 18982931"/>
              <a:gd name="connsiteY33-30500" fmla="*/ 4163982 h 4449429"/>
              <a:gd name="connsiteX34-30501" fmla="*/ 16404499 w 18982931"/>
              <a:gd name="connsiteY34-30502" fmla="*/ 4163982 h 4449429"/>
              <a:gd name="connsiteX35-30503" fmla="*/ 16292444 w 18982931"/>
              <a:gd name="connsiteY35-30504" fmla="*/ 4163982 h 4449429"/>
              <a:gd name="connsiteX36-30505" fmla="*/ 16292444 w 18982931"/>
              <a:gd name="connsiteY36-30506" fmla="*/ 4220816 h 4449429"/>
              <a:gd name="connsiteX37-30507" fmla="*/ 16349278 w 18982931"/>
              <a:gd name="connsiteY37-30508" fmla="*/ 4220816 h 4449429"/>
              <a:gd name="connsiteX38-30509" fmla="*/ 16349278 w 18982931"/>
              <a:gd name="connsiteY38-30510" fmla="*/ 4163982 h 4449429"/>
              <a:gd name="connsiteX39-30511" fmla="*/ 16292444 w 18982931"/>
              <a:gd name="connsiteY39-30512" fmla="*/ 4163982 h 4449429"/>
              <a:gd name="connsiteX40-30513" fmla="*/ 16180390 w 18982931"/>
              <a:gd name="connsiteY40-30514" fmla="*/ 4163982 h 4449429"/>
              <a:gd name="connsiteX41-30515" fmla="*/ 16180390 w 18982931"/>
              <a:gd name="connsiteY41-30516" fmla="*/ 4220816 h 4449429"/>
              <a:gd name="connsiteX42-30517" fmla="*/ 16237224 w 18982931"/>
              <a:gd name="connsiteY42-30518" fmla="*/ 4220816 h 4449429"/>
              <a:gd name="connsiteX43-30519" fmla="*/ 16237224 w 18982931"/>
              <a:gd name="connsiteY43-30520" fmla="*/ 4163982 h 4449429"/>
              <a:gd name="connsiteX44-30521" fmla="*/ 16180390 w 18982931"/>
              <a:gd name="connsiteY44-30522" fmla="*/ 4163982 h 4449429"/>
              <a:gd name="connsiteX45-30523" fmla="*/ 2813944 w 18982931"/>
              <a:gd name="connsiteY45-30524" fmla="*/ 4163981 h 4449429"/>
              <a:gd name="connsiteX46-30525" fmla="*/ 2813944 w 18982931"/>
              <a:gd name="connsiteY46-30526" fmla="*/ 4220814 h 4449429"/>
              <a:gd name="connsiteX47-30527" fmla="*/ 2870780 w 18982931"/>
              <a:gd name="connsiteY47-30528" fmla="*/ 4220814 h 4449429"/>
              <a:gd name="connsiteX48-30529" fmla="*/ 2870780 w 18982931"/>
              <a:gd name="connsiteY48-30530" fmla="*/ 4163981 h 4449429"/>
              <a:gd name="connsiteX49-30531" fmla="*/ 2813944 w 18982931"/>
              <a:gd name="connsiteY49-30532" fmla="*/ 4163981 h 4449429"/>
              <a:gd name="connsiteX50-30533" fmla="*/ 2701890 w 18982931"/>
              <a:gd name="connsiteY50-30534" fmla="*/ 4163981 h 4449429"/>
              <a:gd name="connsiteX51-30535" fmla="*/ 2701890 w 18982931"/>
              <a:gd name="connsiteY51-30536" fmla="*/ 4220814 h 4449429"/>
              <a:gd name="connsiteX52-30537" fmla="*/ 2758723 w 18982931"/>
              <a:gd name="connsiteY52-30538" fmla="*/ 4220814 h 4449429"/>
              <a:gd name="connsiteX53-30539" fmla="*/ 2758723 w 18982931"/>
              <a:gd name="connsiteY53-30540" fmla="*/ 4163981 h 4449429"/>
              <a:gd name="connsiteX54-30541" fmla="*/ 2701890 w 18982931"/>
              <a:gd name="connsiteY54-30542" fmla="*/ 4163981 h 4449429"/>
              <a:gd name="connsiteX55-30543" fmla="*/ 2589843 w 18982931"/>
              <a:gd name="connsiteY55-30544" fmla="*/ 4163981 h 4449429"/>
              <a:gd name="connsiteX56-30545" fmla="*/ 2589843 w 18982931"/>
              <a:gd name="connsiteY56-30546" fmla="*/ 4220814 h 4449429"/>
              <a:gd name="connsiteX57-30547" fmla="*/ 2646669 w 18982931"/>
              <a:gd name="connsiteY57-30548" fmla="*/ 4220814 h 4449429"/>
              <a:gd name="connsiteX58-30549" fmla="*/ 2646669 w 18982931"/>
              <a:gd name="connsiteY58-30550" fmla="*/ 4163981 h 4449429"/>
              <a:gd name="connsiteX59-30551" fmla="*/ 2589843 w 18982931"/>
              <a:gd name="connsiteY59-30552" fmla="*/ 4163981 h 4449429"/>
              <a:gd name="connsiteX60-30553" fmla="*/ 9851983 w 18982931"/>
              <a:gd name="connsiteY60-30554" fmla="*/ 4073253 h 4449429"/>
              <a:gd name="connsiteX61-30555" fmla="*/ 9851983 w 18982931"/>
              <a:gd name="connsiteY61-30556" fmla="*/ 4282100 h 4449429"/>
              <a:gd name="connsiteX62-30557" fmla="*/ 9897683 w 18982931"/>
              <a:gd name="connsiteY62-30558" fmla="*/ 4282100 h 4449429"/>
              <a:gd name="connsiteX63-30559" fmla="*/ 9897683 w 18982931"/>
              <a:gd name="connsiteY63-30560" fmla="*/ 4073253 h 4449429"/>
              <a:gd name="connsiteX64-30561" fmla="*/ 9851983 w 18982931"/>
              <a:gd name="connsiteY64-30562" fmla="*/ 4073253 h 4449429"/>
              <a:gd name="connsiteX65-30563" fmla="*/ 9760354 w 18982931"/>
              <a:gd name="connsiteY65-30564" fmla="*/ 4073253 h 4449429"/>
              <a:gd name="connsiteX66-30565" fmla="*/ 9760354 w 18982931"/>
              <a:gd name="connsiteY66-30566" fmla="*/ 4282100 h 4449429"/>
              <a:gd name="connsiteX67-30567" fmla="*/ 9806054 w 18982931"/>
              <a:gd name="connsiteY67-30568" fmla="*/ 4282100 h 4449429"/>
              <a:gd name="connsiteX68-30569" fmla="*/ 9806054 w 18982931"/>
              <a:gd name="connsiteY68-30570" fmla="*/ 4073253 h 4449429"/>
              <a:gd name="connsiteX69-30571" fmla="*/ 9760354 w 18982931"/>
              <a:gd name="connsiteY69-30572" fmla="*/ 4073253 h 4449429"/>
              <a:gd name="connsiteX70-30573" fmla="*/ 9668723 w 18982931"/>
              <a:gd name="connsiteY70-30574" fmla="*/ 4073253 h 4449429"/>
              <a:gd name="connsiteX71-30575" fmla="*/ 9668723 w 18982931"/>
              <a:gd name="connsiteY71-30576" fmla="*/ 4282100 h 4449429"/>
              <a:gd name="connsiteX72-30577" fmla="*/ 9714423 w 18982931"/>
              <a:gd name="connsiteY72-30578" fmla="*/ 4282100 h 4449429"/>
              <a:gd name="connsiteX73-30579" fmla="*/ 9714423 w 18982931"/>
              <a:gd name="connsiteY73-30580" fmla="*/ 4073253 h 4449429"/>
              <a:gd name="connsiteX74-30581" fmla="*/ 9668723 w 18982931"/>
              <a:gd name="connsiteY74-30582" fmla="*/ 4073253 h 4449429"/>
              <a:gd name="connsiteX75-30583" fmla="*/ 9577094 w 18982931"/>
              <a:gd name="connsiteY75-30584" fmla="*/ 4073253 h 4449429"/>
              <a:gd name="connsiteX76-30585" fmla="*/ 9577094 w 18982931"/>
              <a:gd name="connsiteY76-30586" fmla="*/ 4282100 h 4449429"/>
              <a:gd name="connsiteX77-30587" fmla="*/ 9622794 w 18982931"/>
              <a:gd name="connsiteY77-30588" fmla="*/ 4282100 h 4449429"/>
              <a:gd name="connsiteX78-30589" fmla="*/ 9622794 w 18982931"/>
              <a:gd name="connsiteY78-30590" fmla="*/ 4073253 h 4449429"/>
              <a:gd name="connsiteX79-30591" fmla="*/ 9577094 w 18982931"/>
              <a:gd name="connsiteY79-30592" fmla="*/ 4073253 h 4449429"/>
              <a:gd name="connsiteX80-30593" fmla="*/ 9485470 w 18982931"/>
              <a:gd name="connsiteY80-30594" fmla="*/ 4073253 h 4449429"/>
              <a:gd name="connsiteX81-30595" fmla="*/ 9485470 w 18982931"/>
              <a:gd name="connsiteY81-30596" fmla="*/ 4282100 h 4449429"/>
              <a:gd name="connsiteX82-30597" fmla="*/ 9531165 w 18982931"/>
              <a:gd name="connsiteY82-30598" fmla="*/ 4282100 h 4449429"/>
              <a:gd name="connsiteX83-30599" fmla="*/ 9531165 w 18982931"/>
              <a:gd name="connsiteY83-30600" fmla="*/ 4073253 h 4449429"/>
              <a:gd name="connsiteX84-30601" fmla="*/ 9485470 w 18982931"/>
              <a:gd name="connsiteY84-30602" fmla="*/ 4073253 h 4449429"/>
              <a:gd name="connsiteX85-30603" fmla="*/ 9393836 w 18982931"/>
              <a:gd name="connsiteY85-30604" fmla="*/ 4073253 h 4449429"/>
              <a:gd name="connsiteX86-30605" fmla="*/ 9393836 w 18982931"/>
              <a:gd name="connsiteY86-30606" fmla="*/ 4282100 h 4449429"/>
              <a:gd name="connsiteX87-30607" fmla="*/ 9439536 w 18982931"/>
              <a:gd name="connsiteY87-30608" fmla="*/ 4282100 h 4449429"/>
              <a:gd name="connsiteX88-30609" fmla="*/ 9439536 w 18982931"/>
              <a:gd name="connsiteY88-30610" fmla="*/ 4073253 h 4449429"/>
              <a:gd name="connsiteX89-30611" fmla="*/ 9393836 w 18982931"/>
              <a:gd name="connsiteY89-30612" fmla="*/ 4073253 h 4449429"/>
              <a:gd name="connsiteX90-30613" fmla="*/ 9302203 w 18982931"/>
              <a:gd name="connsiteY90-30614" fmla="*/ 4073253 h 4449429"/>
              <a:gd name="connsiteX91-30615" fmla="*/ 9302203 w 18982931"/>
              <a:gd name="connsiteY91-30616" fmla="*/ 4282100 h 4449429"/>
              <a:gd name="connsiteX92-30617" fmla="*/ 9347904 w 18982931"/>
              <a:gd name="connsiteY92-30618" fmla="*/ 4282100 h 4449429"/>
              <a:gd name="connsiteX93-30619" fmla="*/ 9347904 w 18982931"/>
              <a:gd name="connsiteY93-30620" fmla="*/ 4073253 h 4449429"/>
              <a:gd name="connsiteX94-30621" fmla="*/ 9302203 w 18982931"/>
              <a:gd name="connsiteY94-30622" fmla="*/ 4073253 h 4449429"/>
              <a:gd name="connsiteX95-30623" fmla="*/ 16404499 w 18982931"/>
              <a:gd name="connsiteY95-30624" fmla="*/ 4018694 h 4449429"/>
              <a:gd name="connsiteX96-30625" fmla="*/ 16404499 w 18982931"/>
              <a:gd name="connsiteY96-30626" fmla="*/ 4075528 h 4449429"/>
              <a:gd name="connsiteX97-30627" fmla="*/ 16461332 w 18982931"/>
              <a:gd name="connsiteY97-30628" fmla="*/ 4075528 h 4449429"/>
              <a:gd name="connsiteX98-30629" fmla="*/ 16461332 w 18982931"/>
              <a:gd name="connsiteY98-30630" fmla="*/ 4018694 h 4449429"/>
              <a:gd name="connsiteX99-30631" fmla="*/ 16404499 w 18982931"/>
              <a:gd name="connsiteY99-30632" fmla="*/ 4018694 h 4449429"/>
              <a:gd name="connsiteX100-30633" fmla="*/ 16292444 w 18982931"/>
              <a:gd name="connsiteY100-30634" fmla="*/ 4018694 h 4449429"/>
              <a:gd name="connsiteX101-30635" fmla="*/ 16292444 w 18982931"/>
              <a:gd name="connsiteY101-30636" fmla="*/ 4075528 h 4449429"/>
              <a:gd name="connsiteX102-30637" fmla="*/ 16349278 w 18982931"/>
              <a:gd name="connsiteY102-30638" fmla="*/ 4075528 h 4449429"/>
              <a:gd name="connsiteX103-30639" fmla="*/ 16349278 w 18982931"/>
              <a:gd name="connsiteY103-30640" fmla="*/ 4018694 h 4449429"/>
              <a:gd name="connsiteX104-30641" fmla="*/ 16292444 w 18982931"/>
              <a:gd name="connsiteY104-30642" fmla="*/ 4018694 h 4449429"/>
              <a:gd name="connsiteX105-30643" fmla="*/ 16180390 w 18982931"/>
              <a:gd name="connsiteY105-30644" fmla="*/ 4018694 h 4449429"/>
              <a:gd name="connsiteX106-30645" fmla="*/ 16180390 w 18982931"/>
              <a:gd name="connsiteY106-30646" fmla="*/ 4075528 h 4449429"/>
              <a:gd name="connsiteX107-30647" fmla="*/ 16237224 w 18982931"/>
              <a:gd name="connsiteY107-30648" fmla="*/ 4075528 h 4449429"/>
              <a:gd name="connsiteX108-30649" fmla="*/ 16237224 w 18982931"/>
              <a:gd name="connsiteY108-30650" fmla="*/ 4018694 h 4449429"/>
              <a:gd name="connsiteX109-30651" fmla="*/ 16180390 w 18982931"/>
              <a:gd name="connsiteY109-30652" fmla="*/ 4018694 h 4449429"/>
              <a:gd name="connsiteX110-30653" fmla="*/ 2813944 w 18982931"/>
              <a:gd name="connsiteY110-30654" fmla="*/ 4018692 h 4449429"/>
              <a:gd name="connsiteX111-30655" fmla="*/ 2813944 w 18982931"/>
              <a:gd name="connsiteY111-30656" fmla="*/ 4075526 h 4449429"/>
              <a:gd name="connsiteX112-30657" fmla="*/ 2870780 w 18982931"/>
              <a:gd name="connsiteY112-30658" fmla="*/ 4075526 h 4449429"/>
              <a:gd name="connsiteX113-30659" fmla="*/ 2870780 w 18982931"/>
              <a:gd name="connsiteY113-30660" fmla="*/ 4018692 h 4449429"/>
              <a:gd name="connsiteX114-30661" fmla="*/ 2813944 w 18982931"/>
              <a:gd name="connsiteY114-30662" fmla="*/ 4018692 h 4449429"/>
              <a:gd name="connsiteX115-30663" fmla="*/ 2701890 w 18982931"/>
              <a:gd name="connsiteY115-30664" fmla="*/ 4018692 h 4449429"/>
              <a:gd name="connsiteX116-30665" fmla="*/ 2701890 w 18982931"/>
              <a:gd name="connsiteY116-30666" fmla="*/ 4075526 h 4449429"/>
              <a:gd name="connsiteX117-30667" fmla="*/ 2758723 w 18982931"/>
              <a:gd name="connsiteY117-30668" fmla="*/ 4075526 h 4449429"/>
              <a:gd name="connsiteX118-30669" fmla="*/ 2758723 w 18982931"/>
              <a:gd name="connsiteY118-30670" fmla="*/ 4018692 h 4449429"/>
              <a:gd name="connsiteX119-30671" fmla="*/ 2701890 w 18982931"/>
              <a:gd name="connsiteY119-30672" fmla="*/ 4018692 h 4449429"/>
              <a:gd name="connsiteX120-30673" fmla="*/ 2589843 w 18982931"/>
              <a:gd name="connsiteY120-30674" fmla="*/ 4018692 h 4449429"/>
              <a:gd name="connsiteX121-30675" fmla="*/ 2589843 w 18982931"/>
              <a:gd name="connsiteY121-30676" fmla="*/ 4075526 h 4449429"/>
              <a:gd name="connsiteX122-30677" fmla="*/ 2646669 w 18982931"/>
              <a:gd name="connsiteY122-30678" fmla="*/ 4075526 h 4449429"/>
              <a:gd name="connsiteX123-30679" fmla="*/ 2646669 w 18982931"/>
              <a:gd name="connsiteY123-30680" fmla="*/ 4018692 h 4449429"/>
              <a:gd name="connsiteX124-30681" fmla="*/ 2589843 w 18982931"/>
              <a:gd name="connsiteY124-30682" fmla="*/ 4018692 h 4449429"/>
              <a:gd name="connsiteX125-30683" fmla="*/ 16404499 w 18982931"/>
              <a:gd name="connsiteY125-30684" fmla="*/ 3873406 h 4449429"/>
              <a:gd name="connsiteX126-30685" fmla="*/ 16404499 w 18982931"/>
              <a:gd name="connsiteY126-30686" fmla="*/ 3930240 h 4449429"/>
              <a:gd name="connsiteX127-30687" fmla="*/ 16461332 w 18982931"/>
              <a:gd name="connsiteY127-30688" fmla="*/ 3930240 h 4449429"/>
              <a:gd name="connsiteX128-30689" fmla="*/ 16461332 w 18982931"/>
              <a:gd name="connsiteY128-30690" fmla="*/ 3873406 h 4449429"/>
              <a:gd name="connsiteX129-30691" fmla="*/ 16404499 w 18982931"/>
              <a:gd name="connsiteY129-30692" fmla="*/ 3873406 h 4449429"/>
              <a:gd name="connsiteX130-30693" fmla="*/ 16292444 w 18982931"/>
              <a:gd name="connsiteY130-30694" fmla="*/ 3873406 h 4449429"/>
              <a:gd name="connsiteX131-30695" fmla="*/ 16292444 w 18982931"/>
              <a:gd name="connsiteY131-30696" fmla="*/ 3930240 h 4449429"/>
              <a:gd name="connsiteX132-30697" fmla="*/ 16349278 w 18982931"/>
              <a:gd name="connsiteY132-30698" fmla="*/ 3930240 h 4449429"/>
              <a:gd name="connsiteX133-30699" fmla="*/ 16349278 w 18982931"/>
              <a:gd name="connsiteY133-30700" fmla="*/ 3873406 h 4449429"/>
              <a:gd name="connsiteX134-30701" fmla="*/ 16292444 w 18982931"/>
              <a:gd name="connsiteY134-30702" fmla="*/ 3873406 h 4449429"/>
              <a:gd name="connsiteX135-30703" fmla="*/ 16180390 w 18982931"/>
              <a:gd name="connsiteY135-30704" fmla="*/ 3873406 h 4449429"/>
              <a:gd name="connsiteX136-30705" fmla="*/ 16180390 w 18982931"/>
              <a:gd name="connsiteY136-30706" fmla="*/ 3930240 h 4449429"/>
              <a:gd name="connsiteX137-30707" fmla="*/ 16237224 w 18982931"/>
              <a:gd name="connsiteY137-30708" fmla="*/ 3930240 h 4449429"/>
              <a:gd name="connsiteX138-30709" fmla="*/ 16237224 w 18982931"/>
              <a:gd name="connsiteY138-30710" fmla="*/ 3873406 h 4449429"/>
              <a:gd name="connsiteX139-30711" fmla="*/ 16180390 w 18982931"/>
              <a:gd name="connsiteY139-30712" fmla="*/ 3873406 h 4449429"/>
              <a:gd name="connsiteX140-30713" fmla="*/ 2813944 w 18982931"/>
              <a:gd name="connsiteY140-30714" fmla="*/ 3873404 h 4449429"/>
              <a:gd name="connsiteX141-30715" fmla="*/ 2813944 w 18982931"/>
              <a:gd name="connsiteY141-30716" fmla="*/ 3930238 h 4449429"/>
              <a:gd name="connsiteX142-30717" fmla="*/ 2870780 w 18982931"/>
              <a:gd name="connsiteY142-30718" fmla="*/ 3930238 h 4449429"/>
              <a:gd name="connsiteX143-30719" fmla="*/ 2870780 w 18982931"/>
              <a:gd name="connsiteY143-30720" fmla="*/ 3873404 h 4449429"/>
              <a:gd name="connsiteX144-30721" fmla="*/ 2813944 w 18982931"/>
              <a:gd name="connsiteY144-30722" fmla="*/ 3873404 h 4449429"/>
              <a:gd name="connsiteX145-30723" fmla="*/ 2701890 w 18982931"/>
              <a:gd name="connsiteY145-30724" fmla="*/ 3873404 h 4449429"/>
              <a:gd name="connsiteX146-30725" fmla="*/ 2701890 w 18982931"/>
              <a:gd name="connsiteY146-30726" fmla="*/ 3930238 h 4449429"/>
              <a:gd name="connsiteX147-30727" fmla="*/ 2758723 w 18982931"/>
              <a:gd name="connsiteY147-30728" fmla="*/ 3930238 h 4449429"/>
              <a:gd name="connsiteX148-30729" fmla="*/ 2758723 w 18982931"/>
              <a:gd name="connsiteY148-30730" fmla="*/ 3873404 h 4449429"/>
              <a:gd name="connsiteX149-30731" fmla="*/ 2701890 w 18982931"/>
              <a:gd name="connsiteY149-30732" fmla="*/ 3873404 h 4449429"/>
              <a:gd name="connsiteX150-30733" fmla="*/ 2589843 w 18982931"/>
              <a:gd name="connsiteY150-30734" fmla="*/ 3873404 h 4449429"/>
              <a:gd name="connsiteX151-30735" fmla="*/ 2589843 w 18982931"/>
              <a:gd name="connsiteY151-30736" fmla="*/ 3930238 h 4449429"/>
              <a:gd name="connsiteX152-30737" fmla="*/ 2646669 w 18982931"/>
              <a:gd name="connsiteY152-30738" fmla="*/ 3930238 h 4449429"/>
              <a:gd name="connsiteX153-30739" fmla="*/ 2646669 w 18982931"/>
              <a:gd name="connsiteY153-30740" fmla="*/ 3873404 h 4449429"/>
              <a:gd name="connsiteX154-30741" fmla="*/ 2589843 w 18982931"/>
              <a:gd name="connsiteY154-30742" fmla="*/ 3873404 h 4449429"/>
              <a:gd name="connsiteX155-30743" fmla="*/ 17351339 w 18982931"/>
              <a:gd name="connsiteY155-30744" fmla="*/ 3769299 h 4449429"/>
              <a:gd name="connsiteX156-30745" fmla="*/ 17351339 w 18982931"/>
              <a:gd name="connsiteY156-30746" fmla="*/ 3815000 h 4449429"/>
              <a:gd name="connsiteX157-30747" fmla="*/ 17560187 w 18982931"/>
              <a:gd name="connsiteY157-30748" fmla="*/ 3815000 h 4449429"/>
              <a:gd name="connsiteX158-30749" fmla="*/ 17560187 w 18982931"/>
              <a:gd name="connsiteY158-30750" fmla="*/ 3769299 h 4449429"/>
              <a:gd name="connsiteX159-30751" fmla="*/ 17351339 w 18982931"/>
              <a:gd name="connsiteY159-30752" fmla="*/ 3769299 h 4449429"/>
              <a:gd name="connsiteX160-30753" fmla="*/ 16404499 w 18982931"/>
              <a:gd name="connsiteY160-30754" fmla="*/ 3728118 h 4449429"/>
              <a:gd name="connsiteX161-30755" fmla="*/ 16404499 w 18982931"/>
              <a:gd name="connsiteY161-30756" fmla="*/ 3784951 h 4449429"/>
              <a:gd name="connsiteX162-30757" fmla="*/ 16461332 w 18982931"/>
              <a:gd name="connsiteY162-30758" fmla="*/ 3784951 h 4449429"/>
              <a:gd name="connsiteX163-30759" fmla="*/ 16461332 w 18982931"/>
              <a:gd name="connsiteY163-30760" fmla="*/ 3728118 h 4449429"/>
              <a:gd name="connsiteX164-30761" fmla="*/ 16404499 w 18982931"/>
              <a:gd name="connsiteY164-30762" fmla="*/ 3728118 h 4449429"/>
              <a:gd name="connsiteX165-30763" fmla="*/ 16292444 w 18982931"/>
              <a:gd name="connsiteY165-30764" fmla="*/ 3728118 h 4449429"/>
              <a:gd name="connsiteX166-30765" fmla="*/ 16292444 w 18982931"/>
              <a:gd name="connsiteY166-30766" fmla="*/ 3784951 h 4449429"/>
              <a:gd name="connsiteX167-30767" fmla="*/ 16349278 w 18982931"/>
              <a:gd name="connsiteY167-30768" fmla="*/ 3784951 h 4449429"/>
              <a:gd name="connsiteX168-30769" fmla="*/ 16349278 w 18982931"/>
              <a:gd name="connsiteY168-30770" fmla="*/ 3728118 h 4449429"/>
              <a:gd name="connsiteX169-30771" fmla="*/ 16292444 w 18982931"/>
              <a:gd name="connsiteY169-30772" fmla="*/ 3728118 h 4449429"/>
              <a:gd name="connsiteX170-30773" fmla="*/ 16180390 w 18982931"/>
              <a:gd name="connsiteY170-30774" fmla="*/ 3728118 h 4449429"/>
              <a:gd name="connsiteX171-30775" fmla="*/ 16180390 w 18982931"/>
              <a:gd name="connsiteY171-30776" fmla="*/ 3784951 h 4449429"/>
              <a:gd name="connsiteX172-30777" fmla="*/ 16237224 w 18982931"/>
              <a:gd name="connsiteY172-30778" fmla="*/ 3784951 h 4449429"/>
              <a:gd name="connsiteX173-30779" fmla="*/ 16237224 w 18982931"/>
              <a:gd name="connsiteY173-30780" fmla="*/ 3728118 h 4449429"/>
              <a:gd name="connsiteX174-30781" fmla="*/ 16180390 w 18982931"/>
              <a:gd name="connsiteY174-30782" fmla="*/ 3728118 h 4449429"/>
              <a:gd name="connsiteX175-30783" fmla="*/ 2813944 w 18982931"/>
              <a:gd name="connsiteY175-30784" fmla="*/ 3728116 h 4449429"/>
              <a:gd name="connsiteX176-30785" fmla="*/ 2813944 w 18982931"/>
              <a:gd name="connsiteY176-30786" fmla="*/ 3784950 h 4449429"/>
              <a:gd name="connsiteX177-30787" fmla="*/ 2870780 w 18982931"/>
              <a:gd name="connsiteY177-30788" fmla="*/ 3784950 h 4449429"/>
              <a:gd name="connsiteX178-30789" fmla="*/ 2870780 w 18982931"/>
              <a:gd name="connsiteY178-30790" fmla="*/ 3728116 h 4449429"/>
              <a:gd name="connsiteX179-30791" fmla="*/ 2813944 w 18982931"/>
              <a:gd name="connsiteY179-30792" fmla="*/ 3728116 h 4449429"/>
              <a:gd name="connsiteX180-30793" fmla="*/ 2701891 w 18982931"/>
              <a:gd name="connsiteY180-30794" fmla="*/ 3728116 h 4449429"/>
              <a:gd name="connsiteX181-30795" fmla="*/ 2701891 w 18982931"/>
              <a:gd name="connsiteY181-30796" fmla="*/ 3784950 h 4449429"/>
              <a:gd name="connsiteX182-30797" fmla="*/ 2758730 w 18982931"/>
              <a:gd name="connsiteY182-30798" fmla="*/ 3784950 h 4449429"/>
              <a:gd name="connsiteX183-30799" fmla="*/ 2758730 w 18982931"/>
              <a:gd name="connsiteY183-30800" fmla="*/ 3728116 h 4449429"/>
              <a:gd name="connsiteX184-30801" fmla="*/ 2701891 w 18982931"/>
              <a:gd name="connsiteY184-30802" fmla="*/ 3728116 h 4449429"/>
              <a:gd name="connsiteX185-30803" fmla="*/ 2589845 w 18982931"/>
              <a:gd name="connsiteY185-30804" fmla="*/ 3728116 h 4449429"/>
              <a:gd name="connsiteX186-30805" fmla="*/ 2589845 w 18982931"/>
              <a:gd name="connsiteY186-30806" fmla="*/ 3784950 h 4449429"/>
              <a:gd name="connsiteX187-30807" fmla="*/ 2646671 w 18982931"/>
              <a:gd name="connsiteY187-30808" fmla="*/ 3784950 h 4449429"/>
              <a:gd name="connsiteX188-30809" fmla="*/ 2646671 w 18982931"/>
              <a:gd name="connsiteY188-30810" fmla="*/ 3728116 h 4449429"/>
              <a:gd name="connsiteX189-30811" fmla="*/ 2589845 w 18982931"/>
              <a:gd name="connsiteY189-30812" fmla="*/ 3728116 h 4449429"/>
              <a:gd name="connsiteX190-30813" fmla="*/ 17351339 w 18982931"/>
              <a:gd name="connsiteY190-30814" fmla="*/ 3677667 h 4449429"/>
              <a:gd name="connsiteX191-30815" fmla="*/ 17351339 w 18982931"/>
              <a:gd name="connsiteY191-30816" fmla="*/ 3723368 h 4449429"/>
              <a:gd name="connsiteX192-30817" fmla="*/ 17560187 w 18982931"/>
              <a:gd name="connsiteY192-30818" fmla="*/ 3723368 h 4449429"/>
              <a:gd name="connsiteX193-30819" fmla="*/ 17560187 w 18982931"/>
              <a:gd name="connsiteY193-30820" fmla="*/ 3677667 h 4449429"/>
              <a:gd name="connsiteX194-30821" fmla="*/ 17351339 w 18982931"/>
              <a:gd name="connsiteY194-30822" fmla="*/ 3677667 h 4449429"/>
              <a:gd name="connsiteX195-30823" fmla="*/ 12612246 w 18982931"/>
              <a:gd name="connsiteY195-30824" fmla="*/ 3645952 h 4449429"/>
              <a:gd name="connsiteX196-30825" fmla="*/ 12612246 w 18982931"/>
              <a:gd name="connsiteY196-30826" fmla="*/ 3702785 h 4449429"/>
              <a:gd name="connsiteX197-30827" fmla="*/ 12669079 w 18982931"/>
              <a:gd name="connsiteY197-30828" fmla="*/ 3702785 h 4449429"/>
              <a:gd name="connsiteX198-30829" fmla="*/ 12669079 w 18982931"/>
              <a:gd name="connsiteY198-30830" fmla="*/ 3645952 h 4449429"/>
              <a:gd name="connsiteX199-30831" fmla="*/ 12612246 w 18982931"/>
              <a:gd name="connsiteY199-30832" fmla="*/ 3645952 h 4449429"/>
              <a:gd name="connsiteX200-30833" fmla="*/ 12500191 w 18982931"/>
              <a:gd name="connsiteY200-30834" fmla="*/ 3645952 h 4449429"/>
              <a:gd name="connsiteX201-30835" fmla="*/ 12500191 w 18982931"/>
              <a:gd name="connsiteY201-30836" fmla="*/ 3702785 h 4449429"/>
              <a:gd name="connsiteX202-30837" fmla="*/ 12557025 w 18982931"/>
              <a:gd name="connsiteY202-30838" fmla="*/ 3702785 h 4449429"/>
              <a:gd name="connsiteX203-30839" fmla="*/ 12557025 w 18982931"/>
              <a:gd name="connsiteY203-30840" fmla="*/ 3645952 h 4449429"/>
              <a:gd name="connsiteX204-30841" fmla="*/ 12500191 w 18982931"/>
              <a:gd name="connsiteY204-30842" fmla="*/ 3645952 h 4449429"/>
              <a:gd name="connsiteX205-30843" fmla="*/ 12388137 w 18982931"/>
              <a:gd name="connsiteY205-30844" fmla="*/ 3645952 h 4449429"/>
              <a:gd name="connsiteX206-30845" fmla="*/ 12388137 w 18982931"/>
              <a:gd name="connsiteY206-30846" fmla="*/ 3702785 h 4449429"/>
              <a:gd name="connsiteX207-30847" fmla="*/ 12444971 w 18982931"/>
              <a:gd name="connsiteY207-30848" fmla="*/ 3702785 h 4449429"/>
              <a:gd name="connsiteX208-30849" fmla="*/ 12444971 w 18982931"/>
              <a:gd name="connsiteY208-30850" fmla="*/ 3645952 h 4449429"/>
              <a:gd name="connsiteX209-30851" fmla="*/ 12388137 w 18982931"/>
              <a:gd name="connsiteY209-30852" fmla="*/ 3645952 h 4449429"/>
              <a:gd name="connsiteX210-30853" fmla="*/ 17351339 w 18982931"/>
              <a:gd name="connsiteY210-30854" fmla="*/ 3586038 h 4449429"/>
              <a:gd name="connsiteX211-30855" fmla="*/ 17351339 w 18982931"/>
              <a:gd name="connsiteY211-30856" fmla="*/ 3631739 h 4449429"/>
              <a:gd name="connsiteX212-30857" fmla="*/ 17560187 w 18982931"/>
              <a:gd name="connsiteY212-30858" fmla="*/ 3631739 h 4449429"/>
              <a:gd name="connsiteX213-30859" fmla="*/ 17560187 w 18982931"/>
              <a:gd name="connsiteY213-30860" fmla="*/ 3586038 h 4449429"/>
              <a:gd name="connsiteX214-30861" fmla="*/ 17351339 w 18982931"/>
              <a:gd name="connsiteY214-30862" fmla="*/ 3586038 h 4449429"/>
              <a:gd name="connsiteX215-30863" fmla="*/ 16404499 w 18982931"/>
              <a:gd name="connsiteY215-30864" fmla="*/ 3582830 h 4449429"/>
              <a:gd name="connsiteX216-30865" fmla="*/ 16404499 w 18982931"/>
              <a:gd name="connsiteY216-30866" fmla="*/ 3639663 h 4449429"/>
              <a:gd name="connsiteX217-30867" fmla="*/ 16461332 w 18982931"/>
              <a:gd name="connsiteY217-30868" fmla="*/ 3639663 h 4449429"/>
              <a:gd name="connsiteX218-30869" fmla="*/ 16461332 w 18982931"/>
              <a:gd name="connsiteY218-30870" fmla="*/ 3582830 h 4449429"/>
              <a:gd name="connsiteX219-30871" fmla="*/ 16404499 w 18982931"/>
              <a:gd name="connsiteY219-30872" fmla="*/ 3582830 h 4449429"/>
              <a:gd name="connsiteX220-30873" fmla="*/ 16292444 w 18982931"/>
              <a:gd name="connsiteY220-30874" fmla="*/ 3582830 h 4449429"/>
              <a:gd name="connsiteX221-30875" fmla="*/ 16292444 w 18982931"/>
              <a:gd name="connsiteY221-30876" fmla="*/ 3639663 h 4449429"/>
              <a:gd name="connsiteX222-30877" fmla="*/ 16349278 w 18982931"/>
              <a:gd name="connsiteY222-30878" fmla="*/ 3639663 h 4449429"/>
              <a:gd name="connsiteX223-30879" fmla="*/ 16349278 w 18982931"/>
              <a:gd name="connsiteY223-30880" fmla="*/ 3582830 h 4449429"/>
              <a:gd name="connsiteX224-30881" fmla="*/ 16292444 w 18982931"/>
              <a:gd name="connsiteY224-30882" fmla="*/ 3582830 h 4449429"/>
              <a:gd name="connsiteX225-30883" fmla="*/ 16180390 w 18982931"/>
              <a:gd name="connsiteY225-30884" fmla="*/ 3582830 h 4449429"/>
              <a:gd name="connsiteX226-30885" fmla="*/ 16180390 w 18982931"/>
              <a:gd name="connsiteY226-30886" fmla="*/ 3639663 h 4449429"/>
              <a:gd name="connsiteX227-30887" fmla="*/ 16237224 w 18982931"/>
              <a:gd name="connsiteY227-30888" fmla="*/ 3639663 h 4449429"/>
              <a:gd name="connsiteX228-30889" fmla="*/ 16237224 w 18982931"/>
              <a:gd name="connsiteY228-30890" fmla="*/ 3582830 h 4449429"/>
              <a:gd name="connsiteX229-30891" fmla="*/ 16180390 w 18982931"/>
              <a:gd name="connsiteY229-30892" fmla="*/ 3582830 h 4449429"/>
              <a:gd name="connsiteX230-30893" fmla="*/ 2813944 w 18982931"/>
              <a:gd name="connsiteY230-30894" fmla="*/ 3582828 h 4449429"/>
              <a:gd name="connsiteX231-30895" fmla="*/ 2813944 w 18982931"/>
              <a:gd name="connsiteY231-30896" fmla="*/ 3639662 h 4449429"/>
              <a:gd name="connsiteX232-30897" fmla="*/ 2870780 w 18982931"/>
              <a:gd name="connsiteY232-30898" fmla="*/ 3639662 h 4449429"/>
              <a:gd name="connsiteX233-30899" fmla="*/ 2870780 w 18982931"/>
              <a:gd name="connsiteY233-30900" fmla="*/ 3582828 h 4449429"/>
              <a:gd name="connsiteX234-30901" fmla="*/ 2813944 w 18982931"/>
              <a:gd name="connsiteY234-30902" fmla="*/ 3582828 h 4449429"/>
              <a:gd name="connsiteX235-30903" fmla="*/ 2701891 w 18982931"/>
              <a:gd name="connsiteY235-30904" fmla="*/ 3582828 h 4449429"/>
              <a:gd name="connsiteX236-30905" fmla="*/ 2701891 w 18982931"/>
              <a:gd name="connsiteY236-30906" fmla="*/ 3639662 h 4449429"/>
              <a:gd name="connsiteX237-30907" fmla="*/ 2758730 w 18982931"/>
              <a:gd name="connsiteY237-30908" fmla="*/ 3639662 h 4449429"/>
              <a:gd name="connsiteX238-30909" fmla="*/ 2758730 w 18982931"/>
              <a:gd name="connsiteY238-30910" fmla="*/ 3582828 h 4449429"/>
              <a:gd name="connsiteX239-30911" fmla="*/ 2701891 w 18982931"/>
              <a:gd name="connsiteY239-30912" fmla="*/ 3582828 h 4449429"/>
              <a:gd name="connsiteX240-30913" fmla="*/ 2589845 w 18982931"/>
              <a:gd name="connsiteY240-30914" fmla="*/ 3582828 h 4449429"/>
              <a:gd name="connsiteX241-30915" fmla="*/ 2589845 w 18982931"/>
              <a:gd name="connsiteY241-30916" fmla="*/ 3639662 h 4449429"/>
              <a:gd name="connsiteX242-30917" fmla="*/ 2646671 w 18982931"/>
              <a:gd name="connsiteY242-30918" fmla="*/ 3639662 h 4449429"/>
              <a:gd name="connsiteX243-30919" fmla="*/ 2646671 w 18982931"/>
              <a:gd name="connsiteY243-30920" fmla="*/ 3582828 h 4449429"/>
              <a:gd name="connsiteX244-30921" fmla="*/ 2589845 w 18982931"/>
              <a:gd name="connsiteY244-30922" fmla="*/ 3582828 h 4449429"/>
              <a:gd name="connsiteX245-30923" fmla="*/ 12612246 w 18982931"/>
              <a:gd name="connsiteY245-30924" fmla="*/ 3500664 h 4449429"/>
              <a:gd name="connsiteX246-30925" fmla="*/ 12612246 w 18982931"/>
              <a:gd name="connsiteY246-30926" fmla="*/ 3557497 h 4449429"/>
              <a:gd name="connsiteX247-30927" fmla="*/ 12669079 w 18982931"/>
              <a:gd name="connsiteY247-30928" fmla="*/ 3557497 h 4449429"/>
              <a:gd name="connsiteX248-30929" fmla="*/ 12669079 w 18982931"/>
              <a:gd name="connsiteY248-30930" fmla="*/ 3500664 h 4449429"/>
              <a:gd name="connsiteX249-30931" fmla="*/ 12612246 w 18982931"/>
              <a:gd name="connsiteY249-30932" fmla="*/ 3500664 h 4449429"/>
              <a:gd name="connsiteX250-30933" fmla="*/ 12500191 w 18982931"/>
              <a:gd name="connsiteY250-30934" fmla="*/ 3500664 h 4449429"/>
              <a:gd name="connsiteX251-30935" fmla="*/ 12500191 w 18982931"/>
              <a:gd name="connsiteY251-30936" fmla="*/ 3557497 h 4449429"/>
              <a:gd name="connsiteX252-30937" fmla="*/ 12557025 w 18982931"/>
              <a:gd name="connsiteY252-30938" fmla="*/ 3557497 h 4449429"/>
              <a:gd name="connsiteX253-30939" fmla="*/ 12557025 w 18982931"/>
              <a:gd name="connsiteY253-30940" fmla="*/ 3500664 h 4449429"/>
              <a:gd name="connsiteX254-30941" fmla="*/ 12500191 w 18982931"/>
              <a:gd name="connsiteY254-30942" fmla="*/ 3500664 h 4449429"/>
              <a:gd name="connsiteX255-30943" fmla="*/ 12388137 w 18982931"/>
              <a:gd name="connsiteY255-30944" fmla="*/ 3500664 h 4449429"/>
              <a:gd name="connsiteX256-30945" fmla="*/ 12388137 w 18982931"/>
              <a:gd name="connsiteY256-30946" fmla="*/ 3557497 h 4449429"/>
              <a:gd name="connsiteX257-30947" fmla="*/ 12444971 w 18982931"/>
              <a:gd name="connsiteY257-30948" fmla="*/ 3557497 h 4449429"/>
              <a:gd name="connsiteX258-30949" fmla="*/ 12444971 w 18982931"/>
              <a:gd name="connsiteY258-30950" fmla="*/ 3500664 h 4449429"/>
              <a:gd name="connsiteX259-30951" fmla="*/ 12388137 w 18982931"/>
              <a:gd name="connsiteY259-30952" fmla="*/ 3500664 h 4449429"/>
              <a:gd name="connsiteX260-30953" fmla="*/ 17351339 w 18982931"/>
              <a:gd name="connsiteY260-30954" fmla="*/ 3492933 h 4449429"/>
              <a:gd name="connsiteX261-30955" fmla="*/ 17351339 w 18982931"/>
              <a:gd name="connsiteY261-30956" fmla="*/ 3538633 h 4449429"/>
              <a:gd name="connsiteX262-30957" fmla="*/ 17560187 w 18982931"/>
              <a:gd name="connsiteY262-30958" fmla="*/ 3538633 h 4449429"/>
              <a:gd name="connsiteX263-30959" fmla="*/ 17560187 w 18982931"/>
              <a:gd name="connsiteY263-30960" fmla="*/ 3492933 h 4449429"/>
              <a:gd name="connsiteX264-30961" fmla="*/ 17351339 w 18982931"/>
              <a:gd name="connsiteY264-30962" fmla="*/ 3492933 h 4449429"/>
              <a:gd name="connsiteX265-30963" fmla="*/ 17351339 w 18982931"/>
              <a:gd name="connsiteY265-30964" fmla="*/ 3401301 h 4449429"/>
              <a:gd name="connsiteX266-30965" fmla="*/ 17351339 w 18982931"/>
              <a:gd name="connsiteY266-30966" fmla="*/ 3447001 h 4449429"/>
              <a:gd name="connsiteX267-30967" fmla="*/ 17560187 w 18982931"/>
              <a:gd name="connsiteY267-30968" fmla="*/ 3447001 h 4449429"/>
              <a:gd name="connsiteX268-30969" fmla="*/ 17560187 w 18982931"/>
              <a:gd name="connsiteY268-30970" fmla="*/ 3401301 h 4449429"/>
              <a:gd name="connsiteX269-30971" fmla="*/ 17351339 w 18982931"/>
              <a:gd name="connsiteY269-30972" fmla="*/ 3401301 h 4449429"/>
              <a:gd name="connsiteX270-30973" fmla="*/ 1596781 w 18982931"/>
              <a:gd name="connsiteY270-30974" fmla="*/ 3357078 h 4449429"/>
              <a:gd name="connsiteX271-30975" fmla="*/ 1596781 w 18982931"/>
              <a:gd name="connsiteY271-30976" fmla="*/ 3402779 h 4449429"/>
              <a:gd name="connsiteX272-30977" fmla="*/ 1805629 w 18982931"/>
              <a:gd name="connsiteY272-30978" fmla="*/ 3402779 h 4449429"/>
              <a:gd name="connsiteX273-30979" fmla="*/ 1805629 w 18982931"/>
              <a:gd name="connsiteY273-30980" fmla="*/ 3357078 h 4449429"/>
              <a:gd name="connsiteX274-30981" fmla="*/ 1596781 w 18982931"/>
              <a:gd name="connsiteY274-30982" fmla="*/ 3357078 h 4449429"/>
              <a:gd name="connsiteX275-30983" fmla="*/ 12612246 w 18982931"/>
              <a:gd name="connsiteY275-30984" fmla="*/ 3355375 h 4449429"/>
              <a:gd name="connsiteX276-30985" fmla="*/ 12612246 w 18982931"/>
              <a:gd name="connsiteY276-30986" fmla="*/ 3412209 h 4449429"/>
              <a:gd name="connsiteX277-30987" fmla="*/ 12669079 w 18982931"/>
              <a:gd name="connsiteY277-30988" fmla="*/ 3412209 h 4449429"/>
              <a:gd name="connsiteX278-30989" fmla="*/ 12669079 w 18982931"/>
              <a:gd name="connsiteY278-30990" fmla="*/ 3355375 h 4449429"/>
              <a:gd name="connsiteX279-30991" fmla="*/ 12612246 w 18982931"/>
              <a:gd name="connsiteY279-30992" fmla="*/ 3355375 h 4449429"/>
              <a:gd name="connsiteX280-30993" fmla="*/ 12500191 w 18982931"/>
              <a:gd name="connsiteY280-30994" fmla="*/ 3355375 h 4449429"/>
              <a:gd name="connsiteX281-30995" fmla="*/ 12500191 w 18982931"/>
              <a:gd name="connsiteY281-30996" fmla="*/ 3412209 h 4449429"/>
              <a:gd name="connsiteX282-30997" fmla="*/ 12557025 w 18982931"/>
              <a:gd name="connsiteY282-30998" fmla="*/ 3412209 h 4449429"/>
              <a:gd name="connsiteX283-30999" fmla="*/ 12557025 w 18982931"/>
              <a:gd name="connsiteY283-31000" fmla="*/ 3355375 h 4449429"/>
              <a:gd name="connsiteX284-31001" fmla="*/ 12500191 w 18982931"/>
              <a:gd name="connsiteY284-31002" fmla="*/ 3355375 h 4449429"/>
              <a:gd name="connsiteX285-31003" fmla="*/ 12388137 w 18982931"/>
              <a:gd name="connsiteY285-31004" fmla="*/ 3355375 h 4449429"/>
              <a:gd name="connsiteX286-31005" fmla="*/ 12388137 w 18982931"/>
              <a:gd name="connsiteY286-31006" fmla="*/ 3412209 h 4449429"/>
              <a:gd name="connsiteX287-31007" fmla="*/ 12444971 w 18982931"/>
              <a:gd name="connsiteY287-31008" fmla="*/ 3412209 h 4449429"/>
              <a:gd name="connsiteX288-31009" fmla="*/ 12444971 w 18982931"/>
              <a:gd name="connsiteY288-31010" fmla="*/ 3355375 h 4449429"/>
              <a:gd name="connsiteX289-31011" fmla="*/ 12388137 w 18982931"/>
              <a:gd name="connsiteY289-31012" fmla="*/ 3355375 h 4449429"/>
              <a:gd name="connsiteX290-31013" fmla="*/ 17351339 w 18982931"/>
              <a:gd name="connsiteY290-31014" fmla="*/ 3309670 h 4449429"/>
              <a:gd name="connsiteX291-31015" fmla="*/ 17351339 w 18982931"/>
              <a:gd name="connsiteY291-31016" fmla="*/ 3355371 h 4449429"/>
              <a:gd name="connsiteX292-31017" fmla="*/ 17560187 w 18982931"/>
              <a:gd name="connsiteY292-31018" fmla="*/ 3355371 h 4449429"/>
              <a:gd name="connsiteX293-31019" fmla="*/ 17560187 w 18982931"/>
              <a:gd name="connsiteY293-31020" fmla="*/ 3309670 h 4449429"/>
              <a:gd name="connsiteX294-31021" fmla="*/ 17351339 w 18982931"/>
              <a:gd name="connsiteY294-31022" fmla="*/ 3309670 h 4449429"/>
              <a:gd name="connsiteX295-31023" fmla="*/ 1596781 w 18982931"/>
              <a:gd name="connsiteY295-31024" fmla="*/ 3265446 h 4449429"/>
              <a:gd name="connsiteX296-31025" fmla="*/ 1596781 w 18982931"/>
              <a:gd name="connsiteY296-31026" fmla="*/ 3311147 h 4449429"/>
              <a:gd name="connsiteX297-31027" fmla="*/ 1805629 w 18982931"/>
              <a:gd name="connsiteY297-31028" fmla="*/ 3311147 h 4449429"/>
              <a:gd name="connsiteX298-31029" fmla="*/ 1805629 w 18982931"/>
              <a:gd name="connsiteY298-31030" fmla="*/ 3265446 h 4449429"/>
              <a:gd name="connsiteX299-31031" fmla="*/ 1596781 w 18982931"/>
              <a:gd name="connsiteY299-31032" fmla="*/ 3265446 h 4449429"/>
              <a:gd name="connsiteX300-31033" fmla="*/ 17351339 w 18982931"/>
              <a:gd name="connsiteY300-31034" fmla="*/ 3218041 h 4449429"/>
              <a:gd name="connsiteX301-31035" fmla="*/ 17351339 w 18982931"/>
              <a:gd name="connsiteY301-31036" fmla="*/ 3263742 h 4449429"/>
              <a:gd name="connsiteX302-31037" fmla="*/ 17560187 w 18982931"/>
              <a:gd name="connsiteY302-31038" fmla="*/ 3263742 h 4449429"/>
              <a:gd name="connsiteX303-31039" fmla="*/ 17560187 w 18982931"/>
              <a:gd name="connsiteY303-31040" fmla="*/ 3218041 h 4449429"/>
              <a:gd name="connsiteX304-31041" fmla="*/ 17351339 w 18982931"/>
              <a:gd name="connsiteY304-31042" fmla="*/ 3218041 h 4449429"/>
              <a:gd name="connsiteX305-31043" fmla="*/ 12612246 w 18982931"/>
              <a:gd name="connsiteY305-31044" fmla="*/ 3210087 h 4449429"/>
              <a:gd name="connsiteX306-31045" fmla="*/ 12612246 w 18982931"/>
              <a:gd name="connsiteY306-31046" fmla="*/ 3266921 h 4449429"/>
              <a:gd name="connsiteX307-31047" fmla="*/ 12669079 w 18982931"/>
              <a:gd name="connsiteY307-31048" fmla="*/ 3266921 h 4449429"/>
              <a:gd name="connsiteX308-31049" fmla="*/ 12669079 w 18982931"/>
              <a:gd name="connsiteY308-31050" fmla="*/ 3210087 h 4449429"/>
              <a:gd name="connsiteX309-31051" fmla="*/ 12612246 w 18982931"/>
              <a:gd name="connsiteY309-31052" fmla="*/ 3210087 h 4449429"/>
              <a:gd name="connsiteX310-31053" fmla="*/ 12500191 w 18982931"/>
              <a:gd name="connsiteY310-31054" fmla="*/ 3210087 h 4449429"/>
              <a:gd name="connsiteX311-31055" fmla="*/ 12500191 w 18982931"/>
              <a:gd name="connsiteY311-31056" fmla="*/ 3266921 h 4449429"/>
              <a:gd name="connsiteX312-31057" fmla="*/ 12557025 w 18982931"/>
              <a:gd name="connsiteY312-31058" fmla="*/ 3266921 h 4449429"/>
              <a:gd name="connsiteX313-31059" fmla="*/ 12557025 w 18982931"/>
              <a:gd name="connsiteY313-31060" fmla="*/ 3210087 h 4449429"/>
              <a:gd name="connsiteX314-31061" fmla="*/ 12500191 w 18982931"/>
              <a:gd name="connsiteY314-31062" fmla="*/ 3210087 h 4449429"/>
              <a:gd name="connsiteX315-31063" fmla="*/ 12388137 w 18982931"/>
              <a:gd name="connsiteY315-31064" fmla="*/ 3210087 h 4449429"/>
              <a:gd name="connsiteX316-31065" fmla="*/ 12388137 w 18982931"/>
              <a:gd name="connsiteY316-31066" fmla="*/ 3266921 h 4449429"/>
              <a:gd name="connsiteX317-31067" fmla="*/ 12444971 w 18982931"/>
              <a:gd name="connsiteY317-31068" fmla="*/ 3266921 h 4449429"/>
              <a:gd name="connsiteX318-31069" fmla="*/ 12444971 w 18982931"/>
              <a:gd name="connsiteY318-31070" fmla="*/ 3210087 h 4449429"/>
              <a:gd name="connsiteX319-31071" fmla="*/ 12388137 w 18982931"/>
              <a:gd name="connsiteY319-31072" fmla="*/ 3210087 h 4449429"/>
              <a:gd name="connsiteX320-31073" fmla="*/ 1596781 w 18982931"/>
              <a:gd name="connsiteY320-31074" fmla="*/ 3173817 h 4449429"/>
              <a:gd name="connsiteX321-31075" fmla="*/ 1596781 w 18982931"/>
              <a:gd name="connsiteY321-31076" fmla="*/ 3219518 h 4449429"/>
              <a:gd name="connsiteX322-31077" fmla="*/ 1805629 w 18982931"/>
              <a:gd name="connsiteY322-31078" fmla="*/ 3219518 h 4449429"/>
              <a:gd name="connsiteX323-31079" fmla="*/ 1805629 w 18982931"/>
              <a:gd name="connsiteY323-31080" fmla="*/ 3173817 h 4449429"/>
              <a:gd name="connsiteX324-31081" fmla="*/ 1596781 w 18982931"/>
              <a:gd name="connsiteY324-31082" fmla="*/ 3173817 h 4449429"/>
              <a:gd name="connsiteX325-31083" fmla="*/ 17351339 w 18982931"/>
              <a:gd name="connsiteY325-31084" fmla="*/ 3126412 h 4449429"/>
              <a:gd name="connsiteX326-31085" fmla="*/ 17351339 w 18982931"/>
              <a:gd name="connsiteY326-31086" fmla="*/ 3172113 h 4449429"/>
              <a:gd name="connsiteX327-31087" fmla="*/ 17560187 w 18982931"/>
              <a:gd name="connsiteY327-31088" fmla="*/ 3172113 h 4449429"/>
              <a:gd name="connsiteX328-31089" fmla="*/ 17560187 w 18982931"/>
              <a:gd name="connsiteY328-31090" fmla="*/ 3126412 h 4449429"/>
              <a:gd name="connsiteX329-31091" fmla="*/ 17351339 w 18982931"/>
              <a:gd name="connsiteY329-31092" fmla="*/ 3126412 h 4449429"/>
              <a:gd name="connsiteX330-31093" fmla="*/ 1596781 w 18982931"/>
              <a:gd name="connsiteY330-31094" fmla="*/ 3080712 h 4449429"/>
              <a:gd name="connsiteX331-31095" fmla="*/ 1596781 w 18982931"/>
              <a:gd name="connsiteY331-31096" fmla="*/ 3126412 h 4449429"/>
              <a:gd name="connsiteX332-31097" fmla="*/ 1805629 w 18982931"/>
              <a:gd name="connsiteY332-31098" fmla="*/ 3126412 h 4449429"/>
              <a:gd name="connsiteX333-31099" fmla="*/ 1805629 w 18982931"/>
              <a:gd name="connsiteY333-31100" fmla="*/ 3080712 h 4449429"/>
              <a:gd name="connsiteX334-31101" fmla="*/ 1596781 w 18982931"/>
              <a:gd name="connsiteY334-31102" fmla="*/ 3080712 h 4449429"/>
              <a:gd name="connsiteX335-31103" fmla="*/ 12612246 w 18982931"/>
              <a:gd name="connsiteY335-31104" fmla="*/ 3064799 h 4449429"/>
              <a:gd name="connsiteX336-31105" fmla="*/ 12612246 w 18982931"/>
              <a:gd name="connsiteY336-31106" fmla="*/ 3121633 h 4449429"/>
              <a:gd name="connsiteX337-31107" fmla="*/ 12669079 w 18982931"/>
              <a:gd name="connsiteY337-31108" fmla="*/ 3121633 h 4449429"/>
              <a:gd name="connsiteX338-31109" fmla="*/ 12669079 w 18982931"/>
              <a:gd name="connsiteY338-31110" fmla="*/ 3064799 h 4449429"/>
              <a:gd name="connsiteX339-31111" fmla="*/ 12612246 w 18982931"/>
              <a:gd name="connsiteY339-31112" fmla="*/ 3064799 h 4449429"/>
              <a:gd name="connsiteX340-31113" fmla="*/ 12500191 w 18982931"/>
              <a:gd name="connsiteY340-31114" fmla="*/ 3064799 h 4449429"/>
              <a:gd name="connsiteX341-31115" fmla="*/ 12500191 w 18982931"/>
              <a:gd name="connsiteY341-31116" fmla="*/ 3121633 h 4449429"/>
              <a:gd name="connsiteX342-31117" fmla="*/ 12557025 w 18982931"/>
              <a:gd name="connsiteY342-31118" fmla="*/ 3121633 h 4449429"/>
              <a:gd name="connsiteX343-31119" fmla="*/ 12557025 w 18982931"/>
              <a:gd name="connsiteY343-31120" fmla="*/ 3064799 h 4449429"/>
              <a:gd name="connsiteX344-31121" fmla="*/ 12500191 w 18982931"/>
              <a:gd name="connsiteY344-31122" fmla="*/ 3064799 h 4449429"/>
              <a:gd name="connsiteX345-31123" fmla="*/ 12388137 w 18982931"/>
              <a:gd name="connsiteY345-31124" fmla="*/ 3064799 h 4449429"/>
              <a:gd name="connsiteX346-31125" fmla="*/ 12388137 w 18982931"/>
              <a:gd name="connsiteY346-31126" fmla="*/ 3121633 h 4449429"/>
              <a:gd name="connsiteX347-31127" fmla="*/ 12444971 w 18982931"/>
              <a:gd name="connsiteY347-31128" fmla="*/ 3121633 h 4449429"/>
              <a:gd name="connsiteX348-31129" fmla="*/ 12444971 w 18982931"/>
              <a:gd name="connsiteY348-31130" fmla="*/ 3064799 h 4449429"/>
              <a:gd name="connsiteX349-31131" fmla="*/ 12388137 w 18982931"/>
              <a:gd name="connsiteY349-31132" fmla="*/ 3064799 h 4449429"/>
              <a:gd name="connsiteX350-31133" fmla="*/ 17351339 w 18982931"/>
              <a:gd name="connsiteY350-31134" fmla="*/ 3034782 h 4449429"/>
              <a:gd name="connsiteX351-31135" fmla="*/ 17351339 w 18982931"/>
              <a:gd name="connsiteY351-31136" fmla="*/ 3080482 h 4449429"/>
              <a:gd name="connsiteX352-31137" fmla="*/ 17560187 w 18982931"/>
              <a:gd name="connsiteY352-31138" fmla="*/ 3080482 h 4449429"/>
              <a:gd name="connsiteX353-31139" fmla="*/ 17560187 w 18982931"/>
              <a:gd name="connsiteY353-31140" fmla="*/ 3034782 h 4449429"/>
              <a:gd name="connsiteX354-31141" fmla="*/ 17351339 w 18982931"/>
              <a:gd name="connsiteY354-31142" fmla="*/ 3034782 h 4449429"/>
              <a:gd name="connsiteX355-31143" fmla="*/ 1596781 w 18982931"/>
              <a:gd name="connsiteY355-31144" fmla="*/ 2989080 h 4449429"/>
              <a:gd name="connsiteX356-31145" fmla="*/ 1596781 w 18982931"/>
              <a:gd name="connsiteY356-31146" fmla="*/ 3034780 h 4449429"/>
              <a:gd name="connsiteX357-31147" fmla="*/ 1805629 w 18982931"/>
              <a:gd name="connsiteY357-31148" fmla="*/ 3034780 h 4449429"/>
              <a:gd name="connsiteX358-31149" fmla="*/ 1805629 w 18982931"/>
              <a:gd name="connsiteY358-31150" fmla="*/ 2989080 h 4449429"/>
              <a:gd name="connsiteX359-31151" fmla="*/ 1596781 w 18982931"/>
              <a:gd name="connsiteY359-31152" fmla="*/ 2989080 h 4449429"/>
              <a:gd name="connsiteX360-31153" fmla="*/ 17351339 w 18982931"/>
              <a:gd name="connsiteY360-31154" fmla="*/ 2943153 h 4449429"/>
              <a:gd name="connsiteX361-31155" fmla="*/ 17351339 w 18982931"/>
              <a:gd name="connsiteY361-31156" fmla="*/ 2988853 h 4449429"/>
              <a:gd name="connsiteX362-31157" fmla="*/ 17560187 w 18982931"/>
              <a:gd name="connsiteY362-31158" fmla="*/ 2988853 h 4449429"/>
              <a:gd name="connsiteX363-31159" fmla="*/ 17560187 w 18982931"/>
              <a:gd name="connsiteY363-31160" fmla="*/ 2943153 h 4449429"/>
              <a:gd name="connsiteX364-31161" fmla="*/ 17351339 w 18982931"/>
              <a:gd name="connsiteY364-31162" fmla="*/ 2943153 h 4449429"/>
              <a:gd name="connsiteX365-31163" fmla="*/ 12612246 w 18982931"/>
              <a:gd name="connsiteY365-31164" fmla="*/ 2919511 h 4449429"/>
              <a:gd name="connsiteX366-31165" fmla="*/ 12612246 w 18982931"/>
              <a:gd name="connsiteY366-31166" fmla="*/ 2976345 h 4449429"/>
              <a:gd name="connsiteX367-31167" fmla="*/ 12669079 w 18982931"/>
              <a:gd name="connsiteY367-31168" fmla="*/ 2976345 h 4449429"/>
              <a:gd name="connsiteX368-31169" fmla="*/ 12669079 w 18982931"/>
              <a:gd name="connsiteY368-31170" fmla="*/ 2919511 h 4449429"/>
              <a:gd name="connsiteX369-31171" fmla="*/ 12612246 w 18982931"/>
              <a:gd name="connsiteY369-31172" fmla="*/ 2919511 h 4449429"/>
              <a:gd name="connsiteX370-31173" fmla="*/ 12500191 w 18982931"/>
              <a:gd name="connsiteY370-31174" fmla="*/ 2919511 h 4449429"/>
              <a:gd name="connsiteX371-31175" fmla="*/ 12500191 w 18982931"/>
              <a:gd name="connsiteY371-31176" fmla="*/ 2976345 h 4449429"/>
              <a:gd name="connsiteX372-31177" fmla="*/ 12557025 w 18982931"/>
              <a:gd name="connsiteY372-31178" fmla="*/ 2976345 h 4449429"/>
              <a:gd name="connsiteX373-31179" fmla="*/ 12557025 w 18982931"/>
              <a:gd name="connsiteY373-31180" fmla="*/ 2919511 h 4449429"/>
              <a:gd name="connsiteX374-31181" fmla="*/ 12500191 w 18982931"/>
              <a:gd name="connsiteY374-31182" fmla="*/ 2919511 h 4449429"/>
              <a:gd name="connsiteX375-31183" fmla="*/ 12388137 w 18982931"/>
              <a:gd name="connsiteY375-31184" fmla="*/ 2919511 h 4449429"/>
              <a:gd name="connsiteX376-31185" fmla="*/ 12388137 w 18982931"/>
              <a:gd name="connsiteY376-31186" fmla="*/ 2976345 h 4449429"/>
              <a:gd name="connsiteX377-31187" fmla="*/ 12444971 w 18982931"/>
              <a:gd name="connsiteY377-31188" fmla="*/ 2976345 h 4449429"/>
              <a:gd name="connsiteX378-31189" fmla="*/ 12444971 w 18982931"/>
              <a:gd name="connsiteY378-31190" fmla="*/ 2919511 h 4449429"/>
              <a:gd name="connsiteX379-31191" fmla="*/ 12388137 w 18982931"/>
              <a:gd name="connsiteY379-31192" fmla="*/ 2919511 h 4449429"/>
              <a:gd name="connsiteX380-31193" fmla="*/ 1596781 w 18982931"/>
              <a:gd name="connsiteY380-31194" fmla="*/ 2897450 h 4449429"/>
              <a:gd name="connsiteX381-31195" fmla="*/ 1596781 w 18982931"/>
              <a:gd name="connsiteY381-31196" fmla="*/ 2943150 h 4449429"/>
              <a:gd name="connsiteX382-31197" fmla="*/ 1805629 w 18982931"/>
              <a:gd name="connsiteY382-31198" fmla="*/ 2943150 h 4449429"/>
              <a:gd name="connsiteX383-31199" fmla="*/ 1805629 w 18982931"/>
              <a:gd name="connsiteY383-31200" fmla="*/ 2897450 h 4449429"/>
              <a:gd name="connsiteX384-31201" fmla="*/ 1596781 w 18982931"/>
              <a:gd name="connsiteY384-31202" fmla="*/ 2897450 h 4449429"/>
              <a:gd name="connsiteX385-31203" fmla="*/ 17351339 w 18982931"/>
              <a:gd name="connsiteY385-31204" fmla="*/ 2851522 h 4449429"/>
              <a:gd name="connsiteX386-31205" fmla="*/ 17351339 w 18982931"/>
              <a:gd name="connsiteY386-31206" fmla="*/ 2897223 h 4449429"/>
              <a:gd name="connsiteX387-31207" fmla="*/ 17560187 w 18982931"/>
              <a:gd name="connsiteY387-31208" fmla="*/ 2897223 h 4449429"/>
              <a:gd name="connsiteX388-31209" fmla="*/ 17560187 w 18982931"/>
              <a:gd name="connsiteY388-31210" fmla="*/ 2851522 h 4449429"/>
              <a:gd name="connsiteX389-31211" fmla="*/ 17351339 w 18982931"/>
              <a:gd name="connsiteY389-31212" fmla="*/ 2851522 h 4449429"/>
              <a:gd name="connsiteX390-31213" fmla="*/ 1596781 w 18982931"/>
              <a:gd name="connsiteY390-31214" fmla="*/ 2805821 h 4449429"/>
              <a:gd name="connsiteX391-31215" fmla="*/ 1596781 w 18982931"/>
              <a:gd name="connsiteY391-31216" fmla="*/ 2851521 h 4449429"/>
              <a:gd name="connsiteX392-31217" fmla="*/ 1805629 w 18982931"/>
              <a:gd name="connsiteY392-31218" fmla="*/ 2851521 h 4449429"/>
              <a:gd name="connsiteX393-31219" fmla="*/ 1805629 w 18982931"/>
              <a:gd name="connsiteY393-31220" fmla="*/ 2805821 h 4449429"/>
              <a:gd name="connsiteX394-31221" fmla="*/ 1596781 w 18982931"/>
              <a:gd name="connsiteY394-31222" fmla="*/ 2805821 h 4449429"/>
              <a:gd name="connsiteX395-31223" fmla="*/ 1596781 w 18982931"/>
              <a:gd name="connsiteY395-31224" fmla="*/ 2714192 h 4449429"/>
              <a:gd name="connsiteX396-31225" fmla="*/ 1596781 w 18982931"/>
              <a:gd name="connsiteY396-31226" fmla="*/ 2759892 h 4449429"/>
              <a:gd name="connsiteX397-31227" fmla="*/ 1805629 w 18982931"/>
              <a:gd name="connsiteY397-31228" fmla="*/ 2759892 h 4449429"/>
              <a:gd name="connsiteX398-31229" fmla="*/ 1805629 w 18982931"/>
              <a:gd name="connsiteY398-31230" fmla="*/ 2714192 h 4449429"/>
              <a:gd name="connsiteX399-31231" fmla="*/ 1596781 w 18982931"/>
              <a:gd name="connsiteY399-31232" fmla="*/ 2714192 h 4449429"/>
              <a:gd name="connsiteX400-31233" fmla="*/ 4422120 w 18982931"/>
              <a:gd name="connsiteY400-31234" fmla="*/ 2688604 h 4449429"/>
              <a:gd name="connsiteX401-31235" fmla="*/ 4422120 w 18982931"/>
              <a:gd name="connsiteY401-31236" fmla="*/ 2851522 h 4449429"/>
              <a:gd name="connsiteX402-31237" fmla="*/ 4459897 w 18982931"/>
              <a:gd name="connsiteY402-31238" fmla="*/ 2851522 h 4449429"/>
              <a:gd name="connsiteX403-31239" fmla="*/ 4459897 w 18982931"/>
              <a:gd name="connsiteY403-31240" fmla="*/ 2688604 h 4449429"/>
              <a:gd name="connsiteX404-31241" fmla="*/ 4422120 w 18982931"/>
              <a:gd name="connsiteY404-31242" fmla="*/ 2688604 h 4449429"/>
              <a:gd name="connsiteX405-31243" fmla="*/ 4346370 w 18982931"/>
              <a:gd name="connsiteY405-31244" fmla="*/ 2688604 h 4449429"/>
              <a:gd name="connsiteX406-31245" fmla="*/ 4346370 w 18982931"/>
              <a:gd name="connsiteY406-31246" fmla="*/ 2851522 h 4449429"/>
              <a:gd name="connsiteX407-31247" fmla="*/ 4384149 w 18982931"/>
              <a:gd name="connsiteY407-31248" fmla="*/ 2851522 h 4449429"/>
              <a:gd name="connsiteX408-31249" fmla="*/ 4384149 w 18982931"/>
              <a:gd name="connsiteY408-31250" fmla="*/ 2688604 h 4449429"/>
              <a:gd name="connsiteX409-31251" fmla="*/ 4346370 w 18982931"/>
              <a:gd name="connsiteY409-31252" fmla="*/ 2688604 h 4449429"/>
              <a:gd name="connsiteX410-31253" fmla="*/ 4270624 w 18982931"/>
              <a:gd name="connsiteY410-31254" fmla="*/ 2688604 h 4449429"/>
              <a:gd name="connsiteX411-31255" fmla="*/ 4270624 w 18982931"/>
              <a:gd name="connsiteY411-31256" fmla="*/ 2851522 h 4449429"/>
              <a:gd name="connsiteX412-31257" fmla="*/ 4308407 w 18982931"/>
              <a:gd name="connsiteY412-31258" fmla="*/ 2851522 h 4449429"/>
              <a:gd name="connsiteX413-31259" fmla="*/ 4308407 w 18982931"/>
              <a:gd name="connsiteY413-31260" fmla="*/ 2688604 h 4449429"/>
              <a:gd name="connsiteX414-31261" fmla="*/ 4270624 w 18982931"/>
              <a:gd name="connsiteY414-31262" fmla="*/ 2688604 h 4449429"/>
              <a:gd name="connsiteX415-31263" fmla="*/ 4194881 w 18982931"/>
              <a:gd name="connsiteY415-31264" fmla="*/ 2688604 h 4449429"/>
              <a:gd name="connsiteX416-31265" fmla="*/ 4194881 w 18982931"/>
              <a:gd name="connsiteY416-31266" fmla="*/ 2851522 h 4449429"/>
              <a:gd name="connsiteX417-31267" fmla="*/ 4232658 w 18982931"/>
              <a:gd name="connsiteY417-31268" fmla="*/ 2851522 h 4449429"/>
              <a:gd name="connsiteX418-31269" fmla="*/ 4232658 w 18982931"/>
              <a:gd name="connsiteY418-31270" fmla="*/ 2688604 h 4449429"/>
              <a:gd name="connsiteX419-31271" fmla="*/ 4194881 w 18982931"/>
              <a:gd name="connsiteY419-31272" fmla="*/ 2688604 h 4449429"/>
              <a:gd name="connsiteX420-31273" fmla="*/ 4119132 w 18982931"/>
              <a:gd name="connsiteY420-31274" fmla="*/ 2688604 h 4449429"/>
              <a:gd name="connsiteX421-31275" fmla="*/ 4119132 w 18982931"/>
              <a:gd name="connsiteY421-31276" fmla="*/ 2851522 h 4449429"/>
              <a:gd name="connsiteX422-31277" fmla="*/ 4156909 w 18982931"/>
              <a:gd name="connsiteY422-31278" fmla="*/ 2851522 h 4449429"/>
              <a:gd name="connsiteX423-31279" fmla="*/ 4156909 w 18982931"/>
              <a:gd name="connsiteY423-31280" fmla="*/ 2688604 h 4449429"/>
              <a:gd name="connsiteX424-31281" fmla="*/ 4119132 w 18982931"/>
              <a:gd name="connsiteY424-31282" fmla="*/ 2688604 h 4449429"/>
              <a:gd name="connsiteX425-31283" fmla="*/ 4043383 w 18982931"/>
              <a:gd name="connsiteY425-31284" fmla="*/ 2688604 h 4449429"/>
              <a:gd name="connsiteX426-31285" fmla="*/ 4043383 w 18982931"/>
              <a:gd name="connsiteY426-31286" fmla="*/ 2851522 h 4449429"/>
              <a:gd name="connsiteX427-31287" fmla="*/ 4081160 w 18982931"/>
              <a:gd name="connsiteY427-31288" fmla="*/ 2851522 h 4449429"/>
              <a:gd name="connsiteX428-31289" fmla="*/ 4081160 w 18982931"/>
              <a:gd name="connsiteY428-31290" fmla="*/ 2688604 h 4449429"/>
              <a:gd name="connsiteX429-31291" fmla="*/ 4043383 w 18982931"/>
              <a:gd name="connsiteY429-31292" fmla="*/ 2688604 h 4449429"/>
              <a:gd name="connsiteX430-31293" fmla="*/ 3967636 w 18982931"/>
              <a:gd name="connsiteY430-31294" fmla="*/ 2688604 h 4449429"/>
              <a:gd name="connsiteX431-31295" fmla="*/ 3967636 w 18982931"/>
              <a:gd name="connsiteY431-31296" fmla="*/ 2851522 h 4449429"/>
              <a:gd name="connsiteX432-31297" fmla="*/ 4005415 w 18982931"/>
              <a:gd name="connsiteY432-31298" fmla="*/ 2851522 h 4449429"/>
              <a:gd name="connsiteX433-31299" fmla="*/ 4005415 w 18982931"/>
              <a:gd name="connsiteY433-31300" fmla="*/ 2688604 h 4449429"/>
              <a:gd name="connsiteX434-31301" fmla="*/ 3967636 w 18982931"/>
              <a:gd name="connsiteY434-31302" fmla="*/ 2688604 h 4449429"/>
              <a:gd name="connsiteX435-31303" fmla="*/ 3891895 w 18982931"/>
              <a:gd name="connsiteY435-31304" fmla="*/ 2688604 h 4449429"/>
              <a:gd name="connsiteX436-31305" fmla="*/ 3891895 w 18982931"/>
              <a:gd name="connsiteY436-31306" fmla="*/ 2851522 h 4449429"/>
              <a:gd name="connsiteX437-31307" fmla="*/ 3929672 w 18982931"/>
              <a:gd name="connsiteY437-31308" fmla="*/ 2851522 h 4449429"/>
              <a:gd name="connsiteX438-31309" fmla="*/ 3929672 w 18982931"/>
              <a:gd name="connsiteY438-31310" fmla="*/ 2688604 h 4449429"/>
              <a:gd name="connsiteX439-31311" fmla="*/ 3891895 w 18982931"/>
              <a:gd name="connsiteY439-31312" fmla="*/ 2688604 h 4449429"/>
              <a:gd name="connsiteX440-31313" fmla="*/ 15043403 w 18982931"/>
              <a:gd name="connsiteY440-31314" fmla="*/ 2685661 h 4449429"/>
              <a:gd name="connsiteX441-31315" fmla="*/ 15043403 w 18982931"/>
              <a:gd name="connsiteY441-31316" fmla="*/ 2894508 h 4449429"/>
              <a:gd name="connsiteX442-31317" fmla="*/ 15089105 w 18982931"/>
              <a:gd name="connsiteY442-31318" fmla="*/ 2894508 h 4449429"/>
              <a:gd name="connsiteX443-31319" fmla="*/ 15089105 w 18982931"/>
              <a:gd name="connsiteY443-31320" fmla="*/ 2685661 h 4449429"/>
              <a:gd name="connsiteX444-31321" fmla="*/ 15043403 w 18982931"/>
              <a:gd name="connsiteY444-31322" fmla="*/ 2685661 h 4449429"/>
              <a:gd name="connsiteX445-31323" fmla="*/ 14951773 w 18982931"/>
              <a:gd name="connsiteY445-31324" fmla="*/ 2685661 h 4449429"/>
              <a:gd name="connsiteX446-31325" fmla="*/ 14951773 w 18982931"/>
              <a:gd name="connsiteY446-31326" fmla="*/ 2894508 h 4449429"/>
              <a:gd name="connsiteX447-31327" fmla="*/ 14997475 w 18982931"/>
              <a:gd name="connsiteY447-31328" fmla="*/ 2894508 h 4449429"/>
              <a:gd name="connsiteX448-31329" fmla="*/ 14997475 w 18982931"/>
              <a:gd name="connsiteY448-31330" fmla="*/ 2685661 h 4449429"/>
              <a:gd name="connsiteX449-31331" fmla="*/ 14951773 w 18982931"/>
              <a:gd name="connsiteY449-31332" fmla="*/ 2685661 h 4449429"/>
              <a:gd name="connsiteX450-31333" fmla="*/ 14860145 w 18982931"/>
              <a:gd name="connsiteY450-31334" fmla="*/ 2685661 h 4449429"/>
              <a:gd name="connsiteX451-31335" fmla="*/ 14860145 w 18982931"/>
              <a:gd name="connsiteY451-31336" fmla="*/ 2894508 h 4449429"/>
              <a:gd name="connsiteX452-31337" fmla="*/ 14905844 w 18982931"/>
              <a:gd name="connsiteY452-31338" fmla="*/ 2894508 h 4449429"/>
              <a:gd name="connsiteX453-31339" fmla="*/ 14905844 w 18982931"/>
              <a:gd name="connsiteY453-31340" fmla="*/ 2685661 h 4449429"/>
              <a:gd name="connsiteX454-31341" fmla="*/ 14860145 w 18982931"/>
              <a:gd name="connsiteY454-31342" fmla="*/ 2685661 h 4449429"/>
              <a:gd name="connsiteX455-31343" fmla="*/ 14768515 w 18982931"/>
              <a:gd name="connsiteY455-31344" fmla="*/ 2685661 h 4449429"/>
              <a:gd name="connsiteX456-31345" fmla="*/ 14768515 w 18982931"/>
              <a:gd name="connsiteY456-31346" fmla="*/ 2894508 h 4449429"/>
              <a:gd name="connsiteX457-31347" fmla="*/ 14814217 w 18982931"/>
              <a:gd name="connsiteY457-31348" fmla="*/ 2894508 h 4449429"/>
              <a:gd name="connsiteX458-31349" fmla="*/ 14814217 w 18982931"/>
              <a:gd name="connsiteY458-31350" fmla="*/ 2685661 h 4449429"/>
              <a:gd name="connsiteX459-31351" fmla="*/ 14768515 w 18982931"/>
              <a:gd name="connsiteY459-31352" fmla="*/ 2685661 h 4449429"/>
              <a:gd name="connsiteX460-31353" fmla="*/ 14676884 w 18982931"/>
              <a:gd name="connsiteY460-31354" fmla="*/ 2685661 h 4449429"/>
              <a:gd name="connsiteX461-31355" fmla="*/ 14676884 w 18982931"/>
              <a:gd name="connsiteY461-31356" fmla="*/ 2894508 h 4449429"/>
              <a:gd name="connsiteX462-31357" fmla="*/ 14722586 w 18982931"/>
              <a:gd name="connsiteY462-31358" fmla="*/ 2894508 h 4449429"/>
              <a:gd name="connsiteX463-31359" fmla="*/ 14722586 w 18982931"/>
              <a:gd name="connsiteY463-31360" fmla="*/ 2685661 h 4449429"/>
              <a:gd name="connsiteX464-31361" fmla="*/ 14676884 w 18982931"/>
              <a:gd name="connsiteY464-31362" fmla="*/ 2685661 h 4449429"/>
              <a:gd name="connsiteX465-31363" fmla="*/ 14585255 w 18982931"/>
              <a:gd name="connsiteY465-31364" fmla="*/ 2685661 h 4449429"/>
              <a:gd name="connsiteX466-31365" fmla="*/ 14585255 w 18982931"/>
              <a:gd name="connsiteY466-31366" fmla="*/ 2894508 h 4449429"/>
              <a:gd name="connsiteX467-31367" fmla="*/ 14630955 w 18982931"/>
              <a:gd name="connsiteY467-31368" fmla="*/ 2894508 h 4449429"/>
              <a:gd name="connsiteX468-31369" fmla="*/ 14630955 w 18982931"/>
              <a:gd name="connsiteY468-31370" fmla="*/ 2685661 h 4449429"/>
              <a:gd name="connsiteX469-31371" fmla="*/ 14585255 w 18982931"/>
              <a:gd name="connsiteY469-31372" fmla="*/ 2685661 h 4449429"/>
              <a:gd name="connsiteX470-31373" fmla="*/ 14493625 w 18982931"/>
              <a:gd name="connsiteY470-31374" fmla="*/ 2685661 h 4449429"/>
              <a:gd name="connsiteX471-31375" fmla="*/ 14493625 w 18982931"/>
              <a:gd name="connsiteY471-31376" fmla="*/ 2894508 h 4449429"/>
              <a:gd name="connsiteX472-31377" fmla="*/ 14539325 w 18982931"/>
              <a:gd name="connsiteY472-31378" fmla="*/ 2894508 h 4449429"/>
              <a:gd name="connsiteX473-31379" fmla="*/ 14539325 w 18982931"/>
              <a:gd name="connsiteY473-31380" fmla="*/ 2685661 h 4449429"/>
              <a:gd name="connsiteX474-31381" fmla="*/ 14493625 w 18982931"/>
              <a:gd name="connsiteY474-31382" fmla="*/ 2685661 h 4449429"/>
              <a:gd name="connsiteX475-31383" fmla="*/ 2875284 w 18982931"/>
              <a:gd name="connsiteY475-31384" fmla="*/ 2661196 h 4449429"/>
              <a:gd name="connsiteX476-31385" fmla="*/ 2875284 w 18982931"/>
              <a:gd name="connsiteY476-31386" fmla="*/ 3265443 h 4449429"/>
              <a:gd name="connsiteX477-31387" fmla="*/ 2913063 w 18982931"/>
              <a:gd name="connsiteY477-31388" fmla="*/ 3265443 h 4449429"/>
              <a:gd name="connsiteX478-31389" fmla="*/ 2913063 w 18982931"/>
              <a:gd name="connsiteY478-31390" fmla="*/ 2661196 h 4449429"/>
              <a:gd name="connsiteX479-31391" fmla="*/ 2875284 w 18982931"/>
              <a:gd name="connsiteY479-31392" fmla="*/ 2661196 h 4449429"/>
              <a:gd name="connsiteX480-31393" fmla="*/ 2769698 w 18982931"/>
              <a:gd name="connsiteY480-31394" fmla="*/ 2661196 h 4449429"/>
              <a:gd name="connsiteX481-31395" fmla="*/ 2769698 w 18982931"/>
              <a:gd name="connsiteY481-31396" fmla="*/ 3265443 h 4449429"/>
              <a:gd name="connsiteX482-31397" fmla="*/ 2807479 w 18982931"/>
              <a:gd name="connsiteY482-31398" fmla="*/ 3265443 h 4449429"/>
              <a:gd name="connsiteX483-31399" fmla="*/ 2807479 w 18982931"/>
              <a:gd name="connsiteY483-31400" fmla="*/ 2661196 h 4449429"/>
              <a:gd name="connsiteX484-31401" fmla="*/ 2769698 w 18982931"/>
              <a:gd name="connsiteY484-31402" fmla="*/ 2661196 h 4449429"/>
              <a:gd name="connsiteX485-31403" fmla="*/ 2664114 w 18982931"/>
              <a:gd name="connsiteY485-31404" fmla="*/ 2661196 h 4449429"/>
              <a:gd name="connsiteX486-31405" fmla="*/ 2664114 w 18982931"/>
              <a:gd name="connsiteY486-31406" fmla="*/ 3265443 h 4449429"/>
              <a:gd name="connsiteX487-31407" fmla="*/ 2701891 w 18982931"/>
              <a:gd name="connsiteY487-31408" fmla="*/ 3265443 h 4449429"/>
              <a:gd name="connsiteX488-31409" fmla="*/ 2701891 w 18982931"/>
              <a:gd name="connsiteY488-31410" fmla="*/ 2661196 h 4449429"/>
              <a:gd name="connsiteX489-31411" fmla="*/ 2664114 w 18982931"/>
              <a:gd name="connsiteY489-31412" fmla="*/ 2661196 h 4449429"/>
              <a:gd name="connsiteX490-31413" fmla="*/ 2558534 w 18982931"/>
              <a:gd name="connsiteY490-31414" fmla="*/ 2661196 h 4449429"/>
              <a:gd name="connsiteX491-31415" fmla="*/ 2558534 w 18982931"/>
              <a:gd name="connsiteY491-31416" fmla="*/ 3265443 h 4449429"/>
              <a:gd name="connsiteX492-31417" fmla="*/ 2596306 w 18982931"/>
              <a:gd name="connsiteY492-31418" fmla="*/ 3265443 h 4449429"/>
              <a:gd name="connsiteX493-31419" fmla="*/ 2596306 w 18982931"/>
              <a:gd name="connsiteY493-31420" fmla="*/ 2661196 h 4449429"/>
              <a:gd name="connsiteX494-31421" fmla="*/ 2558534 w 18982931"/>
              <a:gd name="connsiteY494-31422" fmla="*/ 2661196 h 4449429"/>
              <a:gd name="connsiteX495-31423" fmla="*/ 2980870 w 18982931"/>
              <a:gd name="connsiteY495-31424" fmla="*/ 2661194 h 4449429"/>
              <a:gd name="connsiteX496-31425" fmla="*/ 2980870 w 18982931"/>
              <a:gd name="connsiteY496-31426" fmla="*/ 3265442 h 4449429"/>
              <a:gd name="connsiteX497-31427" fmla="*/ 3018648 w 18982931"/>
              <a:gd name="connsiteY497-31428" fmla="*/ 3265442 h 4449429"/>
              <a:gd name="connsiteX498-31429" fmla="*/ 3018648 w 18982931"/>
              <a:gd name="connsiteY498-31430" fmla="*/ 2661194 h 4449429"/>
              <a:gd name="connsiteX499-31431" fmla="*/ 2980870 w 18982931"/>
              <a:gd name="connsiteY499-31432" fmla="*/ 2661194 h 4449429"/>
              <a:gd name="connsiteX500-31433" fmla="*/ 16374516 w 18982931"/>
              <a:gd name="connsiteY500-31434" fmla="*/ 2632791 h 4449429"/>
              <a:gd name="connsiteX501-31435" fmla="*/ 16374516 w 18982931"/>
              <a:gd name="connsiteY501-31436" fmla="*/ 3237039 h 4449429"/>
              <a:gd name="connsiteX502-31437" fmla="*/ 16412296 w 18982931"/>
              <a:gd name="connsiteY502-31438" fmla="*/ 3237039 h 4449429"/>
              <a:gd name="connsiteX503-31439" fmla="*/ 16412296 w 18982931"/>
              <a:gd name="connsiteY503-31440" fmla="*/ 2632791 h 4449429"/>
              <a:gd name="connsiteX504-31441" fmla="*/ 16374516 w 18982931"/>
              <a:gd name="connsiteY504-31442" fmla="*/ 2632791 h 4449429"/>
              <a:gd name="connsiteX505-31443" fmla="*/ 16268931 w 18982931"/>
              <a:gd name="connsiteY505-31444" fmla="*/ 2632791 h 4449429"/>
              <a:gd name="connsiteX506-31445" fmla="*/ 16268931 w 18982931"/>
              <a:gd name="connsiteY506-31446" fmla="*/ 3237039 h 4449429"/>
              <a:gd name="connsiteX507-31447" fmla="*/ 16306709 w 18982931"/>
              <a:gd name="connsiteY507-31448" fmla="*/ 3237039 h 4449429"/>
              <a:gd name="connsiteX508-31449" fmla="*/ 16306709 w 18982931"/>
              <a:gd name="connsiteY508-31450" fmla="*/ 2632791 h 4449429"/>
              <a:gd name="connsiteX509-31451" fmla="*/ 16268931 w 18982931"/>
              <a:gd name="connsiteY509-31452" fmla="*/ 2632791 h 4449429"/>
              <a:gd name="connsiteX510-31453" fmla="*/ 16163344 w 18982931"/>
              <a:gd name="connsiteY510-31454" fmla="*/ 2632791 h 4449429"/>
              <a:gd name="connsiteX511-31455" fmla="*/ 16163344 w 18982931"/>
              <a:gd name="connsiteY511-31456" fmla="*/ 3237039 h 4449429"/>
              <a:gd name="connsiteX512-31457" fmla="*/ 16201125 w 18982931"/>
              <a:gd name="connsiteY512-31458" fmla="*/ 3237039 h 4449429"/>
              <a:gd name="connsiteX513-31459" fmla="*/ 16201125 w 18982931"/>
              <a:gd name="connsiteY513-31460" fmla="*/ 2632791 h 4449429"/>
              <a:gd name="connsiteX514-31461" fmla="*/ 16163344 w 18982931"/>
              <a:gd name="connsiteY514-31462" fmla="*/ 2632791 h 4449429"/>
              <a:gd name="connsiteX515-31463" fmla="*/ 16057760 w 18982931"/>
              <a:gd name="connsiteY515-31464" fmla="*/ 2632791 h 4449429"/>
              <a:gd name="connsiteX516-31465" fmla="*/ 16057760 w 18982931"/>
              <a:gd name="connsiteY516-31466" fmla="*/ 3237039 h 4449429"/>
              <a:gd name="connsiteX517-31467" fmla="*/ 16095537 w 18982931"/>
              <a:gd name="connsiteY517-31468" fmla="*/ 3237039 h 4449429"/>
              <a:gd name="connsiteX518-31469" fmla="*/ 16095537 w 18982931"/>
              <a:gd name="connsiteY518-31470" fmla="*/ 2632791 h 4449429"/>
              <a:gd name="connsiteX519-31471" fmla="*/ 16057760 w 18982931"/>
              <a:gd name="connsiteY519-31472" fmla="*/ 2632791 h 4449429"/>
              <a:gd name="connsiteX520-31473" fmla="*/ 16480103 w 18982931"/>
              <a:gd name="connsiteY520-31474" fmla="*/ 2632790 h 4449429"/>
              <a:gd name="connsiteX521-31475" fmla="*/ 16480103 w 18982931"/>
              <a:gd name="connsiteY521-31476" fmla="*/ 3237037 h 4449429"/>
              <a:gd name="connsiteX522-31477" fmla="*/ 16517880 w 18982931"/>
              <a:gd name="connsiteY522-31478" fmla="*/ 3237037 h 4449429"/>
              <a:gd name="connsiteX523-31479" fmla="*/ 16517880 w 18982931"/>
              <a:gd name="connsiteY523-31480" fmla="*/ 2632790 h 4449429"/>
              <a:gd name="connsiteX524-31481" fmla="*/ 16480103 w 18982931"/>
              <a:gd name="connsiteY524-31482" fmla="*/ 2632790 h 4449429"/>
              <a:gd name="connsiteX525-31483" fmla="*/ 1596781 w 18982931"/>
              <a:gd name="connsiteY525-31484" fmla="*/ 2622561 h 4449429"/>
              <a:gd name="connsiteX526-31485" fmla="*/ 1596781 w 18982931"/>
              <a:gd name="connsiteY526-31486" fmla="*/ 2668261 h 4449429"/>
              <a:gd name="connsiteX527-31487" fmla="*/ 1805629 w 18982931"/>
              <a:gd name="connsiteY527-31488" fmla="*/ 2668261 h 4449429"/>
              <a:gd name="connsiteX528-31489" fmla="*/ 1805629 w 18982931"/>
              <a:gd name="connsiteY528-31490" fmla="*/ 2622561 h 4449429"/>
              <a:gd name="connsiteX529-31491" fmla="*/ 1596781 w 18982931"/>
              <a:gd name="connsiteY529-31492" fmla="*/ 2622561 h 4449429"/>
              <a:gd name="connsiteX530-31493" fmla="*/ 1596781 w 18982931"/>
              <a:gd name="connsiteY530-31494" fmla="*/ 2530932 h 4449429"/>
              <a:gd name="connsiteX531-31495" fmla="*/ 1596781 w 18982931"/>
              <a:gd name="connsiteY531-31496" fmla="*/ 2576632 h 4449429"/>
              <a:gd name="connsiteX532-31497" fmla="*/ 1805629 w 18982931"/>
              <a:gd name="connsiteY532-31498" fmla="*/ 2576632 h 4449429"/>
              <a:gd name="connsiteX533-31499" fmla="*/ 1805629 w 18982931"/>
              <a:gd name="connsiteY533-31500" fmla="*/ 2530932 h 4449429"/>
              <a:gd name="connsiteX534-31501" fmla="*/ 1596781 w 18982931"/>
              <a:gd name="connsiteY534-31502" fmla="*/ 2530932 h 4449429"/>
              <a:gd name="connsiteX535-31503" fmla="*/ 1596781 w 18982931"/>
              <a:gd name="connsiteY535-31504" fmla="*/ 2439301 h 4449429"/>
              <a:gd name="connsiteX536-31505" fmla="*/ 1596781 w 18982931"/>
              <a:gd name="connsiteY536-31506" fmla="*/ 2485002 h 4449429"/>
              <a:gd name="connsiteX537-31507" fmla="*/ 1805629 w 18982931"/>
              <a:gd name="connsiteY537-31508" fmla="*/ 2485002 h 4449429"/>
              <a:gd name="connsiteX538-31509" fmla="*/ 1805629 w 18982931"/>
              <a:gd name="connsiteY538-31510" fmla="*/ 2439301 h 4449429"/>
              <a:gd name="connsiteX539-31511" fmla="*/ 1596781 w 18982931"/>
              <a:gd name="connsiteY539-31512" fmla="*/ 2439301 h 4449429"/>
              <a:gd name="connsiteX540-31513" fmla="*/ 17217171 w 18982931"/>
              <a:gd name="connsiteY540-31514" fmla="*/ 2397981 h 4449429"/>
              <a:gd name="connsiteX541-31515" fmla="*/ 17217171 w 18982931"/>
              <a:gd name="connsiteY541-31516" fmla="*/ 2434557 h 4449429"/>
              <a:gd name="connsiteX542-31517" fmla="*/ 17582931 w 18982931"/>
              <a:gd name="connsiteY542-31518" fmla="*/ 2434557 h 4449429"/>
              <a:gd name="connsiteX543-31519" fmla="*/ 17582931 w 18982931"/>
              <a:gd name="connsiteY543-31520" fmla="*/ 2397981 h 4449429"/>
              <a:gd name="connsiteX544-31521" fmla="*/ 17217171 w 18982931"/>
              <a:gd name="connsiteY544-31522" fmla="*/ 2397981 h 4449429"/>
              <a:gd name="connsiteX545-31523" fmla="*/ 9762349 w 18982931"/>
              <a:gd name="connsiteY545-31524" fmla="*/ 2057780 h 4449429"/>
              <a:gd name="connsiteX546-31525" fmla="*/ 9762349 w 18982931"/>
              <a:gd name="connsiteY546-31526" fmla="*/ 2266627 h 4449429"/>
              <a:gd name="connsiteX547-31527" fmla="*/ 9808049 w 18982931"/>
              <a:gd name="connsiteY547-31528" fmla="*/ 2266627 h 4449429"/>
              <a:gd name="connsiteX548-31529" fmla="*/ 9808049 w 18982931"/>
              <a:gd name="connsiteY548-31530" fmla="*/ 2057780 h 4449429"/>
              <a:gd name="connsiteX549-31531" fmla="*/ 9762349 w 18982931"/>
              <a:gd name="connsiteY549-31532" fmla="*/ 2057780 h 4449429"/>
              <a:gd name="connsiteX550-31533" fmla="*/ 9670720 w 18982931"/>
              <a:gd name="connsiteY550-31534" fmla="*/ 2057780 h 4449429"/>
              <a:gd name="connsiteX551-31535" fmla="*/ 9670720 w 18982931"/>
              <a:gd name="connsiteY551-31536" fmla="*/ 2266627 h 4449429"/>
              <a:gd name="connsiteX552-31537" fmla="*/ 9716420 w 18982931"/>
              <a:gd name="connsiteY552-31538" fmla="*/ 2266627 h 4449429"/>
              <a:gd name="connsiteX553-31539" fmla="*/ 9716420 w 18982931"/>
              <a:gd name="connsiteY553-31540" fmla="*/ 2057780 h 4449429"/>
              <a:gd name="connsiteX554-31541" fmla="*/ 9670720 w 18982931"/>
              <a:gd name="connsiteY554-31542" fmla="*/ 2057780 h 4449429"/>
              <a:gd name="connsiteX555-31543" fmla="*/ 9579089 w 18982931"/>
              <a:gd name="connsiteY555-31544" fmla="*/ 2057780 h 4449429"/>
              <a:gd name="connsiteX556-31545" fmla="*/ 9579089 w 18982931"/>
              <a:gd name="connsiteY556-31546" fmla="*/ 2266627 h 4449429"/>
              <a:gd name="connsiteX557-31547" fmla="*/ 9624790 w 18982931"/>
              <a:gd name="connsiteY557-31548" fmla="*/ 2266627 h 4449429"/>
              <a:gd name="connsiteX558-31549" fmla="*/ 9624790 w 18982931"/>
              <a:gd name="connsiteY558-31550" fmla="*/ 2057780 h 4449429"/>
              <a:gd name="connsiteX559-31551" fmla="*/ 9579089 w 18982931"/>
              <a:gd name="connsiteY559-31552" fmla="*/ 2057780 h 4449429"/>
              <a:gd name="connsiteX560-31553" fmla="*/ 9487461 w 18982931"/>
              <a:gd name="connsiteY560-31554" fmla="*/ 2057780 h 4449429"/>
              <a:gd name="connsiteX561-31555" fmla="*/ 9487461 w 18982931"/>
              <a:gd name="connsiteY561-31556" fmla="*/ 2266627 h 4449429"/>
              <a:gd name="connsiteX562-31557" fmla="*/ 9533161 w 18982931"/>
              <a:gd name="connsiteY562-31558" fmla="*/ 2266627 h 4449429"/>
              <a:gd name="connsiteX563-31559" fmla="*/ 9533161 w 18982931"/>
              <a:gd name="connsiteY563-31560" fmla="*/ 2057780 h 4449429"/>
              <a:gd name="connsiteX564-31561" fmla="*/ 9487461 w 18982931"/>
              <a:gd name="connsiteY564-31562" fmla="*/ 2057780 h 4449429"/>
              <a:gd name="connsiteX565-31563" fmla="*/ 9395836 w 18982931"/>
              <a:gd name="connsiteY565-31564" fmla="*/ 2057780 h 4449429"/>
              <a:gd name="connsiteX566-31565" fmla="*/ 9395836 w 18982931"/>
              <a:gd name="connsiteY566-31566" fmla="*/ 2266627 h 4449429"/>
              <a:gd name="connsiteX567-31567" fmla="*/ 9441534 w 18982931"/>
              <a:gd name="connsiteY567-31568" fmla="*/ 2266627 h 4449429"/>
              <a:gd name="connsiteX568-31569" fmla="*/ 9441534 w 18982931"/>
              <a:gd name="connsiteY568-31570" fmla="*/ 2057780 h 4449429"/>
              <a:gd name="connsiteX569-31571" fmla="*/ 9395836 w 18982931"/>
              <a:gd name="connsiteY569-31572" fmla="*/ 2057780 h 4449429"/>
              <a:gd name="connsiteX570-31573" fmla="*/ 9304202 w 18982931"/>
              <a:gd name="connsiteY570-31574" fmla="*/ 2057780 h 4449429"/>
              <a:gd name="connsiteX571-31575" fmla="*/ 9304202 w 18982931"/>
              <a:gd name="connsiteY571-31576" fmla="*/ 2266627 h 4449429"/>
              <a:gd name="connsiteX572-31577" fmla="*/ 9349902 w 18982931"/>
              <a:gd name="connsiteY572-31578" fmla="*/ 2266627 h 4449429"/>
              <a:gd name="connsiteX573-31579" fmla="*/ 9349902 w 18982931"/>
              <a:gd name="connsiteY573-31580" fmla="*/ 2057780 h 4449429"/>
              <a:gd name="connsiteX574-31581" fmla="*/ 9304202 w 18982931"/>
              <a:gd name="connsiteY574-31582" fmla="*/ 2057780 h 4449429"/>
              <a:gd name="connsiteX575-31583" fmla="*/ 9212570 w 18982931"/>
              <a:gd name="connsiteY575-31584" fmla="*/ 2057780 h 4449429"/>
              <a:gd name="connsiteX576-31585" fmla="*/ 9212570 w 18982931"/>
              <a:gd name="connsiteY576-31586" fmla="*/ 2266627 h 4449429"/>
              <a:gd name="connsiteX577-31587" fmla="*/ 9258270 w 18982931"/>
              <a:gd name="connsiteY577-31588" fmla="*/ 2266627 h 4449429"/>
              <a:gd name="connsiteX578-31589" fmla="*/ 9258270 w 18982931"/>
              <a:gd name="connsiteY578-31590" fmla="*/ 2057780 h 4449429"/>
              <a:gd name="connsiteX579-31591" fmla="*/ 9212570 w 18982931"/>
              <a:gd name="connsiteY579-31592" fmla="*/ 2057780 h 4449429"/>
              <a:gd name="connsiteX580-31593" fmla="*/ 14092702 w 18982931"/>
              <a:gd name="connsiteY580-31594" fmla="*/ 1859157 h 4449429"/>
              <a:gd name="connsiteX581-31595" fmla="*/ 14092702 w 18982931"/>
              <a:gd name="connsiteY581-31596" fmla="*/ 1895733 h 4449429"/>
              <a:gd name="connsiteX582-31597" fmla="*/ 14458462 w 18982931"/>
              <a:gd name="connsiteY582-31598" fmla="*/ 1895733 h 4449429"/>
              <a:gd name="connsiteX583-31599" fmla="*/ 14458462 w 18982931"/>
              <a:gd name="connsiteY583-31600" fmla="*/ 1859157 h 4449429"/>
              <a:gd name="connsiteX584-31601" fmla="*/ 14092702 w 18982931"/>
              <a:gd name="connsiteY584-31602" fmla="*/ 1859157 h 4449429"/>
              <a:gd name="connsiteX585-31603" fmla="*/ 17871603 w 18982931"/>
              <a:gd name="connsiteY585-31604" fmla="*/ 1806939 h 4449429"/>
              <a:gd name="connsiteX586-31605" fmla="*/ 17871603 w 18982931"/>
              <a:gd name="connsiteY586-31606" fmla="*/ 1809649 h 4449429"/>
              <a:gd name="connsiteX587-31607" fmla="*/ 17871627 w 18982931"/>
              <a:gd name="connsiteY587-31608" fmla="*/ 1809649 h 4449429"/>
              <a:gd name="connsiteX588-31609" fmla="*/ 17871603 w 18982931"/>
              <a:gd name="connsiteY588-31610" fmla="*/ 1806939 h 4449429"/>
              <a:gd name="connsiteX589-31611" fmla="*/ 18172695 w 18982931"/>
              <a:gd name="connsiteY589-31612" fmla="*/ 1733739 h 4449429"/>
              <a:gd name="connsiteX590-31613" fmla="*/ 18172695 w 18982931"/>
              <a:gd name="connsiteY590-31614" fmla="*/ 1870899 h 4449429"/>
              <a:gd name="connsiteX591-31615" fmla="*/ 18209271 w 18982931"/>
              <a:gd name="connsiteY591-31616" fmla="*/ 1870899 h 4449429"/>
              <a:gd name="connsiteX592-31617" fmla="*/ 18209271 w 18982931"/>
              <a:gd name="connsiteY592-31618" fmla="*/ 1733739 h 4449429"/>
              <a:gd name="connsiteX593-31619" fmla="*/ 18172695 w 18982931"/>
              <a:gd name="connsiteY593-31620" fmla="*/ 1733739 h 4449429"/>
              <a:gd name="connsiteX594-31621" fmla="*/ 18104295 w 18982931"/>
              <a:gd name="connsiteY594-31622" fmla="*/ 1733739 h 4449429"/>
              <a:gd name="connsiteX595-31623" fmla="*/ 18104295 w 18982931"/>
              <a:gd name="connsiteY595-31624" fmla="*/ 1870899 h 4449429"/>
              <a:gd name="connsiteX596-31625" fmla="*/ 18140871 w 18982931"/>
              <a:gd name="connsiteY596-31626" fmla="*/ 1870899 h 4449429"/>
              <a:gd name="connsiteX597-31627" fmla="*/ 18140871 w 18982931"/>
              <a:gd name="connsiteY597-31628" fmla="*/ 1733739 h 4449429"/>
              <a:gd name="connsiteX598-31629" fmla="*/ 18104295 w 18982931"/>
              <a:gd name="connsiteY598-31630" fmla="*/ 1733739 h 4449429"/>
              <a:gd name="connsiteX599-31631" fmla="*/ 18035895 w 18982931"/>
              <a:gd name="connsiteY599-31632" fmla="*/ 1733739 h 4449429"/>
              <a:gd name="connsiteX600-31633" fmla="*/ 18035895 w 18982931"/>
              <a:gd name="connsiteY600-31634" fmla="*/ 1870899 h 4449429"/>
              <a:gd name="connsiteX601-31635" fmla="*/ 18072471 w 18982931"/>
              <a:gd name="connsiteY601-31636" fmla="*/ 1870899 h 4449429"/>
              <a:gd name="connsiteX602-31637" fmla="*/ 18072471 w 18982931"/>
              <a:gd name="connsiteY602-31638" fmla="*/ 1733739 h 4449429"/>
              <a:gd name="connsiteX603-31639" fmla="*/ 18035895 w 18982931"/>
              <a:gd name="connsiteY603-31640" fmla="*/ 1733739 h 4449429"/>
              <a:gd name="connsiteX604-31641" fmla="*/ 17967493 w 18982931"/>
              <a:gd name="connsiteY604-31642" fmla="*/ 1733739 h 4449429"/>
              <a:gd name="connsiteX605-31643" fmla="*/ 17967493 w 18982931"/>
              <a:gd name="connsiteY605-31644" fmla="*/ 1870899 h 4449429"/>
              <a:gd name="connsiteX606-31645" fmla="*/ 18004069 w 18982931"/>
              <a:gd name="connsiteY606-31646" fmla="*/ 1870899 h 4449429"/>
              <a:gd name="connsiteX607-31647" fmla="*/ 18004069 w 18982931"/>
              <a:gd name="connsiteY607-31648" fmla="*/ 1733739 h 4449429"/>
              <a:gd name="connsiteX608-31649" fmla="*/ 17967493 w 18982931"/>
              <a:gd name="connsiteY608-31650" fmla="*/ 1733739 h 4449429"/>
              <a:gd name="connsiteX609-31651" fmla="*/ 14251161 w 18982931"/>
              <a:gd name="connsiteY609-31652" fmla="*/ 868400 h 4449429"/>
              <a:gd name="connsiteX610-31653" fmla="*/ 14251161 w 18982931"/>
              <a:gd name="connsiteY610-31654" fmla="*/ 1005560 h 4449429"/>
              <a:gd name="connsiteX611-31655" fmla="*/ 14287737 w 18982931"/>
              <a:gd name="connsiteY611-31656" fmla="*/ 1005560 h 4449429"/>
              <a:gd name="connsiteX612-31657" fmla="*/ 14287737 w 18982931"/>
              <a:gd name="connsiteY612-31658" fmla="*/ 868400 h 4449429"/>
              <a:gd name="connsiteX613-31659" fmla="*/ 14251161 w 18982931"/>
              <a:gd name="connsiteY613-31660" fmla="*/ 868400 h 4449429"/>
              <a:gd name="connsiteX614-31661" fmla="*/ 14182760 w 18982931"/>
              <a:gd name="connsiteY614-31662" fmla="*/ 868400 h 4449429"/>
              <a:gd name="connsiteX615-31663" fmla="*/ 14182760 w 18982931"/>
              <a:gd name="connsiteY615-31664" fmla="*/ 1005560 h 4449429"/>
              <a:gd name="connsiteX616-31665" fmla="*/ 14219336 w 18982931"/>
              <a:gd name="connsiteY616-31666" fmla="*/ 1005560 h 4449429"/>
              <a:gd name="connsiteX617-31667" fmla="*/ 14219336 w 18982931"/>
              <a:gd name="connsiteY617-31668" fmla="*/ 868400 h 4449429"/>
              <a:gd name="connsiteX618-31669" fmla="*/ 14182760 w 18982931"/>
              <a:gd name="connsiteY618-31670" fmla="*/ 868400 h 4449429"/>
              <a:gd name="connsiteX619-31671" fmla="*/ 14114359 w 18982931"/>
              <a:gd name="connsiteY619-31672" fmla="*/ 868400 h 4449429"/>
              <a:gd name="connsiteX620-31673" fmla="*/ 14114359 w 18982931"/>
              <a:gd name="connsiteY620-31674" fmla="*/ 1005560 h 4449429"/>
              <a:gd name="connsiteX621-31675" fmla="*/ 14150935 w 18982931"/>
              <a:gd name="connsiteY621-31676" fmla="*/ 1005560 h 4449429"/>
              <a:gd name="connsiteX622-31677" fmla="*/ 14150935 w 18982931"/>
              <a:gd name="connsiteY622-31678" fmla="*/ 868400 h 4449429"/>
              <a:gd name="connsiteX623-31679" fmla="*/ 14114359 w 18982931"/>
              <a:gd name="connsiteY623-31680" fmla="*/ 868400 h 4449429"/>
              <a:gd name="connsiteX624-31681" fmla="*/ 4788216 w 18982931"/>
              <a:gd name="connsiteY624-31682" fmla="*/ 807315 h 4449429"/>
              <a:gd name="connsiteX625-31683" fmla="*/ 4788216 w 18982931"/>
              <a:gd name="connsiteY625-31684" fmla="*/ 944475 h 4449429"/>
              <a:gd name="connsiteX626-31685" fmla="*/ 4824792 w 18982931"/>
              <a:gd name="connsiteY626-31686" fmla="*/ 944475 h 4449429"/>
              <a:gd name="connsiteX627-31687" fmla="*/ 4824792 w 18982931"/>
              <a:gd name="connsiteY627-31688" fmla="*/ 807315 h 4449429"/>
              <a:gd name="connsiteX628-31689" fmla="*/ 4788216 w 18982931"/>
              <a:gd name="connsiteY628-31690" fmla="*/ 807315 h 4449429"/>
              <a:gd name="connsiteX629-31691" fmla="*/ 4719815 w 18982931"/>
              <a:gd name="connsiteY629-31692" fmla="*/ 807315 h 4449429"/>
              <a:gd name="connsiteX630-31693" fmla="*/ 4719815 w 18982931"/>
              <a:gd name="connsiteY630-31694" fmla="*/ 944475 h 4449429"/>
              <a:gd name="connsiteX631-31695" fmla="*/ 4756391 w 18982931"/>
              <a:gd name="connsiteY631-31696" fmla="*/ 944475 h 4449429"/>
              <a:gd name="connsiteX632-31697" fmla="*/ 4756391 w 18982931"/>
              <a:gd name="connsiteY632-31698" fmla="*/ 807315 h 4449429"/>
              <a:gd name="connsiteX633-31699" fmla="*/ 4719815 w 18982931"/>
              <a:gd name="connsiteY633-31700" fmla="*/ 807315 h 4449429"/>
              <a:gd name="connsiteX634-31701" fmla="*/ 4651414 w 18982931"/>
              <a:gd name="connsiteY634-31702" fmla="*/ 807315 h 4449429"/>
              <a:gd name="connsiteX635-31703" fmla="*/ 4651414 w 18982931"/>
              <a:gd name="connsiteY635-31704" fmla="*/ 944475 h 4449429"/>
              <a:gd name="connsiteX636-31705" fmla="*/ 4687992 w 18982931"/>
              <a:gd name="connsiteY636-31706" fmla="*/ 944475 h 4449429"/>
              <a:gd name="connsiteX637-31707" fmla="*/ 4687992 w 18982931"/>
              <a:gd name="connsiteY637-31708" fmla="*/ 807315 h 4449429"/>
              <a:gd name="connsiteX638-31709" fmla="*/ 4651414 w 18982931"/>
              <a:gd name="connsiteY638-31710" fmla="*/ 807315 h 4449429"/>
              <a:gd name="connsiteX639-31711" fmla="*/ 2212838 w 18982931"/>
              <a:gd name="connsiteY639-31712" fmla="*/ 748887 h 4449429"/>
              <a:gd name="connsiteX640-31713" fmla="*/ 2212838 w 18982931"/>
              <a:gd name="connsiteY640-31714" fmla="*/ 886047 h 4449429"/>
              <a:gd name="connsiteX641-31715" fmla="*/ 2249414 w 18982931"/>
              <a:gd name="connsiteY641-31716" fmla="*/ 886047 h 4449429"/>
              <a:gd name="connsiteX642-31717" fmla="*/ 2249414 w 18982931"/>
              <a:gd name="connsiteY642-31718" fmla="*/ 748887 h 4449429"/>
              <a:gd name="connsiteX643-31719" fmla="*/ 2212838 w 18982931"/>
              <a:gd name="connsiteY643-31720" fmla="*/ 748887 h 4449429"/>
              <a:gd name="connsiteX644-31721" fmla="*/ 2144438 w 18982931"/>
              <a:gd name="connsiteY644-31722" fmla="*/ 748887 h 4449429"/>
              <a:gd name="connsiteX645-31723" fmla="*/ 2144438 w 18982931"/>
              <a:gd name="connsiteY645-31724" fmla="*/ 886047 h 4449429"/>
              <a:gd name="connsiteX646-31725" fmla="*/ 2181014 w 18982931"/>
              <a:gd name="connsiteY646-31726" fmla="*/ 886047 h 4449429"/>
              <a:gd name="connsiteX647-31727" fmla="*/ 2181014 w 18982931"/>
              <a:gd name="connsiteY647-31728" fmla="*/ 748887 h 4449429"/>
              <a:gd name="connsiteX648-31729" fmla="*/ 2144438 w 18982931"/>
              <a:gd name="connsiteY648-31730" fmla="*/ 748887 h 4449429"/>
              <a:gd name="connsiteX649-31731" fmla="*/ 2076037 w 18982931"/>
              <a:gd name="connsiteY649-31732" fmla="*/ 748887 h 4449429"/>
              <a:gd name="connsiteX650-31733" fmla="*/ 2076037 w 18982931"/>
              <a:gd name="connsiteY650-31734" fmla="*/ 886047 h 4449429"/>
              <a:gd name="connsiteX651-31735" fmla="*/ 2112612 w 18982931"/>
              <a:gd name="connsiteY651-31736" fmla="*/ 886047 h 4449429"/>
              <a:gd name="connsiteX652-31737" fmla="*/ 2112612 w 18982931"/>
              <a:gd name="connsiteY652-31738" fmla="*/ 748887 h 4449429"/>
              <a:gd name="connsiteX653-31739" fmla="*/ 2076037 w 18982931"/>
              <a:gd name="connsiteY653-31740" fmla="*/ 748887 h 4449429"/>
              <a:gd name="connsiteX654-31741" fmla="*/ 2007635 w 18982931"/>
              <a:gd name="connsiteY654-31742" fmla="*/ 748887 h 4449429"/>
              <a:gd name="connsiteX655-31743" fmla="*/ 2007635 w 18982931"/>
              <a:gd name="connsiteY655-31744" fmla="*/ 886047 h 4449429"/>
              <a:gd name="connsiteX656-31745" fmla="*/ 2044211 w 18982931"/>
              <a:gd name="connsiteY656-31746" fmla="*/ 886047 h 4449429"/>
              <a:gd name="connsiteX657-31747" fmla="*/ 2044211 w 18982931"/>
              <a:gd name="connsiteY657-31748" fmla="*/ 748887 h 4449429"/>
              <a:gd name="connsiteX658-31749" fmla="*/ 2007635 w 18982931"/>
              <a:gd name="connsiteY658-31750" fmla="*/ 748887 h 4449429"/>
              <a:gd name="connsiteX659-31751" fmla="*/ 17088019 w 18982931"/>
              <a:gd name="connsiteY659-31752" fmla="*/ 737716 h 4449429"/>
              <a:gd name="connsiteX660-31753" fmla="*/ 17088019 w 18982931"/>
              <a:gd name="connsiteY660-31754" fmla="*/ 825107 h 4449429"/>
              <a:gd name="connsiteX661-31755" fmla="*/ 17124595 w 18982931"/>
              <a:gd name="connsiteY661-31756" fmla="*/ 825107 h 4449429"/>
              <a:gd name="connsiteX662-31757" fmla="*/ 17124595 w 18982931"/>
              <a:gd name="connsiteY662-31758" fmla="*/ 737716 h 4449429"/>
              <a:gd name="connsiteX663-31759" fmla="*/ 17088019 w 18982931"/>
              <a:gd name="connsiteY663-31760" fmla="*/ 737716 h 4449429"/>
              <a:gd name="connsiteX664-31761" fmla="*/ 17021803 w 18982931"/>
              <a:gd name="connsiteY664-31762" fmla="*/ 737716 h 4449429"/>
              <a:gd name="connsiteX665-31763" fmla="*/ 17021803 w 18982931"/>
              <a:gd name="connsiteY665-31764" fmla="*/ 825107 h 4449429"/>
              <a:gd name="connsiteX666-31765" fmla="*/ 17058379 w 18982931"/>
              <a:gd name="connsiteY666-31766" fmla="*/ 825107 h 4449429"/>
              <a:gd name="connsiteX667-31767" fmla="*/ 17058379 w 18982931"/>
              <a:gd name="connsiteY667-31768" fmla="*/ 737716 h 4449429"/>
              <a:gd name="connsiteX668-31769" fmla="*/ 17021803 w 18982931"/>
              <a:gd name="connsiteY668-31770" fmla="*/ 737716 h 4449429"/>
              <a:gd name="connsiteX669-31771" fmla="*/ 16955591 w 18982931"/>
              <a:gd name="connsiteY669-31772" fmla="*/ 737716 h 4449429"/>
              <a:gd name="connsiteX670-31773" fmla="*/ 16955591 w 18982931"/>
              <a:gd name="connsiteY670-31774" fmla="*/ 825107 h 4449429"/>
              <a:gd name="connsiteX671-31775" fmla="*/ 16992167 w 18982931"/>
              <a:gd name="connsiteY671-31776" fmla="*/ 825107 h 4449429"/>
              <a:gd name="connsiteX672-31777" fmla="*/ 16992167 w 18982931"/>
              <a:gd name="connsiteY672-31778" fmla="*/ 737716 h 4449429"/>
              <a:gd name="connsiteX673-31779" fmla="*/ 16955591 w 18982931"/>
              <a:gd name="connsiteY673-31780" fmla="*/ 737716 h 4449429"/>
              <a:gd name="connsiteX674-31781" fmla="*/ 16889375 w 18982931"/>
              <a:gd name="connsiteY674-31782" fmla="*/ 737716 h 4449429"/>
              <a:gd name="connsiteX675-31783" fmla="*/ 16889375 w 18982931"/>
              <a:gd name="connsiteY675-31784" fmla="*/ 825107 h 4449429"/>
              <a:gd name="connsiteX676-31785" fmla="*/ 16925951 w 18982931"/>
              <a:gd name="connsiteY676-31786" fmla="*/ 825107 h 4449429"/>
              <a:gd name="connsiteX677-31787" fmla="*/ 16925951 w 18982931"/>
              <a:gd name="connsiteY677-31788" fmla="*/ 737716 h 4449429"/>
              <a:gd name="connsiteX678-31789" fmla="*/ 16889375 w 18982931"/>
              <a:gd name="connsiteY678-31790" fmla="*/ 737716 h 4449429"/>
              <a:gd name="connsiteX679-31791" fmla="*/ 16823163 w 18982931"/>
              <a:gd name="connsiteY679-31792" fmla="*/ 737716 h 4449429"/>
              <a:gd name="connsiteX680-31793" fmla="*/ 16823163 w 18982931"/>
              <a:gd name="connsiteY680-31794" fmla="*/ 825107 h 4449429"/>
              <a:gd name="connsiteX681-31795" fmla="*/ 16859739 w 18982931"/>
              <a:gd name="connsiteY681-31796" fmla="*/ 825107 h 4449429"/>
              <a:gd name="connsiteX682-31797" fmla="*/ 16859739 w 18982931"/>
              <a:gd name="connsiteY682-31798" fmla="*/ 737716 h 4449429"/>
              <a:gd name="connsiteX683-31799" fmla="*/ 16823163 w 18982931"/>
              <a:gd name="connsiteY683-31800" fmla="*/ 737716 h 4449429"/>
              <a:gd name="connsiteX684-31801" fmla="*/ 16756948 w 18982931"/>
              <a:gd name="connsiteY684-31802" fmla="*/ 737716 h 4449429"/>
              <a:gd name="connsiteX685-31803" fmla="*/ 16756948 w 18982931"/>
              <a:gd name="connsiteY685-31804" fmla="*/ 825107 h 4449429"/>
              <a:gd name="connsiteX686-31805" fmla="*/ 16793523 w 18982931"/>
              <a:gd name="connsiteY686-31806" fmla="*/ 825107 h 4449429"/>
              <a:gd name="connsiteX687-31807" fmla="*/ 16793523 w 18982931"/>
              <a:gd name="connsiteY687-31808" fmla="*/ 737716 h 4449429"/>
              <a:gd name="connsiteX688-31809" fmla="*/ 16756948 w 18982931"/>
              <a:gd name="connsiteY688-31810" fmla="*/ 737716 h 4449429"/>
              <a:gd name="connsiteX689-31811" fmla="*/ 13739104 w 18982931"/>
              <a:gd name="connsiteY689-31812" fmla="*/ 0 h 4449429"/>
              <a:gd name="connsiteX690-31813" fmla="*/ 13842002 w 18982931"/>
              <a:gd name="connsiteY690-31814" fmla="*/ 0 h 4449429"/>
              <a:gd name="connsiteX691-31815" fmla="*/ 13883163 w 18982931"/>
              <a:gd name="connsiteY691-31816" fmla="*/ 428067 h 4449429"/>
              <a:gd name="connsiteX692-31817" fmla="*/ 13883163 w 18982931"/>
              <a:gd name="connsiteY692-31818" fmla="*/ 456882 h 4449429"/>
              <a:gd name="connsiteX693-31819" fmla="*/ 13907863 w 18982931"/>
              <a:gd name="connsiteY693-31820" fmla="*/ 954919 h 4449429"/>
              <a:gd name="connsiteX694-31821" fmla="*/ 13911978 w 18982931"/>
              <a:gd name="connsiteY694-31822" fmla="*/ 1679340 h 4449429"/>
              <a:gd name="connsiteX695-31823" fmla="*/ 13916091 w 18982931"/>
              <a:gd name="connsiteY695-31824" fmla="*/ 2058015 h 4449429"/>
              <a:gd name="connsiteX696-31825" fmla="*/ 13936673 w 18982931"/>
              <a:gd name="connsiteY696-31826" fmla="*/ 2086829 h 4449429"/>
              <a:gd name="connsiteX697-31827" fmla="*/ 13953138 w 18982931"/>
              <a:gd name="connsiteY697-31828" fmla="*/ 2058015 h 4449429"/>
              <a:gd name="connsiteX698-31829" fmla="*/ 13953138 w 18982931"/>
              <a:gd name="connsiteY698-31830" fmla="*/ 1955115 h 4449429"/>
              <a:gd name="connsiteX699-31831" fmla="*/ 13965483 w 18982931"/>
              <a:gd name="connsiteY699-31832" fmla="*/ 1922188 h 4449429"/>
              <a:gd name="connsiteX700-31833" fmla="*/ 13986066 w 18982931"/>
              <a:gd name="connsiteY700-31834" fmla="*/ 1876909 h 4449429"/>
              <a:gd name="connsiteX701-31835" fmla="*/ 13986066 w 18982931"/>
              <a:gd name="connsiteY701-31836" fmla="*/ 1625834 h 4449429"/>
              <a:gd name="connsiteX702-31837" fmla="*/ 14051922 w 18982931"/>
              <a:gd name="connsiteY702-31838" fmla="*/ 1617602 h 4449429"/>
              <a:gd name="connsiteX703-31839" fmla="*/ 14047992 w 18982931"/>
              <a:gd name="connsiteY703-31840" fmla="*/ 1005560 h 4449429"/>
              <a:gd name="connsiteX704-31841" fmla="*/ 14082534 w 18982931"/>
              <a:gd name="connsiteY704-31842" fmla="*/ 1005560 h 4449429"/>
              <a:gd name="connsiteX705-31843" fmla="*/ 14082534 w 18982931"/>
              <a:gd name="connsiteY705-31844" fmla="*/ 868400 h 4449429"/>
              <a:gd name="connsiteX706-31845" fmla="*/ 14047111 w 18982931"/>
              <a:gd name="connsiteY706-31846" fmla="*/ 868400 h 4449429"/>
              <a:gd name="connsiteX707-31847" fmla="*/ 14046442 w 18982931"/>
              <a:gd name="connsiteY707-31848" fmla="*/ 764191 h 4449429"/>
              <a:gd name="connsiteX708-31849" fmla="*/ 14187749 w 18982931"/>
              <a:gd name="connsiteY708-31850" fmla="*/ 436300 h 4449429"/>
              <a:gd name="connsiteX709-31851" fmla="*/ 14212445 w 18982931"/>
              <a:gd name="connsiteY709-31852" fmla="*/ 411603 h 4449429"/>
              <a:gd name="connsiteX710-31853" fmla="*/ 14410015 w 18982931"/>
              <a:gd name="connsiteY710-31854" fmla="*/ 444532 h 4449429"/>
              <a:gd name="connsiteX711-31855" fmla="*/ 14442947 w 18982931"/>
              <a:gd name="connsiteY711-31856" fmla="*/ 275776 h 4449429"/>
              <a:gd name="connsiteX712-31857" fmla="*/ 14479990 w 18982931"/>
              <a:gd name="connsiteY712-31858" fmla="*/ 246961 h 4449429"/>
              <a:gd name="connsiteX713-31859" fmla="*/ 14517032 w 18982931"/>
              <a:gd name="connsiteY713-31860" fmla="*/ 271658 h 4449429"/>
              <a:gd name="connsiteX714-31861" fmla="*/ 14574655 w 18982931"/>
              <a:gd name="connsiteY714-31862" fmla="*/ 522739 h 4449429"/>
              <a:gd name="connsiteX715-31863" fmla="*/ 14603469 w 18982931"/>
              <a:gd name="connsiteY715-31864" fmla="*/ 1123678 h 4449429"/>
              <a:gd name="connsiteX716-31865" fmla="*/ 14603469 w 18982931"/>
              <a:gd name="connsiteY716-31866" fmla="*/ 1617602 h 4449429"/>
              <a:gd name="connsiteX717-31867" fmla="*/ 14595237 w 18982931"/>
              <a:gd name="connsiteY717-31868" fmla="*/ 1683457 h 4449429"/>
              <a:gd name="connsiteX718-31869" fmla="*/ 14607589 w 18982931"/>
              <a:gd name="connsiteY718-31870" fmla="*/ 1753429 h 4449429"/>
              <a:gd name="connsiteX719-31871" fmla="*/ 14656976 w 18982931"/>
              <a:gd name="connsiteY719-31872" fmla="*/ 1753429 h 4449429"/>
              <a:gd name="connsiteX720-31873" fmla="*/ 14706369 w 18982931"/>
              <a:gd name="connsiteY720-31874" fmla="*/ 1568210 h 4449429"/>
              <a:gd name="connsiteX721-31875" fmla="*/ 14722833 w 18982931"/>
              <a:gd name="connsiteY721-31876" fmla="*/ 1568210 h 4449429"/>
              <a:gd name="connsiteX722-31877" fmla="*/ 14768111 w 18982931"/>
              <a:gd name="connsiteY722-31878" fmla="*/ 1753429 h 4449429"/>
              <a:gd name="connsiteX723-31879" fmla="*/ 14875128 w 18982931"/>
              <a:gd name="connsiteY723-31880" fmla="*/ 1753429 h 4449429"/>
              <a:gd name="connsiteX724-31881" fmla="*/ 14883360 w 18982931"/>
              <a:gd name="connsiteY724-31882" fmla="*/ 1827516 h 4449429"/>
              <a:gd name="connsiteX725-31883" fmla="*/ 14940984 w 18982931"/>
              <a:gd name="connsiteY725-31884" fmla="*/ 1827516 h 4449429"/>
              <a:gd name="connsiteX726-31885" fmla="*/ 15019191 w 18982931"/>
              <a:gd name="connsiteY726-31886" fmla="*/ 1625834 h 4449429"/>
              <a:gd name="connsiteX727-31887" fmla="*/ 15043883 w 18982931"/>
              <a:gd name="connsiteY727-31888" fmla="*/ 1090750 h 4449429"/>
              <a:gd name="connsiteX728-31889" fmla="*/ 15134436 w 18982931"/>
              <a:gd name="connsiteY728-31890" fmla="*/ 1000197 h 4449429"/>
              <a:gd name="connsiteX729-31891" fmla="*/ 15212643 w 18982931"/>
              <a:gd name="connsiteY729-31892" fmla="*/ 1078400 h 4449429"/>
              <a:gd name="connsiteX730-31893" fmla="*/ 15212643 w 18982931"/>
              <a:gd name="connsiteY730-31894" fmla="*/ 1152488 h 4449429"/>
              <a:gd name="connsiteX731-31895" fmla="*/ 15224993 w 18982931"/>
              <a:gd name="connsiteY731-31896" fmla="*/ 1119560 h 4449429"/>
              <a:gd name="connsiteX732-31897" fmla="*/ 15237338 w 18982931"/>
              <a:gd name="connsiteY732-31898" fmla="*/ 563899 h 4449429"/>
              <a:gd name="connsiteX733-31899" fmla="*/ 15290845 w 18982931"/>
              <a:gd name="connsiteY733-31900" fmla="*/ 382793 h 4449429"/>
              <a:gd name="connsiteX734-31901" fmla="*/ 15323772 w 18982931"/>
              <a:gd name="connsiteY734-31902" fmla="*/ 300473 h 4449429"/>
              <a:gd name="connsiteX735-31903" fmla="*/ 15364932 w 18982931"/>
              <a:gd name="connsiteY735-31904" fmla="*/ 259313 h 4449429"/>
              <a:gd name="connsiteX736-31905" fmla="*/ 15389634 w 18982931"/>
              <a:gd name="connsiteY736-31906" fmla="*/ 296354 h 4449429"/>
              <a:gd name="connsiteX737-31907" fmla="*/ 15401979 w 18982931"/>
              <a:gd name="connsiteY737-31908" fmla="*/ 411603 h 4449429"/>
              <a:gd name="connsiteX738-31909" fmla="*/ 15451371 w 18982931"/>
              <a:gd name="connsiteY738-31910" fmla="*/ 703843 h 4449429"/>
              <a:gd name="connsiteX739-31911" fmla="*/ 15455486 w 18982931"/>
              <a:gd name="connsiteY739-31912" fmla="*/ 1173070 h 4449429"/>
              <a:gd name="connsiteX740-31913" fmla="*/ 15455486 w 18982931"/>
              <a:gd name="connsiteY740-31914" fmla="*/ 1238927 h 4449429"/>
              <a:gd name="connsiteX741-31915" fmla="*/ 15727143 w 18982931"/>
              <a:gd name="connsiteY741-31916" fmla="*/ 1238927 h 4449429"/>
              <a:gd name="connsiteX742-31917" fmla="*/ 15727143 w 18982931"/>
              <a:gd name="connsiteY742-31918" fmla="*/ 1465306 h 4449429"/>
              <a:gd name="connsiteX743-31919" fmla="*/ 15772422 w 18982931"/>
              <a:gd name="connsiteY743-31920" fmla="*/ 1469425 h 4449429"/>
              <a:gd name="connsiteX744-31921" fmla="*/ 15850624 w 18982931"/>
              <a:gd name="connsiteY744-31922" fmla="*/ 1551745 h 4449429"/>
              <a:gd name="connsiteX745-31923" fmla="*/ 15850624 w 18982931"/>
              <a:gd name="connsiteY745-31924" fmla="*/ 2224712 h 4449429"/>
              <a:gd name="connsiteX746-31925" fmla="*/ 15923336 w 18982931"/>
              <a:gd name="connsiteY746-31926" fmla="*/ 2224712 h 4449429"/>
              <a:gd name="connsiteX747-31927" fmla="*/ 15924718 w 18982931"/>
              <a:gd name="connsiteY747-31928" fmla="*/ 2177381 h 4449429"/>
              <a:gd name="connsiteX748-31929" fmla="*/ 15982338 w 18982931"/>
              <a:gd name="connsiteY748-31930" fmla="*/ 2103294 h 4449429"/>
              <a:gd name="connsiteX749-31931" fmla="*/ 15986455 w 18982931"/>
              <a:gd name="connsiteY749-31932" fmla="*/ 2045669 h 4449429"/>
              <a:gd name="connsiteX750-31933" fmla="*/ 16002920 w 18982931"/>
              <a:gd name="connsiteY750-31934" fmla="*/ 2033319 h 4449429"/>
              <a:gd name="connsiteX751-31935" fmla="*/ 16015265 w 18982931"/>
              <a:gd name="connsiteY751-31936" fmla="*/ 2041550 h 4449429"/>
              <a:gd name="connsiteX752-31937" fmla="*/ 16056425 w 18982931"/>
              <a:gd name="connsiteY752-31938" fmla="*/ 2210310 h 4449429"/>
              <a:gd name="connsiteX753-31939" fmla="*/ 16056425 w 18982931"/>
              <a:gd name="connsiteY753-31940" fmla="*/ 2276166 h 4449429"/>
              <a:gd name="connsiteX754-31941" fmla="*/ 16077008 w 18982931"/>
              <a:gd name="connsiteY754-31942" fmla="*/ 2276166 h 4449429"/>
              <a:gd name="connsiteX755-31943" fmla="*/ 16097587 w 18982931"/>
              <a:gd name="connsiteY755-31944" fmla="*/ 1938652 h 4449429"/>
              <a:gd name="connsiteX756-31945" fmla="*/ 16122282 w 18982931"/>
              <a:gd name="connsiteY756-31946" fmla="*/ 1934533 h 4449429"/>
              <a:gd name="connsiteX757-31947" fmla="*/ 16155210 w 18982931"/>
              <a:gd name="connsiteY757-31948" fmla="*/ 1938652 h 4449429"/>
              <a:gd name="connsiteX758-31949" fmla="*/ 16155210 w 18982931"/>
              <a:gd name="connsiteY758-31950" fmla="*/ 2272048 h 4449429"/>
              <a:gd name="connsiteX759-31951" fmla="*/ 16175792 w 18982931"/>
              <a:gd name="connsiteY759-31952" fmla="*/ 2276166 h 4449429"/>
              <a:gd name="connsiteX760-31953" fmla="*/ 16192257 w 18982931"/>
              <a:gd name="connsiteY760-31954" fmla="*/ 2243238 h 4449429"/>
              <a:gd name="connsiteX761-31955" fmla="*/ 16192257 w 18982931"/>
              <a:gd name="connsiteY761-31956" fmla="*/ 1992158 h 4449429"/>
              <a:gd name="connsiteX762-31957" fmla="*/ 16192257 w 18982931"/>
              <a:gd name="connsiteY762-31958" fmla="*/ 1774011 h 4449429"/>
              <a:gd name="connsiteX763-31959" fmla="*/ 16488610 w 18982931"/>
              <a:gd name="connsiteY763-31960" fmla="*/ 1774011 h 4449429"/>
              <a:gd name="connsiteX764-31961" fmla="*/ 16538004 w 18982931"/>
              <a:gd name="connsiteY764-31962" fmla="*/ 1823403 h 4449429"/>
              <a:gd name="connsiteX765-31963" fmla="*/ 16538004 w 18982931"/>
              <a:gd name="connsiteY765-31964" fmla="*/ 2029205 h 4449429"/>
              <a:gd name="connsiteX766-31965" fmla="*/ 16550349 w 18982931"/>
              <a:gd name="connsiteY766-31966" fmla="*/ 2033319 h 4449429"/>
              <a:gd name="connsiteX767-31967" fmla="*/ 16566812 w 18982931"/>
              <a:gd name="connsiteY767-31968" fmla="*/ 1992158 h 4449429"/>
              <a:gd name="connsiteX768-31969" fmla="*/ 16570932 w 18982931"/>
              <a:gd name="connsiteY768-31970" fmla="*/ 1695804 h 4449429"/>
              <a:gd name="connsiteX769-31971" fmla="*/ 16566812 w 18982931"/>
              <a:gd name="connsiteY769-31972" fmla="*/ 773813 h 4449429"/>
              <a:gd name="connsiteX770-31973" fmla="*/ 16636788 w 18982931"/>
              <a:gd name="connsiteY770-31974" fmla="*/ 646219 h 4449429"/>
              <a:gd name="connsiteX771-31975" fmla="*/ 16723226 w 18982931"/>
              <a:gd name="connsiteY771-31976" fmla="*/ 514506 h 4449429"/>
              <a:gd name="connsiteX772-31977" fmla="*/ 16743805 w 18982931"/>
              <a:gd name="connsiteY772-31978" fmla="*/ 481577 h 4449429"/>
              <a:gd name="connsiteX773-31979" fmla="*/ 16817899 w 18982931"/>
              <a:gd name="connsiteY773-31980" fmla="*/ 329283 h 4449429"/>
              <a:gd name="connsiteX774-31981" fmla="*/ 16842595 w 18982931"/>
              <a:gd name="connsiteY774-31982" fmla="*/ 275776 h 4449429"/>
              <a:gd name="connsiteX775-31983" fmla="*/ 16859059 w 18982931"/>
              <a:gd name="connsiteY775-31984" fmla="*/ 279891 h 4449429"/>
              <a:gd name="connsiteX776-31985" fmla="*/ 16859059 w 18982931"/>
              <a:gd name="connsiteY776-31986" fmla="*/ 337515 h 4449429"/>
              <a:gd name="connsiteX777-31987" fmla="*/ 16867291 w 18982931"/>
              <a:gd name="connsiteY777-31988" fmla="*/ 382793 h 4449429"/>
              <a:gd name="connsiteX778-31989" fmla="*/ 16966075 w 18982931"/>
              <a:gd name="connsiteY778-31990" fmla="*/ 436300 h 4449429"/>
              <a:gd name="connsiteX779-31991" fmla="*/ 17031935 w 18982931"/>
              <a:gd name="connsiteY779-31992" fmla="*/ 526852 h 4449429"/>
              <a:gd name="connsiteX780-31993" fmla="*/ 17031935 w 18982931"/>
              <a:gd name="connsiteY780-31994" fmla="*/ 596826 h 4449429"/>
              <a:gd name="connsiteX781-31995" fmla="*/ 17060743 w 18982931"/>
              <a:gd name="connsiteY781-31996" fmla="*/ 600941 h 4449429"/>
              <a:gd name="connsiteX782-31997" fmla="*/ 17147183 w 18982931"/>
              <a:gd name="connsiteY782-31998" fmla="*/ 691493 h 4449429"/>
              <a:gd name="connsiteX783-31999" fmla="*/ 17147219 w 18982931"/>
              <a:gd name="connsiteY783-32000" fmla="*/ 704240 h 4449429"/>
              <a:gd name="connsiteX784-32001" fmla="*/ 17148515 w 18982931"/>
              <a:gd name="connsiteY784-32002" fmla="*/ 704240 h 4449429"/>
              <a:gd name="connsiteX785-32003" fmla="*/ 17148515 w 18982931"/>
              <a:gd name="connsiteY785-32004" fmla="*/ 880086 h 4449429"/>
              <a:gd name="connsiteX786-32005" fmla="*/ 17147731 w 18982931"/>
              <a:gd name="connsiteY786-32006" fmla="*/ 880086 h 4449429"/>
              <a:gd name="connsiteX787-32007" fmla="*/ 17151295 w 18982931"/>
              <a:gd name="connsiteY787-32008" fmla="*/ 2103294 h 4449429"/>
              <a:gd name="connsiteX788-32009" fmla="*/ 17151295 w 18982931"/>
              <a:gd name="connsiteY788-32010" fmla="*/ 2152686 h 4449429"/>
              <a:gd name="connsiteX789-32011" fmla="*/ 17225383 w 18982931"/>
              <a:gd name="connsiteY789-32012" fmla="*/ 2152686 h 4449429"/>
              <a:gd name="connsiteX790-32013" fmla="*/ 17225383 w 18982931"/>
              <a:gd name="connsiteY790-32014" fmla="*/ 1811053 h 4449429"/>
              <a:gd name="connsiteX791-32015" fmla="*/ 17307703 w 18982931"/>
              <a:gd name="connsiteY791-32016" fmla="*/ 1757546 h 4449429"/>
              <a:gd name="connsiteX792-32017" fmla="*/ 17307703 w 18982931"/>
              <a:gd name="connsiteY792-32018" fmla="*/ 1889260 h 4449429"/>
              <a:gd name="connsiteX793-32019" fmla="*/ 17336519 w 18982931"/>
              <a:gd name="connsiteY793-32020" fmla="*/ 1926302 h 4449429"/>
              <a:gd name="connsiteX794-32021" fmla="*/ 17381799 w 18982931"/>
              <a:gd name="connsiteY794-32022" fmla="*/ 1975695 h 4449429"/>
              <a:gd name="connsiteX795-32023" fmla="*/ 17381799 w 18982931"/>
              <a:gd name="connsiteY795-32024" fmla="*/ 2165031 h 4449429"/>
              <a:gd name="connsiteX796-32025" fmla="*/ 17562899 w 18982931"/>
              <a:gd name="connsiteY796-32026" fmla="*/ 2165031 h 4449429"/>
              <a:gd name="connsiteX797-32027" fmla="*/ 17562899 w 18982931"/>
              <a:gd name="connsiteY797-32028" fmla="*/ 2329673 h 4449429"/>
              <a:gd name="connsiteX798-32029" fmla="*/ 17575251 w 18982931"/>
              <a:gd name="connsiteY798-32030" fmla="*/ 2329673 h 4449429"/>
              <a:gd name="connsiteX799-32031" fmla="*/ 17575251 w 18982931"/>
              <a:gd name="connsiteY799-32032" fmla="*/ 2127989 h 4449429"/>
              <a:gd name="connsiteX800-32033" fmla="*/ 17591711 w 18982931"/>
              <a:gd name="connsiteY800-32034" fmla="*/ 1609370 h 4449429"/>
              <a:gd name="connsiteX801-32035" fmla="*/ 17604059 w 18982931"/>
              <a:gd name="connsiteY801-32036" fmla="*/ 1584673 h 4449429"/>
              <a:gd name="connsiteX802-32037" fmla="*/ 17711083 w 18982931"/>
              <a:gd name="connsiteY802-32038" fmla="*/ 1580555 h 4449429"/>
              <a:gd name="connsiteX803-32039" fmla="*/ 17735775 w 18982931"/>
              <a:gd name="connsiteY803-32040" fmla="*/ 1609370 h 4449429"/>
              <a:gd name="connsiteX804-32041" fmla="*/ 17772819 w 18982931"/>
              <a:gd name="connsiteY804-32042" fmla="*/ 1613483 h 4449429"/>
              <a:gd name="connsiteX805-32043" fmla="*/ 17768699 w 18982931"/>
              <a:gd name="connsiteY805-32044" fmla="*/ 1559977 h 4449429"/>
              <a:gd name="connsiteX806-32045" fmla="*/ 17772819 w 18982931"/>
              <a:gd name="connsiteY806-32046" fmla="*/ 1531163 h 4449429"/>
              <a:gd name="connsiteX807-32047" fmla="*/ 17797515 w 18982931"/>
              <a:gd name="connsiteY807-32048" fmla="*/ 1469425 h 4449429"/>
              <a:gd name="connsiteX808-32049" fmla="*/ 17797515 w 18982931"/>
              <a:gd name="connsiteY808-32050" fmla="*/ 1374754 h 4449429"/>
              <a:gd name="connsiteX809-32051" fmla="*/ 17813979 w 18982931"/>
              <a:gd name="connsiteY809-32052" fmla="*/ 1374754 h 4449429"/>
              <a:gd name="connsiteX810-32053" fmla="*/ 17834559 w 18982931"/>
              <a:gd name="connsiteY810-32054" fmla="*/ 1424146 h 4449429"/>
              <a:gd name="connsiteX811-32055" fmla="*/ 17912763 w 18982931"/>
              <a:gd name="connsiteY811-32056" fmla="*/ 1378872 h 4449429"/>
              <a:gd name="connsiteX812-32057" fmla="*/ 18069171 w 18982931"/>
              <a:gd name="connsiteY812-32058" fmla="*/ 1415914 h 4449429"/>
              <a:gd name="connsiteX813-32059" fmla="*/ 18069171 w 18982931"/>
              <a:gd name="connsiteY813-32060" fmla="*/ 1576442 h 4449429"/>
              <a:gd name="connsiteX814-32061" fmla="*/ 18237927 w 18982931"/>
              <a:gd name="connsiteY814-32062" fmla="*/ 1576442 h 4449429"/>
              <a:gd name="connsiteX815-32063" fmla="*/ 18237927 w 18982931"/>
              <a:gd name="connsiteY815-32064" fmla="*/ 1642297 h 4449429"/>
              <a:gd name="connsiteX816-32065" fmla="*/ 18270859 w 18982931"/>
              <a:gd name="connsiteY816-32066" fmla="*/ 1691690 h 4449429"/>
              <a:gd name="connsiteX817-32067" fmla="*/ 18270859 w 18982931"/>
              <a:gd name="connsiteY817-32068" fmla="*/ 1704036 h 4449429"/>
              <a:gd name="connsiteX818-32069" fmla="*/ 18274975 w 18982931"/>
              <a:gd name="connsiteY818-32070" fmla="*/ 1926302 h 4449429"/>
              <a:gd name="connsiteX819-32071" fmla="*/ 18279087 w 18982931"/>
              <a:gd name="connsiteY819-32072" fmla="*/ 1938652 h 4449429"/>
              <a:gd name="connsiteX820-32073" fmla="*/ 18320247 w 18982931"/>
              <a:gd name="connsiteY820-32074" fmla="*/ 1934533 h 4449429"/>
              <a:gd name="connsiteX821-32075" fmla="*/ 18320247 w 18982931"/>
              <a:gd name="connsiteY821-32076" fmla="*/ 1144256 h 4449429"/>
              <a:gd name="connsiteX822-32077" fmla="*/ 18303783 w 18982931"/>
              <a:gd name="connsiteY822-32078" fmla="*/ 1111328 h 4449429"/>
              <a:gd name="connsiteX823-32079" fmla="*/ 18287323 w 18982931"/>
              <a:gd name="connsiteY823-32080" fmla="*/ 1024893 h 4449429"/>
              <a:gd name="connsiteX824-32081" fmla="*/ 18336711 w 18982931"/>
              <a:gd name="connsiteY824-32082" fmla="*/ 1000197 h 4449429"/>
              <a:gd name="connsiteX825-32083" fmla="*/ 18361407 w 18982931"/>
              <a:gd name="connsiteY825-32084" fmla="*/ 996079 h 4449429"/>
              <a:gd name="connsiteX826-32085" fmla="*/ 18373759 w 18982931"/>
              <a:gd name="connsiteY826-32086" fmla="*/ 946687 h 4449429"/>
              <a:gd name="connsiteX827-32087" fmla="*/ 18534287 w 18982931"/>
              <a:gd name="connsiteY827-32088" fmla="*/ 946687 h 4449429"/>
              <a:gd name="connsiteX828-32089" fmla="*/ 18563095 w 18982931"/>
              <a:gd name="connsiteY828-32090" fmla="*/ 798510 h 4449429"/>
              <a:gd name="connsiteX829-32091" fmla="*/ 18731851 w 18982931"/>
              <a:gd name="connsiteY829-32092" fmla="*/ 806742 h 4449429"/>
              <a:gd name="connsiteX830-32093" fmla="*/ 18773011 w 18982931"/>
              <a:gd name="connsiteY830-32094" fmla="*/ 798510 h 4449429"/>
              <a:gd name="connsiteX831-32095" fmla="*/ 18822407 w 18982931"/>
              <a:gd name="connsiteY831-32096" fmla="*/ 893180 h 4449429"/>
              <a:gd name="connsiteX832-32097" fmla="*/ 18822407 w 18982931"/>
              <a:gd name="connsiteY832-32098" fmla="*/ 963151 h 4449429"/>
              <a:gd name="connsiteX833-32099" fmla="*/ 18982931 w 18982931"/>
              <a:gd name="connsiteY833-32100" fmla="*/ 983734 h 4449429"/>
              <a:gd name="connsiteX834-32101" fmla="*/ 18982931 w 18982931"/>
              <a:gd name="connsiteY834-32102" fmla="*/ 4449429 h 4449429"/>
              <a:gd name="connsiteX835-32103" fmla="*/ 11998023 w 18982931"/>
              <a:gd name="connsiteY835-32104" fmla="*/ 4449429 h 4449429"/>
              <a:gd name="connsiteX836-32105" fmla="*/ 11995198 w 18982931"/>
              <a:gd name="connsiteY836-32106" fmla="*/ 4429646 h 4449429"/>
              <a:gd name="connsiteX837-32107" fmla="*/ 11992726 w 18982931"/>
              <a:gd name="connsiteY837-32108" fmla="*/ 4449425 h 4449429"/>
              <a:gd name="connsiteX838-32109" fmla="*/ 8153658 w 18982931"/>
              <a:gd name="connsiteY838-32110" fmla="*/ 4449425 h 4449429"/>
              <a:gd name="connsiteX839-32111" fmla="*/ 8153658 w 18982931"/>
              <a:gd name="connsiteY839-32112" fmla="*/ 4449429 h 4449429"/>
              <a:gd name="connsiteX840-32113" fmla="*/ 6861227 w 18982931"/>
              <a:gd name="connsiteY840-32114" fmla="*/ 4449429 h 4449429"/>
              <a:gd name="connsiteX841-32115" fmla="*/ 6859697 w 18982931"/>
              <a:gd name="connsiteY841-32116" fmla="*/ 4432598 h 4449429"/>
              <a:gd name="connsiteX842-32117" fmla="*/ 6858292 w 18982931"/>
              <a:gd name="connsiteY842-32118" fmla="*/ 4449425 h 4449429"/>
              <a:gd name="connsiteX843-32119" fmla="*/ 7922 w 18982931"/>
              <a:gd name="connsiteY843-32120" fmla="*/ 4440866 h 4449429"/>
              <a:gd name="connsiteX844-32121" fmla="*/ 0 w 18982931"/>
              <a:gd name="connsiteY844-32122" fmla="*/ 1181446 h 4449429"/>
              <a:gd name="connsiteX845-32123" fmla="*/ 169756 w 18982931"/>
              <a:gd name="connsiteY845-32124" fmla="*/ 979616 h 4449429"/>
              <a:gd name="connsiteX846-32125" fmla="*/ 301466 w 18982931"/>
              <a:gd name="connsiteY846-32126" fmla="*/ 971384 h 4449429"/>
              <a:gd name="connsiteX847-32127" fmla="*/ 301466 w 18982931"/>
              <a:gd name="connsiteY847-32128" fmla="*/ 909640 h 4449429"/>
              <a:gd name="connsiteX848-32129" fmla="*/ 346746 w 18982931"/>
              <a:gd name="connsiteY848-32130" fmla="*/ 810855 h 4449429"/>
              <a:gd name="connsiteX849-32131" fmla="*/ 571541 w 18982931"/>
              <a:gd name="connsiteY849-32132" fmla="*/ 799909 h 4449429"/>
              <a:gd name="connsiteX850-32133" fmla="*/ 581356 w 18982931"/>
              <a:gd name="connsiteY850-32134" fmla="*/ 963151 h 4449429"/>
              <a:gd name="connsiteX851-32135" fmla="*/ 737766 w 18982931"/>
              <a:gd name="connsiteY851-32136" fmla="*/ 963151 h 4449429"/>
              <a:gd name="connsiteX852-32137" fmla="*/ 750116 w 18982931"/>
              <a:gd name="connsiteY852-32138" fmla="*/ 1012543 h 4449429"/>
              <a:gd name="connsiteX853-32139" fmla="*/ 778926 w 18982931"/>
              <a:gd name="connsiteY853-32140" fmla="*/ 1016657 h 4449429"/>
              <a:gd name="connsiteX854-32141" fmla="*/ 820087 w 18982931"/>
              <a:gd name="connsiteY854-32142" fmla="*/ 1041353 h 4449429"/>
              <a:gd name="connsiteX855-32143" fmla="*/ 820087 w 18982931"/>
              <a:gd name="connsiteY855-32144" fmla="*/ 1119560 h 4449429"/>
              <a:gd name="connsiteX856-32145" fmla="*/ 791276 w 18982931"/>
              <a:gd name="connsiteY856-32146" fmla="*/ 1193648 h 4449429"/>
              <a:gd name="connsiteX857-32147" fmla="*/ 791276 w 18982931"/>
              <a:gd name="connsiteY857-32148" fmla="*/ 1580555 h 4449429"/>
              <a:gd name="connsiteX858-32149" fmla="*/ 791276 w 18982931"/>
              <a:gd name="connsiteY858-32150" fmla="*/ 1955112 h 4449429"/>
              <a:gd name="connsiteX859-32151" fmla="*/ 840669 w 18982931"/>
              <a:gd name="connsiteY859-32152" fmla="*/ 1950998 h 4449429"/>
              <a:gd name="connsiteX860-32153" fmla="*/ 844783 w 18982931"/>
              <a:gd name="connsiteY860-32154" fmla="*/ 1720500 h 4449429"/>
              <a:gd name="connsiteX861-32155" fmla="*/ 873596 w 18982931"/>
              <a:gd name="connsiteY861-32156" fmla="*/ 1597020 h 4449429"/>
              <a:gd name="connsiteX862-32157" fmla="*/ 906526 w 18982931"/>
              <a:gd name="connsiteY862-32158" fmla="*/ 1584670 h 4449429"/>
              <a:gd name="connsiteX863-32159" fmla="*/ 1034120 w 18982931"/>
              <a:gd name="connsiteY863-32160" fmla="*/ 1584670 h 4449429"/>
              <a:gd name="connsiteX864-32161" fmla="*/ 1034120 w 18982931"/>
              <a:gd name="connsiteY864-32162" fmla="*/ 1420028 h 4449429"/>
              <a:gd name="connsiteX865-32163" fmla="*/ 1320382 w 18982931"/>
              <a:gd name="connsiteY865-32164" fmla="*/ 1408806 h 4449429"/>
              <a:gd name="connsiteX866-32165" fmla="*/ 1322242 w 18982931"/>
              <a:gd name="connsiteY866-32166" fmla="*/ 1559973 h 4449429"/>
              <a:gd name="connsiteX867-32167" fmla="*/ 1318126 w 18982931"/>
              <a:gd name="connsiteY867-32168" fmla="*/ 1576437 h 4449429"/>
              <a:gd name="connsiteX868-32169" fmla="*/ 1359290 w 18982931"/>
              <a:gd name="connsiteY868-32170" fmla="*/ 1597020 h 4449429"/>
              <a:gd name="connsiteX869-32171" fmla="*/ 1375751 w 18982931"/>
              <a:gd name="connsiteY869-32172" fmla="*/ 1588787 h 4449429"/>
              <a:gd name="connsiteX870-32173" fmla="*/ 1486884 w 18982931"/>
              <a:gd name="connsiteY870-32174" fmla="*/ 1588787 h 4449429"/>
              <a:gd name="connsiteX871-32175" fmla="*/ 1507466 w 18982931"/>
              <a:gd name="connsiteY871-32176" fmla="*/ 2337905 h 4449429"/>
              <a:gd name="connsiteX872-32177" fmla="*/ 1523929 w 18982931"/>
              <a:gd name="connsiteY872-32178" fmla="*/ 2337905 h 4449429"/>
              <a:gd name="connsiteX873-32179" fmla="*/ 1523929 w 18982931"/>
              <a:gd name="connsiteY873-32180" fmla="*/ 2169146 h 4449429"/>
              <a:gd name="connsiteX874-32181" fmla="*/ 1692685 w 18982931"/>
              <a:gd name="connsiteY874-32182" fmla="*/ 2169146 h 4449429"/>
              <a:gd name="connsiteX875-32183" fmla="*/ 1692685 w 18982931"/>
              <a:gd name="connsiteY875-32184" fmla="*/ 2020968 h 4449429"/>
              <a:gd name="connsiteX876-32185" fmla="*/ 1766772 w 18982931"/>
              <a:gd name="connsiteY876-32186" fmla="*/ 1922183 h 4449429"/>
              <a:gd name="connsiteX877-32187" fmla="*/ 1766772 w 18982931"/>
              <a:gd name="connsiteY877-32188" fmla="*/ 1757542 h 4449429"/>
              <a:gd name="connsiteX878-32189" fmla="*/ 1849095 w 18982931"/>
              <a:gd name="connsiteY878-32190" fmla="*/ 1757542 h 4449429"/>
              <a:gd name="connsiteX879-32191" fmla="*/ 1849095 w 18982931"/>
              <a:gd name="connsiteY879-32192" fmla="*/ 2156799 h 4449429"/>
              <a:gd name="connsiteX880-32193" fmla="*/ 1919070 w 18982931"/>
              <a:gd name="connsiteY880-32194" fmla="*/ 2156799 h 4449429"/>
              <a:gd name="connsiteX881-32195" fmla="*/ 1919070 w 18982931"/>
              <a:gd name="connsiteY881-32196" fmla="*/ 1864559 h 4449429"/>
              <a:gd name="connsiteX882-32197" fmla="*/ 1919070 w 18982931"/>
              <a:gd name="connsiteY882-32198" fmla="*/ 695608 h 4449429"/>
              <a:gd name="connsiteX883-32199" fmla="*/ 2005504 w 18982931"/>
              <a:gd name="connsiteY883-32200" fmla="*/ 609173 h 4449429"/>
              <a:gd name="connsiteX884-32201" fmla="*/ 2026085 w 18982931"/>
              <a:gd name="connsiteY884-32202" fmla="*/ 605054 h 4449429"/>
              <a:gd name="connsiteX885-32203" fmla="*/ 2100174 w 18982931"/>
              <a:gd name="connsiteY885-32204" fmla="*/ 448645 h 4449429"/>
              <a:gd name="connsiteX886-32205" fmla="*/ 2137215 w 18982931"/>
              <a:gd name="connsiteY886-32206" fmla="*/ 407485 h 4449429"/>
              <a:gd name="connsiteX887-32207" fmla="*/ 2194840 w 18982931"/>
              <a:gd name="connsiteY887-32208" fmla="*/ 337515 h 4449429"/>
              <a:gd name="connsiteX888-32209" fmla="*/ 2198958 w 18982931"/>
              <a:gd name="connsiteY888-32210" fmla="*/ 292236 h 4449429"/>
              <a:gd name="connsiteX889-32211" fmla="*/ 2240121 w 18982931"/>
              <a:gd name="connsiteY889-32212" fmla="*/ 358093 h 4449429"/>
              <a:gd name="connsiteX890-32213" fmla="*/ 2273047 w 18982931"/>
              <a:gd name="connsiteY890-32214" fmla="*/ 444532 h 4449429"/>
              <a:gd name="connsiteX891-32215" fmla="*/ 2330670 w 18982931"/>
              <a:gd name="connsiteY891-32216" fmla="*/ 563894 h 4449429"/>
              <a:gd name="connsiteX892-32217" fmla="*/ 2351248 w 18982931"/>
              <a:gd name="connsiteY892-32218" fmla="*/ 613286 h 4449429"/>
              <a:gd name="connsiteX893-32219" fmla="*/ 2429455 w 18982931"/>
              <a:gd name="connsiteY893-32220" fmla="*/ 675029 h 4449429"/>
              <a:gd name="connsiteX894-32221" fmla="*/ 2470614 w 18982931"/>
              <a:gd name="connsiteY894-32222" fmla="*/ 757350 h 4449429"/>
              <a:gd name="connsiteX895-32223" fmla="*/ 2470614 w 18982931"/>
              <a:gd name="connsiteY895-32224" fmla="*/ 1086631 h 4449429"/>
              <a:gd name="connsiteX896-32225" fmla="*/ 2470614 w 18982931"/>
              <a:gd name="connsiteY896-32226" fmla="*/ 2008622 h 4449429"/>
              <a:gd name="connsiteX897-32227" fmla="*/ 2487080 w 18982931"/>
              <a:gd name="connsiteY897-32228" fmla="*/ 2053897 h 4449429"/>
              <a:gd name="connsiteX898-32229" fmla="*/ 2499426 w 18982931"/>
              <a:gd name="connsiteY898-32230" fmla="*/ 1897488 h 4449429"/>
              <a:gd name="connsiteX899-32231" fmla="*/ 2602322 w 18982931"/>
              <a:gd name="connsiteY899-32232" fmla="*/ 1798703 h 4449429"/>
              <a:gd name="connsiteX900-32233" fmla="*/ 2836935 w 18982931"/>
              <a:gd name="connsiteY900-32234" fmla="*/ 1798703 h 4449429"/>
              <a:gd name="connsiteX901-32235" fmla="*/ 2836935 w 18982931"/>
              <a:gd name="connsiteY901-32236" fmla="*/ 1860446 h 4449429"/>
              <a:gd name="connsiteX902-32237" fmla="*/ 2836935 w 18982931"/>
              <a:gd name="connsiteY902-32238" fmla="*/ 2263816 h 4449429"/>
              <a:gd name="connsiteX903-32239" fmla="*/ 2845169 w 18982931"/>
              <a:gd name="connsiteY903-32240" fmla="*/ 2304976 h 4449429"/>
              <a:gd name="connsiteX904-32241" fmla="*/ 2861629 w 18982931"/>
              <a:gd name="connsiteY904-32242" fmla="*/ 2300858 h 4449429"/>
              <a:gd name="connsiteX905-32243" fmla="*/ 2861629 w 18982931"/>
              <a:gd name="connsiteY905-32244" fmla="*/ 2247351 h 4449429"/>
              <a:gd name="connsiteX906-32245" fmla="*/ 2869861 w 18982931"/>
              <a:gd name="connsiteY906-32246" fmla="*/ 1996272 h 4449429"/>
              <a:gd name="connsiteX907-32247" fmla="*/ 2923374 w 18982931"/>
              <a:gd name="connsiteY907-32248" fmla="*/ 1967462 h 4449429"/>
              <a:gd name="connsiteX908-32249" fmla="*/ 2939836 w 18982931"/>
              <a:gd name="connsiteY908-32250" fmla="*/ 2300858 h 4449429"/>
              <a:gd name="connsiteX909-32251" fmla="*/ 2956300 w 18982931"/>
              <a:gd name="connsiteY909-32252" fmla="*/ 2300858 h 4449429"/>
              <a:gd name="connsiteX910-32253" fmla="*/ 2989230 w 18982931"/>
              <a:gd name="connsiteY910-32254" fmla="*/ 2111521 h 4449429"/>
              <a:gd name="connsiteX911-32255" fmla="*/ 3018038 w 18982931"/>
              <a:gd name="connsiteY911-32256" fmla="*/ 2058015 h 4449429"/>
              <a:gd name="connsiteX912-32257" fmla="*/ 3034502 w 18982931"/>
              <a:gd name="connsiteY912-32258" fmla="*/ 2123871 h 4449429"/>
              <a:gd name="connsiteX913-32259" fmla="*/ 3038620 w 18982931"/>
              <a:gd name="connsiteY913-32260" fmla="*/ 2132104 h 4449429"/>
              <a:gd name="connsiteX914-32261" fmla="*/ 3088018 w 18982931"/>
              <a:gd name="connsiteY914-32262" fmla="*/ 2140336 h 4449429"/>
              <a:gd name="connsiteX915-32263" fmla="*/ 3095320 w 18982931"/>
              <a:gd name="connsiteY915-32264" fmla="*/ 2275334 h 4449429"/>
              <a:gd name="connsiteX916-32265" fmla="*/ 3162101 w 18982931"/>
              <a:gd name="connsiteY916-32266" fmla="*/ 2275334 h 4449429"/>
              <a:gd name="connsiteX917-32267" fmla="*/ 3162101 w 18982931"/>
              <a:gd name="connsiteY917-32268" fmla="*/ 1580555 h 4449429"/>
              <a:gd name="connsiteX918-32269" fmla="*/ 3162101 w 18982931"/>
              <a:gd name="connsiteY918-32270" fmla="*/ 1531163 h 4449429"/>
              <a:gd name="connsiteX919-32271" fmla="*/ 3199146 w 18982931"/>
              <a:gd name="connsiteY919-32272" fmla="*/ 1498235 h 4449429"/>
              <a:gd name="connsiteX920-32273" fmla="*/ 3281469 w 18982931"/>
              <a:gd name="connsiteY920-32274" fmla="*/ 1498235 h 4449429"/>
              <a:gd name="connsiteX921-32275" fmla="*/ 3281469 w 18982931"/>
              <a:gd name="connsiteY921-32276" fmla="*/ 1325362 h 4449429"/>
              <a:gd name="connsiteX922-32277" fmla="*/ 3343207 w 18982931"/>
              <a:gd name="connsiteY922-32278" fmla="*/ 1263619 h 4449429"/>
              <a:gd name="connsiteX923-32279" fmla="*/ 3544891 w 18982931"/>
              <a:gd name="connsiteY923-32280" fmla="*/ 1263619 h 4449429"/>
              <a:gd name="connsiteX924-32281" fmla="*/ 3544891 w 18982931"/>
              <a:gd name="connsiteY924-32282" fmla="*/ 712071 h 4449429"/>
              <a:gd name="connsiteX925-32283" fmla="*/ 3561357 w 18982931"/>
              <a:gd name="connsiteY925-32284" fmla="*/ 555662 h 4449429"/>
              <a:gd name="connsiteX926-32285" fmla="*/ 3606633 w 18982931"/>
              <a:gd name="connsiteY926-32286" fmla="*/ 316933 h 4449429"/>
              <a:gd name="connsiteX927-32287" fmla="*/ 3614865 w 18982931"/>
              <a:gd name="connsiteY927-32288" fmla="*/ 279891 h 4449429"/>
              <a:gd name="connsiteX928-32289" fmla="*/ 3676603 w 18982931"/>
              <a:gd name="connsiteY928-32290" fmla="*/ 341628 h 4449429"/>
              <a:gd name="connsiteX929-32291" fmla="*/ 3684835 w 18982931"/>
              <a:gd name="connsiteY929-32292" fmla="*/ 386907 h 4449429"/>
              <a:gd name="connsiteX930-32293" fmla="*/ 3742460 w 18982931"/>
              <a:gd name="connsiteY930-32294" fmla="*/ 481574 h 4449429"/>
              <a:gd name="connsiteX931-32295" fmla="*/ 3763042 w 18982931"/>
              <a:gd name="connsiteY931-32296" fmla="*/ 703838 h 4449429"/>
              <a:gd name="connsiteX932-32297" fmla="*/ 3763042 w 18982931"/>
              <a:gd name="connsiteY932-32298" fmla="*/ 1144256 h 4449429"/>
              <a:gd name="connsiteX933-32299" fmla="*/ 3771275 w 18982931"/>
              <a:gd name="connsiteY933-32300" fmla="*/ 1181298 h 4449429"/>
              <a:gd name="connsiteX934-32301" fmla="*/ 3775390 w 18982931"/>
              <a:gd name="connsiteY934-32302" fmla="*/ 1115443 h 4449429"/>
              <a:gd name="connsiteX935-32303" fmla="*/ 3923568 w 18982931"/>
              <a:gd name="connsiteY935-32304" fmla="*/ 996079 h 4449429"/>
              <a:gd name="connsiteX936-32305" fmla="*/ 3940029 w 18982931"/>
              <a:gd name="connsiteY936-32306" fmla="*/ 1020776 h 4449429"/>
              <a:gd name="connsiteX937-32307" fmla="*/ 3960611 w 18982931"/>
              <a:gd name="connsiteY937-32308" fmla="*/ 1321244 h 4449429"/>
              <a:gd name="connsiteX938-32309" fmla="*/ 3960611 w 18982931"/>
              <a:gd name="connsiteY938-32310" fmla="*/ 1584670 h 4449429"/>
              <a:gd name="connsiteX939-32311" fmla="*/ 3977076 w 18982931"/>
              <a:gd name="connsiteY939-32312" fmla="*/ 1625830 h 4449429"/>
              <a:gd name="connsiteX940-32313" fmla="*/ 4010007 w 18982931"/>
              <a:gd name="connsiteY940-32314" fmla="*/ 1666990 h 4449429"/>
              <a:gd name="connsiteX941-32315" fmla="*/ 4055279 w 18982931"/>
              <a:gd name="connsiteY941-32316" fmla="*/ 1819286 h 4449429"/>
              <a:gd name="connsiteX942-32317" fmla="*/ 4104670 w 18982931"/>
              <a:gd name="connsiteY942-32318" fmla="*/ 1819286 h 4449429"/>
              <a:gd name="connsiteX943-32319" fmla="*/ 4108788 w 18982931"/>
              <a:gd name="connsiteY943-32320" fmla="*/ 1741079 h 4449429"/>
              <a:gd name="connsiteX944-32321" fmla="*/ 4211689 w 18982931"/>
              <a:gd name="connsiteY944-32322" fmla="*/ 1741079 h 4449429"/>
              <a:gd name="connsiteX945-32323" fmla="*/ 4252847 w 18982931"/>
              <a:gd name="connsiteY945-32324" fmla="*/ 1559973 h 4449429"/>
              <a:gd name="connsiteX946-32325" fmla="*/ 4265197 w 18982931"/>
              <a:gd name="connsiteY946-32326" fmla="*/ 1559973 h 4449429"/>
              <a:gd name="connsiteX947-32327" fmla="*/ 4277546 w 18982931"/>
              <a:gd name="connsiteY947-32328" fmla="*/ 1592900 h 4449429"/>
              <a:gd name="connsiteX948-32329" fmla="*/ 4302239 w 18982931"/>
              <a:gd name="connsiteY948-32330" fmla="*/ 1708150 h 4449429"/>
              <a:gd name="connsiteX949-32331" fmla="*/ 4368100 w 18982931"/>
              <a:gd name="connsiteY949-32332" fmla="*/ 1741079 h 4449429"/>
              <a:gd name="connsiteX950-32333" fmla="*/ 4363984 w 18982931"/>
              <a:gd name="connsiteY950-32334" fmla="*/ 1634062 h 4449429"/>
              <a:gd name="connsiteX951-32335" fmla="*/ 4372218 w 18982931"/>
              <a:gd name="connsiteY951-32336" fmla="*/ 839670 h 4449429"/>
              <a:gd name="connsiteX952-32337" fmla="*/ 4442184 w 18982931"/>
              <a:gd name="connsiteY952-32338" fmla="*/ 279891 h 4449429"/>
              <a:gd name="connsiteX953-32339" fmla="*/ 4479230 w 18982931"/>
              <a:gd name="connsiteY953-32340" fmla="*/ 234611 h 4449429"/>
              <a:gd name="connsiteX954-32341" fmla="*/ 4520394 w 18982931"/>
              <a:gd name="connsiteY954-32342" fmla="*/ 284004 h 4449429"/>
              <a:gd name="connsiteX955-32343" fmla="*/ 4549200 w 18982931"/>
              <a:gd name="connsiteY955-32344" fmla="*/ 440413 h 4449429"/>
              <a:gd name="connsiteX956-32345" fmla="*/ 4680914 w 18982931"/>
              <a:gd name="connsiteY956-32346" fmla="*/ 395140 h 4449429"/>
              <a:gd name="connsiteX957-32347" fmla="*/ 4759121 w 18982931"/>
              <a:gd name="connsiteY957-32348" fmla="*/ 460995 h 4449429"/>
              <a:gd name="connsiteX958-32349" fmla="*/ 4771466 w 18982931"/>
              <a:gd name="connsiteY958-32350" fmla="*/ 493924 h 4449429"/>
              <a:gd name="connsiteX959-32351" fmla="*/ 4888657 w 18982931"/>
              <a:gd name="connsiteY959-32352" fmla="*/ 747622 h 4449429"/>
              <a:gd name="connsiteX960-32353" fmla="*/ 4888893 w 18982931"/>
              <a:gd name="connsiteY960-32354" fmla="*/ 807315 h 4449429"/>
              <a:gd name="connsiteX961-32355" fmla="*/ 4856617 w 18982931"/>
              <a:gd name="connsiteY961-32356" fmla="*/ 807315 h 4449429"/>
              <a:gd name="connsiteX962-32357" fmla="*/ 4856617 w 18982931"/>
              <a:gd name="connsiteY962-32358" fmla="*/ 944475 h 4449429"/>
              <a:gd name="connsiteX963-32359" fmla="*/ 4888332 w 18982931"/>
              <a:gd name="connsiteY963-32360" fmla="*/ 944475 h 4449429"/>
              <a:gd name="connsiteX964-32361" fmla="*/ 4888325 w 18982931"/>
              <a:gd name="connsiteY964-32362" fmla="*/ 945600 h 4449429"/>
              <a:gd name="connsiteX965-32363" fmla="*/ 4890835 w 18982931"/>
              <a:gd name="connsiteY965-32364" fmla="*/ 1609365 h 4449429"/>
              <a:gd name="connsiteX966-32365" fmla="*/ 4952574 w 18982931"/>
              <a:gd name="connsiteY966-32366" fmla="*/ 1617597 h 4449429"/>
              <a:gd name="connsiteX967-32367" fmla="*/ 4952574 w 18982931"/>
              <a:gd name="connsiteY967-32368" fmla="*/ 1868678 h 4449429"/>
              <a:gd name="connsiteX968-32369" fmla="*/ 4956691 w 18982931"/>
              <a:gd name="connsiteY968-32370" fmla="*/ 1905720 h 4449429"/>
              <a:gd name="connsiteX969-32371" fmla="*/ 4981387 w 18982931"/>
              <a:gd name="connsiteY969-32372" fmla="*/ 1967462 h 4449429"/>
              <a:gd name="connsiteX970-32373" fmla="*/ 4981387 w 18982931"/>
              <a:gd name="connsiteY970-32374" fmla="*/ 2058015 h 4449429"/>
              <a:gd name="connsiteX971-32375" fmla="*/ 5001966 w 18982931"/>
              <a:gd name="connsiteY971-32376" fmla="*/ 2086824 h 4449429"/>
              <a:gd name="connsiteX972-32377" fmla="*/ 5018429 w 18982931"/>
              <a:gd name="connsiteY972-32378" fmla="*/ 2078592 h 4449429"/>
              <a:gd name="connsiteX973-32379" fmla="*/ 5018429 w 18982931"/>
              <a:gd name="connsiteY973-32380" fmla="*/ 1881023 h 4449429"/>
              <a:gd name="connsiteX974-32381" fmla="*/ 5018429 w 18982931"/>
              <a:gd name="connsiteY974-32382" fmla="*/ 1366522 h 4449429"/>
              <a:gd name="connsiteX975-32383" fmla="*/ 5034894 w 18982931"/>
              <a:gd name="connsiteY975-32384" fmla="*/ 864367 h 4449429"/>
              <a:gd name="connsiteX976-32385" fmla="*/ 5067821 w 18982931"/>
              <a:gd name="connsiteY976-32386" fmla="*/ 197569 h 4449429"/>
              <a:gd name="connsiteX977-32387" fmla="*/ 5080173 w 18982931"/>
              <a:gd name="connsiteY977-32388" fmla="*/ 102899 h 4449429"/>
              <a:gd name="connsiteX978-32389" fmla="*/ 5216000 w 18982931"/>
              <a:gd name="connsiteY978-32390" fmla="*/ 37042 h 4449429"/>
              <a:gd name="connsiteX979-32391" fmla="*/ 5248927 w 18982931"/>
              <a:gd name="connsiteY979-32392" fmla="*/ 69972 h 4449429"/>
              <a:gd name="connsiteX980-32393" fmla="*/ 5372409 w 18982931"/>
              <a:gd name="connsiteY980-32394" fmla="*/ 69972 h 4449429"/>
              <a:gd name="connsiteX981-32395" fmla="*/ 5434151 w 18982931"/>
              <a:gd name="connsiteY981-32396" fmla="*/ 131714 h 4449429"/>
              <a:gd name="connsiteX982-32397" fmla="*/ 5434151 w 18982931"/>
              <a:gd name="connsiteY982-32398" fmla="*/ 382788 h 4449429"/>
              <a:gd name="connsiteX983-32399" fmla="*/ 5434151 w 18982931"/>
              <a:gd name="connsiteY983-32400" fmla="*/ 683261 h 4449429"/>
              <a:gd name="connsiteX984-32401" fmla="*/ 5545282 w 18982931"/>
              <a:gd name="connsiteY984-32402" fmla="*/ 687375 h 4449429"/>
              <a:gd name="connsiteX985-32403" fmla="*/ 5545282 w 18982931"/>
              <a:gd name="connsiteY985-32404" fmla="*/ 1045471 h 4449429"/>
              <a:gd name="connsiteX986-32405" fmla="*/ 5676994 w 18982931"/>
              <a:gd name="connsiteY986-32406" fmla="*/ 1045471 h 4449429"/>
              <a:gd name="connsiteX987-32407" fmla="*/ 5685227 w 18982931"/>
              <a:gd name="connsiteY987-32408" fmla="*/ 1103096 h 4449429"/>
              <a:gd name="connsiteX988-32409" fmla="*/ 5759314 w 18982931"/>
              <a:gd name="connsiteY988-32410" fmla="*/ 1193648 h 4449429"/>
              <a:gd name="connsiteX989-32411" fmla="*/ 5759314 w 18982931"/>
              <a:gd name="connsiteY989-32412" fmla="*/ 1395331 h 4449429"/>
              <a:gd name="connsiteX990-32413" fmla="*/ 5825171 w 18982931"/>
              <a:gd name="connsiteY990-32414" fmla="*/ 1395331 h 4449429"/>
              <a:gd name="connsiteX991-32415" fmla="*/ 5903378 w 18982931"/>
              <a:gd name="connsiteY991-32416" fmla="*/ 1477653 h 4449429"/>
              <a:gd name="connsiteX992-32417" fmla="*/ 5903378 w 18982931"/>
              <a:gd name="connsiteY992-32418" fmla="*/ 1918070 h 4449429"/>
              <a:gd name="connsiteX993-32419" fmla="*/ 5936306 w 18982931"/>
              <a:gd name="connsiteY993-32420" fmla="*/ 1975695 h 4449429"/>
              <a:gd name="connsiteX994-32421" fmla="*/ 5965115 w 18982931"/>
              <a:gd name="connsiteY994-32422" fmla="*/ 1275969 h 4449429"/>
              <a:gd name="connsiteX995-32423" fmla="*/ 5969235 w 18982931"/>
              <a:gd name="connsiteY995-32424" fmla="*/ 1238922 h 4449429"/>
              <a:gd name="connsiteX996-32425" fmla="*/ 6166804 w 18982931"/>
              <a:gd name="connsiteY996-32426" fmla="*/ 1238922 h 4449429"/>
              <a:gd name="connsiteX997-32427" fmla="*/ 6216196 w 18982931"/>
              <a:gd name="connsiteY997-32428" fmla="*/ 1288315 h 4449429"/>
              <a:gd name="connsiteX998-32429" fmla="*/ 6236774 w 18982931"/>
              <a:gd name="connsiteY998-32430" fmla="*/ 1428261 h 4449429"/>
              <a:gd name="connsiteX999-32431" fmla="*/ 6273821 w 18982931"/>
              <a:gd name="connsiteY999-32432" fmla="*/ 1498235 h 4449429"/>
              <a:gd name="connsiteX1000-32433" fmla="*/ 6273821 w 18982931"/>
              <a:gd name="connsiteY1000-32434" fmla="*/ 2230888 h 4449429"/>
              <a:gd name="connsiteX1001-32435" fmla="*/ 6277935 w 18982931"/>
              <a:gd name="connsiteY1001-32436" fmla="*/ 2280280 h 4449429"/>
              <a:gd name="connsiteX1002-32437" fmla="*/ 6319095 w 18982931"/>
              <a:gd name="connsiteY1002-32438" fmla="*/ 2193841 h 4449429"/>
              <a:gd name="connsiteX1003-32439" fmla="*/ 6364373 w 18982931"/>
              <a:gd name="connsiteY1003-32440" fmla="*/ 2288513 h 4449429"/>
              <a:gd name="connsiteX1004-32441" fmla="*/ 6389068 w 18982931"/>
              <a:gd name="connsiteY1004-32442" fmla="*/ 2313208 h 4449429"/>
              <a:gd name="connsiteX1005-32443" fmla="*/ 6541355 w 18982931"/>
              <a:gd name="connsiteY1005-32444" fmla="*/ 2313208 h 4449429"/>
              <a:gd name="connsiteX1006-32445" fmla="*/ 6541355 w 18982931"/>
              <a:gd name="connsiteY1006-32446" fmla="*/ 2148567 h 4449429"/>
              <a:gd name="connsiteX1007-32447" fmla="*/ 6660723 w 18982931"/>
              <a:gd name="connsiteY1007-32448" fmla="*/ 2148567 h 4449429"/>
              <a:gd name="connsiteX1008-32449" fmla="*/ 6660723 w 18982931"/>
              <a:gd name="connsiteY1008-32450" fmla="*/ 2259698 h 4449429"/>
              <a:gd name="connsiteX1009-32451" fmla="*/ 6705999 w 18982931"/>
              <a:gd name="connsiteY1009-32452" fmla="*/ 2551938 h 4449429"/>
              <a:gd name="connsiteX1010-32453" fmla="*/ 6714228 w 18982931"/>
              <a:gd name="connsiteY1010-32454" fmla="*/ 2580748 h 4449429"/>
              <a:gd name="connsiteX1011-32455" fmla="*/ 6722461 w 18982931"/>
              <a:gd name="connsiteY1011-32456" fmla="*/ 2576634 h 4449429"/>
              <a:gd name="connsiteX1012-32457" fmla="*/ 6751278 w 18982931"/>
              <a:gd name="connsiteY1012-32458" fmla="*/ 2263816 h 4449429"/>
              <a:gd name="connsiteX1013-32459" fmla="*/ 6800669 w 18982931"/>
              <a:gd name="connsiteY1013-32460" fmla="*/ 2255583 h 4449429"/>
              <a:gd name="connsiteX1014-32461" fmla="*/ 6837709 w 18982931"/>
              <a:gd name="connsiteY1014-32462" fmla="*/ 2181496 h 4449429"/>
              <a:gd name="connsiteX1015-32463" fmla="*/ 6841831 w 18982931"/>
              <a:gd name="connsiteY1015-32464" fmla="*/ 2152681 h 4449429"/>
              <a:gd name="connsiteX1016-32465" fmla="*/ 6845941 w 18982931"/>
              <a:gd name="connsiteY1016-32466" fmla="*/ 2115639 h 4449429"/>
              <a:gd name="connsiteX1017-32467" fmla="*/ 6857139 w 18982931"/>
              <a:gd name="connsiteY1017-32468" fmla="*/ 2115639 h 4449429"/>
              <a:gd name="connsiteX1018-32469" fmla="*/ 6899298 w 18982931"/>
              <a:gd name="connsiteY1018-32470" fmla="*/ 2109470 h 4449429"/>
              <a:gd name="connsiteX1019-32471" fmla="*/ 6922965 w 18982931"/>
              <a:gd name="connsiteY1019-32472" fmla="*/ 2140339 h 4449429"/>
              <a:gd name="connsiteX1020-32473" fmla="*/ 7009406 w 18982931"/>
              <a:gd name="connsiteY1020-32474" fmla="*/ 2070365 h 4449429"/>
              <a:gd name="connsiteX1021-32475" fmla="*/ 7145231 w 18982931"/>
              <a:gd name="connsiteY1021-32476" fmla="*/ 2066247 h 4449429"/>
              <a:gd name="connsiteX1022-32477" fmla="*/ 7145231 w 18982931"/>
              <a:gd name="connsiteY1022-32478" fmla="*/ 1901605 h 4449429"/>
              <a:gd name="connsiteX1023-32479" fmla="*/ 7145231 w 18982931"/>
              <a:gd name="connsiteY1023-32480" fmla="*/ 1769896 h 4449429"/>
              <a:gd name="connsiteX1024-32481" fmla="*/ 7215204 w 18982931"/>
              <a:gd name="connsiteY1024-32482" fmla="*/ 1597024 h 4449429"/>
              <a:gd name="connsiteX1025-32483" fmla="*/ 7285174 w 18982931"/>
              <a:gd name="connsiteY1025-32484" fmla="*/ 1753433 h 4449429"/>
              <a:gd name="connsiteX1026-32485" fmla="*/ 7297524 w 18982931"/>
              <a:gd name="connsiteY1026-32486" fmla="*/ 2062134 h 4449429"/>
              <a:gd name="connsiteX1027-32487" fmla="*/ 7367494 w 18982931"/>
              <a:gd name="connsiteY1027-32488" fmla="*/ 2066247 h 4449429"/>
              <a:gd name="connsiteX1028-32489" fmla="*/ 7371610 w 18982931"/>
              <a:gd name="connsiteY1028-32490" fmla="*/ 2148567 h 4449429"/>
              <a:gd name="connsiteX1029-32491" fmla="*/ 7462167 w 18982931"/>
              <a:gd name="connsiteY1029-32492" fmla="*/ 2148567 h 4449429"/>
              <a:gd name="connsiteX1030-32493" fmla="*/ 7462167 w 18982931"/>
              <a:gd name="connsiteY1030-32494" fmla="*/ 2095061 h 4449429"/>
              <a:gd name="connsiteX1031-32495" fmla="*/ 7462167 w 18982931"/>
              <a:gd name="connsiteY1031-32496" fmla="*/ 1597024 h 4449429"/>
              <a:gd name="connsiteX1032-32497" fmla="*/ 7482743 w 18982931"/>
              <a:gd name="connsiteY1032-32498" fmla="*/ 1008430 h 4449429"/>
              <a:gd name="connsiteX1033-32499" fmla="*/ 7495096 w 18982931"/>
              <a:gd name="connsiteY1033-32500" fmla="*/ 921991 h 4449429"/>
              <a:gd name="connsiteX1034-32501" fmla="*/ 7536254 w 18982931"/>
              <a:gd name="connsiteY1034-32502" fmla="*/ 934341 h 4449429"/>
              <a:gd name="connsiteX1035-32503" fmla="*/ 7577416 w 18982931"/>
              <a:gd name="connsiteY1035-32504" fmla="*/ 563899 h 4449429"/>
              <a:gd name="connsiteX1036-32505" fmla="*/ 7589759 w 18982931"/>
              <a:gd name="connsiteY1036-32506" fmla="*/ 563899 h 4449429"/>
              <a:gd name="connsiteX1037-32507" fmla="*/ 7639153 w 18982931"/>
              <a:gd name="connsiteY1037-32508" fmla="*/ 975501 h 4449429"/>
              <a:gd name="connsiteX1038-32509" fmla="*/ 7655614 w 18982931"/>
              <a:gd name="connsiteY1038-32510" fmla="*/ 926109 h 4449429"/>
              <a:gd name="connsiteX1039-32511" fmla="*/ 7667968 w 18982931"/>
              <a:gd name="connsiteY1039-32512" fmla="*/ 926109 h 4449429"/>
              <a:gd name="connsiteX1040-32513" fmla="*/ 7676196 w 18982931"/>
              <a:gd name="connsiteY1040-32514" fmla="*/ 1037243 h 4449429"/>
              <a:gd name="connsiteX1041-32515" fmla="*/ 7676196 w 18982931"/>
              <a:gd name="connsiteY1041-32516" fmla="*/ 2049787 h 4449429"/>
              <a:gd name="connsiteX1042-32517" fmla="*/ 7705009 w 18982931"/>
              <a:gd name="connsiteY1042-32518" fmla="*/ 2267935 h 4449429"/>
              <a:gd name="connsiteX1043-32519" fmla="*/ 7750287 w 18982931"/>
              <a:gd name="connsiteY1043-32520" fmla="*/ 2469622 h 4449429"/>
              <a:gd name="connsiteX1044-32521" fmla="*/ 7849072 w 18982931"/>
              <a:gd name="connsiteY1044-32522" fmla="*/ 2469622 h 4449429"/>
              <a:gd name="connsiteX1045-32523" fmla="*/ 7849072 w 18982931"/>
              <a:gd name="connsiteY1045-32524" fmla="*/ 2284398 h 4449429"/>
              <a:gd name="connsiteX1046-32525" fmla="*/ 7919042 w 18982931"/>
              <a:gd name="connsiteY1046-32526" fmla="*/ 2284398 h 4449429"/>
              <a:gd name="connsiteX1047-32527" fmla="*/ 7919042 w 18982931"/>
              <a:gd name="connsiteY1047-32528" fmla="*/ 2473736 h 4449429"/>
              <a:gd name="connsiteX1048-32529" fmla="*/ 8108380 w 18982931"/>
              <a:gd name="connsiteY1048-32530" fmla="*/ 2473736 h 4449429"/>
              <a:gd name="connsiteX1049-32531" fmla="*/ 8142338 w 18982931"/>
              <a:gd name="connsiteY1049-32532" fmla="*/ 2481454 h 4449429"/>
              <a:gd name="connsiteX1050-32533" fmla="*/ 8144242 w 18982931"/>
              <a:gd name="connsiteY1050-32534" fmla="*/ 2485067 h 4449429"/>
              <a:gd name="connsiteX1051-32535" fmla="*/ 8144242 w 18982931"/>
              <a:gd name="connsiteY1051-32536" fmla="*/ 1280084 h 4449429"/>
              <a:gd name="connsiteX1052-32537" fmla="*/ 8189518 w 18982931"/>
              <a:gd name="connsiteY1052-32538" fmla="*/ 1115443 h 4449429"/>
              <a:gd name="connsiteX1053-32539" fmla="*/ 8230679 w 18982931"/>
              <a:gd name="connsiteY1053-32540" fmla="*/ 1090746 h 4449429"/>
              <a:gd name="connsiteX1054-32541" fmla="*/ 8477642 w 18982931"/>
              <a:gd name="connsiteY1054-32542" fmla="*/ 1090746 h 4449429"/>
              <a:gd name="connsiteX1055-32543" fmla="*/ 8518799 w 18982931"/>
              <a:gd name="connsiteY1055-32544" fmla="*/ 1111328 h 4449429"/>
              <a:gd name="connsiteX1056-32545" fmla="*/ 8568194 w 18982931"/>
              <a:gd name="connsiteY1056-32546" fmla="*/ 1288315 h 4449429"/>
              <a:gd name="connsiteX1057-32547" fmla="*/ 8572304 w 18982931"/>
              <a:gd name="connsiteY1057-32548" fmla="*/ 2152681 h 4449429"/>
              <a:gd name="connsiteX1058-32549" fmla="*/ 8572304 w 18982931"/>
              <a:gd name="connsiteY1058-32550" fmla="*/ 2222656 h 4449429"/>
              <a:gd name="connsiteX1059-32551" fmla="*/ 8827499 w 18982931"/>
              <a:gd name="connsiteY1059-32552" fmla="*/ 2222656 h 4449429"/>
              <a:gd name="connsiteX1060-32553" fmla="*/ 8827499 w 18982931"/>
              <a:gd name="connsiteY1060-32554" fmla="*/ 2053897 h 4449429"/>
              <a:gd name="connsiteX1061-32555" fmla="*/ 8827499 w 18982931"/>
              <a:gd name="connsiteY1061-32556" fmla="*/ 1996272 h 4449429"/>
              <a:gd name="connsiteX1062-32557" fmla="*/ 8926285 w 18982931"/>
              <a:gd name="connsiteY1062-32558" fmla="*/ 1876910 h 4449429"/>
              <a:gd name="connsiteX1063-32559" fmla="*/ 8926285 w 18982931"/>
              <a:gd name="connsiteY1063-32560" fmla="*/ 1757542 h 4449429"/>
              <a:gd name="connsiteX1064-32561" fmla="*/ 8926285 w 18982931"/>
              <a:gd name="connsiteY1064-32562" fmla="*/ 1527045 h 4449429"/>
              <a:gd name="connsiteX1065-32563" fmla="*/ 8950980 w 18982931"/>
              <a:gd name="connsiteY1065-32564" fmla="*/ 1432378 h 4449429"/>
              <a:gd name="connsiteX1066-32565" fmla="*/ 8950980 w 18982931"/>
              <a:gd name="connsiteY1066-32566" fmla="*/ 1424146 h 4449429"/>
              <a:gd name="connsiteX1067-32567" fmla="*/ 8983911 w 18982931"/>
              <a:gd name="connsiteY1067-32568" fmla="*/ 1107210 h 4449429"/>
              <a:gd name="connsiteX1068-32569" fmla="*/ 8992140 w 18982931"/>
              <a:gd name="connsiteY1068-32570" fmla="*/ 1049586 h 4449429"/>
              <a:gd name="connsiteX1069-32571" fmla="*/ 9012723 w 18982931"/>
              <a:gd name="connsiteY1069-32572" fmla="*/ 1049586 h 4449429"/>
              <a:gd name="connsiteX1070-32573" fmla="*/ 9049767 w 18982931"/>
              <a:gd name="connsiteY1070-32574" fmla="*/ 1325362 h 4449429"/>
              <a:gd name="connsiteX1071-32575" fmla="*/ 9115624 w 18982931"/>
              <a:gd name="connsiteY1071-32576" fmla="*/ 1329476 h 4449429"/>
              <a:gd name="connsiteX1072-32577" fmla="*/ 9165014 w 18982931"/>
              <a:gd name="connsiteY1072-32578" fmla="*/ 1436493 h 4449429"/>
              <a:gd name="connsiteX1073-32579" fmla="*/ 9181479 w 18982931"/>
              <a:gd name="connsiteY1073-32580" fmla="*/ 1494116 h 4449429"/>
              <a:gd name="connsiteX1074-32581" fmla="*/ 9181479 w 18982931"/>
              <a:gd name="connsiteY1074-32582" fmla="*/ 1823399 h 4449429"/>
              <a:gd name="connsiteX1075-32583" fmla="*/ 9181479 w 18982931"/>
              <a:gd name="connsiteY1075-32584" fmla="*/ 1881023 h 4449429"/>
              <a:gd name="connsiteX1076-32585" fmla="*/ 9280267 w 18982931"/>
              <a:gd name="connsiteY1076-32586" fmla="*/ 1881023 h 4449429"/>
              <a:gd name="connsiteX1077-32587" fmla="*/ 9280267 w 18982931"/>
              <a:gd name="connsiteY1077-32588" fmla="*/ 1815166 h 4449429"/>
              <a:gd name="connsiteX1078-32589" fmla="*/ 9280267 w 18982931"/>
              <a:gd name="connsiteY1078-32590" fmla="*/ 304587 h 4449429"/>
              <a:gd name="connsiteX1079-32591" fmla="*/ 9346122 w 18982931"/>
              <a:gd name="connsiteY1079-32592" fmla="*/ 238731 h 4449429"/>
              <a:gd name="connsiteX1080-32593" fmla="*/ 9453137 w 18982931"/>
              <a:gd name="connsiteY1080-32594" fmla="*/ 341628 h 4449429"/>
              <a:gd name="connsiteX1081-32595" fmla="*/ 9453137 w 18982931"/>
              <a:gd name="connsiteY1081-32596" fmla="*/ 1815166 h 4449429"/>
              <a:gd name="connsiteX1082-32597" fmla="*/ 9453137 w 18982931"/>
              <a:gd name="connsiteY1082-32598" fmla="*/ 1876910 h 4449429"/>
              <a:gd name="connsiteX1083-32599" fmla="*/ 9551919 w 18982931"/>
              <a:gd name="connsiteY1083-32600" fmla="*/ 1876910 h 4449429"/>
              <a:gd name="connsiteX1084-32601" fmla="*/ 9551919 w 18982931"/>
              <a:gd name="connsiteY1084-32602" fmla="*/ 1724614 h 4449429"/>
              <a:gd name="connsiteX1085-32603" fmla="*/ 9551919 w 18982931"/>
              <a:gd name="connsiteY1085-32604" fmla="*/ 1481771 h 4449429"/>
              <a:gd name="connsiteX1086-32605" fmla="*/ 9597198 w 18982931"/>
              <a:gd name="connsiteY1086-32606" fmla="*/ 1374754 h 4449429"/>
              <a:gd name="connsiteX1087-32607" fmla="*/ 9613662 w 18982931"/>
              <a:gd name="connsiteY1087-32608" fmla="*/ 1325362 h 4449429"/>
              <a:gd name="connsiteX1088-32609" fmla="*/ 9683632 w 18982931"/>
              <a:gd name="connsiteY1088-32610" fmla="*/ 1325362 h 4449429"/>
              <a:gd name="connsiteX1089-32611" fmla="*/ 9683632 w 18982931"/>
              <a:gd name="connsiteY1089-32612" fmla="*/ 1522931 h 4449429"/>
              <a:gd name="connsiteX1090-32613" fmla="*/ 9819464 w 18982931"/>
              <a:gd name="connsiteY1090-32614" fmla="*/ 1522931 h 4449429"/>
              <a:gd name="connsiteX1091-32615" fmla="*/ 9819464 w 18982931"/>
              <a:gd name="connsiteY1091-32616" fmla="*/ 1720501 h 4449429"/>
              <a:gd name="connsiteX1092-32617" fmla="*/ 9819464 w 18982931"/>
              <a:gd name="connsiteY1092-32618" fmla="*/ 1835749 h 4449429"/>
              <a:gd name="connsiteX1093-32619" fmla="*/ 9868856 w 18982931"/>
              <a:gd name="connsiteY1093-32620" fmla="*/ 1885142 h 4449429"/>
              <a:gd name="connsiteX1094-32621" fmla="*/ 9922361 w 18982931"/>
              <a:gd name="connsiteY1094-32622" fmla="*/ 1938648 h 4449429"/>
              <a:gd name="connsiteX1095-32623" fmla="*/ 9922361 w 18982931"/>
              <a:gd name="connsiteY1095-32624" fmla="*/ 2226770 h 4449429"/>
              <a:gd name="connsiteX1096-32625" fmla="*/ 10189906 w 18982931"/>
              <a:gd name="connsiteY1096-32626" fmla="*/ 2226770 h 4449429"/>
              <a:gd name="connsiteX1097-32627" fmla="*/ 10189906 w 18982931"/>
              <a:gd name="connsiteY1097-32628" fmla="*/ 1864559 h 4449429"/>
              <a:gd name="connsiteX1098-32629" fmla="*/ 10251644 w 18982931"/>
              <a:gd name="connsiteY1098-32630" fmla="*/ 1852213 h 4449429"/>
              <a:gd name="connsiteX1099-32631" fmla="*/ 10251644 w 18982931"/>
              <a:gd name="connsiteY1099-32632" fmla="*/ 1465306 h 4449429"/>
              <a:gd name="connsiteX1100-32633" fmla="*/ 10198137 w 18982931"/>
              <a:gd name="connsiteY1100-32634" fmla="*/ 1461188 h 4449429"/>
              <a:gd name="connsiteX1101-32635" fmla="*/ 10198137 w 18982931"/>
              <a:gd name="connsiteY1101-32636" fmla="*/ 1317129 h 4449429"/>
              <a:gd name="connsiteX1102-32637" fmla="*/ 10572694 w 18982931"/>
              <a:gd name="connsiteY1102-32638" fmla="*/ 1317129 h 4449429"/>
              <a:gd name="connsiteX1103-32639" fmla="*/ 10572694 w 18982931"/>
              <a:gd name="connsiteY1103-32640" fmla="*/ 2140336 h 4449429"/>
              <a:gd name="connsiteX1104-32641" fmla="*/ 10642669 w 18982931"/>
              <a:gd name="connsiteY1104-32642" fmla="*/ 2144449 h 4449429"/>
              <a:gd name="connsiteX1105-32643" fmla="*/ 10642669 w 18982931"/>
              <a:gd name="connsiteY1105-32644" fmla="*/ 2477849 h 4449429"/>
              <a:gd name="connsiteX1106-32645" fmla="*/ 10885512 w 18982931"/>
              <a:gd name="connsiteY1106-32646" fmla="*/ 2477849 h 4449429"/>
              <a:gd name="connsiteX1107-32647" fmla="*/ 10885512 w 18982931"/>
              <a:gd name="connsiteY1107-32648" fmla="*/ 2292626 h 4449429"/>
              <a:gd name="connsiteX1108-32649" fmla="*/ 10959601 w 18982931"/>
              <a:gd name="connsiteY1108-32650" fmla="*/ 2292626 h 4449429"/>
              <a:gd name="connsiteX1109-32651" fmla="*/ 10959601 w 18982931"/>
              <a:gd name="connsiteY1109-32652" fmla="*/ 2477849 h 4449429"/>
              <a:gd name="connsiteX1110-32653" fmla="*/ 11066618 w 18982931"/>
              <a:gd name="connsiteY1110-32654" fmla="*/ 2477849 h 4449429"/>
              <a:gd name="connsiteX1111-32655" fmla="*/ 11107778 w 18982931"/>
              <a:gd name="connsiteY1111-32656" fmla="*/ 2284395 h 4449429"/>
              <a:gd name="connsiteX1112-32657" fmla="*/ 11136593 w 18982931"/>
              <a:gd name="connsiteY1112-32658" fmla="*/ 2053897 h 4449429"/>
              <a:gd name="connsiteX1113-32659" fmla="*/ 11136593 w 18982931"/>
              <a:gd name="connsiteY1113-32660" fmla="*/ 1061936 h 4449429"/>
              <a:gd name="connsiteX1114-32661" fmla="*/ 11148938 w 18982931"/>
              <a:gd name="connsiteY1114-32662" fmla="*/ 938454 h 4449429"/>
              <a:gd name="connsiteX1115-32663" fmla="*/ 11161288 w 18982931"/>
              <a:gd name="connsiteY1115-32664" fmla="*/ 938454 h 4449429"/>
              <a:gd name="connsiteX1116-32665" fmla="*/ 11177753 w 18982931"/>
              <a:gd name="connsiteY1116-32666" fmla="*/ 983729 h 4449429"/>
              <a:gd name="connsiteX1117-32667" fmla="*/ 11231258 w 18982931"/>
              <a:gd name="connsiteY1117-32668" fmla="*/ 572126 h 4449429"/>
              <a:gd name="connsiteX1118-32669" fmla="*/ 11243610 w 18982931"/>
              <a:gd name="connsiteY1118-32670" fmla="*/ 572126 h 4449429"/>
              <a:gd name="connsiteX1119-32671" fmla="*/ 11284770 w 18982931"/>
              <a:gd name="connsiteY1119-32672" fmla="*/ 946687 h 4449429"/>
              <a:gd name="connsiteX1120-32673" fmla="*/ 11325929 w 18982931"/>
              <a:gd name="connsiteY1120-32674" fmla="*/ 934337 h 4449429"/>
              <a:gd name="connsiteX1121-32675" fmla="*/ 11342394 w 18982931"/>
              <a:gd name="connsiteY1121-32676" fmla="*/ 1061936 h 4449429"/>
              <a:gd name="connsiteX1122-32677" fmla="*/ 11342394 w 18982931"/>
              <a:gd name="connsiteY1122-32678" fmla="*/ 1300666 h 4449429"/>
              <a:gd name="connsiteX1123-32679" fmla="*/ 11358857 w 18982931"/>
              <a:gd name="connsiteY1123-32680" fmla="*/ 2132104 h 4449429"/>
              <a:gd name="connsiteX1124-32681" fmla="*/ 11362976 w 18982931"/>
              <a:gd name="connsiteY1124-32682" fmla="*/ 2165031 h 4449429"/>
              <a:gd name="connsiteX1125-32683" fmla="*/ 11453524 w 18982931"/>
              <a:gd name="connsiteY1125-32684" fmla="*/ 2165031 h 4449429"/>
              <a:gd name="connsiteX1126-32685" fmla="*/ 11457643 w 18982931"/>
              <a:gd name="connsiteY1126-32686" fmla="*/ 2082711 h 4449429"/>
              <a:gd name="connsiteX1127-32687" fmla="*/ 11535845 w 18982931"/>
              <a:gd name="connsiteY1127-32688" fmla="*/ 2078592 h 4449429"/>
              <a:gd name="connsiteX1128-32689" fmla="*/ 11535845 w 18982931"/>
              <a:gd name="connsiteY1128-32690" fmla="*/ 2004505 h 4449429"/>
              <a:gd name="connsiteX1129-32691" fmla="*/ 11548195 w 18982931"/>
              <a:gd name="connsiteY1129-32692" fmla="*/ 1736964 h 4449429"/>
              <a:gd name="connsiteX1130-32693" fmla="*/ 11609938 w 18982931"/>
              <a:gd name="connsiteY1130-32694" fmla="*/ 1609365 h 4449429"/>
              <a:gd name="connsiteX1131-32695" fmla="*/ 11688140 w 18982931"/>
              <a:gd name="connsiteY1131-32696" fmla="*/ 1765774 h 4449429"/>
              <a:gd name="connsiteX1132-32697" fmla="*/ 11688140 w 18982931"/>
              <a:gd name="connsiteY1132-32698" fmla="*/ 2082711 h 4449429"/>
              <a:gd name="connsiteX1133-32699" fmla="*/ 11910406 w 18982931"/>
              <a:gd name="connsiteY1133-32700" fmla="*/ 2148567 h 4449429"/>
              <a:gd name="connsiteX1134-32701" fmla="*/ 11988608 w 18982931"/>
              <a:gd name="connsiteY1134-32702" fmla="*/ 2119754 h 4449429"/>
              <a:gd name="connsiteX1135-32703" fmla="*/ 11991181 w 18982931"/>
              <a:gd name="connsiteY1135-32704" fmla="*/ 2153197 h 4449429"/>
              <a:gd name="connsiteX1136-32705" fmla="*/ 11993908 w 18982931"/>
              <a:gd name="connsiteY1136-32706" fmla="*/ 2158900 h 4449429"/>
              <a:gd name="connsiteX1137-32707" fmla="*/ 11993908 w 18982931"/>
              <a:gd name="connsiteY1137-32708" fmla="*/ 2156799 h 4449429"/>
              <a:gd name="connsiteX1138-32709" fmla="*/ 11998023 w 18982931"/>
              <a:gd name="connsiteY1138-32710" fmla="*/ 2115639 h 4449429"/>
              <a:gd name="connsiteX1139-32711" fmla="*/ 12010373 w 18982931"/>
              <a:gd name="connsiteY1139-32712" fmla="*/ 2115639 h 4449429"/>
              <a:gd name="connsiteX1140-32713" fmla="*/ 12014490 w 18982931"/>
              <a:gd name="connsiteY1140-32714" fmla="*/ 2185614 h 4449429"/>
              <a:gd name="connsiteX1141-32715" fmla="*/ 12055650 w 18982931"/>
              <a:gd name="connsiteY1141-32716" fmla="*/ 2259703 h 4449429"/>
              <a:gd name="connsiteX1142-32717" fmla="*/ 12109157 w 18982931"/>
              <a:gd name="connsiteY1142-32718" fmla="*/ 2267933 h 4449429"/>
              <a:gd name="connsiteX1143-32719" fmla="*/ 12137972 w 18982931"/>
              <a:gd name="connsiteY1143-32720" fmla="*/ 2580753 h 4449429"/>
              <a:gd name="connsiteX1144-32721" fmla="*/ 12150317 w 18982931"/>
              <a:gd name="connsiteY1144-32722" fmla="*/ 2580753 h 4449429"/>
              <a:gd name="connsiteX1145-32723" fmla="*/ 12179132 w 18982931"/>
              <a:gd name="connsiteY1145-32724" fmla="*/ 2411992 h 4449429"/>
              <a:gd name="connsiteX1146-32725" fmla="*/ 12207942 w 18982931"/>
              <a:gd name="connsiteY1146-32726" fmla="*/ 2160917 h 4449429"/>
              <a:gd name="connsiteX1147-32727" fmla="*/ 12216174 w 18982931"/>
              <a:gd name="connsiteY1147-32728" fmla="*/ 2152686 h 4449429"/>
              <a:gd name="connsiteX1148-32729" fmla="*/ 12331423 w 18982931"/>
              <a:gd name="connsiteY1148-32730" fmla="*/ 2152686 h 4449429"/>
              <a:gd name="connsiteX1149-32731" fmla="*/ 12331423 w 18982931"/>
              <a:gd name="connsiteY1149-32732" fmla="*/ 2317327 h 4449429"/>
              <a:gd name="connsiteX1150-32733" fmla="*/ 12496064 w 18982931"/>
              <a:gd name="connsiteY1150-32734" fmla="*/ 2313208 h 4449429"/>
              <a:gd name="connsiteX1151-32735" fmla="*/ 12557802 w 18982931"/>
              <a:gd name="connsiteY1151-32736" fmla="*/ 2210310 h 4449429"/>
              <a:gd name="connsiteX1152-32737" fmla="*/ 12566034 w 18982931"/>
              <a:gd name="connsiteY1152-32738" fmla="*/ 2206191 h 4449429"/>
              <a:gd name="connsiteX1153-32739" fmla="*/ 12598962 w 18982931"/>
              <a:gd name="connsiteY1153-32740" fmla="*/ 2267933 h 4449429"/>
              <a:gd name="connsiteX1154-32741" fmla="*/ 12607194 w 18982931"/>
              <a:gd name="connsiteY1154-32742" fmla="*/ 2263816 h 4449429"/>
              <a:gd name="connsiteX1155-32743" fmla="*/ 12607194 w 18982931"/>
              <a:gd name="connsiteY1155-32744" fmla="*/ 1461193 h 4449429"/>
              <a:gd name="connsiteX1156-32745" fmla="*/ 12677169 w 18982931"/>
              <a:gd name="connsiteY1156-32746" fmla="*/ 1230695 h 4449429"/>
              <a:gd name="connsiteX1157-32747" fmla="*/ 12920017 w 18982931"/>
              <a:gd name="connsiteY1157-32748" fmla="*/ 1230695 h 4449429"/>
              <a:gd name="connsiteX1158-32749" fmla="*/ 12948827 w 18982931"/>
              <a:gd name="connsiteY1158-32750" fmla="*/ 1490003 h 4449429"/>
              <a:gd name="connsiteX1159-32751" fmla="*/ 12948827 w 18982931"/>
              <a:gd name="connsiteY1159-32752" fmla="*/ 1909838 h 4449429"/>
              <a:gd name="connsiteX1160-32753" fmla="*/ 12948827 w 18982931"/>
              <a:gd name="connsiteY1160-32754" fmla="*/ 1975695 h 4449429"/>
              <a:gd name="connsiteX1161-32755" fmla="*/ 12969405 w 18982931"/>
              <a:gd name="connsiteY1161-32756" fmla="*/ 1979812 h 4449429"/>
              <a:gd name="connsiteX1162-32757" fmla="*/ 12989987 w 18982931"/>
              <a:gd name="connsiteY1162-32758" fmla="*/ 1913955 h 4449429"/>
              <a:gd name="connsiteX1163-32759" fmla="*/ 12989987 w 18982931"/>
              <a:gd name="connsiteY1163-32760" fmla="*/ 1469425 h 4449429"/>
              <a:gd name="connsiteX1164-32761" fmla="*/ 13064076 w 18982931"/>
              <a:gd name="connsiteY1164-32762" fmla="*/ 1395336 h 4449429"/>
              <a:gd name="connsiteX1165-32763" fmla="*/ 13146396 w 18982931"/>
              <a:gd name="connsiteY1165-32764" fmla="*/ 1395336 h 4449429"/>
              <a:gd name="connsiteX1166-32765" fmla="*/ 13146396 w 18982931"/>
              <a:gd name="connsiteY1166-32766" fmla="*/ 1111328 h 4449429"/>
              <a:gd name="connsiteX1167-32767" fmla="*/ 13216366 w 18982931"/>
              <a:gd name="connsiteY1167-32768" fmla="*/ 1103096 h 4449429"/>
              <a:gd name="connsiteX1168-32769" fmla="*/ 13228716 w 18982931"/>
              <a:gd name="connsiteY1168-32770" fmla="*/ 1041358 h 4449429"/>
              <a:gd name="connsiteX1169-32771" fmla="*/ 13368662 w 18982931"/>
              <a:gd name="connsiteY1169-32772" fmla="*/ 1041358 h 4449429"/>
              <a:gd name="connsiteX1170-32773" fmla="*/ 13368662 w 18982931"/>
              <a:gd name="connsiteY1170-32774" fmla="*/ 687379 h 4449429"/>
              <a:gd name="connsiteX1171-32775" fmla="*/ 13483911 w 18982931"/>
              <a:gd name="connsiteY1171-32776" fmla="*/ 687379 h 4449429"/>
              <a:gd name="connsiteX1172-32777" fmla="*/ 13483911 w 18982931"/>
              <a:gd name="connsiteY1172-32778" fmla="*/ 617404 h 4449429"/>
              <a:gd name="connsiteX1173-32779" fmla="*/ 13483911 w 18982931"/>
              <a:gd name="connsiteY1173-32780" fmla="*/ 131714 h 4449429"/>
              <a:gd name="connsiteX1174-32781" fmla="*/ 13541534 w 18982931"/>
              <a:gd name="connsiteY1174-32782" fmla="*/ 74089 h 4449429"/>
              <a:gd name="connsiteX1175-32783" fmla="*/ 13685593 w 18982931"/>
              <a:gd name="connsiteY1175-32784" fmla="*/ 74089 h 4449429"/>
              <a:gd name="connsiteX1176-32785" fmla="*/ 13730872 w 18982931"/>
              <a:gd name="connsiteY1176-32786" fmla="*/ 49392 h 4449429"/>
              <a:gd name="connsiteX1177-32787" fmla="*/ 13739104 w 18982931"/>
              <a:gd name="connsiteY1177-32788" fmla="*/ 0 h 4449429"/>
              <a:gd name="connsiteX0-32789" fmla="*/ 16404499 w 18982931"/>
              <a:gd name="connsiteY0-32790" fmla="*/ 4309270 h 4449429"/>
              <a:gd name="connsiteX1-32791" fmla="*/ 16404499 w 18982931"/>
              <a:gd name="connsiteY1-32792" fmla="*/ 4366104 h 4449429"/>
              <a:gd name="connsiteX2-32793" fmla="*/ 16461332 w 18982931"/>
              <a:gd name="connsiteY2-32794" fmla="*/ 4366104 h 4449429"/>
              <a:gd name="connsiteX3-32795" fmla="*/ 16461332 w 18982931"/>
              <a:gd name="connsiteY3-32796" fmla="*/ 4309270 h 4449429"/>
              <a:gd name="connsiteX4-32797" fmla="*/ 16404499 w 18982931"/>
              <a:gd name="connsiteY4-32798" fmla="*/ 4309270 h 4449429"/>
              <a:gd name="connsiteX5-32799" fmla="*/ 16292444 w 18982931"/>
              <a:gd name="connsiteY5-32800" fmla="*/ 4309270 h 4449429"/>
              <a:gd name="connsiteX6-32801" fmla="*/ 16292444 w 18982931"/>
              <a:gd name="connsiteY6-32802" fmla="*/ 4366104 h 4449429"/>
              <a:gd name="connsiteX7-32803" fmla="*/ 16349278 w 18982931"/>
              <a:gd name="connsiteY7-32804" fmla="*/ 4366104 h 4449429"/>
              <a:gd name="connsiteX8-32805" fmla="*/ 16349278 w 18982931"/>
              <a:gd name="connsiteY8-32806" fmla="*/ 4309270 h 4449429"/>
              <a:gd name="connsiteX9-32807" fmla="*/ 16292444 w 18982931"/>
              <a:gd name="connsiteY9-32808" fmla="*/ 4309270 h 4449429"/>
              <a:gd name="connsiteX10-32809" fmla="*/ 16180390 w 18982931"/>
              <a:gd name="connsiteY10-32810" fmla="*/ 4309270 h 4449429"/>
              <a:gd name="connsiteX11-32811" fmla="*/ 16180390 w 18982931"/>
              <a:gd name="connsiteY11-32812" fmla="*/ 4366104 h 4449429"/>
              <a:gd name="connsiteX12-32813" fmla="*/ 16237224 w 18982931"/>
              <a:gd name="connsiteY12-32814" fmla="*/ 4366104 h 4449429"/>
              <a:gd name="connsiteX13-32815" fmla="*/ 16237224 w 18982931"/>
              <a:gd name="connsiteY13-32816" fmla="*/ 4309270 h 4449429"/>
              <a:gd name="connsiteX14-32817" fmla="*/ 16180390 w 18982931"/>
              <a:gd name="connsiteY14-32818" fmla="*/ 4309270 h 4449429"/>
              <a:gd name="connsiteX15-32819" fmla="*/ 2813944 w 18982931"/>
              <a:gd name="connsiteY15-32820" fmla="*/ 4309269 h 4449429"/>
              <a:gd name="connsiteX16-32821" fmla="*/ 2813944 w 18982931"/>
              <a:gd name="connsiteY16-32822" fmla="*/ 4366102 h 4449429"/>
              <a:gd name="connsiteX17-32823" fmla="*/ 2870780 w 18982931"/>
              <a:gd name="connsiteY17-32824" fmla="*/ 4366102 h 4449429"/>
              <a:gd name="connsiteX18-32825" fmla="*/ 2870780 w 18982931"/>
              <a:gd name="connsiteY18-32826" fmla="*/ 4309269 h 4449429"/>
              <a:gd name="connsiteX19-32827" fmla="*/ 2813944 w 18982931"/>
              <a:gd name="connsiteY19-32828" fmla="*/ 4309269 h 4449429"/>
              <a:gd name="connsiteX20-32829" fmla="*/ 2701890 w 18982931"/>
              <a:gd name="connsiteY20-32830" fmla="*/ 4309269 h 4449429"/>
              <a:gd name="connsiteX21-32831" fmla="*/ 2701890 w 18982931"/>
              <a:gd name="connsiteY21-32832" fmla="*/ 4366102 h 4449429"/>
              <a:gd name="connsiteX22-32833" fmla="*/ 2758723 w 18982931"/>
              <a:gd name="connsiteY22-32834" fmla="*/ 4366102 h 4449429"/>
              <a:gd name="connsiteX23-32835" fmla="*/ 2758723 w 18982931"/>
              <a:gd name="connsiteY23-32836" fmla="*/ 4309269 h 4449429"/>
              <a:gd name="connsiteX24-32837" fmla="*/ 2701890 w 18982931"/>
              <a:gd name="connsiteY24-32838" fmla="*/ 4309269 h 4449429"/>
              <a:gd name="connsiteX25-32839" fmla="*/ 2589843 w 18982931"/>
              <a:gd name="connsiteY25-32840" fmla="*/ 4309269 h 4449429"/>
              <a:gd name="connsiteX26-32841" fmla="*/ 2589843 w 18982931"/>
              <a:gd name="connsiteY26-32842" fmla="*/ 4366102 h 4449429"/>
              <a:gd name="connsiteX27-32843" fmla="*/ 2646669 w 18982931"/>
              <a:gd name="connsiteY27-32844" fmla="*/ 4366102 h 4449429"/>
              <a:gd name="connsiteX28-32845" fmla="*/ 2646669 w 18982931"/>
              <a:gd name="connsiteY28-32846" fmla="*/ 4309269 h 4449429"/>
              <a:gd name="connsiteX29-32847" fmla="*/ 2589843 w 18982931"/>
              <a:gd name="connsiteY29-32848" fmla="*/ 4309269 h 4449429"/>
              <a:gd name="connsiteX30-32849" fmla="*/ 16404499 w 18982931"/>
              <a:gd name="connsiteY30-32850" fmla="*/ 4163982 h 4449429"/>
              <a:gd name="connsiteX31-32851" fmla="*/ 16404499 w 18982931"/>
              <a:gd name="connsiteY31-32852" fmla="*/ 4220816 h 4449429"/>
              <a:gd name="connsiteX32-32853" fmla="*/ 16461332 w 18982931"/>
              <a:gd name="connsiteY32-32854" fmla="*/ 4220816 h 4449429"/>
              <a:gd name="connsiteX33-32855" fmla="*/ 16461332 w 18982931"/>
              <a:gd name="connsiteY33-32856" fmla="*/ 4163982 h 4449429"/>
              <a:gd name="connsiteX34-32857" fmla="*/ 16404499 w 18982931"/>
              <a:gd name="connsiteY34-32858" fmla="*/ 4163982 h 4449429"/>
              <a:gd name="connsiteX35-32859" fmla="*/ 16292444 w 18982931"/>
              <a:gd name="connsiteY35-32860" fmla="*/ 4163982 h 4449429"/>
              <a:gd name="connsiteX36-32861" fmla="*/ 16292444 w 18982931"/>
              <a:gd name="connsiteY36-32862" fmla="*/ 4220816 h 4449429"/>
              <a:gd name="connsiteX37-32863" fmla="*/ 16349278 w 18982931"/>
              <a:gd name="connsiteY37-32864" fmla="*/ 4220816 h 4449429"/>
              <a:gd name="connsiteX38-32865" fmla="*/ 16349278 w 18982931"/>
              <a:gd name="connsiteY38-32866" fmla="*/ 4163982 h 4449429"/>
              <a:gd name="connsiteX39-32867" fmla="*/ 16292444 w 18982931"/>
              <a:gd name="connsiteY39-32868" fmla="*/ 4163982 h 4449429"/>
              <a:gd name="connsiteX40-32869" fmla="*/ 16180390 w 18982931"/>
              <a:gd name="connsiteY40-32870" fmla="*/ 4163982 h 4449429"/>
              <a:gd name="connsiteX41-32871" fmla="*/ 16180390 w 18982931"/>
              <a:gd name="connsiteY41-32872" fmla="*/ 4220816 h 4449429"/>
              <a:gd name="connsiteX42-32873" fmla="*/ 16237224 w 18982931"/>
              <a:gd name="connsiteY42-32874" fmla="*/ 4220816 h 4449429"/>
              <a:gd name="connsiteX43-32875" fmla="*/ 16237224 w 18982931"/>
              <a:gd name="connsiteY43-32876" fmla="*/ 4163982 h 4449429"/>
              <a:gd name="connsiteX44-32877" fmla="*/ 16180390 w 18982931"/>
              <a:gd name="connsiteY44-32878" fmla="*/ 4163982 h 4449429"/>
              <a:gd name="connsiteX45-32879" fmla="*/ 2813944 w 18982931"/>
              <a:gd name="connsiteY45-32880" fmla="*/ 4163981 h 4449429"/>
              <a:gd name="connsiteX46-32881" fmla="*/ 2813944 w 18982931"/>
              <a:gd name="connsiteY46-32882" fmla="*/ 4220814 h 4449429"/>
              <a:gd name="connsiteX47-32883" fmla="*/ 2870780 w 18982931"/>
              <a:gd name="connsiteY47-32884" fmla="*/ 4220814 h 4449429"/>
              <a:gd name="connsiteX48-32885" fmla="*/ 2870780 w 18982931"/>
              <a:gd name="connsiteY48-32886" fmla="*/ 4163981 h 4449429"/>
              <a:gd name="connsiteX49-32887" fmla="*/ 2813944 w 18982931"/>
              <a:gd name="connsiteY49-32888" fmla="*/ 4163981 h 4449429"/>
              <a:gd name="connsiteX50-32889" fmla="*/ 2701890 w 18982931"/>
              <a:gd name="connsiteY50-32890" fmla="*/ 4163981 h 4449429"/>
              <a:gd name="connsiteX51-32891" fmla="*/ 2701890 w 18982931"/>
              <a:gd name="connsiteY51-32892" fmla="*/ 4220814 h 4449429"/>
              <a:gd name="connsiteX52-32893" fmla="*/ 2758723 w 18982931"/>
              <a:gd name="connsiteY52-32894" fmla="*/ 4220814 h 4449429"/>
              <a:gd name="connsiteX53-32895" fmla="*/ 2758723 w 18982931"/>
              <a:gd name="connsiteY53-32896" fmla="*/ 4163981 h 4449429"/>
              <a:gd name="connsiteX54-32897" fmla="*/ 2701890 w 18982931"/>
              <a:gd name="connsiteY54-32898" fmla="*/ 4163981 h 4449429"/>
              <a:gd name="connsiteX55-32899" fmla="*/ 2589843 w 18982931"/>
              <a:gd name="connsiteY55-32900" fmla="*/ 4163981 h 4449429"/>
              <a:gd name="connsiteX56-32901" fmla="*/ 2589843 w 18982931"/>
              <a:gd name="connsiteY56-32902" fmla="*/ 4220814 h 4449429"/>
              <a:gd name="connsiteX57-32903" fmla="*/ 2646669 w 18982931"/>
              <a:gd name="connsiteY57-32904" fmla="*/ 4220814 h 4449429"/>
              <a:gd name="connsiteX58-32905" fmla="*/ 2646669 w 18982931"/>
              <a:gd name="connsiteY58-32906" fmla="*/ 4163981 h 4449429"/>
              <a:gd name="connsiteX59-32907" fmla="*/ 2589843 w 18982931"/>
              <a:gd name="connsiteY59-32908" fmla="*/ 4163981 h 4449429"/>
              <a:gd name="connsiteX60-32909" fmla="*/ 9851983 w 18982931"/>
              <a:gd name="connsiteY60-32910" fmla="*/ 4073253 h 4449429"/>
              <a:gd name="connsiteX61-32911" fmla="*/ 9851983 w 18982931"/>
              <a:gd name="connsiteY61-32912" fmla="*/ 4282100 h 4449429"/>
              <a:gd name="connsiteX62-32913" fmla="*/ 9897683 w 18982931"/>
              <a:gd name="connsiteY62-32914" fmla="*/ 4282100 h 4449429"/>
              <a:gd name="connsiteX63-32915" fmla="*/ 9897683 w 18982931"/>
              <a:gd name="connsiteY63-32916" fmla="*/ 4073253 h 4449429"/>
              <a:gd name="connsiteX64-32917" fmla="*/ 9851983 w 18982931"/>
              <a:gd name="connsiteY64-32918" fmla="*/ 4073253 h 4449429"/>
              <a:gd name="connsiteX65-32919" fmla="*/ 9760354 w 18982931"/>
              <a:gd name="connsiteY65-32920" fmla="*/ 4073253 h 4449429"/>
              <a:gd name="connsiteX66-32921" fmla="*/ 9760354 w 18982931"/>
              <a:gd name="connsiteY66-32922" fmla="*/ 4282100 h 4449429"/>
              <a:gd name="connsiteX67-32923" fmla="*/ 9806054 w 18982931"/>
              <a:gd name="connsiteY67-32924" fmla="*/ 4282100 h 4449429"/>
              <a:gd name="connsiteX68-32925" fmla="*/ 9806054 w 18982931"/>
              <a:gd name="connsiteY68-32926" fmla="*/ 4073253 h 4449429"/>
              <a:gd name="connsiteX69-32927" fmla="*/ 9760354 w 18982931"/>
              <a:gd name="connsiteY69-32928" fmla="*/ 4073253 h 4449429"/>
              <a:gd name="connsiteX70-32929" fmla="*/ 9668723 w 18982931"/>
              <a:gd name="connsiteY70-32930" fmla="*/ 4073253 h 4449429"/>
              <a:gd name="connsiteX71-32931" fmla="*/ 9668723 w 18982931"/>
              <a:gd name="connsiteY71-32932" fmla="*/ 4282100 h 4449429"/>
              <a:gd name="connsiteX72-32933" fmla="*/ 9714423 w 18982931"/>
              <a:gd name="connsiteY72-32934" fmla="*/ 4282100 h 4449429"/>
              <a:gd name="connsiteX73-32935" fmla="*/ 9714423 w 18982931"/>
              <a:gd name="connsiteY73-32936" fmla="*/ 4073253 h 4449429"/>
              <a:gd name="connsiteX74-32937" fmla="*/ 9668723 w 18982931"/>
              <a:gd name="connsiteY74-32938" fmla="*/ 4073253 h 4449429"/>
              <a:gd name="connsiteX75-32939" fmla="*/ 9577094 w 18982931"/>
              <a:gd name="connsiteY75-32940" fmla="*/ 4073253 h 4449429"/>
              <a:gd name="connsiteX76-32941" fmla="*/ 9577094 w 18982931"/>
              <a:gd name="connsiteY76-32942" fmla="*/ 4282100 h 4449429"/>
              <a:gd name="connsiteX77-32943" fmla="*/ 9622794 w 18982931"/>
              <a:gd name="connsiteY77-32944" fmla="*/ 4282100 h 4449429"/>
              <a:gd name="connsiteX78-32945" fmla="*/ 9622794 w 18982931"/>
              <a:gd name="connsiteY78-32946" fmla="*/ 4073253 h 4449429"/>
              <a:gd name="connsiteX79-32947" fmla="*/ 9577094 w 18982931"/>
              <a:gd name="connsiteY79-32948" fmla="*/ 4073253 h 4449429"/>
              <a:gd name="connsiteX80-32949" fmla="*/ 9485470 w 18982931"/>
              <a:gd name="connsiteY80-32950" fmla="*/ 4073253 h 4449429"/>
              <a:gd name="connsiteX81-32951" fmla="*/ 9485470 w 18982931"/>
              <a:gd name="connsiteY81-32952" fmla="*/ 4282100 h 4449429"/>
              <a:gd name="connsiteX82-32953" fmla="*/ 9531165 w 18982931"/>
              <a:gd name="connsiteY82-32954" fmla="*/ 4282100 h 4449429"/>
              <a:gd name="connsiteX83-32955" fmla="*/ 9531165 w 18982931"/>
              <a:gd name="connsiteY83-32956" fmla="*/ 4073253 h 4449429"/>
              <a:gd name="connsiteX84-32957" fmla="*/ 9485470 w 18982931"/>
              <a:gd name="connsiteY84-32958" fmla="*/ 4073253 h 4449429"/>
              <a:gd name="connsiteX85-32959" fmla="*/ 9393836 w 18982931"/>
              <a:gd name="connsiteY85-32960" fmla="*/ 4073253 h 4449429"/>
              <a:gd name="connsiteX86-32961" fmla="*/ 9393836 w 18982931"/>
              <a:gd name="connsiteY86-32962" fmla="*/ 4282100 h 4449429"/>
              <a:gd name="connsiteX87-32963" fmla="*/ 9439536 w 18982931"/>
              <a:gd name="connsiteY87-32964" fmla="*/ 4282100 h 4449429"/>
              <a:gd name="connsiteX88-32965" fmla="*/ 9439536 w 18982931"/>
              <a:gd name="connsiteY88-32966" fmla="*/ 4073253 h 4449429"/>
              <a:gd name="connsiteX89-32967" fmla="*/ 9393836 w 18982931"/>
              <a:gd name="connsiteY89-32968" fmla="*/ 4073253 h 4449429"/>
              <a:gd name="connsiteX90-32969" fmla="*/ 9302203 w 18982931"/>
              <a:gd name="connsiteY90-32970" fmla="*/ 4073253 h 4449429"/>
              <a:gd name="connsiteX91-32971" fmla="*/ 9302203 w 18982931"/>
              <a:gd name="connsiteY91-32972" fmla="*/ 4282100 h 4449429"/>
              <a:gd name="connsiteX92-32973" fmla="*/ 9347904 w 18982931"/>
              <a:gd name="connsiteY92-32974" fmla="*/ 4282100 h 4449429"/>
              <a:gd name="connsiteX93-32975" fmla="*/ 9347904 w 18982931"/>
              <a:gd name="connsiteY93-32976" fmla="*/ 4073253 h 4449429"/>
              <a:gd name="connsiteX94-32977" fmla="*/ 9302203 w 18982931"/>
              <a:gd name="connsiteY94-32978" fmla="*/ 4073253 h 4449429"/>
              <a:gd name="connsiteX95-32979" fmla="*/ 16404499 w 18982931"/>
              <a:gd name="connsiteY95-32980" fmla="*/ 4018694 h 4449429"/>
              <a:gd name="connsiteX96-32981" fmla="*/ 16404499 w 18982931"/>
              <a:gd name="connsiteY96-32982" fmla="*/ 4075528 h 4449429"/>
              <a:gd name="connsiteX97-32983" fmla="*/ 16461332 w 18982931"/>
              <a:gd name="connsiteY97-32984" fmla="*/ 4075528 h 4449429"/>
              <a:gd name="connsiteX98-32985" fmla="*/ 16461332 w 18982931"/>
              <a:gd name="connsiteY98-32986" fmla="*/ 4018694 h 4449429"/>
              <a:gd name="connsiteX99-32987" fmla="*/ 16404499 w 18982931"/>
              <a:gd name="connsiteY99-32988" fmla="*/ 4018694 h 4449429"/>
              <a:gd name="connsiteX100-32989" fmla="*/ 16292444 w 18982931"/>
              <a:gd name="connsiteY100-32990" fmla="*/ 4018694 h 4449429"/>
              <a:gd name="connsiteX101-32991" fmla="*/ 16292444 w 18982931"/>
              <a:gd name="connsiteY101-32992" fmla="*/ 4075528 h 4449429"/>
              <a:gd name="connsiteX102-32993" fmla="*/ 16349278 w 18982931"/>
              <a:gd name="connsiteY102-32994" fmla="*/ 4075528 h 4449429"/>
              <a:gd name="connsiteX103-32995" fmla="*/ 16349278 w 18982931"/>
              <a:gd name="connsiteY103-32996" fmla="*/ 4018694 h 4449429"/>
              <a:gd name="connsiteX104-32997" fmla="*/ 16292444 w 18982931"/>
              <a:gd name="connsiteY104-32998" fmla="*/ 4018694 h 4449429"/>
              <a:gd name="connsiteX105-32999" fmla="*/ 16180390 w 18982931"/>
              <a:gd name="connsiteY105-33000" fmla="*/ 4018694 h 4449429"/>
              <a:gd name="connsiteX106-33001" fmla="*/ 16180390 w 18982931"/>
              <a:gd name="connsiteY106-33002" fmla="*/ 4075528 h 4449429"/>
              <a:gd name="connsiteX107-33003" fmla="*/ 16237224 w 18982931"/>
              <a:gd name="connsiteY107-33004" fmla="*/ 4075528 h 4449429"/>
              <a:gd name="connsiteX108-33005" fmla="*/ 16237224 w 18982931"/>
              <a:gd name="connsiteY108-33006" fmla="*/ 4018694 h 4449429"/>
              <a:gd name="connsiteX109-33007" fmla="*/ 16180390 w 18982931"/>
              <a:gd name="connsiteY109-33008" fmla="*/ 4018694 h 4449429"/>
              <a:gd name="connsiteX110-33009" fmla="*/ 2813944 w 18982931"/>
              <a:gd name="connsiteY110-33010" fmla="*/ 4018692 h 4449429"/>
              <a:gd name="connsiteX111-33011" fmla="*/ 2813944 w 18982931"/>
              <a:gd name="connsiteY111-33012" fmla="*/ 4075526 h 4449429"/>
              <a:gd name="connsiteX112-33013" fmla="*/ 2870780 w 18982931"/>
              <a:gd name="connsiteY112-33014" fmla="*/ 4075526 h 4449429"/>
              <a:gd name="connsiteX113-33015" fmla="*/ 2870780 w 18982931"/>
              <a:gd name="connsiteY113-33016" fmla="*/ 4018692 h 4449429"/>
              <a:gd name="connsiteX114-33017" fmla="*/ 2813944 w 18982931"/>
              <a:gd name="connsiteY114-33018" fmla="*/ 4018692 h 4449429"/>
              <a:gd name="connsiteX115-33019" fmla="*/ 2701890 w 18982931"/>
              <a:gd name="connsiteY115-33020" fmla="*/ 4018692 h 4449429"/>
              <a:gd name="connsiteX116-33021" fmla="*/ 2701890 w 18982931"/>
              <a:gd name="connsiteY116-33022" fmla="*/ 4075526 h 4449429"/>
              <a:gd name="connsiteX117-33023" fmla="*/ 2758723 w 18982931"/>
              <a:gd name="connsiteY117-33024" fmla="*/ 4075526 h 4449429"/>
              <a:gd name="connsiteX118-33025" fmla="*/ 2758723 w 18982931"/>
              <a:gd name="connsiteY118-33026" fmla="*/ 4018692 h 4449429"/>
              <a:gd name="connsiteX119-33027" fmla="*/ 2701890 w 18982931"/>
              <a:gd name="connsiteY119-33028" fmla="*/ 4018692 h 4449429"/>
              <a:gd name="connsiteX120-33029" fmla="*/ 2589843 w 18982931"/>
              <a:gd name="connsiteY120-33030" fmla="*/ 4018692 h 4449429"/>
              <a:gd name="connsiteX121-33031" fmla="*/ 2589843 w 18982931"/>
              <a:gd name="connsiteY121-33032" fmla="*/ 4075526 h 4449429"/>
              <a:gd name="connsiteX122-33033" fmla="*/ 2646669 w 18982931"/>
              <a:gd name="connsiteY122-33034" fmla="*/ 4075526 h 4449429"/>
              <a:gd name="connsiteX123-33035" fmla="*/ 2646669 w 18982931"/>
              <a:gd name="connsiteY123-33036" fmla="*/ 4018692 h 4449429"/>
              <a:gd name="connsiteX124-33037" fmla="*/ 2589843 w 18982931"/>
              <a:gd name="connsiteY124-33038" fmla="*/ 4018692 h 4449429"/>
              <a:gd name="connsiteX125-33039" fmla="*/ 16404499 w 18982931"/>
              <a:gd name="connsiteY125-33040" fmla="*/ 3873406 h 4449429"/>
              <a:gd name="connsiteX126-33041" fmla="*/ 16404499 w 18982931"/>
              <a:gd name="connsiteY126-33042" fmla="*/ 3930240 h 4449429"/>
              <a:gd name="connsiteX127-33043" fmla="*/ 16461332 w 18982931"/>
              <a:gd name="connsiteY127-33044" fmla="*/ 3930240 h 4449429"/>
              <a:gd name="connsiteX128-33045" fmla="*/ 16461332 w 18982931"/>
              <a:gd name="connsiteY128-33046" fmla="*/ 3873406 h 4449429"/>
              <a:gd name="connsiteX129-33047" fmla="*/ 16404499 w 18982931"/>
              <a:gd name="connsiteY129-33048" fmla="*/ 3873406 h 4449429"/>
              <a:gd name="connsiteX130-33049" fmla="*/ 16292444 w 18982931"/>
              <a:gd name="connsiteY130-33050" fmla="*/ 3873406 h 4449429"/>
              <a:gd name="connsiteX131-33051" fmla="*/ 16292444 w 18982931"/>
              <a:gd name="connsiteY131-33052" fmla="*/ 3930240 h 4449429"/>
              <a:gd name="connsiteX132-33053" fmla="*/ 16349278 w 18982931"/>
              <a:gd name="connsiteY132-33054" fmla="*/ 3930240 h 4449429"/>
              <a:gd name="connsiteX133-33055" fmla="*/ 16349278 w 18982931"/>
              <a:gd name="connsiteY133-33056" fmla="*/ 3873406 h 4449429"/>
              <a:gd name="connsiteX134-33057" fmla="*/ 16292444 w 18982931"/>
              <a:gd name="connsiteY134-33058" fmla="*/ 3873406 h 4449429"/>
              <a:gd name="connsiteX135-33059" fmla="*/ 16180390 w 18982931"/>
              <a:gd name="connsiteY135-33060" fmla="*/ 3873406 h 4449429"/>
              <a:gd name="connsiteX136-33061" fmla="*/ 16180390 w 18982931"/>
              <a:gd name="connsiteY136-33062" fmla="*/ 3930240 h 4449429"/>
              <a:gd name="connsiteX137-33063" fmla="*/ 16237224 w 18982931"/>
              <a:gd name="connsiteY137-33064" fmla="*/ 3930240 h 4449429"/>
              <a:gd name="connsiteX138-33065" fmla="*/ 16237224 w 18982931"/>
              <a:gd name="connsiteY138-33066" fmla="*/ 3873406 h 4449429"/>
              <a:gd name="connsiteX139-33067" fmla="*/ 16180390 w 18982931"/>
              <a:gd name="connsiteY139-33068" fmla="*/ 3873406 h 4449429"/>
              <a:gd name="connsiteX140-33069" fmla="*/ 2813944 w 18982931"/>
              <a:gd name="connsiteY140-33070" fmla="*/ 3873404 h 4449429"/>
              <a:gd name="connsiteX141-33071" fmla="*/ 2813944 w 18982931"/>
              <a:gd name="connsiteY141-33072" fmla="*/ 3930238 h 4449429"/>
              <a:gd name="connsiteX142-33073" fmla="*/ 2870780 w 18982931"/>
              <a:gd name="connsiteY142-33074" fmla="*/ 3930238 h 4449429"/>
              <a:gd name="connsiteX143-33075" fmla="*/ 2870780 w 18982931"/>
              <a:gd name="connsiteY143-33076" fmla="*/ 3873404 h 4449429"/>
              <a:gd name="connsiteX144-33077" fmla="*/ 2813944 w 18982931"/>
              <a:gd name="connsiteY144-33078" fmla="*/ 3873404 h 4449429"/>
              <a:gd name="connsiteX145-33079" fmla="*/ 2701890 w 18982931"/>
              <a:gd name="connsiteY145-33080" fmla="*/ 3873404 h 4449429"/>
              <a:gd name="connsiteX146-33081" fmla="*/ 2701890 w 18982931"/>
              <a:gd name="connsiteY146-33082" fmla="*/ 3930238 h 4449429"/>
              <a:gd name="connsiteX147-33083" fmla="*/ 2758723 w 18982931"/>
              <a:gd name="connsiteY147-33084" fmla="*/ 3930238 h 4449429"/>
              <a:gd name="connsiteX148-33085" fmla="*/ 2758723 w 18982931"/>
              <a:gd name="connsiteY148-33086" fmla="*/ 3873404 h 4449429"/>
              <a:gd name="connsiteX149-33087" fmla="*/ 2701890 w 18982931"/>
              <a:gd name="connsiteY149-33088" fmla="*/ 3873404 h 4449429"/>
              <a:gd name="connsiteX150-33089" fmla="*/ 2589843 w 18982931"/>
              <a:gd name="connsiteY150-33090" fmla="*/ 3873404 h 4449429"/>
              <a:gd name="connsiteX151-33091" fmla="*/ 2589843 w 18982931"/>
              <a:gd name="connsiteY151-33092" fmla="*/ 3930238 h 4449429"/>
              <a:gd name="connsiteX152-33093" fmla="*/ 2646669 w 18982931"/>
              <a:gd name="connsiteY152-33094" fmla="*/ 3930238 h 4449429"/>
              <a:gd name="connsiteX153-33095" fmla="*/ 2646669 w 18982931"/>
              <a:gd name="connsiteY153-33096" fmla="*/ 3873404 h 4449429"/>
              <a:gd name="connsiteX154-33097" fmla="*/ 2589843 w 18982931"/>
              <a:gd name="connsiteY154-33098" fmla="*/ 3873404 h 4449429"/>
              <a:gd name="connsiteX155-33099" fmla="*/ 17351339 w 18982931"/>
              <a:gd name="connsiteY155-33100" fmla="*/ 3769299 h 4449429"/>
              <a:gd name="connsiteX156-33101" fmla="*/ 17351339 w 18982931"/>
              <a:gd name="connsiteY156-33102" fmla="*/ 3815000 h 4449429"/>
              <a:gd name="connsiteX157-33103" fmla="*/ 17560187 w 18982931"/>
              <a:gd name="connsiteY157-33104" fmla="*/ 3815000 h 4449429"/>
              <a:gd name="connsiteX158-33105" fmla="*/ 17560187 w 18982931"/>
              <a:gd name="connsiteY158-33106" fmla="*/ 3769299 h 4449429"/>
              <a:gd name="connsiteX159-33107" fmla="*/ 17351339 w 18982931"/>
              <a:gd name="connsiteY159-33108" fmla="*/ 3769299 h 4449429"/>
              <a:gd name="connsiteX160-33109" fmla="*/ 16404499 w 18982931"/>
              <a:gd name="connsiteY160-33110" fmla="*/ 3728118 h 4449429"/>
              <a:gd name="connsiteX161-33111" fmla="*/ 16404499 w 18982931"/>
              <a:gd name="connsiteY161-33112" fmla="*/ 3784951 h 4449429"/>
              <a:gd name="connsiteX162-33113" fmla="*/ 16461332 w 18982931"/>
              <a:gd name="connsiteY162-33114" fmla="*/ 3784951 h 4449429"/>
              <a:gd name="connsiteX163-33115" fmla="*/ 16461332 w 18982931"/>
              <a:gd name="connsiteY163-33116" fmla="*/ 3728118 h 4449429"/>
              <a:gd name="connsiteX164-33117" fmla="*/ 16404499 w 18982931"/>
              <a:gd name="connsiteY164-33118" fmla="*/ 3728118 h 4449429"/>
              <a:gd name="connsiteX165-33119" fmla="*/ 16292444 w 18982931"/>
              <a:gd name="connsiteY165-33120" fmla="*/ 3728118 h 4449429"/>
              <a:gd name="connsiteX166-33121" fmla="*/ 16292444 w 18982931"/>
              <a:gd name="connsiteY166-33122" fmla="*/ 3784951 h 4449429"/>
              <a:gd name="connsiteX167-33123" fmla="*/ 16349278 w 18982931"/>
              <a:gd name="connsiteY167-33124" fmla="*/ 3784951 h 4449429"/>
              <a:gd name="connsiteX168-33125" fmla="*/ 16349278 w 18982931"/>
              <a:gd name="connsiteY168-33126" fmla="*/ 3728118 h 4449429"/>
              <a:gd name="connsiteX169-33127" fmla="*/ 16292444 w 18982931"/>
              <a:gd name="connsiteY169-33128" fmla="*/ 3728118 h 4449429"/>
              <a:gd name="connsiteX170-33129" fmla="*/ 16180390 w 18982931"/>
              <a:gd name="connsiteY170-33130" fmla="*/ 3728118 h 4449429"/>
              <a:gd name="connsiteX171-33131" fmla="*/ 16180390 w 18982931"/>
              <a:gd name="connsiteY171-33132" fmla="*/ 3784951 h 4449429"/>
              <a:gd name="connsiteX172-33133" fmla="*/ 16237224 w 18982931"/>
              <a:gd name="connsiteY172-33134" fmla="*/ 3784951 h 4449429"/>
              <a:gd name="connsiteX173-33135" fmla="*/ 16237224 w 18982931"/>
              <a:gd name="connsiteY173-33136" fmla="*/ 3728118 h 4449429"/>
              <a:gd name="connsiteX174-33137" fmla="*/ 16180390 w 18982931"/>
              <a:gd name="connsiteY174-33138" fmla="*/ 3728118 h 4449429"/>
              <a:gd name="connsiteX175-33139" fmla="*/ 2813944 w 18982931"/>
              <a:gd name="connsiteY175-33140" fmla="*/ 3728116 h 4449429"/>
              <a:gd name="connsiteX176-33141" fmla="*/ 2813944 w 18982931"/>
              <a:gd name="connsiteY176-33142" fmla="*/ 3784950 h 4449429"/>
              <a:gd name="connsiteX177-33143" fmla="*/ 2870780 w 18982931"/>
              <a:gd name="connsiteY177-33144" fmla="*/ 3784950 h 4449429"/>
              <a:gd name="connsiteX178-33145" fmla="*/ 2870780 w 18982931"/>
              <a:gd name="connsiteY178-33146" fmla="*/ 3728116 h 4449429"/>
              <a:gd name="connsiteX179-33147" fmla="*/ 2813944 w 18982931"/>
              <a:gd name="connsiteY179-33148" fmla="*/ 3728116 h 4449429"/>
              <a:gd name="connsiteX180-33149" fmla="*/ 2701891 w 18982931"/>
              <a:gd name="connsiteY180-33150" fmla="*/ 3728116 h 4449429"/>
              <a:gd name="connsiteX181-33151" fmla="*/ 2701891 w 18982931"/>
              <a:gd name="connsiteY181-33152" fmla="*/ 3784950 h 4449429"/>
              <a:gd name="connsiteX182-33153" fmla="*/ 2758730 w 18982931"/>
              <a:gd name="connsiteY182-33154" fmla="*/ 3784950 h 4449429"/>
              <a:gd name="connsiteX183-33155" fmla="*/ 2758730 w 18982931"/>
              <a:gd name="connsiteY183-33156" fmla="*/ 3728116 h 4449429"/>
              <a:gd name="connsiteX184-33157" fmla="*/ 2701891 w 18982931"/>
              <a:gd name="connsiteY184-33158" fmla="*/ 3728116 h 4449429"/>
              <a:gd name="connsiteX185-33159" fmla="*/ 2589845 w 18982931"/>
              <a:gd name="connsiteY185-33160" fmla="*/ 3728116 h 4449429"/>
              <a:gd name="connsiteX186-33161" fmla="*/ 2589845 w 18982931"/>
              <a:gd name="connsiteY186-33162" fmla="*/ 3784950 h 4449429"/>
              <a:gd name="connsiteX187-33163" fmla="*/ 2646671 w 18982931"/>
              <a:gd name="connsiteY187-33164" fmla="*/ 3784950 h 4449429"/>
              <a:gd name="connsiteX188-33165" fmla="*/ 2646671 w 18982931"/>
              <a:gd name="connsiteY188-33166" fmla="*/ 3728116 h 4449429"/>
              <a:gd name="connsiteX189-33167" fmla="*/ 2589845 w 18982931"/>
              <a:gd name="connsiteY189-33168" fmla="*/ 3728116 h 4449429"/>
              <a:gd name="connsiteX190-33169" fmla="*/ 17351339 w 18982931"/>
              <a:gd name="connsiteY190-33170" fmla="*/ 3677667 h 4449429"/>
              <a:gd name="connsiteX191-33171" fmla="*/ 17351339 w 18982931"/>
              <a:gd name="connsiteY191-33172" fmla="*/ 3723368 h 4449429"/>
              <a:gd name="connsiteX192-33173" fmla="*/ 17560187 w 18982931"/>
              <a:gd name="connsiteY192-33174" fmla="*/ 3723368 h 4449429"/>
              <a:gd name="connsiteX193-33175" fmla="*/ 17560187 w 18982931"/>
              <a:gd name="connsiteY193-33176" fmla="*/ 3677667 h 4449429"/>
              <a:gd name="connsiteX194-33177" fmla="*/ 17351339 w 18982931"/>
              <a:gd name="connsiteY194-33178" fmla="*/ 3677667 h 4449429"/>
              <a:gd name="connsiteX195-33179" fmla="*/ 12612246 w 18982931"/>
              <a:gd name="connsiteY195-33180" fmla="*/ 3645952 h 4449429"/>
              <a:gd name="connsiteX196-33181" fmla="*/ 12612246 w 18982931"/>
              <a:gd name="connsiteY196-33182" fmla="*/ 3702785 h 4449429"/>
              <a:gd name="connsiteX197-33183" fmla="*/ 12669079 w 18982931"/>
              <a:gd name="connsiteY197-33184" fmla="*/ 3702785 h 4449429"/>
              <a:gd name="connsiteX198-33185" fmla="*/ 12669079 w 18982931"/>
              <a:gd name="connsiteY198-33186" fmla="*/ 3645952 h 4449429"/>
              <a:gd name="connsiteX199-33187" fmla="*/ 12612246 w 18982931"/>
              <a:gd name="connsiteY199-33188" fmla="*/ 3645952 h 4449429"/>
              <a:gd name="connsiteX200-33189" fmla="*/ 12500191 w 18982931"/>
              <a:gd name="connsiteY200-33190" fmla="*/ 3645952 h 4449429"/>
              <a:gd name="connsiteX201-33191" fmla="*/ 12500191 w 18982931"/>
              <a:gd name="connsiteY201-33192" fmla="*/ 3702785 h 4449429"/>
              <a:gd name="connsiteX202-33193" fmla="*/ 12557025 w 18982931"/>
              <a:gd name="connsiteY202-33194" fmla="*/ 3702785 h 4449429"/>
              <a:gd name="connsiteX203-33195" fmla="*/ 12557025 w 18982931"/>
              <a:gd name="connsiteY203-33196" fmla="*/ 3645952 h 4449429"/>
              <a:gd name="connsiteX204-33197" fmla="*/ 12500191 w 18982931"/>
              <a:gd name="connsiteY204-33198" fmla="*/ 3645952 h 4449429"/>
              <a:gd name="connsiteX205-33199" fmla="*/ 12388137 w 18982931"/>
              <a:gd name="connsiteY205-33200" fmla="*/ 3645952 h 4449429"/>
              <a:gd name="connsiteX206-33201" fmla="*/ 12388137 w 18982931"/>
              <a:gd name="connsiteY206-33202" fmla="*/ 3702785 h 4449429"/>
              <a:gd name="connsiteX207-33203" fmla="*/ 12444971 w 18982931"/>
              <a:gd name="connsiteY207-33204" fmla="*/ 3702785 h 4449429"/>
              <a:gd name="connsiteX208-33205" fmla="*/ 12444971 w 18982931"/>
              <a:gd name="connsiteY208-33206" fmla="*/ 3645952 h 4449429"/>
              <a:gd name="connsiteX209-33207" fmla="*/ 12388137 w 18982931"/>
              <a:gd name="connsiteY209-33208" fmla="*/ 3645952 h 4449429"/>
              <a:gd name="connsiteX210-33209" fmla="*/ 17351339 w 18982931"/>
              <a:gd name="connsiteY210-33210" fmla="*/ 3586038 h 4449429"/>
              <a:gd name="connsiteX211-33211" fmla="*/ 17351339 w 18982931"/>
              <a:gd name="connsiteY211-33212" fmla="*/ 3631739 h 4449429"/>
              <a:gd name="connsiteX212-33213" fmla="*/ 17560187 w 18982931"/>
              <a:gd name="connsiteY212-33214" fmla="*/ 3631739 h 4449429"/>
              <a:gd name="connsiteX213-33215" fmla="*/ 17560187 w 18982931"/>
              <a:gd name="connsiteY213-33216" fmla="*/ 3586038 h 4449429"/>
              <a:gd name="connsiteX214-33217" fmla="*/ 17351339 w 18982931"/>
              <a:gd name="connsiteY214-33218" fmla="*/ 3586038 h 4449429"/>
              <a:gd name="connsiteX215-33219" fmla="*/ 16404499 w 18982931"/>
              <a:gd name="connsiteY215-33220" fmla="*/ 3582830 h 4449429"/>
              <a:gd name="connsiteX216-33221" fmla="*/ 16404499 w 18982931"/>
              <a:gd name="connsiteY216-33222" fmla="*/ 3639663 h 4449429"/>
              <a:gd name="connsiteX217-33223" fmla="*/ 16461332 w 18982931"/>
              <a:gd name="connsiteY217-33224" fmla="*/ 3639663 h 4449429"/>
              <a:gd name="connsiteX218-33225" fmla="*/ 16461332 w 18982931"/>
              <a:gd name="connsiteY218-33226" fmla="*/ 3582830 h 4449429"/>
              <a:gd name="connsiteX219-33227" fmla="*/ 16404499 w 18982931"/>
              <a:gd name="connsiteY219-33228" fmla="*/ 3582830 h 4449429"/>
              <a:gd name="connsiteX220-33229" fmla="*/ 16292444 w 18982931"/>
              <a:gd name="connsiteY220-33230" fmla="*/ 3582830 h 4449429"/>
              <a:gd name="connsiteX221-33231" fmla="*/ 16292444 w 18982931"/>
              <a:gd name="connsiteY221-33232" fmla="*/ 3639663 h 4449429"/>
              <a:gd name="connsiteX222-33233" fmla="*/ 16349278 w 18982931"/>
              <a:gd name="connsiteY222-33234" fmla="*/ 3639663 h 4449429"/>
              <a:gd name="connsiteX223-33235" fmla="*/ 16349278 w 18982931"/>
              <a:gd name="connsiteY223-33236" fmla="*/ 3582830 h 4449429"/>
              <a:gd name="connsiteX224-33237" fmla="*/ 16292444 w 18982931"/>
              <a:gd name="connsiteY224-33238" fmla="*/ 3582830 h 4449429"/>
              <a:gd name="connsiteX225-33239" fmla="*/ 16180390 w 18982931"/>
              <a:gd name="connsiteY225-33240" fmla="*/ 3582830 h 4449429"/>
              <a:gd name="connsiteX226-33241" fmla="*/ 16180390 w 18982931"/>
              <a:gd name="connsiteY226-33242" fmla="*/ 3639663 h 4449429"/>
              <a:gd name="connsiteX227-33243" fmla="*/ 16237224 w 18982931"/>
              <a:gd name="connsiteY227-33244" fmla="*/ 3639663 h 4449429"/>
              <a:gd name="connsiteX228-33245" fmla="*/ 16237224 w 18982931"/>
              <a:gd name="connsiteY228-33246" fmla="*/ 3582830 h 4449429"/>
              <a:gd name="connsiteX229-33247" fmla="*/ 16180390 w 18982931"/>
              <a:gd name="connsiteY229-33248" fmla="*/ 3582830 h 4449429"/>
              <a:gd name="connsiteX230-33249" fmla="*/ 2813944 w 18982931"/>
              <a:gd name="connsiteY230-33250" fmla="*/ 3582828 h 4449429"/>
              <a:gd name="connsiteX231-33251" fmla="*/ 2813944 w 18982931"/>
              <a:gd name="connsiteY231-33252" fmla="*/ 3639662 h 4449429"/>
              <a:gd name="connsiteX232-33253" fmla="*/ 2870780 w 18982931"/>
              <a:gd name="connsiteY232-33254" fmla="*/ 3639662 h 4449429"/>
              <a:gd name="connsiteX233-33255" fmla="*/ 2870780 w 18982931"/>
              <a:gd name="connsiteY233-33256" fmla="*/ 3582828 h 4449429"/>
              <a:gd name="connsiteX234-33257" fmla="*/ 2813944 w 18982931"/>
              <a:gd name="connsiteY234-33258" fmla="*/ 3582828 h 4449429"/>
              <a:gd name="connsiteX235-33259" fmla="*/ 2701891 w 18982931"/>
              <a:gd name="connsiteY235-33260" fmla="*/ 3582828 h 4449429"/>
              <a:gd name="connsiteX236-33261" fmla="*/ 2701891 w 18982931"/>
              <a:gd name="connsiteY236-33262" fmla="*/ 3639662 h 4449429"/>
              <a:gd name="connsiteX237-33263" fmla="*/ 2758730 w 18982931"/>
              <a:gd name="connsiteY237-33264" fmla="*/ 3639662 h 4449429"/>
              <a:gd name="connsiteX238-33265" fmla="*/ 2758730 w 18982931"/>
              <a:gd name="connsiteY238-33266" fmla="*/ 3582828 h 4449429"/>
              <a:gd name="connsiteX239-33267" fmla="*/ 2701891 w 18982931"/>
              <a:gd name="connsiteY239-33268" fmla="*/ 3582828 h 4449429"/>
              <a:gd name="connsiteX240-33269" fmla="*/ 2589845 w 18982931"/>
              <a:gd name="connsiteY240-33270" fmla="*/ 3582828 h 4449429"/>
              <a:gd name="connsiteX241-33271" fmla="*/ 2589845 w 18982931"/>
              <a:gd name="connsiteY241-33272" fmla="*/ 3639662 h 4449429"/>
              <a:gd name="connsiteX242-33273" fmla="*/ 2646671 w 18982931"/>
              <a:gd name="connsiteY242-33274" fmla="*/ 3639662 h 4449429"/>
              <a:gd name="connsiteX243-33275" fmla="*/ 2646671 w 18982931"/>
              <a:gd name="connsiteY243-33276" fmla="*/ 3582828 h 4449429"/>
              <a:gd name="connsiteX244-33277" fmla="*/ 2589845 w 18982931"/>
              <a:gd name="connsiteY244-33278" fmla="*/ 3582828 h 4449429"/>
              <a:gd name="connsiteX245-33279" fmla="*/ 12612246 w 18982931"/>
              <a:gd name="connsiteY245-33280" fmla="*/ 3500664 h 4449429"/>
              <a:gd name="connsiteX246-33281" fmla="*/ 12612246 w 18982931"/>
              <a:gd name="connsiteY246-33282" fmla="*/ 3557497 h 4449429"/>
              <a:gd name="connsiteX247-33283" fmla="*/ 12669079 w 18982931"/>
              <a:gd name="connsiteY247-33284" fmla="*/ 3557497 h 4449429"/>
              <a:gd name="connsiteX248-33285" fmla="*/ 12669079 w 18982931"/>
              <a:gd name="connsiteY248-33286" fmla="*/ 3500664 h 4449429"/>
              <a:gd name="connsiteX249-33287" fmla="*/ 12612246 w 18982931"/>
              <a:gd name="connsiteY249-33288" fmla="*/ 3500664 h 4449429"/>
              <a:gd name="connsiteX250-33289" fmla="*/ 12500191 w 18982931"/>
              <a:gd name="connsiteY250-33290" fmla="*/ 3500664 h 4449429"/>
              <a:gd name="connsiteX251-33291" fmla="*/ 12500191 w 18982931"/>
              <a:gd name="connsiteY251-33292" fmla="*/ 3557497 h 4449429"/>
              <a:gd name="connsiteX252-33293" fmla="*/ 12557025 w 18982931"/>
              <a:gd name="connsiteY252-33294" fmla="*/ 3557497 h 4449429"/>
              <a:gd name="connsiteX253-33295" fmla="*/ 12557025 w 18982931"/>
              <a:gd name="connsiteY253-33296" fmla="*/ 3500664 h 4449429"/>
              <a:gd name="connsiteX254-33297" fmla="*/ 12500191 w 18982931"/>
              <a:gd name="connsiteY254-33298" fmla="*/ 3500664 h 4449429"/>
              <a:gd name="connsiteX255-33299" fmla="*/ 12388137 w 18982931"/>
              <a:gd name="connsiteY255-33300" fmla="*/ 3500664 h 4449429"/>
              <a:gd name="connsiteX256-33301" fmla="*/ 12388137 w 18982931"/>
              <a:gd name="connsiteY256-33302" fmla="*/ 3557497 h 4449429"/>
              <a:gd name="connsiteX257-33303" fmla="*/ 12444971 w 18982931"/>
              <a:gd name="connsiteY257-33304" fmla="*/ 3557497 h 4449429"/>
              <a:gd name="connsiteX258-33305" fmla="*/ 12444971 w 18982931"/>
              <a:gd name="connsiteY258-33306" fmla="*/ 3500664 h 4449429"/>
              <a:gd name="connsiteX259-33307" fmla="*/ 12388137 w 18982931"/>
              <a:gd name="connsiteY259-33308" fmla="*/ 3500664 h 4449429"/>
              <a:gd name="connsiteX260-33309" fmla="*/ 17351339 w 18982931"/>
              <a:gd name="connsiteY260-33310" fmla="*/ 3492933 h 4449429"/>
              <a:gd name="connsiteX261-33311" fmla="*/ 17351339 w 18982931"/>
              <a:gd name="connsiteY261-33312" fmla="*/ 3538633 h 4449429"/>
              <a:gd name="connsiteX262-33313" fmla="*/ 17560187 w 18982931"/>
              <a:gd name="connsiteY262-33314" fmla="*/ 3538633 h 4449429"/>
              <a:gd name="connsiteX263-33315" fmla="*/ 17560187 w 18982931"/>
              <a:gd name="connsiteY263-33316" fmla="*/ 3492933 h 4449429"/>
              <a:gd name="connsiteX264-33317" fmla="*/ 17351339 w 18982931"/>
              <a:gd name="connsiteY264-33318" fmla="*/ 3492933 h 4449429"/>
              <a:gd name="connsiteX265-33319" fmla="*/ 17351339 w 18982931"/>
              <a:gd name="connsiteY265-33320" fmla="*/ 3401301 h 4449429"/>
              <a:gd name="connsiteX266-33321" fmla="*/ 17351339 w 18982931"/>
              <a:gd name="connsiteY266-33322" fmla="*/ 3447001 h 4449429"/>
              <a:gd name="connsiteX267-33323" fmla="*/ 17560187 w 18982931"/>
              <a:gd name="connsiteY267-33324" fmla="*/ 3447001 h 4449429"/>
              <a:gd name="connsiteX268-33325" fmla="*/ 17560187 w 18982931"/>
              <a:gd name="connsiteY268-33326" fmla="*/ 3401301 h 4449429"/>
              <a:gd name="connsiteX269-33327" fmla="*/ 17351339 w 18982931"/>
              <a:gd name="connsiteY269-33328" fmla="*/ 3401301 h 4449429"/>
              <a:gd name="connsiteX270-33329" fmla="*/ 1596781 w 18982931"/>
              <a:gd name="connsiteY270-33330" fmla="*/ 3357078 h 4449429"/>
              <a:gd name="connsiteX271-33331" fmla="*/ 1596781 w 18982931"/>
              <a:gd name="connsiteY271-33332" fmla="*/ 3402779 h 4449429"/>
              <a:gd name="connsiteX272-33333" fmla="*/ 1805629 w 18982931"/>
              <a:gd name="connsiteY272-33334" fmla="*/ 3402779 h 4449429"/>
              <a:gd name="connsiteX273-33335" fmla="*/ 1805629 w 18982931"/>
              <a:gd name="connsiteY273-33336" fmla="*/ 3357078 h 4449429"/>
              <a:gd name="connsiteX274-33337" fmla="*/ 1596781 w 18982931"/>
              <a:gd name="connsiteY274-33338" fmla="*/ 3357078 h 4449429"/>
              <a:gd name="connsiteX275-33339" fmla="*/ 12612246 w 18982931"/>
              <a:gd name="connsiteY275-33340" fmla="*/ 3355375 h 4449429"/>
              <a:gd name="connsiteX276-33341" fmla="*/ 12612246 w 18982931"/>
              <a:gd name="connsiteY276-33342" fmla="*/ 3412209 h 4449429"/>
              <a:gd name="connsiteX277-33343" fmla="*/ 12669079 w 18982931"/>
              <a:gd name="connsiteY277-33344" fmla="*/ 3412209 h 4449429"/>
              <a:gd name="connsiteX278-33345" fmla="*/ 12669079 w 18982931"/>
              <a:gd name="connsiteY278-33346" fmla="*/ 3355375 h 4449429"/>
              <a:gd name="connsiteX279-33347" fmla="*/ 12612246 w 18982931"/>
              <a:gd name="connsiteY279-33348" fmla="*/ 3355375 h 4449429"/>
              <a:gd name="connsiteX280-33349" fmla="*/ 12500191 w 18982931"/>
              <a:gd name="connsiteY280-33350" fmla="*/ 3355375 h 4449429"/>
              <a:gd name="connsiteX281-33351" fmla="*/ 12500191 w 18982931"/>
              <a:gd name="connsiteY281-33352" fmla="*/ 3412209 h 4449429"/>
              <a:gd name="connsiteX282-33353" fmla="*/ 12557025 w 18982931"/>
              <a:gd name="connsiteY282-33354" fmla="*/ 3412209 h 4449429"/>
              <a:gd name="connsiteX283-33355" fmla="*/ 12557025 w 18982931"/>
              <a:gd name="connsiteY283-33356" fmla="*/ 3355375 h 4449429"/>
              <a:gd name="connsiteX284-33357" fmla="*/ 12500191 w 18982931"/>
              <a:gd name="connsiteY284-33358" fmla="*/ 3355375 h 4449429"/>
              <a:gd name="connsiteX285-33359" fmla="*/ 12388137 w 18982931"/>
              <a:gd name="connsiteY285-33360" fmla="*/ 3355375 h 4449429"/>
              <a:gd name="connsiteX286-33361" fmla="*/ 12388137 w 18982931"/>
              <a:gd name="connsiteY286-33362" fmla="*/ 3412209 h 4449429"/>
              <a:gd name="connsiteX287-33363" fmla="*/ 12444971 w 18982931"/>
              <a:gd name="connsiteY287-33364" fmla="*/ 3412209 h 4449429"/>
              <a:gd name="connsiteX288-33365" fmla="*/ 12444971 w 18982931"/>
              <a:gd name="connsiteY288-33366" fmla="*/ 3355375 h 4449429"/>
              <a:gd name="connsiteX289-33367" fmla="*/ 12388137 w 18982931"/>
              <a:gd name="connsiteY289-33368" fmla="*/ 3355375 h 4449429"/>
              <a:gd name="connsiteX290-33369" fmla="*/ 17351339 w 18982931"/>
              <a:gd name="connsiteY290-33370" fmla="*/ 3309670 h 4449429"/>
              <a:gd name="connsiteX291-33371" fmla="*/ 17351339 w 18982931"/>
              <a:gd name="connsiteY291-33372" fmla="*/ 3355371 h 4449429"/>
              <a:gd name="connsiteX292-33373" fmla="*/ 17560187 w 18982931"/>
              <a:gd name="connsiteY292-33374" fmla="*/ 3355371 h 4449429"/>
              <a:gd name="connsiteX293-33375" fmla="*/ 17560187 w 18982931"/>
              <a:gd name="connsiteY293-33376" fmla="*/ 3309670 h 4449429"/>
              <a:gd name="connsiteX294-33377" fmla="*/ 17351339 w 18982931"/>
              <a:gd name="connsiteY294-33378" fmla="*/ 3309670 h 4449429"/>
              <a:gd name="connsiteX295-33379" fmla="*/ 1596781 w 18982931"/>
              <a:gd name="connsiteY295-33380" fmla="*/ 3265446 h 4449429"/>
              <a:gd name="connsiteX296-33381" fmla="*/ 1596781 w 18982931"/>
              <a:gd name="connsiteY296-33382" fmla="*/ 3311147 h 4449429"/>
              <a:gd name="connsiteX297-33383" fmla="*/ 1805629 w 18982931"/>
              <a:gd name="connsiteY297-33384" fmla="*/ 3311147 h 4449429"/>
              <a:gd name="connsiteX298-33385" fmla="*/ 1805629 w 18982931"/>
              <a:gd name="connsiteY298-33386" fmla="*/ 3265446 h 4449429"/>
              <a:gd name="connsiteX299-33387" fmla="*/ 1596781 w 18982931"/>
              <a:gd name="connsiteY299-33388" fmla="*/ 3265446 h 4449429"/>
              <a:gd name="connsiteX300-33389" fmla="*/ 17351339 w 18982931"/>
              <a:gd name="connsiteY300-33390" fmla="*/ 3218041 h 4449429"/>
              <a:gd name="connsiteX301-33391" fmla="*/ 17351339 w 18982931"/>
              <a:gd name="connsiteY301-33392" fmla="*/ 3263742 h 4449429"/>
              <a:gd name="connsiteX302-33393" fmla="*/ 17560187 w 18982931"/>
              <a:gd name="connsiteY302-33394" fmla="*/ 3263742 h 4449429"/>
              <a:gd name="connsiteX303-33395" fmla="*/ 17560187 w 18982931"/>
              <a:gd name="connsiteY303-33396" fmla="*/ 3218041 h 4449429"/>
              <a:gd name="connsiteX304-33397" fmla="*/ 17351339 w 18982931"/>
              <a:gd name="connsiteY304-33398" fmla="*/ 3218041 h 4449429"/>
              <a:gd name="connsiteX305-33399" fmla="*/ 12612246 w 18982931"/>
              <a:gd name="connsiteY305-33400" fmla="*/ 3210087 h 4449429"/>
              <a:gd name="connsiteX306-33401" fmla="*/ 12612246 w 18982931"/>
              <a:gd name="connsiteY306-33402" fmla="*/ 3266921 h 4449429"/>
              <a:gd name="connsiteX307-33403" fmla="*/ 12669079 w 18982931"/>
              <a:gd name="connsiteY307-33404" fmla="*/ 3266921 h 4449429"/>
              <a:gd name="connsiteX308-33405" fmla="*/ 12669079 w 18982931"/>
              <a:gd name="connsiteY308-33406" fmla="*/ 3210087 h 4449429"/>
              <a:gd name="connsiteX309-33407" fmla="*/ 12612246 w 18982931"/>
              <a:gd name="connsiteY309-33408" fmla="*/ 3210087 h 4449429"/>
              <a:gd name="connsiteX310-33409" fmla="*/ 12500191 w 18982931"/>
              <a:gd name="connsiteY310-33410" fmla="*/ 3210087 h 4449429"/>
              <a:gd name="connsiteX311-33411" fmla="*/ 12500191 w 18982931"/>
              <a:gd name="connsiteY311-33412" fmla="*/ 3266921 h 4449429"/>
              <a:gd name="connsiteX312-33413" fmla="*/ 12557025 w 18982931"/>
              <a:gd name="connsiteY312-33414" fmla="*/ 3266921 h 4449429"/>
              <a:gd name="connsiteX313-33415" fmla="*/ 12557025 w 18982931"/>
              <a:gd name="connsiteY313-33416" fmla="*/ 3210087 h 4449429"/>
              <a:gd name="connsiteX314-33417" fmla="*/ 12500191 w 18982931"/>
              <a:gd name="connsiteY314-33418" fmla="*/ 3210087 h 4449429"/>
              <a:gd name="connsiteX315-33419" fmla="*/ 12388137 w 18982931"/>
              <a:gd name="connsiteY315-33420" fmla="*/ 3210087 h 4449429"/>
              <a:gd name="connsiteX316-33421" fmla="*/ 12388137 w 18982931"/>
              <a:gd name="connsiteY316-33422" fmla="*/ 3266921 h 4449429"/>
              <a:gd name="connsiteX317-33423" fmla="*/ 12444971 w 18982931"/>
              <a:gd name="connsiteY317-33424" fmla="*/ 3266921 h 4449429"/>
              <a:gd name="connsiteX318-33425" fmla="*/ 12444971 w 18982931"/>
              <a:gd name="connsiteY318-33426" fmla="*/ 3210087 h 4449429"/>
              <a:gd name="connsiteX319-33427" fmla="*/ 12388137 w 18982931"/>
              <a:gd name="connsiteY319-33428" fmla="*/ 3210087 h 4449429"/>
              <a:gd name="connsiteX320-33429" fmla="*/ 1596781 w 18982931"/>
              <a:gd name="connsiteY320-33430" fmla="*/ 3173817 h 4449429"/>
              <a:gd name="connsiteX321-33431" fmla="*/ 1596781 w 18982931"/>
              <a:gd name="connsiteY321-33432" fmla="*/ 3219518 h 4449429"/>
              <a:gd name="connsiteX322-33433" fmla="*/ 1805629 w 18982931"/>
              <a:gd name="connsiteY322-33434" fmla="*/ 3219518 h 4449429"/>
              <a:gd name="connsiteX323-33435" fmla="*/ 1805629 w 18982931"/>
              <a:gd name="connsiteY323-33436" fmla="*/ 3173817 h 4449429"/>
              <a:gd name="connsiteX324-33437" fmla="*/ 1596781 w 18982931"/>
              <a:gd name="connsiteY324-33438" fmla="*/ 3173817 h 4449429"/>
              <a:gd name="connsiteX325-33439" fmla="*/ 17351339 w 18982931"/>
              <a:gd name="connsiteY325-33440" fmla="*/ 3126412 h 4449429"/>
              <a:gd name="connsiteX326-33441" fmla="*/ 17351339 w 18982931"/>
              <a:gd name="connsiteY326-33442" fmla="*/ 3172113 h 4449429"/>
              <a:gd name="connsiteX327-33443" fmla="*/ 17560187 w 18982931"/>
              <a:gd name="connsiteY327-33444" fmla="*/ 3172113 h 4449429"/>
              <a:gd name="connsiteX328-33445" fmla="*/ 17560187 w 18982931"/>
              <a:gd name="connsiteY328-33446" fmla="*/ 3126412 h 4449429"/>
              <a:gd name="connsiteX329-33447" fmla="*/ 17351339 w 18982931"/>
              <a:gd name="connsiteY329-33448" fmla="*/ 3126412 h 4449429"/>
              <a:gd name="connsiteX330-33449" fmla="*/ 1596781 w 18982931"/>
              <a:gd name="connsiteY330-33450" fmla="*/ 3080712 h 4449429"/>
              <a:gd name="connsiteX331-33451" fmla="*/ 1596781 w 18982931"/>
              <a:gd name="connsiteY331-33452" fmla="*/ 3126412 h 4449429"/>
              <a:gd name="connsiteX332-33453" fmla="*/ 1805629 w 18982931"/>
              <a:gd name="connsiteY332-33454" fmla="*/ 3126412 h 4449429"/>
              <a:gd name="connsiteX333-33455" fmla="*/ 1805629 w 18982931"/>
              <a:gd name="connsiteY333-33456" fmla="*/ 3080712 h 4449429"/>
              <a:gd name="connsiteX334-33457" fmla="*/ 1596781 w 18982931"/>
              <a:gd name="connsiteY334-33458" fmla="*/ 3080712 h 4449429"/>
              <a:gd name="connsiteX335-33459" fmla="*/ 12612246 w 18982931"/>
              <a:gd name="connsiteY335-33460" fmla="*/ 3064799 h 4449429"/>
              <a:gd name="connsiteX336-33461" fmla="*/ 12612246 w 18982931"/>
              <a:gd name="connsiteY336-33462" fmla="*/ 3121633 h 4449429"/>
              <a:gd name="connsiteX337-33463" fmla="*/ 12669079 w 18982931"/>
              <a:gd name="connsiteY337-33464" fmla="*/ 3121633 h 4449429"/>
              <a:gd name="connsiteX338-33465" fmla="*/ 12669079 w 18982931"/>
              <a:gd name="connsiteY338-33466" fmla="*/ 3064799 h 4449429"/>
              <a:gd name="connsiteX339-33467" fmla="*/ 12612246 w 18982931"/>
              <a:gd name="connsiteY339-33468" fmla="*/ 3064799 h 4449429"/>
              <a:gd name="connsiteX340-33469" fmla="*/ 12500191 w 18982931"/>
              <a:gd name="connsiteY340-33470" fmla="*/ 3064799 h 4449429"/>
              <a:gd name="connsiteX341-33471" fmla="*/ 12500191 w 18982931"/>
              <a:gd name="connsiteY341-33472" fmla="*/ 3121633 h 4449429"/>
              <a:gd name="connsiteX342-33473" fmla="*/ 12557025 w 18982931"/>
              <a:gd name="connsiteY342-33474" fmla="*/ 3121633 h 4449429"/>
              <a:gd name="connsiteX343-33475" fmla="*/ 12557025 w 18982931"/>
              <a:gd name="connsiteY343-33476" fmla="*/ 3064799 h 4449429"/>
              <a:gd name="connsiteX344-33477" fmla="*/ 12500191 w 18982931"/>
              <a:gd name="connsiteY344-33478" fmla="*/ 3064799 h 4449429"/>
              <a:gd name="connsiteX345-33479" fmla="*/ 12388137 w 18982931"/>
              <a:gd name="connsiteY345-33480" fmla="*/ 3064799 h 4449429"/>
              <a:gd name="connsiteX346-33481" fmla="*/ 12388137 w 18982931"/>
              <a:gd name="connsiteY346-33482" fmla="*/ 3121633 h 4449429"/>
              <a:gd name="connsiteX347-33483" fmla="*/ 12444971 w 18982931"/>
              <a:gd name="connsiteY347-33484" fmla="*/ 3121633 h 4449429"/>
              <a:gd name="connsiteX348-33485" fmla="*/ 12444971 w 18982931"/>
              <a:gd name="connsiteY348-33486" fmla="*/ 3064799 h 4449429"/>
              <a:gd name="connsiteX349-33487" fmla="*/ 12388137 w 18982931"/>
              <a:gd name="connsiteY349-33488" fmla="*/ 3064799 h 4449429"/>
              <a:gd name="connsiteX350-33489" fmla="*/ 17351339 w 18982931"/>
              <a:gd name="connsiteY350-33490" fmla="*/ 3034782 h 4449429"/>
              <a:gd name="connsiteX351-33491" fmla="*/ 17351339 w 18982931"/>
              <a:gd name="connsiteY351-33492" fmla="*/ 3080482 h 4449429"/>
              <a:gd name="connsiteX352-33493" fmla="*/ 17560187 w 18982931"/>
              <a:gd name="connsiteY352-33494" fmla="*/ 3080482 h 4449429"/>
              <a:gd name="connsiteX353-33495" fmla="*/ 17560187 w 18982931"/>
              <a:gd name="connsiteY353-33496" fmla="*/ 3034782 h 4449429"/>
              <a:gd name="connsiteX354-33497" fmla="*/ 17351339 w 18982931"/>
              <a:gd name="connsiteY354-33498" fmla="*/ 3034782 h 4449429"/>
              <a:gd name="connsiteX355-33499" fmla="*/ 1596781 w 18982931"/>
              <a:gd name="connsiteY355-33500" fmla="*/ 2989080 h 4449429"/>
              <a:gd name="connsiteX356-33501" fmla="*/ 1596781 w 18982931"/>
              <a:gd name="connsiteY356-33502" fmla="*/ 3034780 h 4449429"/>
              <a:gd name="connsiteX357-33503" fmla="*/ 1805629 w 18982931"/>
              <a:gd name="connsiteY357-33504" fmla="*/ 3034780 h 4449429"/>
              <a:gd name="connsiteX358-33505" fmla="*/ 1805629 w 18982931"/>
              <a:gd name="connsiteY358-33506" fmla="*/ 2989080 h 4449429"/>
              <a:gd name="connsiteX359-33507" fmla="*/ 1596781 w 18982931"/>
              <a:gd name="connsiteY359-33508" fmla="*/ 2989080 h 4449429"/>
              <a:gd name="connsiteX360-33509" fmla="*/ 17351339 w 18982931"/>
              <a:gd name="connsiteY360-33510" fmla="*/ 2943153 h 4449429"/>
              <a:gd name="connsiteX361-33511" fmla="*/ 17351339 w 18982931"/>
              <a:gd name="connsiteY361-33512" fmla="*/ 2988853 h 4449429"/>
              <a:gd name="connsiteX362-33513" fmla="*/ 17560187 w 18982931"/>
              <a:gd name="connsiteY362-33514" fmla="*/ 2988853 h 4449429"/>
              <a:gd name="connsiteX363-33515" fmla="*/ 17560187 w 18982931"/>
              <a:gd name="connsiteY363-33516" fmla="*/ 2943153 h 4449429"/>
              <a:gd name="connsiteX364-33517" fmla="*/ 17351339 w 18982931"/>
              <a:gd name="connsiteY364-33518" fmla="*/ 2943153 h 4449429"/>
              <a:gd name="connsiteX365-33519" fmla="*/ 12612246 w 18982931"/>
              <a:gd name="connsiteY365-33520" fmla="*/ 2919511 h 4449429"/>
              <a:gd name="connsiteX366-33521" fmla="*/ 12612246 w 18982931"/>
              <a:gd name="connsiteY366-33522" fmla="*/ 2976345 h 4449429"/>
              <a:gd name="connsiteX367-33523" fmla="*/ 12669079 w 18982931"/>
              <a:gd name="connsiteY367-33524" fmla="*/ 2976345 h 4449429"/>
              <a:gd name="connsiteX368-33525" fmla="*/ 12669079 w 18982931"/>
              <a:gd name="connsiteY368-33526" fmla="*/ 2919511 h 4449429"/>
              <a:gd name="connsiteX369-33527" fmla="*/ 12612246 w 18982931"/>
              <a:gd name="connsiteY369-33528" fmla="*/ 2919511 h 4449429"/>
              <a:gd name="connsiteX370-33529" fmla="*/ 12500191 w 18982931"/>
              <a:gd name="connsiteY370-33530" fmla="*/ 2919511 h 4449429"/>
              <a:gd name="connsiteX371-33531" fmla="*/ 12500191 w 18982931"/>
              <a:gd name="connsiteY371-33532" fmla="*/ 2976345 h 4449429"/>
              <a:gd name="connsiteX372-33533" fmla="*/ 12557025 w 18982931"/>
              <a:gd name="connsiteY372-33534" fmla="*/ 2976345 h 4449429"/>
              <a:gd name="connsiteX373-33535" fmla="*/ 12557025 w 18982931"/>
              <a:gd name="connsiteY373-33536" fmla="*/ 2919511 h 4449429"/>
              <a:gd name="connsiteX374-33537" fmla="*/ 12500191 w 18982931"/>
              <a:gd name="connsiteY374-33538" fmla="*/ 2919511 h 4449429"/>
              <a:gd name="connsiteX375-33539" fmla="*/ 12388137 w 18982931"/>
              <a:gd name="connsiteY375-33540" fmla="*/ 2919511 h 4449429"/>
              <a:gd name="connsiteX376-33541" fmla="*/ 12388137 w 18982931"/>
              <a:gd name="connsiteY376-33542" fmla="*/ 2976345 h 4449429"/>
              <a:gd name="connsiteX377-33543" fmla="*/ 12444971 w 18982931"/>
              <a:gd name="connsiteY377-33544" fmla="*/ 2976345 h 4449429"/>
              <a:gd name="connsiteX378-33545" fmla="*/ 12444971 w 18982931"/>
              <a:gd name="connsiteY378-33546" fmla="*/ 2919511 h 4449429"/>
              <a:gd name="connsiteX379-33547" fmla="*/ 12388137 w 18982931"/>
              <a:gd name="connsiteY379-33548" fmla="*/ 2919511 h 4449429"/>
              <a:gd name="connsiteX380-33549" fmla="*/ 1596781 w 18982931"/>
              <a:gd name="connsiteY380-33550" fmla="*/ 2897450 h 4449429"/>
              <a:gd name="connsiteX381-33551" fmla="*/ 1596781 w 18982931"/>
              <a:gd name="connsiteY381-33552" fmla="*/ 2943150 h 4449429"/>
              <a:gd name="connsiteX382-33553" fmla="*/ 1805629 w 18982931"/>
              <a:gd name="connsiteY382-33554" fmla="*/ 2943150 h 4449429"/>
              <a:gd name="connsiteX383-33555" fmla="*/ 1805629 w 18982931"/>
              <a:gd name="connsiteY383-33556" fmla="*/ 2897450 h 4449429"/>
              <a:gd name="connsiteX384-33557" fmla="*/ 1596781 w 18982931"/>
              <a:gd name="connsiteY384-33558" fmla="*/ 2897450 h 4449429"/>
              <a:gd name="connsiteX385-33559" fmla="*/ 17351339 w 18982931"/>
              <a:gd name="connsiteY385-33560" fmla="*/ 2851522 h 4449429"/>
              <a:gd name="connsiteX386-33561" fmla="*/ 17351339 w 18982931"/>
              <a:gd name="connsiteY386-33562" fmla="*/ 2897223 h 4449429"/>
              <a:gd name="connsiteX387-33563" fmla="*/ 17560187 w 18982931"/>
              <a:gd name="connsiteY387-33564" fmla="*/ 2897223 h 4449429"/>
              <a:gd name="connsiteX388-33565" fmla="*/ 17560187 w 18982931"/>
              <a:gd name="connsiteY388-33566" fmla="*/ 2851522 h 4449429"/>
              <a:gd name="connsiteX389-33567" fmla="*/ 17351339 w 18982931"/>
              <a:gd name="connsiteY389-33568" fmla="*/ 2851522 h 4449429"/>
              <a:gd name="connsiteX390-33569" fmla="*/ 1596781 w 18982931"/>
              <a:gd name="connsiteY390-33570" fmla="*/ 2805821 h 4449429"/>
              <a:gd name="connsiteX391-33571" fmla="*/ 1596781 w 18982931"/>
              <a:gd name="connsiteY391-33572" fmla="*/ 2851521 h 4449429"/>
              <a:gd name="connsiteX392-33573" fmla="*/ 1805629 w 18982931"/>
              <a:gd name="connsiteY392-33574" fmla="*/ 2851521 h 4449429"/>
              <a:gd name="connsiteX393-33575" fmla="*/ 1805629 w 18982931"/>
              <a:gd name="connsiteY393-33576" fmla="*/ 2805821 h 4449429"/>
              <a:gd name="connsiteX394-33577" fmla="*/ 1596781 w 18982931"/>
              <a:gd name="connsiteY394-33578" fmla="*/ 2805821 h 4449429"/>
              <a:gd name="connsiteX395-33579" fmla="*/ 1596781 w 18982931"/>
              <a:gd name="connsiteY395-33580" fmla="*/ 2714192 h 4449429"/>
              <a:gd name="connsiteX396-33581" fmla="*/ 1596781 w 18982931"/>
              <a:gd name="connsiteY396-33582" fmla="*/ 2759892 h 4449429"/>
              <a:gd name="connsiteX397-33583" fmla="*/ 1805629 w 18982931"/>
              <a:gd name="connsiteY397-33584" fmla="*/ 2759892 h 4449429"/>
              <a:gd name="connsiteX398-33585" fmla="*/ 1805629 w 18982931"/>
              <a:gd name="connsiteY398-33586" fmla="*/ 2714192 h 4449429"/>
              <a:gd name="connsiteX399-33587" fmla="*/ 1596781 w 18982931"/>
              <a:gd name="connsiteY399-33588" fmla="*/ 2714192 h 4449429"/>
              <a:gd name="connsiteX400-33589" fmla="*/ 4422120 w 18982931"/>
              <a:gd name="connsiteY400-33590" fmla="*/ 2688604 h 4449429"/>
              <a:gd name="connsiteX401-33591" fmla="*/ 4422120 w 18982931"/>
              <a:gd name="connsiteY401-33592" fmla="*/ 2851522 h 4449429"/>
              <a:gd name="connsiteX402-33593" fmla="*/ 4459897 w 18982931"/>
              <a:gd name="connsiteY402-33594" fmla="*/ 2851522 h 4449429"/>
              <a:gd name="connsiteX403-33595" fmla="*/ 4459897 w 18982931"/>
              <a:gd name="connsiteY403-33596" fmla="*/ 2688604 h 4449429"/>
              <a:gd name="connsiteX404-33597" fmla="*/ 4422120 w 18982931"/>
              <a:gd name="connsiteY404-33598" fmla="*/ 2688604 h 4449429"/>
              <a:gd name="connsiteX405-33599" fmla="*/ 4346370 w 18982931"/>
              <a:gd name="connsiteY405-33600" fmla="*/ 2688604 h 4449429"/>
              <a:gd name="connsiteX406-33601" fmla="*/ 4346370 w 18982931"/>
              <a:gd name="connsiteY406-33602" fmla="*/ 2851522 h 4449429"/>
              <a:gd name="connsiteX407-33603" fmla="*/ 4384149 w 18982931"/>
              <a:gd name="connsiteY407-33604" fmla="*/ 2851522 h 4449429"/>
              <a:gd name="connsiteX408-33605" fmla="*/ 4384149 w 18982931"/>
              <a:gd name="connsiteY408-33606" fmla="*/ 2688604 h 4449429"/>
              <a:gd name="connsiteX409-33607" fmla="*/ 4346370 w 18982931"/>
              <a:gd name="connsiteY409-33608" fmla="*/ 2688604 h 4449429"/>
              <a:gd name="connsiteX410-33609" fmla="*/ 4270624 w 18982931"/>
              <a:gd name="connsiteY410-33610" fmla="*/ 2688604 h 4449429"/>
              <a:gd name="connsiteX411-33611" fmla="*/ 4270624 w 18982931"/>
              <a:gd name="connsiteY411-33612" fmla="*/ 2851522 h 4449429"/>
              <a:gd name="connsiteX412-33613" fmla="*/ 4308407 w 18982931"/>
              <a:gd name="connsiteY412-33614" fmla="*/ 2851522 h 4449429"/>
              <a:gd name="connsiteX413-33615" fmla="*/ 4308407 w 18982931"/>
              <a:gd name="connsiteY413-33616" fmla="*/ 2688604 h 4449429"/>
              <a:gd name="connsiteX414-33617" fmla="*/ 4270624 w 18982931"/>
              <a:gd name="connsiteY414-33618" fmla="*/ 2688604 h 4449429"/>
              <a:gd name="connsiteX415-33619" fmla="*/ 4194881 w 18982931"/>
              <a:gd name="connsiteY415-33620" fmla="*/ 2688604 h 4449429"/>
              <a:gd name="connsiteX416-33621" fmla="*/ 4194881 w 18982931"/>
              <a:gd name="connsiteY416-33622" fmla="*/ 2851522 h 4449429"/>
              <a:gd name="connsiteX417-33623" fmla="*/ 4232658 w 18982931"/>
              <a:gd name="connsiteY417-33624" fmla="*/ 2851522 h 4449429"/>
              <a:gd name="connsiteX418-33625" fmla="*/ 4232658 w 18982931"/>
              <a:gd name="connsiteY418-33626" fmla="*/ 2688604 h 4449429"/>
              <a:gd name="connsiteX419-33627" fmla="*/ 4194881 w 18982931"/>
              <a:gd name="connsiteY419-33628" fmla="*/ 2688604 h 4449429"/>
              <a:gd name="connsiteX420-33629" fmla="*/ 4119132 w 18982931"/>
              <a:gd name="connsiteY420-33630" fmla="*/ 2688604 h 4449429"/>
              <a:gd name="connsiteX421-33631" fmla="*/ 4119132 w 18982931"/>
              <a:gd name="connsiteY421-33632" fmla="*/ 2851522 h 4449429"/>
              <a:gd name="connsiteX422-33633" fmla="*/ 4156909 w 18982931"/>
              <a:gd name="connsiteY422-33634" fmla="*/ 2851522 h 4449429"/>
              <a:gd name="connsiteX423-33635" fmla="*/ 4156909 w 18982931"/>
              <a:gd name="connsiteY423-33636" fmla="*/ 2688604 h 4449429"/>
              <a:gd name="connsiteX424-33637" fmla="*/ 4119132 w 18982931"/>
              <a:gd name="connsiteY424-33638" fmla="*/ 2688604 h 4449429"/>
              <a:gd name="connsiteX425-33639" fmla="*/ 4043383 w 18982931"/>
              <a:gd name="connsiteY425-33640" fmla="*/ 2688604 h 4449429"/>
              <a:gd name="connsiteX426-33641" fmla="*/ 4043383 w 18982931"/>
              <a:gd name="connsiteY426-33642" fmla="*/ 2851522 h 4449429"/>
              <a:gd name="connsiteX427-33643" fmla="*/ 4081160 w 18982931"/>
              <a:gd name="connsiteY427-33644" fmla="*/ 2851522 h 4449429"/>
              <a:gd name="connsiteX428-33645" fmla="*/ 4081160 w 18982931"/>
              <a:gd name="connsiteY428-33646" fmla="*/ 2688604 h 4449429"/>
              <a:gd name="connsiteX429-33647" fmla="*/ 4043383 w 18982931"/>
              <a:gd name="connsiteY429-33648" fmla="*/ 2688604 h 4449429"/>
              <a:gd name="connsiteX430-33649" fmla="*/ 3967636 w 18982931"/>
              <a:gd name="connsiteY430-33650" fmla="*/ 2688604 h 4449429"/>
              <a:gd name="connsiteX431-33651" fmla="*/ 3967636 w 18982931"/>
              <a:gd name="connsiteY431-33652" fmla="*/ 2851522 h 4449429"/>
              <a:gd name="connsiteX432-33653" fmla="*/ 4005415 w 18982931"/>
              <a:gd name="connsiteY432-33654" fmla="*/ 2851522 h 4449429"/>
              <a:gd name="connsiteX433-33655" fmla="*/ 4005415 w 18982931"/>
              <a:gd name="connsiteY433-33656" fmla="*/ 2688604 h 4449429"/>
              <a:gd name="connsiteX434-33657" fmla="*/ 3967636 w 18982931"/>
              <a:gd name="connsiteY434-33658" fmla="*/ 2688604 h 4449429"/>
              <a:gd name="connsiteX435-33659" fmla="*/ 3891895 w 18982931"/>
              <a:gd name="connsiteY435-33660" fmla="*/ 2688604 h 4449429"/>
              <a:gd name="connsiteX436-33661" fmla="*/ 3891895 w 18982931"/>
              <a:gd name="connsiteY436-33662" fmla="*/ 2851522 h 4449429"/>
              <a:gd name="connsiteX437-33663" fmla="*/ 3929672 w 18982931"/>
              <a:gd name="connsiteY437-33664" fmla="*/ 2851522 h 4449429"/>
              <a:gd name="connsiteX438-33665" fmla="*/ 3929672 w 18982931"/>
              <a:gd name="connsiteY438-33666" fmla="*/ 2688604 h 4449429"/>
              <a:gd name="connsiteX439-33667" fmla="*/ 3891895 w 18982931"/>
              <a:gd name="connsiteY439-33668" fmla="*/ 2688604 h 4449429"/>
              <a:gd name="connsiteX440-33669" fmla="*/ 15043403 w 18982931"/>
              <a:gd name="connsiteY440-33670" fmla="*/ 2685661 h 4449429"/>
              <a:gd name="connsiteX441-33671" fmla="*/ 15043403 w 18982931"/>
              <a:gd name="connsiteY441-33672" fmla="*/ 2894508 h 4449429"/>
              <a:gd name="connsiteX442-33673" fmla="*/ 15089105 w 18982931"/>
              <a:gd name="connsiteY442-33674" fmla="*/ 2894508 h 4449429"/>
              <a:gd name="connsiteX443-33675" fmla="*/ 15089105 w 18982931"/>
              <a:gd name="connsiteY443-33676" fmla="*/ 2685661 h 4449429"/>
              <a:gd name="connsiteX444-33677" fmla="*/ 15043403 w 18982931"/>
              <a:gd name="connsiteY444-33678" fmla="*/ 2685661 h 4449429"/>
              <a:gd name="connsiteX445-33679" fmla="*/ 14951773 w 18982931"/>
              <a:gd name="connsiteY445-33680" fmla="*/ 2685661 h 4449429"/>
              <a:gd name="connsiteX446-33681" fmla="*/ 14951773 w 18982931"/>
              <a:gd name="connsiteY446-33682" fmla="*/ 2894508 h 4449429"/>
              <a:gd name="connsiteX447-33683" fmla="*/ 14997475 w 18982931"/>
              <a:gd name="connsiteY447-33684" fmla="*/ 2894508 h 4449429"/>
              <a:gd name="connsiteX448-33685" fmla="*/ 14997475 w 18982931"/>
              <a:gd name="connsiteY448-33686" fmla="*/ 2685661 h 4449429"/>
              <a:gd name="connsiteX449-33687" fmla="*/ 14951773 w 18982931"/>
              <a:gd name="connsiteY449-33688" fmla="*/ 2685661 h 4449429"/>
              <a:gd name="connsiteX450-33689" fmla="*/ 14860145 w 18982931"/>
              <a:gd name="connsiteY450-33690" fmla="*/ 2685661 h 4449429"/>
              <a:gd name="connsiteX451-33691" fmla="*/ 14860145 w 18982931"/>
              <a:gd name="connsiteY451-33692" fmla="*/ 2894508 h 4449429"/>
              <a:gd name="connsiteX452-33693" fmla="*/ 14905844 w 18982931"/>
              <a:gd name="connsiteY452-33694" fmla="*/ 2894508 h 4449429"/>
              <a:gd name="connsiteX453-33695" fmla="*/ 14905844 w 18982931"/>
              <a:gd name="connsiteY453-33696" fmla="*/ 2685661 h 4449429"/>
              <a:gd name="connsiteX454-33697" fmla="*/ 14860145 w 18982931"/>
              <a:gd name="connsiteY454-33698" fmla="*/ 2685661 h 4449429"/>
              <a:gd name="connsiteX455-33699" fmla="*/ 14768515 w 18982931"/>
              <a:gd name="connsiteY455-33700" fmla="*/ 2685661 h 4449429"/>
              <a:gd name="connsiteX456-33701" fmla="*/ 14768515 w 18982931"/>
              <a:gd name="connsiteY456-33702" fmla="*/ 2894508 h 4449429"/>
              <a:gd name="connsiteX457-33703" fmla="*/ 14814217 w 18982931"/>
              <a:gd name="connsiteY457-33704" fmla="*/ 2894508 h 4449429"/>
              <a:gd name="connsiteX458-33705" fmla="*/ 14814217 w 18982931"/>
              <a:gd name="connsiteY458-33706" fmla="*/ 2685661 h 4449429"/>
              <a:gd name="connsiteX459-33707" fmla="*/ 14768515 w 18982931"/>
              <a:gd name="connsiteY459-33708" fmla="*/ 2685661 h 4449429"/>
              <a:gd name="connsiteX460-33709" fmla="*/ 14676884 w 18982931"/>
              <a:gd name="connsiteY460-33710" fmla="*/ 2685661 h 4449429"/>
              <a:gd name="connsiteX461-33711" fmla="*/ 14676884 w 18982931"/>
              <a:gd name="connsiteY461-33712" fmla="*/ 2894508 h 4449429"/>
              <a:gd name="connsiteX462-33713" fmla="*/ 14722586 w 18982931"/>
              <a:gd name="connsiteY462-33714" fmla="*/ 2894508 h 4449429"/>
              <a:gd name="connsiteX463-33715" fmla="*/ 14722586 w 18982931"/>
              <a:gd name="connsiteY463-33716" fmla="*/ 2685661 h 4449429"/>
              <a:gd name="connsiteX464-33717" fmla="*/ 14676884 w 18982931"/>
              <a:gd name="connsiteY464-33718" fmla="*/ 2685661 h 4449429"/>
              <a:gd name="connsiteX465-33719" fmla="*/ 14585255 w 18982931"/>
              <a:gd name="connsiteY465-33720" fmla="*/ 2685661 h 4449429"/>
              <a:gd name="connsiteX466-33721" fmla="*/ 14585255 w 18982931"/>
              <a:gd name="connsiteY466-33722" fmla="*/ 2894508 h 4449429"/>
              <a:gd name="connsiteX467-33723" fmla="*/ 14630955 w 18982931"/>
              <a:gd name="connsiteY467-33724" fmla="*/ 2894508 h 4449429"/>
              <a:gd name="connsiteX468-33725" fmla="*/ 14630955 w 18982931"/>
              <a:gd name="connsiteY468-33726" fmla="*/ 2685661 h 4449429"/>
              <a:gd name="connsiteX469-33727" fmla="*/ 14585255 w 18982931"/>
              <a:gd name="connsiteY469-33728" fmla="*/ 2685661 h 4449429"/>
              <a:gd name="connsiteX470-33729" fmla="*/ 14493625 w 18982931"/>
              <a:gd name="connsiteY470-33730" fmla="*/ 2685661 h 4449429"/>
              <a:gd name="connsiteX471-33731" fmla="*/ 14493625 w 18982931"/>
              <a:gd name="connsiteY471-33732" fmla="*/ 2894508 h 4449429"/>
              <a:gd name="connsiteX472-33733" fmla="*/ 14539325 w 18982931"/>
              <a:gd name="connsiteY472-33734" fmla="*/ 2894508 h 4449429"/>
              <a:gd name="connsiteX473-33735" fmla="*/ 14539325 w 18982931"/>
              <a:gd name="connsiteY473-33736" fmla="*/ 2685661 h 4449429"/>
              <a:gd name="connsiteX474-33737" fmla="*/ 14493625 w 18982931"/>
              <a:gd name="connsiteY474-33738" fmla="*/ 2685661 h 4449429"/>
              <a:gd name="connsiteX475-33739" fmla="*/ 2875284 w 18982931"/>
              <a:gd name="connsiteY475-33740" fmla="*/ 2661196 h 4449429"/>
              <a:gd name="connsiteX476-33741" fmla="*/ 2875284 w 18982931"/>
              <a:gd name="connsiteY476-33742" fmla="*/ 3265443 h 4449429"/>
              <a:gd name="connsiteX477-33743" fmla="*/ 2913063 w 18982931"/>
              <a:gd name="connsiteY477-33744" fmla="*/ 3265443 h 4449429"/>
              <a:gd name="connsiteX478-33745" fmla="*/ 2913063 w 18982931"/>
              <a:gd name="connsiteY478-33746" fmla="*/ 2661196 h 4449429"/>
              <a:gd name="connsiteX479-33747" fmla="*/ 2875284 w 18982931"/>
              <a:gd name="connsiteY479-33748" fmla="*/ 2661196 h 4449429"/>
              <a:gd name="connsiteX480-33749" fmla="*/ 2769698 w 18982931"/>
              <a:gd name="connsiteY480-33750" fmla="*/ 2661196 h 4449429"/>
              <a:gd name="connsiteX481-33751" fmla="*/ 2769698 w 18982931"/>
              <a:gd name="connsiteY481-33752" fmla="*/ 3265443 h 4449429"/>
              <a:gd name="connsiteX482-33753" fmla="*/ 2807479 w 18982931"/>
              <a:gd name="connsiteY482-33754" fmla="*/ 3265443 h 4449429"/>
              <a:gd name="connsiteX483-33755" fmla="*/ 2807479 w 18982931"/>
              <a:gd name="connsiteY483-33756" fmla="*/ 2661196 h 4449429"/>
              <a:gd name="connsiteX484-33757" fmla="*/ 2769698 w 18982931"/>
              <a:gd name="connsiteY484-33758" fmla="*/ 2661196 h 4449429"/>
              <a:gd name="connsiteX485-33759" fmla="*/ 2664114 w 18982931"/>
              <a:gd name="connsiteY485-33760" fmla="*/ 2661196 h 4449429"/>
              <a:gd name="connsiteX486-33761" fmla="*/ 2664114 w 18982931"/>
              <a:gd name="connsiteY486-33762" fmla="*/ 3265443 h 4449429"/>
              <a:gd name="connsiteX487-33763" fmla="*/ 2701891 w 18982931"/>
              <a:gd name="connsiteY487-33764" fmla="*/ 3265443 h 4449429"/>
              <a:gd name="connsiteX488-33765" fmla="*/ 2701891 w 18982931"/>
              <a:gd name="connsiteY488-33766" fmla="*/ 2661196 h 4449429"/>
              <a:gd name="connsiteX489-33767" fmla="*/ 2664114 w 18982931"/>
              <a:gd name="connsiteY489-33768" fmla="*/ 2661196 h 4449429"/>
              <a:gd name="connsiteX490-33769" fmla="*/ 2558534 w 18982931"/>
              <a:gd name="connsiteY490-33770" fmla="*/ 2661196 h 4449429"/>
              <a:gd name="connsiteX491-33771" fmla="*/ 2558534 w 18982931"/>
              <a:gd name="connsiteY491-33772" fmla="*/ 3265443 h 4449429"/>
              <a:gd name="connsiteX492-33773" fmla="*/ 2596306 w 18982931"/>
              <a:gd name="connsiteY492-33774" fmla="*/ 3265443 h 4449429"/>
              <a:gd name="connsiteX493-33775" fmla="*/ 2596306 w 18982931"/>
              <a:gd name="connsiteY493-33776" fmla="*/ 2661196 h 4449429"/>
              <a:gd name="connsiteX494-33777" fmla="*/ 2558534 w 18982931"/>
              <a:gd name="connsiteY494-33778" fmla="*/ 2661196 h 4449429"/>
              <a:gd name="connsiteX495-33779" fmla="*/ 2980870 w 18982931"/>
              <a:gd name="connsiteY495-33780" fmla="*/ 2661194 h 4449429"/>
              <a:gd name="connsiteX496-33781" fmla="*/ 2980870 w 18982931"/>
              <a:gd name="connsiteY496-33782" fmla="*/ 3265442 h 4449429"/>
              <a:gd name="connsiteX497-33783" fmla="*/ 3018648 w 18982931"/>
              <a:gd name="connsiteY497-33784" fmla="*/ 3265442 h 4449429"/>
              <a:gd name="connsiteX498-33785" fmla="*/ 3018648 w 18982931"/>
              <a:gd name="connsiteY498-33786" fmla="*/ 2661194 h 4449429"/>
              <a:gd name="connsiteX499-33787" fmla="*/ 2980870 w 18982931"/>
              <a:gd name="connsiteY499-33788" fmla="*/ 2661194 h 4449429"/>
              <a:gd name="connsiteX500-33789" fmla="*/ 16374516 w 18982931"/>
              <a:gd name="connsiteY500-33790" fmla="*/ 2632791 h 4449429"/>
              <a:gd name="connsiteX501-33791" fmla="*/ 16374516 w 18982931"/>
              <a:gd name="connsiteY501-33792" fmla="*/ 3237039 h 4449429"/>
              <a:gd name="connsiteX502-33793" fmla="*/ 16412296 w 18982931"/>
              <a:gd name="connsiteY502-33794" fmla="*/ 3237039 h 4449429"/>
              <a:gd name="connsiteX503-33795" fmla="*/ 16412296 w 18982931"/>
              <a:gd name="connsiteY503-33796" fmla="*/ 2632791 h 4449429"/>
              <a:gd name="connsiteX504-33797" fmla="*/ 16374516 w 18982931"/>
              <a:gd name="connsiteY504-33798" fmla="*/ 2632791 h 4449429"/>
              <a:gd name="connsiteX505-33799" fmla="*/ 16268931 w 18982931"/>
              <a:gd name="connsiteY505-33800" fmla="*/ 2632791 h 4449429"/>
              <a:gd name="connsiteX506-33801" fmla="*/ 16268931 w 18982931"/>
              <a:gd name="connsiteY506-33802" fmla="*/ 3237039 h 4449429"/>
              <a:gd name="connsiteX507-33803" fmla="*/ 16306709 w 18982931"/>
              <a:gd name="connsiteY507-33804" fmla="*/ 3237039 h 4449429"/>
              <a:gd name="connsiteX508-33805" fmla="*/ 16306709 w 18982931"/>
              <a:gd name="connsiteY508-33806" fmla="*/ 2632791 h 4449429"/>
              <a:gd name="connsiteX509-33807" fmla="*/ 16268931 w 18982931"/>
              <a:gd name="connsiteY509-33808" fmla="*/ 2632791 h 4449429"/>
              <a:gd name="connsiteX510-33809" fmla="*/ 16163344 w 18982931"/>
              <a:gd name="connsiteY510-33810" fmla="*/ 2632791 h 4449429"/>
              <a:gd name="connsiteX511-33811" fmla="*/ 16163344 w 18982931"/>
              <a:gd name="connsiteY511-33812" fmla="*/ 3237039 h 4449429"/>
              <a:gd name="connsiteX512-33813" fmla="*/ 16201125 w 18982931"/>
              <a:gd name="connsiteY512-33814" fmla="*/ 3237039 h 4449429"/>
              <a:gd name="connsiteX513-33815" fmla="*/ 16201125 w 18982931"/>
              <a:gd name="connsiteY513-33816" fmla="*/ 2632791 h 4449429"/>
              <a:gd name="connsiteX514-33817" fmla="*/ 16163344 w 18982931"/>
              <a:gd name="connsiteY514-33818" fmla="*/ 2632791 h 4449429"/>
              <a:gd name="connsiteX515-33819" fmla="*/ 16057760 w 18982931"/>
              <a:gd name="connsiteY515-33820" fmla="*/ 2632791 h 4449429"/>
              <a:gd name="connsiteX516-33821" fmla="*/ 16057760 w 18982931"/>
              <a:gd name="connsiteY516-33822" fmla="*/ 3237039 h 4449429"/>
              <a:gd name="connsiteX517-33823" fmla="*/ 16095537 w 18982931"/>
              <a:gd name="connsiteY517-33824" fmla="*/ 3237039 h 4449429"/>
              <a:gd name="connsiteX518-33825" fmla="*/ 16095537 w 18982931"/>
              <a:gd name="connsiteY518-33826" fmla="*/ 2632791 h 4449429"/>
              <a:gd name="connsiteX519-33827" fmla="*/ 16057760 w 18982931"/>
              <a:gd name="connsiteY519-33828" fmla="*/ 2632791 h 4449429"/>
              <a:gd name="connsiteX520-33829" fmla="*/ 16480103 w 18982931"/>
              <a:gd name="connsiteY520-33830" fmla="*/ 2632790 h 4449429"/>
              <a:gd name="connsiteX521-33831" fmla="*/ 16480103 w 18982931"/>
              <a:gd name="connsiteY521-33832" fmla="*/ 3237037 h 4449429"/>
              <a:gd name="connsiteX522-33833" fmla="*/ 16517880 w 18982931"/>
              <a:gd name="connsiteY522-33834" fmla="*/ 3237037 h 4449429"/>
              <a:gd name="connsiteX523-33835" fmla="*/ 16517880 w 18982931"/>
              <a:gd name="connsiteY523-33836" fmla="*/ 2632790 h 4449429"/>
              <a:gd name="connsiteX524-33837" fmla="*/ 16480103 w 18982931"/>
              <a:gd name="connsiteY524-33838" fmla="*/ 2632790 h 4449429"/>
              <a:gd name="connsiteX525-33839" fmla="*/ 1596781 w 18982931"/>
              <a:gd name="connsiteY525-33840" fmla="*/ 2622561 h 4449429"/>
              <a:gd name="connsiteX526-33841" fmla="*/ 1596781 w 18982931"/>
              <a:gd name="connsiteY526-33842" fmla="*/ 2668261 h 4449429"/>
              <a:gd name="connsiteX527-33843" fmla="*/ 1805629 w 18982931"/>
              <a:gd name="connsiteY527-33844" fmla="*/ 2668261 h 4449429"/>
              <a:gd name="connsiteX528-33845" fmla="*/ 1805629 w 18982931"/>
              <a:gd name="connsiteY528-33846" fmla="*/ 2622561 h 4449429"/>
              <a:gd name="connsiteX529-33847" fmla="*/ 1596781 w 18982931"/>
              <a:gd name="connsiteY529-33848" fmla="*/ 2622561 h 4449429"/>
              <a:gd name="connsiteX530-33849" fmla="*/ 1596781 w 18982931"/>
              <a:gd name="connsiteY530-33850" fmla="*/ 2530932 h 4449429"/>
              <a:gd name="connsiteX531-33851" fmla="*/ 1596781 w 18982931"/>
              <a:gd name="connsiteY531-33852" fmla="*/ 2576632 h 4449429"/>
              <a:gd name="connsiteX532-33853" fmla="*/ 1805629 w 18982931"/>
              <a:gd name="connsiteY532-33854" fmla="*/ 2576632 h 4449429"/>
              <a:gd name="connsiteX533-33855" fmla="*/ 1805629 w 18982931"/>
              <a:gd name="connsiteY533-33856" fmla="*/ 2530932 h 4449429"/>
              <a:gd name="connsiteX534-33857" fmla="*/ 1596781 w 18982931"/>
              <a:gd name="connsiteY534-33858" fmla="*/ 2530932 h 4449429"/>
              <a:gd name="connsiteX535-33859" fmla="*/ 1596781 w 18982931"/>
              <a:gd name="connsiteY535-33860" fmla="*/ 2439301 h 4449429"/>
              <a:gd name="connsiteX536-33861" fmla="*/ 1596781 w 18982931"/>
              <a:gd name="connsiteY536-33862" fmla="*/ 2485002 h 4449429"/>
              <a:gd name="connsiteX537-33863" fmla="*/ 1805629 w 18982931"/>
              <a:gd name="connsiteY537-33864" fmla="*/ 2485002 h 4449429"/>
              <a:gd name="connsiteX538-33865" fmla="*/ 1805629 w 18982931"/>
              <a:gd name="connsiteY538-33866" fmla="*/ 2439301 h 4449429"/>
              <a:gd name="connsiteX539-33867" fmla="*/ 1596781 w 18982931"/>
              <a:gd name="connsiteY539-33868" fmla="*/ 2439301 h 4449429"/>
              <a:gd name="connsiteX540-33869" fmla="*/ 17217171 w 18982931"/>
              <a:gd name="connsiteY540-33870" fmla="*/ 2397981 h 4449429"/>
              <a:gd name="connsiteX541-33871" fmla="*/ 17217171 w 18982931"/>
              <a:gd name="connsiteY541-33872" fmla="*/ 2434557 h 4449429"/>
              <a:gd name="connsiteX542-33873" fmla="*/ 17582931 w 18982931"/>
              <a:gd name="connsiteY542-33874" fmla="*/ 2434557 h 4449429"/>
              <a:gd name="connsiteX543-33875" fmla="*/ 17582931 w 18982931"/>
              <a:gd name="connsiteY543-33876" fmla="*/ 2397981 h 4449429"/>
              <a:gd name="connsiteX544-33877" fmla="*/ 17217171 w 18982931"/>
              <a:gd name="connsiteY544-33878" fmla="*/ 2397981 h 4449429"/>
              <a:gd name="connsiteX545-33879" fmla="*/ 9762349 w 18982931"/>
              <a:gd name="connsiteY545-33880" fmla="*/ 2057780 h 4449429"/>
              <a:gd name="connsiteX546-33881" fmla="*/ 9762349 w 18982931"/>
              <a:gd name="connsiteY546-33882" fmla="*/ 2266627 h 4449429"/>
              <a:gd name="connsiteX547-33883" fmla="*/ 9808049 w 18982931"/>
              <a:gd name="connsiteY547-33884" fmla="*/ 2266627 h 4449429"/>
              <a:gd name="connsiteX548-33885" fmla="*/ 9808049 w 18982931"/>
              <a:gd name="connsiteY548-33886" fmla="*/ 2057780 h 4449429"/>
              <a:gd name="connsiteX549-33887" fmla="*/ 9762349 w 18982931"/>
              <a:gd name="connsiteY549-33888" fmla="*/ 2057780 h 4449429"/>
              <a:gd name="connsiteX550-33889" fmla="*/ 9670720 w 18982931"/>
              <a:gd name="connsiteY550-33890" fmla="*/ 2057780 h 4449429"/>
              <a:gd name="connsiteX551-33891" fmla="*/ 9670720 w 18982931"/>
              <a:gd name="connsiteY551-33892" fmla="*/ 2266627 h 4449429"/>
              <a:gd name="connsiteX552-33893" fmla="*/ 9716420 w 18982931"/>
              <a:gd name="connsiteY552-33894" fmla="*/ 2266627 h 4449429"/>
              <a:gd name="connsiteX553-33895" fmla="*/ 9716420 w 18982931"/>
              <a:gd name="connsiteY553-33896" fmla="*/ 2057780 h 4449429"/>
              <a:gd name="connsiteX554-33897" fmla="*/ 9670720 w 18982931"/>
              <a:gd name="connsiteY554-33898" fmla="*/ 2057780 h 4449429"/>
              <a:gd name="connsiteX555-33899" fmla="*/ 9579089 w 18982931"/>
              <a:gd name="connsiteY555-33900" fmla="*/ 2057780 h 4449429"/>
              <a:gd name="connsiteX556-33901" fmla="*/ 9579089 w 18982931"/>
              <a:gd name="connsiteY556-33902" fmla="*/ 2266627 h 4449429"/>
              <a:gd name="connsiteX557-33903" fmla="*/ 9624790 w 18982931"/>
              <a:gd name="connsiteY557-33904" fmla="*/ 2266627 h 4449429"/>
              <a:gd name="connsiteX558-33905" fmla="*/ 9624790 w 18982931"/>
              <a:gd name="connsiteY558-33906" fmla="*/ 2057780 h 4449429"/>
              <a:gd name="connsiteX559-33907" fmla="*/ 9579089 w 18982931"/>
              <a:gd name="connsiteY559-33908" fmla="*/ 2057780 h 4449429"/>
              <a:gd name="connsiteX560-33909" fmla="*/ 9487461 w 18982931"/>
              <a:gd name="connsiteY560-33910" fmla="*/ 2057780 h 4449429"/>
              <a:gd name="connsiteX561-33911" fmla="*/ 9487461 w 18982931"/>
              <a:gd name="connsiteY561-33912" fmla="*/ 2266627 h 4449429"/>
              <a:gd name="connsiteX562-33913" fmla="*/ 9533161 w 18982931"/>
              <a:gd name="connsiteY562-33914" fmla="*/ 2266627 h 4449429"/>
              <a:gd name="connsiteX563-33915" fmla="*/ 9533161 w 18982931"/>
              <a:gd name="connsiteY563-33916" fmla="*/ 2057780 h 4449429"/>
              <a:gd name="connsiteX564-33917" fmla="*/ 9487461 w 18982931"/>
              <a:gd name="connsiteY564-33918" fmla="*/ 2057780 h 4449429"/>
              <a:gd name="connsiteX565-33919" fmla="*/ 9395836 w 18982931"/>
              <a:gd name="connsiteY565-33920" fmla="*/ 2057780 h 4449429"/>
              <a:gd name="connsiteX566-33921" fmla="*/ 9395836 w 18982931"/>
              <a:gd name="connsiteY566-33922" fmla="*/ 2266627 h 4449429"/>
              <a:gd name="connsiteX567-33923" fmla="*/ 9441534 w 18982931"/>
              <a:gd name="connsiteY567-33924" fmla="*/ 2266627 h 4449429"/>
              <a:gd name="connsiteX568-33925" fmla="*/ 9441534 w 18982931"/>
              <a:gd name="connsiteY568-33926" fmla="*/ 2057780 h 4449429"/>
              <a:gd name="connsiteX569-33927" fmla="*/ 9395836 w 18982931"/>
              <a:gd name="connsiteY569-33928" fmla="*/ 2057780 h 4449429"/>
              <a:gd name="connsiteX570-33929" fmla="*/ 9304202 w 18982931"/>
              <a:gd name="connsiteY570-33930" fmla="*/ 2057780 h 4449429"/>
              <a:gd name="connsiteX571-33931" fmla="*/ 9304202 w 18982931"/>
              <a:gd name="connsiteY571-33932" fmla="*/ 2266627 h 4449429"/>
              <a:gd name="connsiteX572-33933" fmla="*/ 9349902 w 18982931"/>
              <a:gd name="connsiteY572-33934" fmla="*/ 2266627 h 4449429"/>
              <a:gd name="connsiteX573-33935" fmla="*/ 9349902 w 18982931"/>
              <a:gd name="connsiteY573-33936" fmla="*/ 2057780 h 4449429"/>
              <a:gd name="connsiteX574-33937" fmla="*/ 9304202 w 18982931"/>
              <a:gd name="connsiteY574-33938" fmla="*/ 2057780 h 4449429"/>
              <a:gd name="connsiteX575-33939" fmla="*/ 9212570 w 18982931"/>
              <a:gd name="connsiteY575-33940" fmla="*/ 2057780 h 4449429"/>
              <a:gd name="connsiteX576-33941" fmla="*/ 9212570 w 18982931"/>
              <a:gd name="connsiteY576-33942" fmla="*/ 2266627 h 4449429"/>
              <a:gd name="connsiteX577-33943" fmla="*/ 9258270 w 18982931"/>
              <a:gd name="connsiteY577-33944" fmla="*/ 2266627 h 4449429"/>
              <a:gd name="connsiteX578-33945" fmla="*/ 9258270 w 18982931"/>
              <a:gd name="connsiteY578-33946" fmla="*/ 2057780 h 4449429"/>
              <a:gd name="connsiteX579-33947" fmla="*/ 9212570 w 18982931"/>
              <a:gd name="connsiteY579-33948" fmla="*/ 2057780 h 4449429"/>
              <a:gd name="connsiteX580-33949" fmla="*/ 14092702 w 18982931"/>
              <a:gd name="connsiteY580-33950" fmla="*/ 1859157 h 4449429"/>
              <a:gd name="connsiteX581-33951" fmla="*/ 14092702 w 18982931"/>
              <a:gd name="connsiteY581-33952" fmla="*/ 1895733 h 4449429"/>
              <a:gd name="connsiteX582-33953" fmla="*/ 14458462 w 18982931"/>
              <a:gd name="connsiteY582-33954" fmla="*/ 1895733 h 4449429"/>
              <a:gd name="connsiteX583-33955" fmla="*/ 14458462 w 18982931"/>
              <a:gd name="connsiteY583-33956" fmla="*/ 1859157 h 4449429"/>
              <a:gd name="connsiteX584-33957" fmla="*/ 14092702 w 18982931"/>
              <a:gd name="connsiteY584-33958" fmla="*/ 1859157 h 4449429"/>
              <a:gd name="connsiteX585-33959" fmla="*/ 17871603 w 18982931"/>
              <a:gd name="connsiteY585-33960" fmla="*/ 1806939 h 4449429"/>
              <a:gd name="connsiteX586-33961" fmla="*/ 17871603 w 18982931"/>
              <a:gd name="connsiteY586-33962" fmla="*/ 1809649 h 4449429"/>
              <a:gd name="connsiteX587-33963" fmla="*/ 17871627 w 18982931"/>
              <a:gd name="connsiteY587-33964" fmla="*/ 1809649 h 4449429"/>
              <a:gd name="connsiteX588-33965" fmla="*/ 17871603 w 18982931"/>
              <a:gd name="connsiteY588-33966" fmla="*/ 1806939 h 4449429"/>
              <a:gd name="connsiteX589-33967" fmla="*/ 18172695 w 18982931"/>
              <a:gd name="connsiteY589-33968" fmla="*/ 1733739 h 4449429"/>
              <a:gd name="connsiteX590-33969" fmla="*/ 18172695 w 18982931"/>
              <a:gd name="connsiteY590-33970" fmla="*/ 1870899 h 4449429"/>
              <a:gd name="connsiteX591-33971" fmla="*/ 18209271 w 18982931"/>
              <a:gd name="connsiteY591-33972" fmla="*/ 1870899 h 4449429"/>
              <a:gd name="connsiteX592-33973" fmla="*/ 18209271 w 18982931"/>
              <a:gd name="connsiteY592-33974" fmla="*/ 1733739 h 4449429"/>
              <a:gd name="connsiteX593-33975" fmla="*/ 18172695 w 18982931"/>
              <a:gd name="connsiteY593-33976" fmla="*/ 1733739 h 4449429"/>
              <a:gd name="connsiteX594-33977" fmla="*/ 18104295 w 18982931"/>
              <a:gd name="connsiteY594-33978" fmla="*/ 1733739 h 4449429"/>
              <a:gd name="connsiteX595-33979" fmla="*/ 18104295 w 18982931"/>
              <a:gd name="connsiteY595-33980" fmla="*/ 1870899 h 4449429"/>
              <a:gd name="connsiteX596-33981" fmla="*/ 18140871 w 18982931"/>
              <a:gd name="connsiteY596-33982" fmla="*/ 1870899 h 4449429"/>
              <a:gd name="connsiteX597-33983" fmla="*/ 18140871 w 18982931"/>
              <a:gd name="connsiteY597-33984" fmla="*/ 1733739 h 4449429"/>
              <a:gd name="connsiteX598-33985" fmla="*/ 18104295 w 18982931"/>
              <a:gd name="connsiteY598-33986" fmla="*/ 1733739 h 4449429"/>
              <a:gd name="connsiteX599-33987" fmla="*/ 18035895 w 18982931"/>
              <a:gd name="connsiteY599-33988" fmla="*/ 1733739 h 4449429"/>
              <a:gd name="connsiteX600-33989" fmla="*/ 18035895 w 18982931"/>
              <a:gd name="connsiteY600-33990" fmla="*/ 1870899 h 4449429"/>
              <a:gd name="connsiteX601-33991" fmla="*/ 18072471 w 18982931"/>
              <a:gd name="connsiteY601-33992" fmla="*/ 1870899 h 4449429"/>
              <a:gd name="connsiteX602-33993" fmla="*/ 18072471 w 18982931"/>
              <a:gd name="connsiteY602-33994" fmla="*/ 1733739 h 4449429"/>
              <a:gd name="connsiteX603-33995" fmla="*/ 18035895 w 18982931"/>
              <a:gd name="connsiteY603-33996" fmla="*/ 1733739 h 4449429"/>
              <a:gd name="connsiteX604-33997" fmla="*/ 17967493 w 18982931"/>
              <a:gd name="connsiteY604-33998" fmla="*/ 1733739 h 4449429"/>
              <a:gd name="connsiteX605-33999" fmla="*/ 17967493 w 18982931"/>
              <a:gd name="connsiteY605-34000" fmla="*/ 1870899 h 4449429"/>
              <a:gd name="connsiteX606-34001" fmla="*/ 18004069 w 18982931"/>
              <a:gd name="connsiteY606-34002" fmla="*/ 1870899 h 4449429"/>
              <a:gd name="connsiteX607-34003" fmla="*/ 18004069 w 18982931"/>
              <a:gd name="connsiteY607-34004" fmla="*/ 1733739 h 4449429"/>
              <a:gd name="connsiteX608-34005" fmla="*/ 17967493 w 18982931"/>
              <a:gd name="connsiteY608-34006" fmla="*/ 1733739 h 4449429"/>
              <a:gd name="connsiteX609-34007" fmla="*/ 14251161 w 18982931"/>
              <a:gd name="connsiteY609-34008" fmla="*/ 868400 h 4449429"/>
              <a:gd name="connsiteX610-34009" fmla="*/ 14251161 w 18982931"/>
              <a:gd name="connsiteY610-34010" fmla="*/ 1005560 h 4449429"/>
              <a:gd name="connsiteX611-34011" fmla="*/ 14287737 w 18982931"/>
              <a:gd name="connsiteY611-34012" fmla="*/ 1005560 h 4449429"/>
              <a:gd name="connsiteX612-34013" fmla="*/ 14287737 w 18982931"/>
              <a:gd name="connsiteY612-34014" fmla="*/ 868400 h 4449429"/>
              <a:gd name="connsiteX613-34015" fmla="*/ 14251161 w 18982931"/>
              <a:gd name="connsiteY613-34016" fmla="*/ 868400 h 4449429"/>
              <a:gd name="connsiteX614-34017" fmla="*/ 14182760 w 18982931"/>
              <a:gd name="connsiteY614-34018" fmla="*/ 868400 h 4449429"/>
              <a:gd name="connsiteX615-34019" fmla="*/ 14182760 w 18982931"/>
              <a:gd name="connsiteY615-34020" fmla="*/ 1005560 h 4449429"/>
              <a:gd name="connsiteX616-34021" fmla="*/ 14219336 w 18982931"/>
              <a:gd name="connsiteY616-34022" fmla="*/ 1005560 h 4449429"/>
              <a:gd name="connsiteX617-34023" fmla="*/ 14219336 w 18982931"/>
              <a:gd name="connsiteY617-34024" fmla="*/ 868400 h 4449429"/>
              <a:gd name="connsiteX618-34025" fmla="*/ 14182760 w 18982931"/>
              <a:gd name="connsiteY618-34026" fmla="*/ 868400 h 4449429"/>
              <a:gd name="connsiteX619-34027" fmla="*/ 14114359 w 18982931"/>
              <a:gd name="connsiteY619-34028" fmla="*/ 868400 h 4449429"/>
              <a:gd name="connsiteX620-34029" fmla="*/ 14114359 w 18982931"/>
              <a:gd name="connsiteY620-34030" fmla="*/ 1005560 h 4449429"/>
              <a:gd name="connsiteX621-34031" fmla="*/ 14150935 w 18982931"/>
              <a:gd name="connsiteY621-34032" fmla="*/ 1005560 h 4449429"/>
              <a:gd name="connsiteX622-34033" fmla="*/ 14150935 w 18982931"/>
              <a:gd name="connsiteY622-34034" fmla="*/ 868400 h 4449429"/>
              <a:gd name="connsiteX623-34035" fmla="*/ 14114359 w 18982931"/>
              <a:gd name="connsiteY623-34036" fmla="*/ 868400 h 4449429"/>
              <a:gd name="connsiteX624-34037" fmla="*/ 4788216 w 18982931"/>
              <a:gd name="connsiteY624-34038" fmla="*/ 807315 h 4449429"/>
              <a:gd name="connsiteX625-34039" fmla="*/ 4788216 w 18982931"/>
              <a:gd name="connsiteY625-34040" fmla="*/ 944475 h 4449429"/>
              <a:gd name="connsiteX626-34041" fmla="*/ 4824792 w 18982931"/>
              <a:gd name="connsiteY626-34042" fmla="*/ 944475 h 4449429"/>
              <a:gd name="connsiteX627-34043" fmla="*/ 4824792 w 18982931"/>
              <a:gd name="connsiteY627-34044" fmla="*/ 807315 h 4449429"/>
              <a:gd name="connsiteX628-34045" fmla="*/ 4788216 w 18982931"/>
              <a:gd name="connsiteY628-34046" fmla="*/ 807315 h 4449429"/>
              <a:gd name="connsiteX629-34047" fmla="*/ 4719815 w 18982931"/>
              <a:gd name="connsiteY629-34048" fmla="*/ 807315 h 4449429"/>
              <a:gd name="connsiteX630-34049" fmla="*/ 4719815 w 18982931"/>
              <a:gd name="connsiteY630-34050" fmla="*/ 944475 h 4449429"/>
              <a:gd name="connsiteX631-34051" fmla="*/ 4756391 w 18982931"/>
              <a:gd name="connsiteY631-34052" fmla="*/ 944475 h 4449429"/>
              <a:gd name="connsiteX632-34053" fmla="*/ 4756391 w 18982931"/>
              <a:gd name="connsiteY632-34054" fmla="*/ 807315 h 4449429"/>
              <a:gd name="connsiteX633-34055" fmla="*/ 4719815 w 18982931"/>
              <a:gd name="connsiteY633-34056" fmla="*/ 807315 h 4449429"/>
              <a:gd name="connsiteX634-34057" fmla="*/ 4651414 w 18982931"/>
              <a:gd name="connsiteY634-34058" fmla="*/ 807315 h 4449429"/>
              <a:gd name="connsiteX635-34059" fmla="*/ 4651414 w 18982931"/>
              <a:gd name="connsiteY635-34060" fmla="*/ 944475 h 4449429"/>
              <a:gd name="connsiteX636-34061" fmla="*/ 4687992 w 18982931"/>
              <a:gd name="connsiteY636-34062" fmla="*/ 944475 h 4449429"/>
              <a:gd name="connsiteX637-34063" fmla="*/ 4687992 w 18982931"/>
              <a:gd name="connsiteY637-34064" fmla="*/ 807315 h 4449429"/>
              <a:gd name="connsiteX638-34065" fmla="*/ 4651414 w 18982931"/>
              <a:gd name="connsiteY638-34066" fmla="*/ 807315 h 4449429"/>
              <a:gd name="connsiteX639-34067" fmla="*/ 2212838 w 18982931"/>
              <a:gd name="connsiteY639-34068" fmla="*/ 748887 h 4449429"/>
              <a:gd name="connsiteX640-34069" fmla="*/ 2212838 w 18982931"/>
              <a:gd name="connsiteY640-34070" fmla="*/ 886047 h 4449429"/>
              <a:gd name="connsiteX641-34071" fmla="*/ 2249414 w 18982931"/>
              <a:gd name="connsiteY641-34072" fmla="*/ 886047 h 4449429"/>
              <a:gd name="connsiteX642-34073" fmla="*/ 2249414 w 18982931"/>
              <a:gd name="connsiteY642-34074" fmla="*/ 748887 h 4449429"/>
              <a:gd name="connsiteX643-34075" fmla="*/ 2212838 w 18982931"/>
              <a:gd name="connsiteY643-34076" fmla="*/ 748887 h 4449429"/>
              <a:gd name="connsiteX644-34077" fmla="*/ 2144438 w 18982931"/>
              <a:gd name="connsiteY644-34078" fmla="*/ 748887 h 4449429"/>
              <a:gd name="connsiteX645-34079" fmla="*/ 2144438 w 18982931"/>
              <a:gd name="connsiteY645-34080" fmla="*/ 886047 h 4449429"/>
              <a:gd name="connsiteX646-34081" fmla="*/ 2181014 w 18982931"/>
              <a:gd name="connsiteY646-34082" fmla="*/ 886047 h 4449429"/>
              <a:gd name="connsiteX647-34083" fmla="*/ 2181014 w 18982931"/>
              <a:gd name="connsiteY647-34084" fmla="*/ 748887 h 4449429"/>
              <a:gd name="connsiteX648-34085" fmla="*/ 2144438 w 18982931"/>
              <a:gd name="connsiteY648-34086" fmla="*/ 748887 h 4449429"/>
              <a:gd name="connsiteX649-34087" fmla="*/ 2076037 w 18982931"/>
              <a:gd name="connsiteY649-34088" fmla="*/ 748887 h 4449429"/>
              <a:gd name="connsiteX650-34089" fmla="*/ 2076037 w 18982931"/>
              <a:gd name="connsiteY650-34090" fmla="*/ 886047 h 4449429"/>
              <a:gd name="connsiteX651-34091" fmla="*/ 2112612 w 18982931"/>
              <a:gd name="connsiteY651-34092" fmla="*/ 886047 h 4449429"/>
              <a:gd name="connsiteX652-34093" fmla="*/ 2112612 w 18982931"/>
              <a:gd name="connsiteY652-34094" fmla="*/ 748887 h 4449429"/>
              <a:gd name="connsiteX653-34095" fmla="*/ 2076037 w 18982931"/>
              <a:gd name="connsiteY653-34096" fmla="*/ 748887 h 4449429"/>
              <a:gd name="connsiteX654-34097" fmla="*/ 2007635 w 18982931"/>
              <a:gd name="connsiteY654-34098" fmla="*/ 748887 h 4449429"/>
              <a:gd name="connsiteX655-34099" fmla="*/ 2007635 w 18982931"/>
              <a:gd name="connsiteY655-34100" fmla="*/ 886047 h 4449429"/>
              <a:gd name="connsiteX656-34101" fmla="*/ 2044211 w 18982931"/>
              <a:gd name="connsiteY656-34102" fmla="*/ 886047 h 4449429"/>
              <a:gd name="connsiteX657-34103" fmla="*/ 2044211 w 18982931"/>
              <a:gd name="connsiteY657-34104" fmla="*/ 748887 h 4449429"/>
              <a:gd name="connsiteX658-34105" fmla="*/ 2007635 w 18982931"/>
              <a:gd name="connsiteY658-34106" fmla="*/ 748887 h 4449429"/>
              <a:gd name="connsiteX659-34107" fmla="*/ 17088019 w 18982931"/>
              <a:gd name="connsiteY659-34108" fmla="*/ 737716 h 4449429"/>
              <a:gd name="connsiteX660-34109" fmla="*/ 17088019 w 18982931"/>
              <a:gd name="connsiteY660-34110" fmla="*/ 825107 h 4449429"/>
              <a:gd name="connsiteX661-34111" fmla="*/ 17124595 w 18982931"/>
              <a:gd name="connsiteY661-34112" fmla="*/ 825107 h 4449429"/>
              <a:gd name="connsiteX662-34113" fmla="*/ 17124595 w 18982931"/>
              <a:gd name="connsiteY662-34114" fmla="*/ 737716 h 4449429"/>
              <a:gd name="connsiteX663-34115" fmla="*/ 17088019 w 18982931"/>
              <a:gd name="connsiteY663-34116" fmla="*/ 737716 h 4449429"/>
              <a:gd name="connsiteX664-34117" fmla="*/ 17021803 w 18982931"/>
              <a:gd name="connsiteY664-34118" fmla="*/ 737716 h 4449429"/>
              <a:gd name="connsiteX665-34119" fmla="*/ 17021803 w 18982931"/>
              <a:gd name="connsiteY665-34120" fmla="*/ 825107 h 4449429"/>
              <a:gd name="connsiteX666-34121" fmla="*/ 17058379 w 18982931"/>
              <a:gd name="connsiteY666-34122" fmla="*/ 825107 h 4449429"/>
              <a:gd name="connsiteX667-34123" fmla="*/ 17058379 w 18982931"/>
              <a:gd name="connsiteY667-34124" fmla="*/ 737716 h 4449429"/>
              <a:gd name="connsiteX668-34125" fmla="*/ 17021803 w 18982931"/>
              <a:gd name="connsiteY668-34126" fmla="*/ 737716 h 4449429"/>
              <a:gd name="connsiteX669-34127" fmla="*/ 16955591 w 18982931"/>
              <a:gd name="connsiteY669-34128" fmla="*/ 737716 h 4449429"/>
              <a:gd name="connsiteX670-34129" fmla="*/ 16955591 w 18982931"/>
              <a:gd name="connsiteY670-34130" fmla="*/ 825107 h 4449429"/>
              <a:gd name="connsiteX671-34131" fmla="*/ 16992167 w 18982931"/>
              <a:gd name="connsiteY671-34132" fmla="*/ 825107 h 4449429"/>
              <a:gd name="connsiteX672-34133" fmla="*/ 16992167 w 18982931"/>
              <a:gd name="connsiteY672-34134" fmla="*/ 737716 h 4449429"/>
              <a:gd name="connsiteX673-34135" fmla="*/ 16955591 w 18982931"/>
              <a:gd name="connsiteY673-34136" fmla="*/ 737716 h 4449429"/>
              <a:gd name="connsiteX674-34137" fmla="*/ 16889375 w 18982931"/>
              <a:gd name="connsiteY674-34138" fmla="*/ 737716 h 4449429"/>
              <a:gd name="connsiteX675-34139" fmla="*/ 16889375 w 18982931"/>
              <a:gd name="connsiteY675-34140" fmla="*/ 825107 h 4449429"/>
              <a:gd name="connsiteX676-34141" fmla="*/ 16925951 w 18982931"/>
              <a:gd name="connsiteY676-34142" fmla="*/ 825107 h 4449429"/>
              <a:gd name="connsiteX677-34143" fmla="*/ 16925951 w 18982931"/>
              <a:gd name="connsiteY677-34144" fmla="*/ 737716 h 4449429"/>
              <a:gd name="connsiteX678-34145" fmla="*/ 16889375 w 18982931"/>
              <a:gd name="connsiteY678-34146" fmla="*/ 737716 h 4449429"/>
              <a:gd name="connsiteX679-34147" fmla="*/ 16823163 w 18982931"/>
              <a:gd name="connsiteY679-34148" fmla="*/ 737716 h 4449429"/>
              <a:gd name="connsiteX680-34149" fmla="*/ 16823163 w 18982931"/>
              <a:gd name="connsiteY680-34150" fmla="*/ 825107 h 4449429"/>
              <a:gd name="connsiteX681-34151" fmla="*/ 16859739 w 18982931"/>
              <a:gd name="connsiteY681-34152" fmla="*/ 825107 h 4449429"/>
              <a:gd name="connsiteX682-34153" fmla="*/ 16859739 w 18982931"/>
              <a:gd name="connsiteY682-34154" fmla="*/ 737716 h 4449429"/>
              <a:gd name="connsiteX683-34155" fmla="*/ 16823163 w 18982931"/>
              <a:gd name="connsiteY683-34156" fmla="*/ 737716 h 4449429"/>
              <a:gd name="connsiteX684-34157" fmla="*/ 16756948 w 18982931"/>
              <a:gd name="connsiteY684-34158" fmla="*/ 737716 h 4449429"/>
              <a:gd name="connsiteX685-34159" fmla="*/ 16756948 w 18982931"/>
              <a:gd name="connsiteY685-34160" fmla="*/ 825107 h 4449429"/>
              <a:gd name="connsiteX686-34161" fmla="*/ 16793523 w 18982931"/>
              <a:gd name="connsiteY686-34162" fmla="*/ 825107 h 4449429"/>
              <a:gd name="connsiteX687-34163" fmla="*/ 16793523 w 18982931"/>
              <a:gd name="connsiteY687-34164" fmla="*/ 737716 h 4449429"/>
              <a:gd name="connsiteX688-34165" fmla="*/ 16756948 w 18982931"/>
              <a:gd name="connsiteY688-34166" fmla="*/ 737716 h 4449429"/>
              <a:gd name="connsiteX689-34167" fmla="*/ 13739104 w 18982931"/>
              <a:gd name="connsiteY689-34168" fmla="*/ 0 h 4449429"/>
              <a:gd name="connsiteX690-34169" fmla="*/ 13842002 w 18982931"/>
              <a:gd name="connsiteY690-34170" fmla="*/ 0 h 4449429"/>
              <a:gd name="connsiteX691-34171" fmla="*/ 13883163 w 18982931"/>
              <a:gd name="connsiteY691-34172" fmla="*/ 428067 h 4449429"/>
              <a:gd name="connsiteX692-34173" fmla="*/ 13883163 w 18982931"/>
              <a:gd name="connsiteY692-34174" fmla="*/ 456882 h 4449429"/>
              <a:gd name="connsiteX693-34175" fmla="*/ 13907863 w 18982931"/>
              <a:gd name="connsiteY693-34176" fmla="*/ 954919 h 4449429"/>
              <a:gd name="connsiteX694-34177" fmla="*/ 13911978 w 18982931"/>
              <a:gd name="connsiteY694-34178" fmla="*/ 1679340 h 4449429"/>
              <a:gd name="connsiteX695-34179" fmla="*/ 13916091 w 18982931"/>
              <a:gd name="connsiteY695-34180" fmla="*/ 2058015 h 4449429"/>
              <a:gd name="connsiteX696-34181" fmla="*/ 13936673 w 18982931"/>
              <a:gd name="connsiteY696-34182" fmla="*/ 2086829 h 4449429"/>
              <a:gd name="connsiteX697-34183" fmla="*/ 13953138 w 18982931"/>
              <a:gd name="connsiteY697-34184" fmla="*/ 2058015 h 4449429"/>
              <a:gd name="connsiteX698-34185" fmla="*/ 13953138 w 18982931"/>
              <a:gd name="connsiteY698-34186" fmla="*/ 1955115 h 4449429"/>
              <a:gd name="connsiteX699-34187" fmla="*/ 13965483 w 18982931"/>
              <a:gd name="connsiteY699-34188" fmla="*/ 1922188 h 4449429"/>
              <a:gd name="connsiteX700-34189" fmla="*/ 13986066 w 18982931"/>
              <a:gd name="connsiteY700-34190" fmla="*/ 1876909 h 4449429"/>
              <a:gd name="connsiteX701-34191" fmla="*/ 13986066 w 18982931"/>
              <a:gd name="connsiteY701-34192" fmla="*/ 1625834 h 4449429"/>
              <a:gd name="connsiteX702-34193" fmla="*/ 14051922 w 18982931"/>
              <a:gd name="connsiteY702-34194" fmla="*/ 1617602 h 4449429"/>
              <a:gd name="connsiteX703-34195" fmla="*/ 14047992 w 18982931"/>
              <a:gd name="connsiteY703-34196" fmla="*/ 1005560 h 4449429"/>
              <a:gd name="connsiteX704-34197" fmla="*/ 14082534 w 18982931"/>
              <a:gd name="connsiteY704-34198" fmla="*/ 1005560 h 4449429"/>
              <a:gd name="connsiteX705-34199" fmla="*/ 14082534 w 18982931"/>
              <a:gd name="connsiteY705-34200" fmla="*/ 868400 h 4449429"/>
              <a:gd name="connsiteX706-34201" fmla="*/ 14047111 w 18982931"/>
              <a:gd name="connsiteY706-34202" fmla="*/ 868400 h 4449429"/>
              <a:gd name="connsiteX707-34203" fmla="*/ 14046442 w 18982931"/>
              <a:gd name="connsiteY707-34204" fmla="*/ 764191 h 4449429"/>
              <a:gd name="connsiteX708-34205" fmla="*/ 14187749 w 18982931"/>
              <a:gd name="connsiteY708-34206" fmla="*/ 436300 h 4449429"/>
              <a:gd name="connsiteX709-34207" fmla="*/ 14212445 w 18982931"/>
              <a:gd name="connsiteY709-34208" fmla="*/ 411603 h 4449429"/>
              <a:gd name="connsiteX710-34209" fmla="*/ 14410015 w 18982931"/>
              <a:gd name="connsiteY710-34210" fmla="*/ 444532 h 4449429"/>
              <a:gd name="connsiteX711-34211" fmla="*/ 14442947 w 18982931"/>
              <a:gd name="connsiteY711-34212" fmla="*/ 275776 h 4449429"/>
              <a:gd name="connsiteX712-34213" fmla="*/ 14479990 w 18982931"/>
              <a:gd name="connsiteY712-34214" fmla="*/ 246961 h 4449429"/>
              <a:gd name="connsiteX713-34215" fmla="*/ 14517032 w 18982931"/>
              <a:gd name="connsiteY713-34216" fmla="*/ 271658 h 4449429"/>
              <a:gd name="connsiteX714-34217" fmla="*/ 14574655 w 18982931"/>
              <a:gd name="connsiteY714-34218" fmla="*/ 522739 h 4449429"/>
              <a:gd name="connsiteX715-34219" fmla="*/ 14603469 w 18982931"/>
              <a:gd name="connsiteY715-34220" fmla="*/ 1123678 h 4449429"/>
              <a:gd name="connsiteX716-34221" fmla="*/ 14603469 w 18982931"/>
              <a:gd name="connsiteY716-34222" fmla="*/ 1617602 h 4449429"/>
              <a:gd name="connsiteX717-34223" fmla="*/ 14595237 w 18982931"/>
              <a:gd name="connsiteY717-34224" fmla="*/ 1683457 h 4449429"/>
              <a:gd name="connsiteX718-34225" fmla="*/ 14607589 w 18982931"/>
              <a:gd name="connsiteY718-34226" fmla="*/ 1753429 h 4449429"/>
              <a:gd name="connsiteX719-34227" fmla="*/ 14656976 w 18982931"/>
              <a:gd name="connsiteY719-34228" fmla="*/ 1753429 h 4449429"/>
              <a:gd name="connsiteX720-34229" fmla="*/ 14706369 w 18982931"/>
              <a:gd name="connsiteY720-34230" fmla="*/ 1568210 h 4449429"/>
              <a:gd name="connsiteX721-34231" fmla="*/ 14722833 w 18982931"/>
              <a:gd name="connsiteY721-34232" fmla="*/ 1568210 h 4449429"/>
              <a:gd name="connsiteX722-34233" fmla="*/ 14768111 w 18982931"/>
              <a:gd name="connsiteY722-34234" fmla="*/ 1753429 h 4449429"/>
              <a:gd name="connsiteX723-34235" fmla="*/ 14875128 w 18982931"/>
              <a:gd name="connsiteY723-34236" fmla="*/ 1753429 h 4449429"/>
              <a:gd name="connsiteX724-34237" fmla="*/ 14883360 w 18982931"/>
              <a:gd name="connsiteY724-34238" fmla="*/ 1827516 h 4449429"/>
              <a:gd name="connsiteX725-34239" fmla="*/ 14940984 w 18982931"/>
              <a:gd name="connsiteY725-34240" fmla="*/ 1827516 h 4449429"/>
              <a:gd name="connsiteX726-34241" fmla="*/ 15019191 w 18982931"/>
              <a:gd name="connsiteY726-34242" fmla="*/ 1625834 h 4449429"/>
              <a:gd name="connsiteX727-34243" fmla="*/ 15043883 w 18982931"/>
              <a:gd name="connsiteY727-34244" fmla="*/ 1090750 h 4449429"/>
              <a:gd name="connsiteX728-34245" fmla="*/ 15134436 w 18982931"/>
              <a:gd name="connsiteY728-34246" fmla="*/ 1000197 h 4449429"/>
              <a:gd name="connsiteX729-34247" fmla="*/ 15212643 w 18982931"/>
              <a:gd name="connsiteY729-34248" fmla="*/ 1078400 h 4449429"/>
              <a:gd name="connsiteX730-34249" fmla="*/ 15212643 w 18982931"/>
              <a:gd name="connsiteY730-34250" fmla="*/ 1152488 h 4449429"/>
              <a:gd name="connsiteX731-34251" fmla="*/ 15224993 w 18982931"/>
              <a:gd name="connsiteY731-34252" fmla="*/ 1119560 h 4449429"/>
              <a:gd name="connsiteX732-34253" fmla="*/ 15237338 w 18982931"/>
              <a:gd name="connsiteY732-34254" fmla="*/ 563899 h 4449429"/>
              <a:gd name="connsiteX733-34255" fmla="*/ 15290845 w 18982931"/>
              <a:gd name="connsiteY733-34256" fmla="*/ 382793 h 4449429"/>
              <a:gd name="connsiteX734-34257" fmla="*/ 15323772 w 18982931"/>
              <a:gd name="connsiteY734-34258" fmla="*/ 300473 h 4449429"/>
              <a:gd name="connsiteX735-34259" fmla="*/ 15364932 w 18982931"/>
              <a:gd name="connsiteY735-34260" fmla="*/ 259313 h 4449429"/>
              <a:gd name="connsiteX736-34261" fmla="*/ 15389634 w 18982931"/>
              <a:gd name="connsiteY736-34262" fmla="*/ 296354 h 4449429"/>
              <a:gd name="connsiteX737-34263" fmla="*/ 15401979 w 18982931"/>
              <a:gd name="connsiteY737-34264" fmla="*/ 411603 h 4449429"/>
              <a:gd name="connsiteX738-34265" fmla="*/ 15451371 w 18982931"/>
              <a:gd name="connsiteY738-34266" fmla="*/ 703843 h 4449429"/>
              <a:gd name="connsiteX739-34267" fmla="*/ 15455486 w 18982931"/>
              <a:gd name="connsiteY739-34268" fmla="*/ 1173070 h 4449429"/>
              <a:gd name="connsiteX740-34269" fmla="*/ 15455486 w 18982931"/>
              <a:gd name="connsiteY740-34270" fmla="*/ 1238927 h 4449429"/>
              <a:gd name="connsiteX741-34271" fmla="*/ 15727143 w 18982931"/>
              <a:gd name="connsiteY741-34272" fmla="*/ 1238927 h 4449429"/>
              <a:gd name="connsiteX742-34273" fmla="*/ 15727143 w 18982931"/>
              <a:gd name="connsiteY742-34274" fmla="*/ 1465306 h 4449429"/>
              <a:gd name="connsiteX743-34275" fmla="*/ 15772422 w 18982931"/>
              <a:gd name="connsiteY743-34276" fmla="*/ 1469425 h 4449429"/>
              <a:gd name="connsiteX744-34277" fmla="*/ 15850624 w 18982931"/>
              <a:gd name="connsiteY744-34278" fmla="*/ 1551745 h 4449429"/>
              <a:gd name="connsiteX745-34279" fmla="*/ 15850624 w 18982931"/>
              <a:gd name="connsiteY745-34280" fmla="*/ 2224712 h 4449429"/>
              <a:gd name="connsiteX746-34281" fmla="*/ 15923336 w 18982931"/>
              <a:gd name="connsiteY746-34282" fmla="*/ 2224712 h 4449429"/>
              <a:gd name="connsiteX747-34283" fmla="*/ 15924718 w 18982931"/>
              <a:gd name="connsiteY747-34284" fmla="*/ 2177381 h 4449429"/>
              <a:gd name="connsiteX748-34285" fmla="*/ 15982338 w 18982931"/>
              <a:gd name="connsiteY748-34286" fmla="*/ 2103294 h 4449429"/>
              <a:gd name="connsiteX749-34287" fmla="*/ 15986455 w 18982931"/>
              <a:gd name="connsiteY749-34288" fmla="*/ 2045669 h 4449429"/>
              <a:gd name="connsiteX750-34289" fmla="*/ 16002920 w 18982931"/>
              <a:gd name="connsiteY750-34290" fmla="*/ 2033319 h 4449429"/>
              <a:gd name="connsiteX751-34291" fmla="*/ 16015265 w 18982931"/>
              <a:gd name="connsiteY751-34292" fmla="*/ 2041550 h 4449429"/>
              <a:gd name="connsiteX752-34293" fmla="*/ 16056425 w 18982931"/>
              <a:gd name="connsiteY752-34294" fmla="*/ 2210310 h 4449429"/>
              <a:gd name="connsiteX753-34295" fmla="*/ 16056425 w 18982931"/>
              <a:gd name="connsiteY753-34296" fmla="*/ 2276166 h 4449429"/>
              <a:gd name="connsiteX754-34297" fmla="*/ 16077008 w 18982931"/>
              <a:gd name="connsiteY754-34298" fmla="*/ 2276166 h 4449429"/>
              <a:gd name="connsiteX755-34299" fmla="*/ 16097587 w 18982931"/>
              <a:gd name="connsiteY755-34300" fmla="*/ 1938652 h 4449429"/>
              <a:gd name="connsiteX756-34301" fmla="*/ 16122282 w 18982931"/>
              <a:gd name="connsiteY756-34302" fmla="*/ 1934533 h 4449429"/>
              <a:gd name="connsiteX757-34303" fmla="*/ 16155210 w 18982931"/>
              <a:gd name="connsiteY757-34304" fmla="*/ 1938652 h 4449429"/>
              <a:gd name="connsiteX758-34305" fmla="*/ 16155210 w 18982931"/>
              <a:gd name="connsiteY758-34306" fmla="*/ 2272048 h 4449429"/>
              <a:gd name="connsiteX759-34307" fmla="*/ 16175792 w 18982931"/>
              <a:gd name="connsiteY759-34308" fmla="*/ 2276166 h 4449429"/>
              <a:gd name="connsiteX760-34309" fmla="*/ 16192257 w 18982931"/>
              <a:gd name="connsiteY760-34310" fmla="*/ 2243238 h 4449429"/>
              <a:gd name="connsiteX761-34311" fmla="*/ 16192257 w 18982931"/>
              <a:gd name="connsiteY761-34312" fmla="*/ 1992158 h 4449429"/>
              <a:gd name="connsiteX762-34313" fmla="*/ 16192257 w 18982931"/>
              <a:gd name="connsiteY762-34314" fmla="*/ 1774011 h 4449429"/>
              <a:gd name="connsiteX763-34315" fmla="*/ 16488610 w 18982931"/>
              <a:gd name="connsiteY763-34316" fmla="*/ 1774011 h 4449429"/>
              <a:gd name="connsiteX764-34317" fmla="*/ 16538004 w 18982931"/>
              <a:gd name="connsiteY764-34318" fmla="*/ 1823403 h 4449429"/>
              <a:gd name="connsiteX765-34319" fmla="*/ 16538004 w 18982931"/>
              <a:gd name="connsiteY765-34320" fmla="*/ 2029205 h 4449429"/>
              <a:gd name="connsiteX766-34321" fmla="*/ 16550349 w 18982931"/>
              <a:gd name="connsiteY766-34322" fmla="*/ 2033319 h 4449429"/>
              <a:gd name="connsiteX767-34323" fmla="*/ 16566812 w 18982931"/>
              <a:gd name="connsiteY767-34324" fmla="*/ 1992158 h 4449429"/>
              <a:gd name="connsiteX768-34325" fmla="*/ 16570932 w 18982931"/>
              <a:gd name="connsiteY768-34326" fmla="*/ 1695804 h 4449429"/>
              <a:gd name="connsiteX769-34327" fmla="*/ 16566812 w 18982931"/>
              <a:gd name="connsiteY769-34328" fmla="*/ 773813 h 4449429"/>
              <a:gd name="connsiteX770-34329" fmla="*/ 16636788 w 18982931"/>
              <a:gd name="connsiteY770-34330" fmla="*/ 646219 h 4449429"/>
              <a:gd name="connsiteX771-34331" fmla="*/ 16723226 w 18982931"/>
              <a:gd name="connsiteY771-34332" fmla="*/ 514506 h 4449429"/>
              <a:gd name="connsiteX772-34333" fmla="*/ 16743805 w 18982931"/>
              <a:gd name="connsiteY772-34334" fmla="*/ 481577 h 4449429"/>
              <a:gd name="connsiteX773-34335" fmla="*/ 16817899 w 18982931"/>
              <a:gd name="connsiteY773-34336" fmla="*/ 329283 h 4449429"/>
              <a:gd name="connsiteX774-34337" fmla="*/ 16842595 w 18982931"/>
              <a:gd name="connsiteY774-34338" fmla="*/ 275776 h 4449429"/>
              <a:gd name="connsiteX775-34339" fmla="*/ 16859059 w 18982931"/>
              <a:gd name="connsiteY775-34340" fmla="*/ 279891 h 4449429"/>
              <a:gd name="connsiteX776-34341" fmla="*/ 16859059 w 18982931"/>
              <a:gd name="connsiteY776-34342" fmla="*/ 337515 h 4449429"/>
              <a:gd name="connsiteX777-34343" fmla="*/ 16867291 w 18982931"/>
              <a:gd name="connsiteY777-34344" fmla="*/ 382793 h 4449429"/>
              <a:gd name="connsiteX778-34345" fmla="*/ 16966075 w 18982931"/>
              <a:gd name="connsiteY778-34346" fmla="*/ 436300 h 4449429"/>
              <a:gd name="connsiteX779-34347" fmla="*/ 17031935 w 18982931"/>
              <a:gd name="connsiteY779-34348" fmla="*/ 526852 h 4449429"/>
              <a:gd name="connsiteX780-34349" fmla="*/ 17031935 w 18982931"/>
              <a:gd name="connsiteY780-34350" fmla="*/ 596826 h 4449429"/>
              <a:gd name="connsiteX781-34351" fmla="*/ 17060743 w 18982931"/>
              <a:gd name="connsiteY781-34352" fmla="*/ 600941 h 4449429"/>
              <a:gd name="connsiteX782-34353" fmla="*/ 17147183 w 18982931"/>
              <a:gd name="connsiteY782-34354" fmla="*/ 691493 h 4449429"/>
              <a:gd name="connsiteX783-34355" fmla="*/ 17147219 w 18982931"/>
              <a:gd name="connsiteY783-34356" fmla="*/ 704240 h 4449429"/>
              <a:gd name="connsiteX784-34357" fmla="*/ 17148515 w 18982931"/>
              <a:gd name="connsiteY784-34358" fmla="*/ 704240 h 4449429"/>
              <a:gd name="connsiteX785-34359" fmla="*/ 17148515 w 18982931"/>
              <a:gd name="connsiteY785-34360" fmla="*/ 880086 h 4449429"/>
              <a:gd name="connsiteX786-34361" fmla="*/ 17147731 w 18982931"/>
              <a:gd name="connsiteY786-34362" fmla="*/ 880086 h 4449429"/>
              <a:gd name="connsiteX787-34363" fmla="*/ 17151295 w 18982931"/>
              <a:gd name="connsiteY787-34364" fmla="*/ 2103294 h 4449429"/>
              <a:gd name="connsiteX788-34365" fmla="*/ 17151295 w 18982931"/>
              <a:gd name="connsiteY788-34366" fmla="*/ 2152686 h 4449429"/>
              <a:gd name="connsiteX789-34367" fmla="*/ 17225383 w 18982931"/>
              <a:gd name="connsiteY789-34368" fmla="*/ 2152686 h 4449429"/>
              <a:gd name="connsiteX790-34369" fmla="*/ 17225383 w 18982931"/>
              <a:gd name="connsiteY790-34370" fmla="*/ 1811053 h 4449429"/>
              <a:gd name="connsiteX791-34371" fmla="*/ 17307703 w 18982931"/>
              <a:gd name="connsiteY791-34372" fmla="*/ 1757546 h 4449429"/>
              <a:gd name="connsiteX792-34373" fmla="*/ 17307703 w 18982931"/>
              <a:gd name="connsiteY792-34374" fmla="*/ 1889260 h 4449429"/>
              <a:gd name="connsiteX793-34375" fmla="*/ 17336519 w 18982931"/>
              <a:gd name="connsiteY793-34376" fmla="*/ 1926302 h 4449429"/>
              <a:gd name="connsiteX794-34377" fmla="*/ 17381799 w 18982931"/>
              <a:gd name="connsiteY794-34378" fmla="*/ 1975695 h 4449429"/>
              <a:gd name="connsiteX795-34379" fmla="*/ 17381799 w 18982931"/>
              <a:gd name="connsiteY795-34380" fmla="*/ 2165031 h 4449429"/>
              <a:gd name="connsiteX796-34381" fmla="*/ 17562899 w 18982931"/>
              <a:gd name="connsiteY796-34382" fmla="*/ 2165031 h 4449429"/>
              <a:gd name="connsiteX797-34383" fmla="*/ 17562899 w 18982931"/>
              <a:gd name="connsiteY797-34384" fmla="*/ 2329673 h 4449429"/>
              <a:gd name="connsiteX798-34385" fmla="*/ 17575251 w 18982931"/>
              <a:gd name="connsiteY798-34386" fmla="*/ 2329673 h 4449429"/>
              <a:gd name="connsiteX799-34387" fmla="*/ 17575251 w 18982931"/>
              <a:gd name="connsiteY799-34388" fmla="*/ 2127989 h 4449429"/>
              <a:gd name="connsiteX800-34389" fmla="*/ 17591711 w 18982931"/>
              <a:gd name="connsiteY800-34390" fmla="*/ 1609370 h 4449429"/>
              <a:gd name="connsiteX801-34391" fmla="*/ 17604059 w 18982931"/>
              <a:gd name="connsiteY801-34392" fmla="*/ 1584673 h 4449429"/>
              <a:gd name="connsiteX802-34393" fmla="*/ 17711083 w 18982931"/>
              <a:gd name="connsiteY802-34394" fmla="*/ 1580555 h 4449429"/>
              <a:gd name="connsiteX803-34395" fmla="*/ 17735775 w 18982931"/>
              <a:gd name="connsiteY803-34396" fmla="*/ 1609370 h 4449429"/>
              <a:gd name="connsiteX804-34397" fmla="*/ 17772819 w 18982931"/>
              <a:gd name="connsiteY804-34398" fmla="*/ 1613483 h 4449429"/>
              <a:gd name="connsiteX805-34399" fmla="*/ 17768699 w 18982931"/>
              <a:gd name="connsiteY805-34400" fmla="*/ 1559977 h 4449429"/>
              <a:gd name="connsiteX806-34401" fmla="*/ 17772819 w 18982931"/>
              <a:gd name="connsiteY806-34402" fmla="*/ 1531163 h 4449429"/>
              <a:gd name="connsiteX807-34403" fmla="*/ 17797515 w 18982931"/>
              <a:gd name="connsiteY807-34404" fmla="*/ 1469425 h 4449429"/>
              <a:gd name="connsiteX808-34405" fmla="*/ 17797515 w 18982931"/>
              <a:gd name="connsiteY808-34406" fmla="*/ 1374754 h 4449429"/>
              <a:gd name="connsiteX809-34407" fmla="*/ 17813979 w 18982931"/>
              <a:gd name="connsiteY809-34408" fmla="*/ 1374754 h 4449429"/>
              <a:gd name="connsiteX810-34409" fmla="*/ 17834559 w 18982931"/>
              <a:gd name="connsiteY810-34410" fmla="*/ 1424146 h 4449429"/>
              <a:gd name="connsiteX811-34411" fmla="*/ 17912763 w 18982931"/>
              <a:gd name="connsiteY811-34412" fmla="*/ 1378872 h 4449429"/>
              <a:gd name="connsiteX812-34413" fmla="*/ 18069171 w 18982931"/>
              <a:gd name="connsiteY812-34414" fmla="*/ 1415914 h 4449429"/>
              <a:gd name="connsiteX813-34415" fmla="*/ 18069171 w 18982931"/>
              <a:gd name="connsiteY813-34416" fmla="*/ 1576442 h 4449429"/>
              <a:gd name="connsiteX814-34417" fmla="*/ 18237927 w 18982931"/>
              <a:gd name="connsiteY814-34418" fmla="*/ 1576442 h 4449429"/>
              <a:gd name="connsiteX815-34419" fmla="*/ 18237927 w 18982931"/>
              <a:gd name="connsiteY815-34420" fmla="*/ 1642297 h 4449429"/>
              <a:gd name="connsiteX816-34421" fmla="*/ 18270859 w 18982931"/>
              <a:gd name="connsiteY816-34422" fmla="*/ 1691690 h 4449429"/>
              <a:gd name="connsiteX817-34423" fmla="*/ 18270859 w 18982931"/>
              <a:gd name="connsiteY817-34424" fmla="*/ 1704036 h 4449429"/>
              <a:gd name="connsiteX818-34425" fmla="*/ 18274975 w 18982931"/>
              <a:gd name="connsiteY818-34426" fmla="*/ 1926302 h 4449429"/>
              <a:gd name="connsiteX819-34427" fmla="*/ 18279087 w 18982931"/>
              <a:gd name="connsiteY819-34428" fmla="*/ 1938652 h 4449429"/>
              <a:gd name="connsiteX820-34429" fmla="*/ 18320247 w 18982931"/>
              <a:gd name="connsiteY820-34430" fmla="*/ 1934533 h 4449429"/>
              <a:gd name="connsiteX821-34431" fmla="*/ 18320247 w 18982931"/>
              <a:gd name="connsiteY821-34432" fmla="*/ 1144256 h 4449429"/>
              <a:gd name="connsiteX822-34433" fmla="*/ 18303783 w 18982931"/>
              <a:gd name="connsiteY822-34434" fmla="*/ 1111328 h 4449429"/>
              <a:gd name="connsiteX823-34435" fmla="*/ 18287323 w 18982931"/>
              <a:gd name="connsiteY823-34436" fmla="*/ 1024893 h 4449429"/>
              <a:gd name="connsiteX824-34437" fmla="*/ 18336711 w 18982931"/>
              <a:gd name="connsiteY824-34438" fmla="*/ 1000197 h 4449429"/>
              <a:gd name="connsiteX825-34439" fmla="*/ 18361407 w 18982931"/>
              <a:gd name="connsiteY825-34440" fmla="*/ 996079 h 4449429"/>
              <a:gd name="connsiteX826-34441" fmla="*/ 18373759 w 18982931"/>
              <a:gd name="connsiteY826-34442" fmla="*/ 946687 h 4449429"/>
              <a:gd name="connsiteX827-34443" fmla="*/ 18534287 w 18982931"/>
              <a:gd name="connsiteY827-34444" fmla="*/ 946687 h 4449429"/>
              <a:gd name="connsiteX828-34445" fmla="*/ 18563095 w 18982931"/>
              <a:gd name="connsiteY828-34446" fmla="*/ 798510 h 4449429"/>
              <a:gd name="connsiteX829-34447" fmla="*/ 18731851 w 18982931"/>
              <a:gd name="connsiteY829-34448" fmla="*/ 806742 h 4449429"/>
              <a:gd name="connsiteX830-34449" fmla="*/ 18773011 w 18982931"/>
              <a:gd name="connsiteY830-34450" fmla="*/ 798510 h 4449429"/>
              <a:gd name="connsiteX831-34451" fmla="*/ 18822407 w 18982931"/>
              <a:gd name="connsiteY831-34452" fmla="*/ 893180 h 4449429"/>
              <a:gd name="connsiteX832-34453" fmla="*/ 18822407 w 18982931"/>
              <a:gd name="connsiteY832-34454" fmla="*/ 963151 h 4449429"/>
              <a:gd name="connsiteX833-34455" fmla="*/ 18982931 w 18982931"/>
              <a:gd name="connsiteY833-34456" fmla="*/ 983734 h 4449429"/>
              <a:gd name="connsiteX834-34457" fmla="*/ 18982931 w 18982931"/>
              <a:gd name="connsiteY834-34458" fmla="*/ 4449429 h 4449429"/>
              <a:gd name="connsiteX835-34459" fmla="*/ 11998023 w 18982931"/>
              <a:gd name="connsiteY835-34460" fmla="*/ 4449429 h 4449429"/>
              <a:gd name="connsiteX836-34461" fmla="*/ 11995198 w 18982931"/>
              <a:gd name="connsiteY836-34462" fmla="*/ 4429646 h 4449429"/>
              <a:gd name="connsiteX837-34463" fmla="*/ 11992726 w 18982931"/>
              <a:gd name="connsiteY837-34464" fmla="*/ 4449425 h 4449429"/>
              <a:gd name="connsiteX838-34465" fmla="*/ 8153658 w 18982931"/>
              <a:gd name="connsiteY838-34466" fmla="*/ 4449425 h 4449429"/>
              <a:gd name="connsiteX839-34467" fmla="*/ 8153658 w 18982931"/>
              <a:gd name="connsiteY839-34468" fmla="*/ 4449429 h 4449429"/>
              <a:gd name="connsiteX840-34469" fmla="*/ 6861227 w 18982931"/>
              <a:gd name="connsiteY840-34470" fmla="*/ 4449429 h 4449429"/>
              <a:gd name="connsiteX841-34471" fmla="*/ 6859697 w 18982931"/>
              <a:gd name="connsiteY841-34472" fmla="*/ 4432598 h 4449429"/>
              <a:gd name="connsiteX842-34473" fmla="*/ 6858292 w 18982931"/>
              <a:gd name="connsiteY842-34474" fmla="*/ 4449425 h 4449429"/>
              <a:gd name="connsiteX843-34475" fmla="*/ 7922 w 18982931"/>
              <a:gd name="connsiteY843-34476" fmla="*/ 4440866 h 4449429"/>
              <a:gd name="connsiteX844-34477" fmla="*/ 0 w 18982931"/>
              <a:gd name="connsiteY844-34478" fmla="*/ 1181446 h 4449429"/>
              <a:gd name="connsiteX845-34479" fmla="*/ 169756 w 18982931"/>
              <a:gd name="connsiteY845-34480" fmla="*/ 979616 h 4449429"/>
              <a:gd name="connsiteX846-34481" fmla="*/ 301466 w 18982931"/>
              <a:gd name="connsiteY846-34482" fmla="*/ 971384 h 4449429"/>
              <a:gd name="connsiteX847-34483" fmla="*/ 301466 w 18982931"/>
              <a:gd name="connsiteY847-34484" fmla="*/ 909640 h 4449429"/>
              <a:gd name="connsiteX848-34485" fmla="*/ 346746 w 18982931"/>
              <a:gd name="connsiteY848-34486" fmla="*/ 810855 h 4449429"/>
              <a:gd name="connsiteX849-34487" fmla="*/ 571541 w 18982931"/>
              <a:gd name="connsiteY849-34488" fmla="*/ 799909 h 4449429"/>
              <a:gd name="connsiteX850-34489" fmla="*/ 581356 w 18982931"/>
              <a:gd name="connsiteY850-34490" fmla="*/ 963151 h 4449429"/>
              <a:gd name="connsiteX851-34491" fmla="*/ 737766 w 18982931"/>
              <a:gd name="connsiteY851-34492" fmla="*/ 963151 h 4449429"/>
              <a:gd name="connsiteX852-34493" fmla="*/ 750116 w 18982931"/>
              <a:gd name="connsiteY852-34494" fmla="*/ 1012543 h 4449429"/>
              <a:gd name="connsiteX853-34495" fmla="*/ 778926 w 18982931"/>
              <a:gd name="connsiteY853-34496" fmla="*/ 1016657 h 4449429"/>
              <a:gd name="connsiteX854-34497" fmla="*/ 820087 w 18982931"/>
              <a:gd name="connsiteY854-34498" fmla="*/ 1041353 h 4449429"/>
              <a:gd name="connsiteX855-34499" fmla="*/ 820087 w 18982931"/>
              <a:gd name="connsiteY855-34500" fmla="*/ 1119560 h 4449429"/>
              <a:gd name="connsiteX856-34501" fmla="*/ 791276 w 18982931"/>
              <a:gd name="connsiteY856-34502" fmla="*/ 1193648 h 4449429"/>
              <a:gd name="connsiteX857-34503" fmla="*/ 791276 w 18982931"/>
              <a:gd name="connsiteY857-34504" fmla="*/ 1580555 h 4449429"/>
              <a:gd name="connsiteX858-34505" fmla="*/ 791276 w 18982931"/>
              <a:gd name="connsiteY858-34506" fmla="*/ 1955112 h 4449429"/>
              <a:gd name="connsiteX859-34507" fmla="*/ 840669 w 18982931"/>
              <a:gd name="connsiteY859-34508" fmla="*/ 1950998 h 4449429"/>
              <a:gd name="connsiteX860-34509" fmla="*/ 844783 w 18982931"/>
              <a:gd name="connsiteY860-34510" fmla="*/ 1720500 h 4449429"/>
              <a:gd name="connsiteX861-34511" fmla="*/ 873596 w 18982931"/>
              <a:gd name="connsiteY861-34512" fmla="*/ 1597020 h 4449429"/>
              <a:gd name="connsiteX862-34513" fmla="*/ 906526 w 18982931"/>
              <a:gd name="connsiteY862-34514" fmla="*/ 1584670 h 4449429"/>
              <a:gd name="connsiteX863-34515" fmla="*/ 1034120 w 18982931"/>
              <a:gd name="connsiteY863-34516" fmla="*/ 1584670 h 4449429"/>
              <a:gd name="connsiteX864-34517" fmla="*/ 1034120 w 18982931"/>
              <a:gd name="connsiteY864-34518" fmla="*/ 1420028 h 4449429"/>
              <a:gd name="connsiteX865-34519" fmla="*/ 1320382 w 18982931"/>
              <a:gd name="connsiteY865-34520" fmla="*/ 1408806 h 4449429"/>
              <a:gd name="connsiteX866-34521" fmla="*/ 1322242 w 18982931"/>
              <a:gd name="connsiteY866-34522" fmla="*/ 1559973 h 4449429"/>
              <a:gd name="connsiteX867-34523" fmla="*/ 1318126 w 18982931"/>
              <a:gd name="connsiteY867-34524" fmla="*/ 1576437 h 4449429"/>
              <a:gd name="connsiteX868-34525" fmla="*/ 1375751 w 18982931"/>
              <a:gd name="connsiteY868-34526" fmla="*/ 1588787 h 4449429"/>
              <a:gd name="connsiteX869-34527" fmla="*/ 1486884 w 18982931"/>
              <a:gd name="connsiteY869-34528" fmla="*/ 1588787 h 4449429"/>
              <a:gd name="connsiteX870-34529" fmla="*/ 1507466 w 18982931"/>
              <a:gd name="connsiteY870-34530" fmla="*/ 2337905 h 4449429"/>
              <a:gd name="connsiteX871-34531" fmla="*/ 1523929 w 18982931"/>
              <a:gd name="connsiteY871-34532" fmla="*/ 2337905 h 4449429"/>
              <a:gd name="connsiteX872-34533" fmla="*/ 1523929 w 18982931"/>
              <a:gd name="connsiteY872-34534" fmla="*/ 2169146 h 4449429"/>
              <a:gd name="connsiteX873-34535" fmla="*/ 1692685 w 18982931"/>
              <a:gd name="connsiteY873-34536" fmla="*/ 2169146 h 4449429"/>
              <a:gd name="connsiteX874-34537" fmla="*/ 1692685 w 18982931"/>
              <a:gd name="connsiteY874-34538" fmla="*/ 2020968 h 4449429"/>
              <a:gd name="connsiteX875-34539" fmla="*/ 1766772 w 18982931"/>
              <a:gd name="connsiteY875-34540" fmla="*/ 1922183 h 4449429"/>
              <a:gd name="connsiteX876-34541" fmla="*/ 1766772 w 18982931"/>
              <a:gd name="connsiteY876-34542" fmla="*/ 1757542 h 4449429"/>
              <a:gd name="connsiteX877-34543" fmla="*/ 1849095 w 18982931"/>
              <a:gd name="connsiteY877-34544" fmla="*/ 1757542 h 4449429"/>
              <a:gd name="connsiteX878-34545" fmla="*/ 1849095 w 18982931"/>
              <a:gd name="connsiteY878-34546" fmla="*/ 2156799 h 4449429"/>
              <a:gd name="connsiteX879-34547" fmla="*/ 1919070 w 18982931"/>
              <a:gd name="connsiteY879-34548" fmla="*/ 2156799 h 4449429"/>
              <a:gd name="connsiteX880-34549" fmla="*/ 1919070 w 18982931"/>
              <a:gd name="connsiteY880-34550" fmla="*/ 1864559 h 4449429"/>
              <a:gd name="connsiteX881-34551" fmla="*/ 1919070 w 18982931"/>
              <a:gd name="connsiteY881-34552" fmla="*/ 695608 h 4449429"/>
              <a:gd name="connsiteX882-34553" fmla="*/ 2005504 w 18982931"/>
              <a:gd name="connsiteY882-34554" fmla="*/ 609173 h 4449429"/>
              <a:gd name="connsiteX883-34555" fmla="*/ 2026085 w 18982931"/>
              <a:gd name="connsiteY883-34556" fmla="*/ 605054 h 4449429"/>
              <a:gd name="connsiteX884-34557" fmla="*/ 2100174 w 18982931"/>
              <a:gd name="connsiteY884-34558" fmla="*/ 448645 h 4449429"/>
              <a:gd name="connsiteX885-34559" fmla="*/ 2137215 w 18982931"/>
              <a:gd name="connsiteY885-34560" fmla="*/ 407485 h 4449429"/>
              <a:gd name="connsiteX886-34561" fmla="*/ 2194840 w 18982931"/>
              <a:gd name="connsiteY886-34562" fmla="*/ 337515 h 4449429"/>
              <a:gd name="connsiteX887-34563" fmla="*/ 2198958 w 18982931"/>
              <a:gd name="connsiteY887-34564" fmla="*/ 292236 h 4449429"/>
              <a:gd name="connsiteX888-34565" fmla="*/ 2240121 w 18982931"/>
              <a:gd name="connsiteY888-34566" fmla="*/ 358093 h 4449429"/>
              <a:gd name="connsiteX889-34567" fmla="*/ 2273047 w 18982931"/>
              <a:gd name="connsiteY889-34568" fmla="*/ 444532 h 4449429"/>
              <a:gd name="connsiteX890-34569" fmla="*/ 2330670 w 18982931"/>
              <a:gd name="connsiteY890-34570" fmla="*/ 563894 h 4449429"/>
              <a:gd name="connsiteX891-34571" fmla="*/ 2351248 w 18982931"/>
              <a:gd name="connsiteY891-34572" fmla="*/ 613286 h 4449429"/>
              <a:gd name="connsiteX892-34573" fmla="*/ 2429455 w 18982931"/>
              <a:gd name="connsiteY892-34574" fmla="*/ 675029 h 4449429"/>
              <a:gd name="connsiteX893-34575" fmla="*/ 2470614 w 18982931"/>
              <a:gd name="connsiteY893-34576" fmla="*/ 757350 h 4449429"/>
              <a:gd name="connsiteX894-34577" fmla="*/ 2470614 w 18982931"/>
              <a:gd name="connsiteY894-34578" fmla="*/ 1086631 h 4449429"/>
              <a:gd name="connsiteX895-34579" fmla="*/ 2470614 w 18982931"/>
              <a:gd name="connsiteY895-34580" fmla="*/ 2008622 h 4449429"/>
              <a:gd name="connsiteX896-34581" fmla="*/ 2487080 w 18982931"/>
              <a:gd name="connsiteY896-34582" fmla="*/ 2053897 h 4449429"/>
              <a:gd name="connsiteX897-34583" fmla="*/ 2499426 w 18982931"/>
              <a:gd name="connsiteY897-34584" fmla="*/ 1897488 h 4449429"/>
              <a:gd name="connsiteX898-34585" fmla="*/ 2602322 w 18982931"/>
              <a:gd name="connsiteY898-34586" fmla="*/ 1798703 h 4449429"/>
              <a:gd name="connsiteX899-34587" fmla="*/ 2836935 w 18982931"/>
              <a:gd name="connsiteY899-34588" fmla="*/ 1798703 h 4449429"/>
              <a:gd name="connsiteX900-34589" fmla="*/ 2836935 w 18982931"/>
              <a:gd name="connsiteY900-34590" fmla="*/ 1860446 h 4449429"/>
              <a:gd name="connsiteX901-34591" fmla="*/ 2836935 w 18982931"/>
              <a:gd name="connsiteY901-34592" fmla="*/ 2263816 h 4449429"/>
              <a:gd name="connsiteX902-34593" fmla="*/ 2845169 w 18982931"/>
              <a:gd name="connsiteY902-34594" fmla="*/ 2304976 h 4449429"/>
              <a:gd name="connsiteX903-34595" fmla="*/ 2861629 w 18982931"/>
              <a:gd name="connsiteY903-34596" fmla="*/ 2300858 h 4449429"/>
              <a:gd name="connsiteX904-34597" fmla="*/ 2861629 w 18982931"/>
              <a:gd name="connsiteY904-34598" fmla="*/ 2247351 h 4449429"/>
              <a:gd name="connsiteX905-34599" fmla="*/ 2869861 w 18982931"/>
              <a:gd name="connsiteY905-34600" fmla="*/ 1996272 h 4449429"/>
              <a:gd name="connsiteX906-34601" fmla="*/ 2923374 w 18982931"/>
              <a:gd name="connsiteY906-34602" fmla="*/ 1967462 h 4449429"/>
              <a:gd name="connsiteX907-34603" fmla="*/ 2939836 w 18982931"/>
              <a:gd name="connsiteY907-34604" fmla="*/ 2300858 h 4449429"/>
              <a:gd name="connsiteX908-34605" fmla="*/ 2956300 w 18982931"/>
              <a:gd name="connsiteY908-34606" fmla="*/ 2300858 h 4449429"/>
              <a:gd name="connsiteX909-34607" fmla="*/ 2989230 w 18982931"/>
              <a:gd name="connsiteY909-34608" fmla="*/ 2111521 h 4449429"/>
              <a:gd name="connsiteX910-34609" fmla="*/ 3018038 w 18982931"/>
              <a:gd name="connsiteY910-34610" fmla="*/ 2058015 h 4449429"/>
              <a:gd name="connsiteX911-34611" fmla="*/ 3034502 w 18982931"/>
              <a:gd name="connsiteY911-34612" fmla="*/ 2123871 h 4449429"/>
              <a:gd name="connsiteX912-34613" fmla="*/ 3038620 w 18982931"/>
              <a:gd name="connsiteY912-34614" fmla="*/ 2132104 h 4449429"/>
              <a:gd name="connsiteX913-34615" fmla="*/ 3088018 w 18982931"/>
              <a:gd name="connsiteY913-34616" fmla="*/ 2140336 h 4449429"/>
              <a:gd name="connsiteX914-34617" fmla="*/ 3095320 w 18982931"/>
              <a:gd name="connsiteY914-34618" fmla="*/ 2275334 h 4449429"/>
              <a:gd name="connsiteX915-34619" fmla="*/ 3162101 w 18982931"/>
              <a:gd name="connsiteY915-34620" fmla="*/ 2275334 h 4449429"/>
              <a:gd name="connsiteX916-34621" fmla="*/ 3162101 w 18982931"/>
              <a:gd name="connsiteY916-34622" fmla="*/ 1580555 h 4449429"/>
              <a:gd name="connsiteX917-34623" fmla="*/ 3162101 w 18982931"/>
              <a:gd name="connsiteY917-34624" fmla="*/ 1531163 h 4449429"/>
              <a:gd name="connsiteX918-34625" fmla="*/ 3199146 w 18982931"/>
              <a:gd name="connsiteY918-34626" fmla="*/ 1498235 h 4449429"/>
              <a:gd name="connsiteX919-34627" fmla="*/ 3281469 w 18982931"/>
              <a:gd name="connsiteY919-34628" fmla="*/ 1498235 h 4449429"/>
              <a:gd name="connsiteX920-34629" fmla="*/ 3281469 w 18982931"/>
              <a:gd name="connsiteY920-34630" fmla="*/ 1325362 h 4449429"/>
              <a:gd name="connsiteX921-34631" fmla="*/ 3343207 w 18982931"/>
              <a:gd name="connsiteY921-34632" fmla="*/ 1263619 h 4449429"/>
              <a:gd name="connsiteX922-34633" fmla="*/ 3544891 w 18982931"/>
              <a:gd name="connsiteY922-34634" fmla="*/ 1263619 h 4449429"/>
              <a:gd name="connsiteX923-34635" fmla="*/ 3544891 w 18982931"/>
              <a:gd name="connsiteY923-34636" fmla="*/ 712071 h 4449429"/>
              <a:gd name="connsiteX924-34637" fmla="*/ 3561357 w 18982931"/>
              <a:gd name="connsiteY924-34638" fmla="*/ 555662 h 4449429"/>
              <a:gd name="connsiteX925-34639" fmla="*/ 3606633 w 18982931"/>
              <a:gd name="connsiteY925-34640" fmla="*/ 316933 h 4449429"/>
              <a:gd name="connsiteX926-34641" fmla="*/ 3614865 w 18982931"/>
              <a:gd name="connsiteY926-34642" fmla="*/ 279891 h 4449429"/>
              <a:gd name="connsiteX927-34643" fmla="*/ 3676603 w 18982931"/>
              <a:gd name="connsiteY927-34644" fmla="*/ 341628 h 4449429"/>
              <a:gd name="connsiteX928-34645" fmla="*/ 3684835 w 18982931"/>
              <a:gd name="connsiteY928-34646" fmla="*/ 386907 h 4449429"/>
              <a:gd name="connsiteX929-34647" fmla="*/ 3742460 w 18982931"/>
              <a:gd name="connsiteY929-34648" fmla="*/ 481574 h 4449429"/>
              <a:gd name="connsiteX930-34649" fmla="*/ 3763042 w 18982931"/>
              <a:gd name="connsiteY930-34650" fmla="*/ 703838 h 4449429"/>
              <a:gd name="connsiteX931-34651" fmla="*/ 3763042 w 18982931"/>
              <a:gd name="connsiteY931-34652" fmla="*/ 1144256 h 4449429"/>
              <a:gd name="connsiteX932-34653" fmla="*/ 3771275 w 18982931"/>
              <a:gd name="connsiteY932-34654" fmla="*/ 1181298 h 4449429"/>
              <a:gd name="connsiteX933-34655" fmla="*/ 3775390 w 18982931"/>
              <a:gd name="connsiteY933-34656" fmla="*/ 1115443 h 4449429"/>
              <a:gd name="connsiteX934-34657" fmla="*/ 3923568 w 18982931"/>
              <a:gd name="connsiteY934-34658" fmla="*/ 996079 h 4449429"/>
              <a:gd name="connsiteX935-34659" fmla="*/ 3940029 w 18982931"/>
              <a:gd name="connsiteY935-34660" fmla="*/ 1020776 h 4449429"/>
              <a:gd name="connsiteX936-34661" fmla="*/ 3960611 w 18982931"/>
              <a:gd name="connsiteY936-34662" fmla="*/ 1321244 h 4449429"/>
              <a:gd name="connsiteX937-34663" fmla="*/ 3960611 w 18982931"/>
              <a:gd name="connsiteY937-34664" fmla="*/ 1584670 h 4449429"/>
              <a:gd name="connsiteX938-34665" fmla="*/ 3977076 w 18982931"/>
              <a:gd name="connsiteY938-34666" fmla="*/ 1625830 h 4449429"/>
              <a:gd name="connsiteX939-34667" fmla="*/ 4010007 w 18982931"/>
              <a:gd name="connsiteY939-34668" fmla="*/ 1666990 h 4449429"/>
              <a:gd name="connsiteX940-34669" fmla="*/ 4055279 w 18982931"/>
              <a:gd name="connsiteY940-34670" fmla="*/ 1819286 h 4449429"/>
              <a:gd name="connsiteX941-34671" fmla="*/ 4104670 w 18982931"/>
              <a:gd name="connsiteY941-34672" fmla="*/ 1819286 h 4449429"/>
              <a:gd name="connsiteX942-34673" fmla="*/ 4108788 w 18982931"/>
              <a:gd name="connsiteY942-34674" fmla="*/ 1741079 h 4449429"/>
              <a:gd name="connsiteX943-34675" fmla="*/ 4211689 w 18982931"/>
              <a:gd name="connsiteY943-34676" fmla="*/ 1741079 h 4449429"/>
              <a:gd name="connsiteX944-34677" fmla="*/ 4252847 w 18982931"/>
              <a:gd name="connsiteY944-34678" fmla="*/ 1559973 h 4449429"/>
              <a:gd name="connsiteX945-34679" fmla="*/ 4265197 w 18982931"/>
              <a:gd name="connsiteY945-34680" fmla="*/ 1559973 h 4449429"/>
              <a:gd name="connsiteX946-34681" fmla="*/ 4277546 w 18982931"/>
              <a:gd name="connsiteY946-34682" fmla="*/ 1592900 h 4449429"/>
              <a:gd name="connsiteX947-34683" fmla="*/ 4302239 w 18982931"/>
              <a:gd name="connsiteY947-34684" fmla="*/ 1708150 h 4449429"/>
              <a:gd name="connsiteX948-34685" fmla="*/ 4368100 w 18982931"/>
              <a:gd name="connsiteY948-34686" fmla="*/ 1741079 h 4449429"/>
              <a:gd name="connsiteX949-34687" fmla="*/ 4363984 w 18982931"/>
              <a:gd name="connsiteY949-34688" fmla="*/ 1634062 h 4449429"/>
              <a:gd name="connsiteX950-34689" fmla="*/ 4372218 w 18982931"/>
              <a:gd name="connsiteY950-34690" fmla="*/ 839670 h 4449429"/>
              <a:gd name="connsiteX951-34691" fmla="*/ 4442184 w 18982931"/>
              <a:gd name="connsiteY951-34692" fmla="*/ 279891 h 4449429"/>
              <a:gd name="connsiteX952-34693" fmla="*/ 4479230 w 18982931"/>
              <a:gd name="connsiteY952-34694" fmla="*/ 234611 h 4449429"/>
              <a:gd name="connsiteX953-34695" fmla="*/ 4520394 w 18982931"/>
              <a:gd name="connsiteY953-34696" fmla="*/ 284004 h 4449429"/>
              <a:gd name="connsiteX954-34697" fmla="*/ 4549200 w 18982931"/>
              <a:gd name="connsiteY954-34698" fmla="*/ 440413 h 4449429"/>
              <a:gd name="connsiteX955-34699" fmla="*/ 4680914 w 18982931"/>
              <a:gd name="connsiteY955-34700" fmla="*/ 395140 h 4449429"/>
              <a:gd name="connsiteX956-34701" fmla="*/ 4759121 w 18982931"/>
              <a:gd name="connsiteY956-34702" fmla="*/ 460995 h 4449429"/>
              <a:gd name="connsiteX957-34703" fmla="*/ 4771466 w 18982931"/>
              <a:gd name="connsiteY957-34704" fmla="*/ 493924 h 4449429"/>
              <a:gd name="connsiteX958-34705" fmla="*/ 4888657 w 18982931"/>
              <a:gd name="connsiteY958-34706" fmla="*/ 747622 h 4449429"/>
              <a:gd name="connsiteX959-34707" fmla="*/ 4888893 w 18982931"/>
              <a:gd name="connsiteY959-34708" fmla="*/ 807315 h 4449429"/>
              <a:gd name="connsiteX960-34709" fmla="*/ 4856617 w 18982931"/>
              <a:gd name="connsiteY960-34710" fmla="*/ 807315 h 4449429"/>
              <a:gd name="connsiteX961-34711" fmla="*/ 4856617 w 18982931"/>
              <a:gd name="connsiteY961-34712" fmla="*/ 944475 h 4449429"/>
              <a:gd name="connsiteX962-34713" fmla="*/ 4888332 w 18982931"/>
              <a:gd name="connsiteY962-34714" fmla="*/ 944475 h 4449429"/>
              <a:gd name="connsiteX963-34715" fmla="*/ 4888325 w 18982931"/>
              <a:gd name="connsiteY963-34716" fmla="*/ 945600 h 4449429"/>
              <a:gd name="connsiteX964-34717" fmla="*/ 4890835 w 18982931"/>
              <a:gd name="connsiteY964-34718" fmla="*/ 1609365 h 4449429"/>
              <a:gd name="connsiteX965-34719" fmla="*/ 4952574 w 18982931"/>
              <a:gd name="connsiteY965-34720" fmla="*/ 1617597 h 4449429"/>
              <a:gd name="connsiteX966-34721" fmla="*/ 4952574 w 18982931"/>
              <a:gd name="connsiteY966-34722" fmla="*/ 1868678 h 4449429"/>
              <a:gd name="connsiteX967-34723" fmla="*/ 4956691 w 18982931"/>
              <a:gd name="connsiteY967-34724" fmla="*/ 1905720 h 4449429"/>
              <a:gd name="connsiteX968-34725" fmla="*/ 4981387 w 18982931"/>
              <a:gd name="connsiteY968-34726" fmla="*/ 1967462 h 4449429"/>
              <a:gd name="connsiteX969-34727" fmla="*/ 4981387 w 18982931"/>
              <a:gd name="connsiteY969-34728" fmla="*/ 2058015 h 4449429"/>
              <a:gd name="connsiteX970-34729" fmla="*/ 5001966 w 18982931"/>
              <a:gd name="connsiteY970-34730" fmla="*/ 2086824 h 4449429"/>
              <a:gd name="connsiteX971-34731" fmla="*/ 5018429 w 18982931"/>
              <a:gd name="connsiteY971-34732" fmla="*/ 2078592 h 4449429"/>
              <a:gd name="connsiteX972-34733" fmla="*/ 5018429 w 18982931"/>
              <a:gd name="connsiteY972-34734" fmla="*/ 1881023 h 4449429"/>
              <a:gd name="connsiteX973-34735" fmla="*/ 5018429 w 18982931"/>
              <a:gd name="connsiteY973-34736" fmla="*/ 1366522 h 4449429"/>
              <a:gd name="connsiteX974-34737" fmla="*/ 5034894 w 18982931"/>
              <a:gd name="connsiteY974-34738" fmla="*/ 864367 h 4449429"/>
              <a:gd name="connsiteX975-34739" fmla="*/ 5067821 w 18982931"/>
              <a:gd name="connsiteY975-34740" fmla="*/ 197569 h 4449429"/>
              <a:gd name="connsiteX976-34741" fmla="*/ 5080173 w 18982931"/>
              <a:gd name="connsiteY976-34742" fmla="*/ 102899 h 4449429"/>
              <a:gd name="connsiteX977-34743" fmla="*/ 5216000 w 18982931"/>
              <a:gd name="connsiteY977-34744" fmla="*/ 37042 h 4449429"/>
              <a:gd name="connsiteX978-34745" fmla="*/ 5248927 w 18982931"/>
              <a:gd name="connsiteY978-34746" fmla="*/ 69972 h 4449429"/>
              <a:gd name="connsiteX979-34747" fmla="*/ 5372409 w 18982931"/>
              <a:gd name="connsiteY979-34748" fmla="*/ 69972 h 4449429"/>
              <a:gd name="connsiteX980-34749" fmla="*/ 5434151 w 18982931"/>
              <a:gd name="connsiteY980-34750" fmla="*/ 131714 h 4449429"/>
              <a:gd name="connsiteX981-34751" fmla="*/ 5434151 w 18982931"/>
              <a:gd name="connsiteY981-34752" fmla="*/ 382788 h 4449429"/>
              <a:gd name="connsiteX982-34753" fmla="*/ 5434151 w 18982931"/>
              <a:gd name="connsiteY982-34754" fmla="*/ 683261 h 4449429"/>
              <a:gd name="connsiteX983-34755" fmla="*/ 5545282 w 18982931"/>
              <a:gd name="connsiteY983-34756" fmla="*/ 687375 h 4449429"/>
              <a:gd name="connsiteX984-34757" fmla="*/ 5545282 w 18982931"/>
              <a:gd name="connsiteY984-34758" fmla="*/ 1045471 h 4449429"/>
              <a:gd name="connsiteX985-34759" fmla="*/ 5676994 w 18982931"/>
              <a:gd name="connsiteY985-34760" fmla="*/ 1045471 h 4449429"/>
              <a:gd name="connsiteX986-34761" fmla="*/ 5685227 w 18982931"/>
              <a:gd name="connsiteY986-34762" fmla="*/ 1103096 h 4449429"/>
              <a:gd name="connsiteX987-34763" fmla="*/ 5759314 w 18982931"/>
              <a:gd name="connsiteY987-34764" fmla="*/ 1193648 h 4449429"/>
              <a:gd name="connsiteX988-34765" fmla="*/ 5759314 w 18982931"/>
              <a:gd name="connsiteY988-34766" fmla="*/ 1395331 h 4449429"/>
              <a:gd name="connsiteX989-34767" fmla="*/ 5825171 w 18982931"/>
              <a:gd name="connsiteY989-34768" fmla="*/ 1395331 h 4449429"/>
              <a:gd name="connsiteX990-34769" fmla="*/ 5903378 w 18982931"/>
              <a:gd name="connsiteY990-34770" fmla="*/ 1477653 h 4449429"/>
              <a:gd name="connsiteX991-34771" fmla="*/ 5903378 w 18982931"/>
              <a:gd name="connsiteY991-34772" fmla="*/ 1918070 h 4449429"/>
              <a:gd name="connsiteX992-34773" fmla="*/ 5936306 w 18982931"/>
              <a:gd name="connsiteY992-34774" fmla="*/ 1975695 h 4449429"/>
              <a:gd name="connsiteX993-34775" fmla="*/ 5965115 w 18982931"/>
              <a:gd name="connsiteY993-34776" fmla="*/ 1275969 h 4449429"/>
              <a:gd name="connsiteX994-34777" fmla="*/ 5969235 w 18982931"/>
              <a:gd name="connsiteY994-34778" fmla="*/ 1238922 h 4449429"/>
              <a:gd name="connsiteX995-34779" fmla="*/ 6166804 w 18982931"/>
              <a:gd name="connsiteY995-34780" fmla="*/ 1238922 h 4449429"/>
              <a:gd name="connsiteX996-34781" fmla="*/ 6216196 w 18982931"/>
              <a:gd name="connsiteY996-34782" fmla="*/ 1288315 h 4449429"/>
              <a:gd name="connsiteX997-34783" fmla="*/ 6236774 w 18982931"/>
              <a:gd name="connsiteY997-34784" fmla="*/ 1428261 h 4449429"/>
              <a:gd name="connsiteX998-34785" fmla="*/ 6273821 w 18982931"/>
              <a:gd name="connsiteY998-34786" fmla="*/ 1498235 h 4449429"/>
              <a:gd name="connsiteX999-34787" fmla="*/ 6273821 w 18982931"/>
              <a:gd name="connsiteY999-34788" fmla="*/ 2230888 h 4449429"/>
              <a:gd name="connsiteX1000-34789" fmla="*/ 6277935 w 18982931"/>
              <a:gd name="connsiteY1000-34790" fmla="*/ 2280280 h 4449429"/>
              <a:gd name="connsiteX1001-34791" fmla="*/ 6319095 w 18982931"/>
              <a:gd name="connsiteY1001-34792" fmla="*/ 2193841 h 4449429"/>
              <a:gd name="connsiteX1002-34793" fmla="*/ 6364373 w 18982931"/>
              <a:gd name="connsiteY1002-34794" fmla="*/ 2288513 h 4449429"/>
              <a:gd name="connsiteX1003-34795" fmla="*/ 6389068 w 18982931"/>
              <a:gd name="connsiteY1003-34796" fmla="*/ 2313208 h 4449429"/>
              <a:gd name="connsiteX1004-34797" fmla="*/ 6541355 w 18982931"/>
              <a:gd name="connsiteY1004-34798" fmla="*/ 2313208 h 4449429"/>
              <a:gd name="connsiteX1005-34799" fmla="*/ 6541355 w 18982931"/>
              <a:gd name="connsiteY1005-34800" fmla="*/ 2148567 h 4449429"/>
              <a:gd name="connsiteX1006-34801" fmla="*/ 6660723 w 18982931"/>
              <a:gd name="connsiteY1006-34802" fmla="*/ 2148567 h 4449429"/>
              <a:gd name="connsiteX1007-34803" fmla="*/ 6660723 w 18982931"/>
              <a:gd name="connsiteY1007-34804" fmla="*/ 2259698 h 4449429"/>
              <a:gd name="connsiteX1008-34805" fmla="*/ 6705999 w 18982931"/>
              <a:gd name="connsiteY1008-34806" fmla="*/ 2551938 h 4449429"/>
              <a:gd name="connsiteX1009-34807" fmla="*/ 6714228 w 18982931"/>
              <a:gd name="connsiteY1009-34808" fmla="*/ 2580748 h 4449429"/>
              <a:gd name="connsiteX1010-34809" fmla="*/ 6722461 w 18982931"/>
              <a:gd name="connsiteY1010-34810" fmla="*/ 2576634 h 4449429"/>
              <a:gd name="connsiteX1011-34811" fmla="*/ 6751278 w 18982931"/>
              <a:gd name="connsiteY1011-34812" fmla="*/ 2263816 h 4449429"/>
              <a:gd name="connsiteX1012-34813" fmla="*/ 6800669 w 18982931"/>
              <a:gd name="connsiteY1012-34814" fmla="*/ 2255583 h 4449429"/>
              <a:gd name="connsiteX1013-34815" fmla="*/ 6837709 w 18982931"/>
              <a:gd name="connsiteY1013-34816" fmla="*/ 2181496 h 4449429"/>
              <a:gd name="connsiteX1014-34817" fmla="*/ 6841831 w 18982931"/>
              <a:gd name="connsiteY1014-34818" fmla="*/ 2152681 h 4449429"/>
              <a:gd name="connsiteX1015-34819" fmla="*/ 6845941 w 18982931"/>
              <a:gd name="connsiteY1015-34820" fmla="*/ 2115639 h 4449429"/>
              <a:gd name="connsiteX1016-34821" fmla="*/ 6857139 w 18982931"/>
              <a:gd name="connsiteY1016-34822" fmla="*/ 2115639 h 4449429"/>
              <a:gd name="connsiteX1017-34823" fmla="*/ 6899298 w 18982931"/>
              <a:gd name="connsiteY1017-34824" fmla="*/ 2109470 h 4449429"/>
              <a:gd name="connsiteX1018-34825" fmla="*/ 6922965 w 18982931"/>
              <a:gd name="connsiteY1018-34826" fmla="*/ 2140339 h 4449429"/>
              <a:gd name="connsiteX1019-34827" fmla="*/ 7009406 w 18982931"/>
              <a:gd name="connsiteY1019-34828" fmla="*/ 2070365 h 4449429"/>
              <a:gd name="connsiteX1020-34829" fmla="*/ 7145231 w 18982931"/>
              <a:gd name="connsiteY1020-34830" fmla="*/ 2066247 h 4449429"/>
              <a:gd name="connsiteX1021-34831" fmla="*/ 7145231 w 18982931"/>
              <a:gd name="connsiteY1021-34832" fmla="*/ 1901605 h 4449429"/>
              <a:gd name="connsiteX1022-34833" fmla="*/ 7145231 w 18982931"/>
              <a:gd name="connsiteY1022-34834" fmla="*/ 1769896 h 4449429"/>
              <a:gd name="connsiteX1023-34835" fmla="*/ 7215204 w 18982931"/>
              <a:gd name="connsiteY1023-34836" fmla="*/ 1597024 h 4449429"/>
              <a:gd name="connsiteX1024-34837" fmla="*/ 7285174 w 18982931"/>
              <a:gd name="connsiteY1024-34838" fmla="*/ 1753433 h 4449429"/>
              <a:gd name="connsiteX1025-34839" fmla="*/ 7297524 w 18982931"/>
              <a:gd name="connsiteY1025-34840" fmla="*/ 2062134 h 4449429"/>
              <a:gd name="connsiteX1026-34841" fmla="*/ 7367494 w 18982931"/>
              <a:gd name="connsiteY1026-34842" fmla="*/ 2066247 h 4449429"/>
              <a:gd name="connsiteX1027-34843" fmla="*/ 7371610 w 18982931"/>
              <a:gd name="connsiteY1027-34844" fmla="*/ 2148567 h 4449429"/>
              <a:gd name="connsiteX1028-34845" fmla="*/ 7462167 w 18982931"/>
              <a:gd name="connsiteY1028-34846" fmla="*/ 2148567 h 4449429"/>
              <a:gd name="connsiteX1029-34847" fmla="*/ 7462167 w 18982931"/>
              <a:gd name="connsiteY1029-34848" fmla="*/ 2095061 h 4449429"/>
              <a:gd name="connsiteX1030-34849" fmla="*/ 7462167 w 18982931"/>
              <a:gd name="connsiteY1030-34850" fmla="*/ 1597024 h 4449429"/>
              <a:gd name="connsiteX1031-34851" fmla="*/ 7482743 w 18982931"/>
              <a:gd name="connsiteY1031-34852" fmla="*/ 1008430 h 4449429"/>
              <a:gd name="connsiteX1032-34853" fmla="*/ 7495096 w 18982931"/>
              <a:gd name="connsiteY1032-34854" fmla="*/ 921991 h 4449429"/>
              <a:gd name="connsiteX1033-34855" fmla="*/ 7536254 w 18982931"/>
              <a:gd name="connsiteY1033-34856" fmla="*/ 934341 h 4449429"/>
              <a:gd name="connsiteX1034-34857" fmla="*/ 7577416 w 18982931"/>
              <a:gd name="connsiteY1034-34858" fmla="*/ 563899 h 4449429"/>
              <a:gd name="connsiteX1035-34859" fmla="*/ 7589759 w 18982931"/>
              <a:gd name="connsiteY1035-34860" fmla="*/ 563899 h 4449429"/>
              <a:gd name="connsiteX1036-34861" fmla="*/ 7639153 w 18982931"/>
              <a:gd name="connsiteY1036-34862" fmla="*/ 975501 h 4449429"/>
              <a:gd name="connsiteX1037-34863" fmla="*/ 7655614 w 18982931"/>
              <a:gd name="connsiteY1037-34864" fmla="*/ 926109 h 4449429"/>
              <a:gd name="connsiteX1038-34865" fmla="*/ 7667968 w 18982931"/>
              <a:gd name="connsiteY1038-34866" fmla="*/ 926109 h 4449429"/>
              <a:gd name="connsiteX1039-34867" fmla="*/ 7676196 w 18982931"/>
              <a:gd name="connsiteY1039-34868" fmla="*/ 1037243 h 4449429"/>
              <a:gd name="connsiteX1040-34869" fmla="*/ 7676196 w 18982931"/>
              <a:gd name="connsiteY1040-34870" fmla="*/ 2049787 h 4449429"/>
              <a:gd name="connsiteX1041-34871" fmla="*/ 7705009 w 18982931"/>
              <a:gd name="connsiteY1041-34872" fmla="*/ 2267935 h 4449429"/>
              <a:gd name="connsiteX1042-34873" fmla="*/ 7750287 w 18982931"/>
              <a:gd name="connsiteY1042-34874" fmla="*/ 2469622 h 4449429"/>
              <a:gd name="connsiteX1043-34875" fmla="*/ 7849072 w 18982931"/>
              <a:gd name="connsiteY1043-34876" fmla="*/ 2469622 h 4449429"/>
              <a:gd name="connsiteX1044-34877" fmla="*/ 7849072 w 18982931"/>
              <a:gd name="connsiteY1044-34878" fmla="*/ 2284398 h 4449429"/>
              <a:gd name="connsiteX1045-34879" fmla="*/ 7919042 w 18982931"/>
              <a:gd name="connsiteY1045-34880" fmla="*/ 2284398 h 4449429"/>
              <a:gd name="connsiteX1046-34881" fmla="*/ 7919042 w 18982931"/>
              <a:gd name="connsiteY1046-34882" fmla="*/ 2473736 h 4449429"/>
              <a:gd name="connsiteX1047-34883" fmla="*/ 8108380 w 18982931"/>
              <a:gd name="connsiteY1047-34884" fmla="*/ 2473736 h 4449429"/>
              <a:gd name="connsiteX1048-34885" fmla="*/ 8142338 w 18982931"/>
              <a:gd name="connsiteY1048-34886" fmla="*/ 2481454 h 4449429"/>
              <a:gd name="connsiteX1049-34887" fmla="*/ 8144242 w 18982931"/>
              <a:gd name="connsiteY1049-34888" fmla="*/ 2485067 h 4449429"/>
              <a:gd name="connsiteX1050-34889" fmla="*/ 8144242 w 18982931"/>
              <a:gd name="connsiteY1050-34890" fmla="*/ 1280084 h 4449429"/>
              <a:gd name="connsiteX1051-34891" fmla="*/ 8189518 w 18982931"/>
              <a:gd name="connsiteY1051-34892" fmla="*/ 1115443 h 4449429"/>
              <a:gd name="connsiteX1052-34893" fmla="*/ 8230679 w 18982931"/>
              <a:gd name="connsiteY1052-34894" fmla="*/ 1090746 h 4449429"/>
              <a:gd name="connsiteX1053-34895" fmla="*/ 8477642 w 18982931"/>
              <a:gd name="connsiteY1053-34896" fmla="*/ 1090746 h 4449429"/>
              <a:gd name="connsiteX1054-34897" fmla="*/ 8518799 w 18982931"/>
              <a:gd name="connsiteY1054-34898" fmla="*/ 1111328 h 4449429"/>
              <a:gd name="connsiteX1055-34899" fmla="*/ 8568194 w 18982931"/>
              <a:gd name="connsiteY1055-34900" fmla="*/ 1288315 h 4449429"/>
              <a:gd name="connsiteX1056-34901" fmla="*/ 8572304 w 18982931"/>
              <a:gd name="connsiteY1056-34902" fmla="*/ 2152681 h 4449429"/>
              <a:gd name="connsiteX1057-34903" fmla="*/ 8572304 w 18982931"/>
              <a:gd name="connsiteY1057-34904" fmla="*/ 2222656 h 4449429"/>
              <a:gd name="connsiteX1058-34905" fmla="*/ 8827499 w 18982931"/>
              <a:gd name="connsiteY1058-34906" fmla="*/ 2222656 h 4449429"/>
              <a:gd name="connsiteX1059-34907" fmla="*/ 8827499 w 18982931"/>
              <a:gd name="connsiteY1059-34908" fmla="*/ 2053897 h 4449429"/>
              <a:gd name="connsiteX1060-34909" fmla="*/ 8827499 w 18982931"/>
              <a:gd name="connsiteY1060-34910" fmla="*/ 1996272 h 4449429"/>
              <a:gd name="connsiteX1061-34911" fmla="*/ 8926285 w 18982931"/>
              <a:gd name="connsiteY1061-34912" fmla="*/ 1876910 h 4449429"/>
              <a:gd name="connsiteX1062-34913" fmla="*/ 8926285 w 18982931"/>
              <a:gd name="connsiteY1062-34914" fmla="*/ 1757542 h 4449429"/>
              <a:gd name="connsiteX1063-34915" fmla="*/ 8926285 w 18982931"/>
              <a:gd name="connsiteY1063-34916" fmla="*/ 1527045 h 4449429"/>
              <a:gd name="connsiteX1064-34917" fmla="*/ 8950980 w 18982931"/>
              <a:gd name="connsiteY1064-34918" fmla="*/ 1432378 h 4449429"/>
              <a:gd name="connsiteX1065-34919" fmla="*/ 8950980 w 18982931"/>
              <a:gd name="connsiteY1065-34920" fmla="*/ 1424146 h 4449429"/>
              <a:gd name="connsiteX1066-34921" fmla="*/ 8983911 w 18982931"/>
              <a:gd name="connsiteY1066-34922" fmla="*/ 1107210 h 4449429"/>
              <a:gd name="connsiteX1067-34923" fmla="*/ 8992140 w 18982931"/>
              <a:gd name="connsiteY1067-34924" fmla="*/ 1049586 h 4449429"/>
              <a:gd name="connsiteX1068-34925" fmla="*/ 9012723 w 18982931"/>
              <a:gd name="connsiteY1068-34926" fmla="*/ 1049586 h 4449429"/>
              <a:gd name="connsiteX1069-34927" fmla="*/ 9049767 w 18982931"/>
              <a:gd name="connsiteY1069-34928" fmla="*/ 1325362 h 4449429"/>
              <a:gd name="connsiteX1070-34929" fmla="*/ 9115624 w 18982931"/>
              <a:gd name="connsiteY1070-34930" fmla="*/ 1329476 h 4449429"/>
              <a:gd name="connsiteX1071-34931" fmla="*/ 9165014 w 18982931"/>
              <a:gd name="connsiteY1071-34932" fmla="*/ 1436493 h 4449429"/>
              <a:gd name="connsiteX1072-34933" fmla="*/ 9181479 w 18982931"/>
              <a:gd name="connsiteY1072-34934" fmla="*/ 1494116 h 4449429"/>
              <a:gd name="connsiteX1073-34935" fmla="*/ 9181479 w 18982931"/>
              <a:gd name="connsiteY1073-34936" fmla="*/ 1823399 h 4449429"/>
              <a:gd name="connsiteX1074-34937" fmla="*/ 9181479 w 18982931"/>
              <a:gd name="connsiteY1074-34938" fmla="*/ 1881023 h 4449429"/>
              <a:gd name="connsiteX1075-34939" fmla="*/ 9280267 w 18982931"/>
              <a:gd name="connsiteY1075-34940" fmla="*/ 1881023 h 4449429"/>
              <a:gd name="connsiteX1076-34941" fmla="*/ 9280267 w 18982931"/>
              <a:gd name="connsiteY1076-34942" fmla="*/ 1815166 h 4449429"/>
              <a:gd name="connsiteX1077-34943" fmla="*/ 9280267 w 18982931"/>
              <a:gd name="connsiteY1077-34944" fmla="*/ 304587 h 4449429"/>
              <a:gd name="connsiteX1078-34945" fmla="*/ 9346122 w 18982931"/>
              <a:gd name="connsiteY1078-34946" fmla="*/ 238731 h 4449429"/>
              <a:gd name="connsiteX1079-34947" fmla="*/ 9453137 w 18982931"/>
              <a:gd name="connsiteY1079-34948" fmla="*/ 341628 h 4449429"/>
              <a:gd name="connsiteX1080-34949" fmla="*/ 9453137 w 18982931"/>
              <a:gd name="connsiteY1080-34950" fmla="*/ 1815166 h 4449429"/>
              <a:gd name="connsiteX1081-34951" fmla="*/ 9453137 w 18982931"/>
              <a:gd name="connsiteY1081-34952" fmla="*/ 1876910 h 4449429"/>
              <a:gd name="connsiteX1082-34953" fmla="*/ 9551919 w 18982931"/>
              <a:gd name="connsiteY1082-34954" fmla="*/ 1876910 h 4449429"/>
              <a:gd name="connsiteX1083-34955" fmla="*/ 9551919 w 18982931"/>
              <a:gd name="connsiteY1083-34956" fmla="*/ 1724614 h 4449429"/>
              <a:gd name="connsiteX1084-34957" fmla="*/ 9551919 w 18982931"/>
              <a:gd name="connsiteY1084-34958" fmla="*/ 1481771 h 4449429"/>
              <a:gd name="connsiteX1085-34959" fmla="*/ 9597198 w 18982931"/>
              <a:gd name="connsiteY1085-34960" fmla="*/ 1374754 h 4449429"/>
              <a:gd name="connsiteX1086-34961" fmla="*/ 9613662 w 18982931"/>
              <a:gd name="connsiteY1086-34962" fmla="*/ 1325362 h 4449429"/>
              <a:gd name="connsiteX1087-34963" fmla="*/ 9683632 w 18982931"/>
              <a:gd name="connsiteY1087-34964" fmla="*/ 1325362 h 4449429"/>
              <a:gd name="connsiteX1088-34965" fmla="*/ 9683632 w 18982931"/>
              <a:gd name="connsiteY1088-34966" fmla="*/ 1522931 h 4449429"/>
              <a:gd name="connsiteX1089-34967" fmla="*/ 9819464 w 18982931"/>
              <a:gd name="connsiteY1089-34968" fmla="*/ 1522931 h 4449429"/>
              <a:gd name="connsiteX1090-34969" fmla="*/ 9819464 w 18982931"/>
              <a:gd name="connsiteY1090-34970" fmla="*/ 1720501 h 4449429"/>
              <a:gd name="connsiteX1091-34971" fmla="*/ 9819464 w 18982931"/>
              <a:gd name="connsiteY1091-34972" fmla="*/ 1835749 h 4449429"/>
              <a:gd name="connsiteX1092-34973" fmla="*/ 9868856 w 18982931"/>
              <a:gd name="connsiteY1092-34974" fmla="*/ 1885142 h 4449429"/>
              <a:gd name="connsiteX1093-34975" fmla="*/ 9922361 w 18982931"/>
              <a:gd name="connsiteY1093-34976" fmla="*/ 1938648 h 4449429"/>
              <a:gd name="connsiteX1094-34977" fmla="*/ 9922361 w 18982931"/>
              <a:gd name="connsiteY1094-34978" fmla="*/ 2226770 h 4449429"/>
              <a:gd name="connsiteX1095-34979" fmla="*/ 10189906 w 18982931"/>
              <a:gd name="connsiteY1095-34980" fmla="*/ 2226770 h 4449429"/>
              <a:gd name="connsiteX1096-34981" fmla="*/ 10189906 w 18982931"/>
              <a:gd name="connsiteY1096-34982" fmla="*/ 1864559 h 4449429"/>
              <a:gd name="connsiteX1097-34983" fmla="*/ 10251644 w 18982931"/>
              <a:gd name="connsiteY1097-34984" fmla="*/ 1852213 h 4449429"/>
              <a:gd name="connsiteX1098-34985" fmla="*/ 10251644 w 18982931"/>
              <a:gd name="connsiteY1098-34986" fmla="*/ 1465306 h 4449429"/>
              <a:gd name="connsiteX1099-34987" fmla="*/ 10198137 w 18982931"/>
              <a:gd name="connsiteY1099-34988" fmla="*/ 1461188 h 4449429"/>
              <a:gd name="connsiteX1100-34989" fmla="*/ 10198137 w 18982931"/>
              <a:gd name="connsiteY1100-34990" fmla="*/ 1317129 h 4449429"/>
              <a:gd name="connsiteX1101-34991" fmla="*/ 10572694 w 18982931"/>
              <a:gd name="connsiteY1101-34992" fmla="*/ 1317129 h 4449429"/>
              <a:gd name="connsiteX1102-34993" fmla="*/ 10572694 w 18982931"/>
              <a:gd name="connsiteY1102-34994" fmla="*/ 2140336 h 4449429"/>
              <a:gd name="connsiteX1103-34995" fmla="*/ 10642669 w 18982931"/>
              <a:gd name="connsiteY1103-34996" fmla="*/ 2144449 h 4449429"/>
              <a:gd name="connsiteX1104-34997" fmla="*/ 10642669 w 18982931"/>
              <a:gd name="connsiteY1104-34998" fmla="*/ 2477849 h 4449429"/>
              <a:gd name="connsiteX1105-34999" fmla="*/ 10885512 w 18982931"/>
              <a:gd name="connsiteY1105-35000" fmla="*/ 2477849 h 4449429"/>
              <a:gd name="connsiteX1106-35001" fmla="*/ 10885512 w 18982931"/>
              <a:gd name="connsiteY1106-35002" fmla="*/ 2292626 h 4449429"/>
              <a:gd name="connsiteX1107-35003" fmla="*/ 10959601 w 18982931"/>
              <a:gd name="connsiteY1107-35004" fmla="*/ 2292626 h 4449429"/>
              <a:gd name="connsiteX1108-35005" fmla="*/ 10959601 w 18982931"/>
              <a:gd name="connsiteY1108-35006" fmla="*/ 2477849 h 4449429"/>
              <a:gd name="connsiteX1109-35007" fmla="*/ 11066618 w 18982931"/>
              <a:gd name="connsiteY1109-35008" fmla="*/ 2477849 h 4449429"/>
              <a:gd name="connsiteX1110-35009" fmla="*/ 11107778 w 18982931"/>
              <a:gd name="connsiteY1110-35010" fmla="*/ 2284395 h 4449429"/>
              <a:gd name="connsiteX1111-35011" fmla="*/ 11136593 w 18982931"/>
              <a:gd name="connsiteY1111-35012" fmla="*/ 2053897 h 4449429"/>
              <a:gd name="connsiteX1112-35013" fmla="*/ 11136593 w 18982931"/>
              <a:gd name="connsiteY1112-35014" fmla="*/ 1061936 h 4449429"/>
              <a:gd name="connsiteX1113-35015" fmla="*/ 11148938 w 18982931"/>
              <a:gd name="connsiteY1113-35016" fmla="*/ 938454 h 4449429"/>
              <a:gd name="connsiteX1114-35017" fmla="*/ 11161288 w 18982931"/>
              <a:gd name="connsiteY1114-35018" fmla="*/ 938454 h 4449429"/>
              <a:gd name="connsiteX1115-35019" fmla="*/ 11177753 w 18982931"/>
              <a:gd name="connsiteY1115-35020" fmla="*/ 983729 h 4449429"/>
              <a:gd name="connsiteX1116-35021" fmla="*/ 11231258 w 18982931"/>
              <a:gd name="connsiteY1116-35022" fmla="*/ 572126 h 4449429"/>
              <a:gd name="connsiteX1117-35023" fmla="*/ 11243610 w 18982931"/>
              <a:gd name="connsiteY1117-35024" fmla="*/ 572126 h 4449429"/>
              <a:gd name="connsiteX1118-35025" fmla="*/ 11284770 w 18982931"/>
              <a:gd name="connsiteY1118-35026" fmla="*/ 946687 h 4449429"/>
              <a:gd name="connsiteX1119-35027" fmla="*/ 11325929 w 18982931"/>
              <a:gd name="connsiteY1119-35028" fmla="*/ 934337 h 4449429"/>
              <a:gd name="connsiteX1120-35029" fmla="*/ 11342394 w 18982931"/>
              <a:gd name="connsiteY1120-35030" fmla="*/ 1061936 h 4449429"/>
              <a:gd name="connsiteX1121-35031" fmla="*/ 11342394 w 18982931"/>
              <a:gd name="connsiteY1121-35032" fmla="*/ 1300666 h 4449429"/>
              <a:gd name="connsiteX1122-35033" fmla="*/ 11358857 w 18982931"/>
              <a:gd name="connsiteY1122-35034" fmla="*/ 2132104 h 4449429"/>
              <a:gd name="connsiteX1123-35035" fmla="*/ 11362976 w 18982931"/>
              <a:gd name="connsiteY1123-35036" fmla="*/ 2165031 h 4449429"/>
              <a:gd name="connsiteX1124-35037" fmla="*/ 11453524 w 18982931"/>
              <a:gd name="connsiteY1124-35038" fmla="*/ 2165031 h 4449429"/>
              <a:gd name="connsiteX1125-35039" fmla="*/ 11457643 w 18982931"/>
              <a:gd name="connsiteY1125-35040" fmla="*/ 2082711 h 4449429"/>
              <a:gd name="connsiteX1126-35041" fmla="*/ 11535845 w 18982931"/>
              <a:gd name="connsiteY1126-35042" fmla="*/ 2078592 h 4449429"/>
              <a:gd name="connsiteX1127-35043" fmla="*/ 11535845 w 18982931"/>
              <a:gd name="connsiteY1127-35044" fmla="*/ 2004505 h 4449429"/>
              <a:gd name="connsiteX1128-35045" fmla="*/ 11548195 w 18982931"/>
              <a:gd name="connsiteY1128-35046" fmla="*/ 1736964 h 4449429"/>
              <a:gd name="connsiteX1129-35047" fmla="*/ 11609938 w 18982931"/>
              <a:gd name="connsiteY1129-35048" fmla="*/ 1609365 h 4449429"/>
              <a:gd name="connsiteX1130-35049" fmla="*/ 11688140 w 18982931"/>
              <a:gd name="connsiteY1130-35050" fmla="*/ 1765774 h 4449429"/>
              <a:gd name="connsiteX1131-35051" fmla="*/ 11688140 w 18982931"/>
              <a:gd name="connsiteY1131-35052" fmla="*/ 2082711 h 4449429"/>
              <a:gd name="connsiteX1132-35053" fmla="*/ 11910406 w 18982931"/>
              <a:gd name="connsiteY1132-35054" fmla="*/ 2148567 h 4449429"/>
              <a:gd name="connsiteX1133-35055" fmla="*/ 11988608 w 18982931"/>
              <a:gd name="connsiteY1133-35056" fmla="*/ 2119754 h 4449429"/>
              <a:gd name="connsiteX1134-35057" fmla="*/ 11991181 w 18982931"/>
              <a:gd name="connsiteY1134-35058" fmla="*/ 2153197 h 4449429"/>
              <a:gd name="connsiteX1135-35059" fmla="*/ 11993908 w 18982931"/>
              <a:gd name="connsiteY1135-35060" fmla="*/ 2158900 h 4449429"/>
              <a:gd name="connsiteX1136-35061" fmla="*/ 11993908 w 18982931"/>
              <a:gd name="connsiteY1136-35062" fmla="*/ 2156799 h 4449429"/>
              <a:gd name="connsiteX1137-35063" fmla="*/ 11998023 w 18982931"/>
              <a:gd name="connsiteY1137-35064" fmla="*/ 2115639 h 4449429"/>
              <a:gd name="connsiteX1138-35065" fmla="*/ 12010373 w 18982931"/>
              <a:gd name="connsiteY1138-35066" fmla="*/ 2115639 h 4449429"/>
              <a:gd name="connsiteX1139-35067" fmla="*/ 12014490 w 18982931"/>
              <a:gd name="connsiteY1139-35068" fmla="*/ 2185614 h 4449429"/>
              <a:gd name="connsiteX1140-35069" fmla="*/ 12055650 w 18982931"/>
              <a:gd name="connsiteY1140-35070" fmla="*/ 2259703 h 4449429"/>
              <a:gd name="connsiteX1141-35071" fmla="*/ 12109157 w 18982931"/>
              <a:gd name="connsiteY1141-35072" fmla="*/ 2267933 h 4449429"/>
              <a:gd name="connsiteX1142-35073" fmla="*/ 12137972 w 18982931"/>
              <a:gd name="connsiteY1142-35074" fmla="*/ 2580753 h 4449429"/>
              <a:gd name="connsiteX1143-35075" fmla="*/ 12150317 w 18982931"/>
              <a:gd name="connsiteY1143-35076" fmla="*/ 2580753 h 4449429"/>
              <a:gd name="connsiteX1144-35077" fmla="*/ 12179132 w 18982931"/>
              <a:gd name="connsiteY1144-35078" fmla="*/ 2411992 h 4449429"/>
              <a:gd name="connsiteX1145-35079" fmla="*/ 12207942 w 18982931"/>
              <a:gd name="connsiteY1145-35080" fmla="*/ 2160917 h 4449429"/>
              <a:gd name="connsiteX1146-35081" fmla="*/ 12216174 w 18982931"/>
              <a:gd name="connsiteY1146-35082" fmla="*/ 2152686 h 4449429"/>
              <a:gd name="connsiteX1147-35083" fmla="*/ 12331423 w 18982931"/>
              <a:gd name="connsiteY1147-35084" fmla="*/ 2152686 h 4449429"/>
              <a:gd name="connsiteX1148-35085" fmla="*/ 12331423 w 18982931"/>
              <a:gd name="connsiteY1148-35086" fmla="*/ 2317327 h 4449429"/>
              <a:gd name="connsiteX1149-35087" fmla="*/ 12496064 w 18982931"/>
              <a:gd name="connsiteY1149-35088" fmla="*/ 2313208 h 4449429"/>
              <a:gd name="connsiteX1150-35089" fmla="*/ 12557802 w 18982931"/>
              <a:gd name="connsiteY1150-35090" fmla="*/ 2210310 h 4449429"/>
              <a:gd name="connsiteX1151-35091" fmla="*/ 12566034 w 18982931"/>
              <a:gd name="connsiteY1151-35092" fmla="*/ 2206191 h 4449429"/>
              <a:gd name="connsiteX1152-35093" fmla="*/ 12598962 w 18982931"/>
              <a:gd name="connsiteY1152-35094" fmla="*/ 2267933 h 4449429"/>
              <a:gd name="connsiteX1153-35095" fmla="*/ 12607194 w 18982931"/>
              <a:gd name="connsiteY1153-35096" fmla="*/ 2263816 h 4449429"/>
              <a:gd name="connsiteX1154-35097" fmla="*/ 12607194 w 18982931"/>
              <a:gd name="connsiteY1154-35098" fmla="*/ 1461193 h 4449429"/>
              <a:gd name="connsiteX1155-35099" fmla="*/ 12677169 w 18982931"/>
              <a:gd name="connsiteY1155-35100" fmla="*/ 1230695 h 4449429"/>
              <a:gd name="connsiteX1156-35101" fmla="*/ 12920017 w 18982931"/>
              <a:gd name="connsiteY1156-35102" fmla="*/ 1230695 h 4449429"/>
              <a:gd name="connsiteX1157-35103" fmla="*/ 12948827 w 18982931"/>
              <a:gd name="connsiteY1157-35104" fmla="*/ 1490003 h 4449429"/>
              <a:gd name="connsiteX1158-35105" fmla="*/ 12948827 w 18982931"/>
              <a:gd name="connsiteY1158-35106" fmla="*/ 1909838 h 4449429"/>
              <a:gd name="connsiteX1159-35107" fmla="*/ 12948827 w 18982931"/>
              <a:gd name="connsiteY1159-35108" fmla="*/ 1975695 h 4449429"/>
              <a:gd name="connsiteX1160-35109" fmla="*/ 12969405 w 18982931"/>
              <a:gd name="connsiteY1160-35110" fmla="*/ 1979812 h 4449429"/>
              <a:gd name="connsiteX1161-35111" fmla="*/ 12989987 w 18982931"/>
              <a:gd name="connsiteY1161-35112" fmla="*/ 1913955 h 4449429"/>
              <a:gd name="connsiteX1162-35113" fmla="*/ 12989987 w 18982931"/>
              <a:gd name="connsiteY1162-35114" fmla="*/ 1469425 h 4449429"/>
              <a:gd name="connsiteX1163-35115" fmla="*/ 13064076 w 18982931"/>
              <a:gd name="connsiteY1163-35116" fmla="*/ 1395336 h 4449429"/>
              <a:gd name="connsiteX1164-35117" fmla="*/ 13146396 w 18982931"/>
              <a:gd name="connsiteY1164-35118" fmla="*/ 1395336 h 4449429"/>
              <a:gd name="connsiteX1165-35119" fmla="*/ 13146396 w 18982931"/>
              <a:gd name="connsiteY1165-35120" fmla="*/ 1111328 h 4449429"/>
              <a:gd name="connsiteX1166-35121" fmla="*/ 13216366 w 18982931"/>
              <a:gd name="connsiteY1166-35122" fmla="*/ 1103096 h 4449429"/>
              <a:gd name="connsiteX1167-35123" fmla="*/ 13228716 w 18982931"/>
              <a:gd name="connsiteY1167-35124" fmla="*/ 1041358 h 4449429"/>
              <a:gd name="connsiteX1168-35125" fmla="*/ 13368662 w 18982931"/>
              <a:gd name="connsiteY1168-35126" fmla="*/ 1041358 h 4449429"/>
              <a:gd name="connsiteX1169-35127" fmla="*/ 13368662 w 18982931"/>
              <a:gd name="connsiteY1169-35128" fmla="*/ 687379 h 4449429"/>
              <a:gd name="connsiteX1170-35129" fmla="*/ 13483911 w 18982931"/>
              <a:gd name="connsiteY1170-35130" fmla="*/ 687379 h 4449429"/>
              <a:gd name="connsiteX1171-35131" fmla="*/ 13483911 w 18982931"/>
              <a:gd name="connsiteY1171-35132" fmla="*/ 617404 h 4449429"/>
              <a:gd name="connsiteX1172-35133" fmla="*/ 13483911 w 18982931"/>
              <a:gd name="connsiteY1172-35134" fmla="*/ 131714 h 4449429"/>
              <a:gd name="connsiteX1173-35135" fmla="*/ 13541534 w 18982931"/>
              <a:gd name="connsiteY1173-35136" fmla="*/ 74089 h 4449429"/>
              <a:gd name="connsiteX1174-35137" fmla="*/ 13685593 w 18982931"/>
              <a:gd name="connsiteY1174-35138" fmla="*/ 74089 h 4449429"/>
              <a:gd name="connsiteX1175-35139" fmla="*/ 13730872 w 18982931"/>
              <a:gd name="connsiteY1175-35140" fmla="*/ 49392 h 4449429"/>
              <a:gd name="connsiteX1176-35141" fmla="*/ 13739104 w 18982931"/>
              <a:gd name="connsiteY1176-35142" fmla="*/ 0 h 4449429"/>
              <a:gd name="connsiteX0-35143" fmla="*/ 16404499 w 18982931"/>
              <a:gd name="connsiteY0-35144" fmla="*/ 4309270 h 4449429"/>
              <a:gd name="connsiteX1-35145" fmla="*/ 16404499 w 18982931"/>
              <a:gd name="connsiteY1-35146" fmla="*/ 4366104 h 4449429"/>
              <a:gd name="connsiteX2-35147" fmla="*/ 16461332 w 18982931"/>
              <a:gd name="connsiteY2-35148" fmla="*/ 4366104 h 4449429"/>
              <a:gd name="connsiteX3-35149" fmla="*/ 16461332 w 18982931"/>
              <a:gd name="connsiteY3-35150" fmla="*/ 4309270 h 4449429"/>
              <a:gd name="connsiteX4-35151" fmla="*/ 16404499 w 18982931"/>
              <a:gd name="connsiteY4-35152" fmla="*/ 4309270 h 4449429"/>
              <a:gd name="connsiteX5-35153" fmla="*/ 16292444 w 18982931"/>
              <a:gd name="connsiteY5-35154" fmla="*/ 4309270 h 4449429"/>
              <a:gd name="connsiteX6-35155" fmla="*/ 16292444 w 18982931"/>
              <a:gd name="connsiteY6-35156" fmla="*/ 4366104 h 4449429"/>
              <a:gd name="connsiteX7-35157" fmla="*/ 16349278 w 18982931"/>
              <a:gd name="connsiteY7-35158" fmla="*/ 4366104 h 4449429"/>
              <a:gd name="connsiteX8-35159" fmla="*/ 16349278 w 18982931"/>
              <a:gd name="connsiteY8-35160" fmla="*/ 4309270 h 4449429"/>
              <a:gd name="connsiteX9-35161" fmla="*/ 16292444 w 18982931"/>
              <a:gd name="connsiteY9-35162" fmla="*/ 4309270 h 4449429"/>
              <a:gd name="connsiteX10-35163" fmla="*/ 16180390 w 18982931"/>
              <a:gd name="connsiteY10-35164" fmla="*/ 4309270 h 4449429"/>
              <a:gd name="connsiteX11-35165" fmla="*/ 16180390 w 18982931"/>
              <a:gd name="connsiteY11-35166" fmla="*/ 4366104 h 4449429"/>
              <a:gd name="connsiteX12-35167" fmla="*/ 16237224 w 18982931"/>
              <a:gd name="connsiteY12-35168" fmla="*/ 4366104 h 4449429"/>
              <a:gd name="connsiteX13-35169" fmla="*/ 16237224 w 18982931"/>
              <a:gd name="connsiteY13-35170" fmla="*/ 4309270 h 4449429"/>
              <a:gd name="connsiteX14-35171" fmla="*/ 16180390 w 18982931"/>
              <a:gd name="connsiteY14-35172" fmla="*/ 4309270 h 4449429"/>
              <a:gd name="connsiteX15-35173" fmla="*/ 2813944 w 18982931"/>
              <a:gd name="connsiteY15-35174" fmla="*/ 4309269 h 4449429"/>
              <a:gd name="connsiteX16-35175" fmla="*/ 2813944 w 18982931"/>
              <a:gd name="connsiteY16-35176" fmla="*/ 4366102 h 4449429"/>
              <a:gd name="connsiteX17-35177" fmla="*/ 2870780 w 18982931"/>
              <a:gd name="connsiteY17-35178" fmla="*/ 4366102 h 4449429"/>
              <a:gd name="connsiteX18-35179" fmla="*/ 2870780 w 18982931"/>
              <a:gd name="connsiteY18-35180" fmla="*/ 4309269 h 4449429"/>
              <a:gd name="connsiteX19-35181" fmla="*/ 2813944 w 18982931"/>
              <a:gd name="connsiteY19-35182" fmla="*/ 4309269 h 4449429"/>
              <a:gd name="connsiteX20-35183" fmla="*/ 2701890 w 18982931"/>
              <a:gd name="connsiteY20-35184" fmla="*/ 4309269 h 4449429"/>
              <a:gd name="connsiteX21-35185" fmla="*/ 2701890 w 18982931"/>
              <a:gd name="connsiteY21-35186" fmla="*/ 4366102 h 4449429"/>
              <a:gd name="connsiteX22-35187" fmla="*/ 2758723 w 18982931"/>
              <a:gd name="connsiteY22-35188" fmla="*/ 4366102 h 4449429"/>
              <a:gd name="connsiteX23-35189" fmla="*/ 2758723 w 18982931"/>
              <a:gd name="connsiteY23-35190" fmla="*/ 4309269 h 4449429"/>
              <a:gd name="connsiteX24-35191" fmla="*/ 2701890 w 18982931"/>
              <a:gd name="connsiteY24-35192" fmla="*/ 4309269 h 4449429"/>
              <a:gd name="connsiteX25-35193" fmla="*/ 2589843 w 18982931"/>
              <a:gd name="connsiteY25-35194" fmla="*/ 4309269 h 4449429"/>
              <a:gd name="connsiteX26-35195" fmla="*/ 2589843 w 18982931"/>
              <a:gd name="connsiteY26-35196" fmla="*/ 4366102 h 4449429"/>
              <a:gd name="connsiteX27-35197" fmla="*/ 2646669 w 18982931"/>
              <a:gd name="connsiteY27-35198" fmla="*/ 4366102 h 4449429"/>
              <a:gd name="connsiteX28-35199" fmla="*/ 2646669 w 18982931"/>
              <a:gd name="connsiteY28-35200" fmla="*/ 4309269 h 4449429"/>
              <a:gd name="connsiteX29-35201" fmla="*/ 2589843 w 18982931"/>
              <a:gd name="connsiteY29-35202" fmla="*/ 4309269 h 4449429"/>
              <a:gd name="connsiteX30-35203" fmla="*/ 16404499 w 18982931"/>
              <a:gd name="connsiteY30-35204" fmla="*/ 4163982 h 4449429"/>
              <a:gd name="connsiteX31-35205" fmla="*/ 16404499 w 18982931"/>
              <a:gd name="connsiteY31-35206" fmla="*/ 4220816 h 4449429"/>
              <a:gd name="connsiteX32-35207" fmla="*/ 16461332 w 18982931"/>
              <a:gd name="connsiteY32-35208" fmla="*/ 4220816 h 4449429"/>
              <a:gd name="connsiteX33-35209" fmla="*/ 16461332 w 18982931"/>
              <a:gd name="connsiteY33-35210" fmla="*/ 4163982 h 4449429"/>
              <a:gd name="connsiteX34-35211" fmla="*/ 16404499 w 18982931"/>
              <a:gd name="connsiteY34-35212" fmla="*/ 4163982 h 4449429"/>
              <a:gd name="connsiteX35-35213" fmla="*/ 16292444 w 18982931"/>
              <a:gd name="connsiteY35-35214" fmla="*/ 4163982 h 4449429"/>
              <a:gd name="connsiteX36-35215" fmla="*/ 16292444 w 18982931"/>
              <a:gd name="connsiteY36-35216" fmla="*/ 4220816 h 4449429"/>
              <a:gd name="connsiteX37-35217" fmla="*/ 16349278 w 18982931"/>
              <a:gd name="connsiteY37-35218" fmla="*/ 4220816 h 4449429"/>
              <a:gd name="connsiteX38-35219" fmla="*/ 16349278 w 18982931"/>
              <a:gd name="connsiteY38-35220" fmla="*/ 4163982 h 4449429"/>
              <a:gd name="connsiteX39-35221" fmla="*/ 16292444 w 18982931"/>
              <a:gd name="connsiteY39-35222" fmla="*/ 4163982 h 4449429"/>
              <a:gd name="connsiteX40-35223" fmla="*/ 16180390 w 18982931"/>
              <a:gd name="connsiteY40-35224" fmla="*/ 4163982 h 4449429"/>
              <a:gd name="connsiteX41-35225" fmla="*/ 16180390 w 18982931"/>
              <a:gd name="connsiteY41-35226" fmla="*/ 4220816 h 4449429"/>
              <a:gd name="connsiteX42-35227" fmla="*/ 16237224 w 18982931"/>
              <a:gd name="connsiteY42-35228" fmla="*/ 4220816 h 4449429"/>
              <a:gd name="connsiteX43-35229" fmla="*/ 16237224 w 18982931"/>
              <a:gd name="connsiteY43-35230" fmla="*/ 4163982 h 4449429"/>
              <a:gd name="connsiteX44-35231" fmla="*/ 16180390 w 18982931"/>
              <a:gd name="connsiteY44-35232" fmla="*/ 4163982 h 4449429"/>
              <a:gd name="connsiteX45-35233" fmla="*/ 2813944 w 18982931"/>
              <a:gd name="connsiteY45-35234" fmla="*/ 4163981 h 4449429"/>
              <a:gd name="connsiteX46-35235" fmla="*/ 2813944 w 18982931"/>
              <a:gd name="connsiteY46-35236" fmla="*/ 4220814 h 4449429"/>
              <a:gd name="connsiteX47-35237" fmla="*/ 2870780 w 18982931"/>
              <a:gd name="connsiteY47-35238" fmla="*/ 4220814 h 4449429"/>
              <a:gd name="connsiteX48-35239" fmla="*/ 2870780 w 18982931"/>
              <a:gd name="connsiteY48-35240" fmla="*/ 4163981 h 4449429"/>
              <a:gd name="connsiteX49-35241" fmla="*/ 2813944 w 18982931"/>
              <a:gd name="connsiteY49-35242" fmla="*/ 4163981 h 4449429"/>
              <a:gd name="connsiteX50-35243" fmla="*/ 2701890 w 18982931"/>
              <a:gd name="connsiteY50-35244" fmla="*/ 4163981 h 4449429"/>
              <a:gd name="connsiteX51-35245" fmla="*/ 2701890 w 18982931"/>
              <a:gd name="connsiteY51-35246" fmla="*/ 4220814 h 4449429"/>
              <a:gd name="connsiteX52-35247" fmla="*/ 2758723 w 18982931"/>
              <a:gd name="connsiteY52-35248" fmla="*/ 4220814 h 4449429"/>
              <a:gd name="connsiteX53-35249" fmla="*/ 2758723 w 18982931"/>
              <a:gd name="connsiteY53-35250" fmla="*/ 4163981 h 4449429"/>
              <a:gd name="connsiteX54-35251" fmla="*/ 2701890 w 18982931"/>
              <a:gd name="connsiteY54-35252" fmla="*/ 4163981 h 4449429"/>
              <a:gd name="connsiteX55-35253" fmla="*/ 2589843 w 18982931"/>
              <a:gd name="connsiteY55-35254" fmla="*/ 4163981 h 4449429"/>
              <a:gd name="connsiteX56-35255" fmla="*/ 2589843 w 18982931"/>
              <a:gd name="connsiteY56-35256" fmla="*/ 4220814 h 4449429"/>
              <a:gd name="connsiteX57-35257" fmla="*/ 2646669 w 18982931"/>
              <a:gd name="connsiteY57-35258" fmla="*/ 4220814 h 4449429"/>
              <a:gd name="connsiteX58-35259" fmla="*/ 2646669 w 18982931"/>
              <a:gd name="connsiteY58-35260" fmla="*/ 4163981 h 4449429"/>
              <a:gd name="connsiteX59-35261" fmla="*/ 2589843 w 18982931"/>
              <a:gd name="connsiteY59-35262" fmla="*/ 4163981 h 4449429"/>
              <a:gd name="connsiteX60-35263" fmla="*/ 9851983 w 18982931"/>
              <a:gd name="connsiteY60-35264" fmla="*/ 4073253 h 4449429"/>
              <a:gd name="connsiteX61-35265" fmla="*/ 9851983 w 18982931"/>
              <a:gd name="connsiteY61-35266" fmla="*/ 4282100 h 4449429"/>
              <a:gd name="connsiteX62-35267" fmla="*/ 9897683 w 18982931"/>
              <a:gd name="connsiteY62-35268" fmla="*/ 4282100 h 4449429"/>
              <a:gd name="connsiteX63-35269" fmla="*/ 9897683 w 18982931"/>
              <a:gd name="connsiteY63-35270" fmla="*/ 4073253 h 4449429"/>
              <a:gd name="connsiteX64-35271" fmla="*/ 9851983 w 18982931"/>
              <a:gd name="connsiteY64-35272" fmla="*/ 4073253 h 4449429"/>
              <a:gd name="connsiteX65-35273" fmla="*/ 9760354 w 18982931"/>
              <a:gd name="connsiteY65-35274" fmla="*/ 4073253 h 4449429"/>
              <a:gd name="connsiteX66-35275" fmla="*/ 9760354 w 18982931"/>
              <a:gd name="connsiteY66-35276" fmla="*/ 4282100 h 4449429"/>
              <a:gd name="connsiteX67-35277" fmla="*/ 9806054 w 18982931"/>
              <a:gd name="connsiteY67-35278" fmla="*/ 4282100 h 4449429"/>
              <a:gd name="connsiteX68-35279" fmla="*/ 9806054 w 18982931"/>
              <a:gd name="connsiteY68-35280" fmla="*/ 4073253 h 4449429"/>
              <a:gd name="connsiteX69-35281" fmla="*/ 9760354 w 18982931"/>
              <a:gd name="connsiteY69-35282" fmla="*/ 4073253 h 4449429"/>
              <a:gd name="connsiteX70-35283" fmla="*/ 9668723 w 18982931"/>
              <a:gd name="connsiteY70-35284" fmla="*/ 4073253 h 4449429"/>
              <a:gd name="connsiteX71-35285" fmla="*/ 9668723 w 18982931"/>
              <a:gd name="connsiteY71-35286" fmla="*/ 4282100 h 4449429"/>
              <a:gd name="connsiteX72-35287" fmla="*/ 9714423 w 18982931"/>
              <a:gd name="connsiteY72-35288" fmla="*/ 4282100 h 4449429"/>
              <a:gd name="connsiteX73-35289" fmla="*/ 9714423 w 18982931"/>
              <a:gd name="connsiteY73-35290" fmla="*/ 4073253 h 4449429"/>
              <a:gd name="connsiteX74-35291" fmla="*/ 9668723 w 18982931"/>
              <a:gd name="connsiteY74-35292" fmla="*/ 4073253 h 4449429"/>
              <a:gd name="connsiteX75-35293" fmla="*/ 9577094 w 18982931"/>
              <a:gd name="connsiteY75-35294" fmla="*/ 4073253 h 4449429"/>
              <a:gd name="connsiteX76-35295" fmla="*/ 9577094 w 18982931"/>
              <a:gd name="connsiteY76-35296" fmla="*/ 4282100 h 4449429"/>
              <a:gd name="connsiteX77-35297" fmla="*/ 9622794 w 18982931"/>
              <a:gd name="connsiteY77-35298" fmla="*/ 4282100 h 4449429"/>
              <a:gd name="connsiteX78-35299" fmla="*/ 9622794 w 18982931"/>
              <a:gd name="connsiteY78-35300" fmla="*/ 4073253 h 4449429"/>
              <a:gd name="connsiteX79-35301" fmla="*/ 9577094 w 18982931"/>
              <a:gd name="connsiteY79-35302" fmla="*/ 4073253 h 4449429"/>
              <a:gd name="connsiteX80-35303" fmla="*/ 9485470 w 18982931"/>
              <a:gd name="connsiteY80-35304" fmla="*/ 4073253 h 4449429"/>
              <a:gd name="connsiteX81-35305" fmla="*/ 9485470 w 18982931"/>
              <a:gd name="connsiteY81-35306" fmla="*/ 4282100 h 4449429"/>
              <a:gd name="connsiteX82-35307" fmla="*/ 9531165 w 18982931"/>
              <a:gd name="connsiteY82-35308" fmla="*/ 4282100 h 4449429"/>
              <a:gd name="connsiteX83-35309" fmla="*/ 9531165 w 18982931"/>
              <a:gd name="connsiteY83-35310" fmla="*/ 4073253 h 4449429"/>
              <a:gd name="connsiteX84-35311" fmla="*/ 9485470 w 18982931"/>
              <a:gd name="connsiteY84-35312" fmla="*/ 4073253 h 4449429"/>
              <a:gd name="connsiteX85-35313" fmla="*/ 9393836 w 18982931"/>
              <a:gd name="connsiteY85-35314" fmla="*/ 4073253 h 4449429"/>
              <a:gd name="connsiteX86-35315" fmla="*/ 9393836 w 18982931"/>
              <a:gd name="connsiteY86-35316" fmla="*/ 4282100 h 4449429"/>
              <a:gd name="connsiteX87-35317" fmla="*/ 9439536 w 18982931"/>
              <a:gd name="connsiteY87-35318" fmla="*/ 4282100 h 4449429"/>
              <a:gd name="connsiteX88-35319" fmla="*/ 9439536 w 18982931"/>
              <a:gd name="connsiteY88-35320" fmla="*/ 4073253 h 4449429"/>
              <a:gd name="connsiteX89-35321" fmla="*/ 9393836 w 18982931"/>
              <a:gd name="connsiteY89-35322" fmla="*/ 4073253 h 4449429"/>
              <a:gd name="connsiteX90-35323" fmla="*/ 9302203 w 18982931"/>
              <a:gd name="connsiteY90-35324" fmla="*/ 4073253 h 4449429"/>
              <a:gd name="connsiteX91-35325" fmla="*/ 9302203 w 18982931"/>
              <a:gd name="connsiteY91-35326" fmla="*/ 4282100 h 4449429"/>
              <a:gd name="connsiteX92-35327" fmla="*/ 9347904 w 18982931"/>
              <a:gd name="connsiteY92-35328" fmla="*/ 4282100 h 4449429"/>
              <a:gd name="connsiteX93-35329" fmla="*/ 9347904 w 18982931"/>
              <a:gd name="connsiteY93-35330" fmla="*/ 4073253 h 4449429"/>
              <a:gd name="connsiteX94-35331" fmla="*/ 9302203 w 18982931"/>
              <a:gd name="connsiteY94-35332" fmla="*/ 4073253 h 4449429"/>
              <a:gd name="connsiteX95-35333" fmla="*/ 16404499 w 18982931"/>
              <a:gd name="connsiteY95-35334" fmla="*/ 4018694 h 4449429"/>
              <a:gd name="connsiteX96-35335" fmla="*/ 16404499 w 18982931"/>
              <a:gd name="connsiteY96-35336" fmla="*/ 4075528 h 4449429"/>
              <a:gd name="connsiteX97-35337" fmla="*/ 16461332 w 18982931"/>
              <a:gd name="connsiteY97-35338" fmla="*/ 4075528 h 4449429"/>
              <a:gd name="connsiteX98-35339" fmla="*/ 16461332 w 18982931"/>
              <a:gd name="connsiteY98-35340" fmla="*/ 4018694 h 4449429"/>
              <a:gd name="connsiteX99-35341" fmla="*/ 16404499 w 18982931"/>
              <a:gd name="connsiteY99-35342" fmla="*/ 4018694 h 4449429"/>
              <a:gd name="connsiteX100-35343" fmla="*/ 16292444 w 18982931"/>
              <a:gd name="connsiteY100-35344" fmla="*/ 4018694 h 4449429"/>
              <a:gd name="connsiteX101-35345" fmla="*/ 16292444 w 18982931"/>
              <a:gd name="connsiteY101-35346" fmla="*/ 4075528 h 4449429"/>
              <a:gd name="connsiteX102-35347" fmla="*/ 16349278 w 18982931"/>
              <a:gd name="connsiteY102-35348" fmla="*/ 4075528 h 4449429"/>
              <a:gd name="connsiteX103-35349" fmla="*/ 16349278 w 18982931"/>
              <a:gd name="connsiteY103-35350" fmla="*/ 4018694 h 4449429"/>
              <a:gd name="connsiteX104-35351" fmla="*/ 16292444 w 18982931"/>
              <a:gd name="connsiteY104-35352" fmla="*/ 4018694 h 4449429"/>
              <a:gd name="connsiteX105-35353" fmla="*/ 16180390 w 18982931"/>
              <a:gd name="connsiteY105-35354" fmla="*/ 4018694 h 4449429"/>
              <a:gd name="connsiteX106-35355" fmla="*/ 16180390 w 18982931"/>
              <a:gd name="connsiteY106-35356" fmla="*/ 4075528 h 4449429"/>
              <a:gd name="connsiteX107-35357" fmla="*/ 16237224 w 18982931"/>
              <a:gd name="connsiteY107-35358" fmla="*/ 4075528 h 4449429"/>
              <a:gd name="connsiteX108-35359" fmla="*/ 16237224 w 18982931"/>
              <a:gd name="connsiteY108-35360" fmla="*/ 4018694 h 4449429"/>
              <a:gd name="connsiteX109-35361" fmla="*/ 16180390 w 18982931"/>
              <a:gd name="connsiteY109-35362" fmla="*/ 4018694 h 4449429"/>
              <a:gd name="connsiteX110-35363" fmla="*/ 2813944 w 18982931"/>
              <a:gd name="connsiteY110-35364" fmla="*/ 4018692 h 4449429"/>
              <a:gd name="connsiteX111-35365" fmla="*/ 2813944 w 18982931"/>
              <a:gd name="connsiteY111-35366" fmla="*/ 4075526 h 4449429"/>
              <a:gd name="connsiteX112-35367" fmla="*/ 2870780 w 18982931"/>
              <a:gd name="connsiteY112-35368" fmla="*/ 4075526 h 4449429"/>
              <a:gd name="connsiteX113-35369" fmla="*/ 2870780 w 18982931"/>
              <a:gd name="connsiteY113-35370" fmla="*/ 4018692 h 4449429"/>
              <a:gd name="connsiteX114-35371" fmla="*/ 2813944 w 18982931"/>
              <a:gd name="connsiteY114-35372" fmla="*/ 4018692 h 4449429"/>
              <a:gd name="connsiteX115-35373" fmla="*/ 2701890 w 18982931"/>
              <a:gd name="connsiteY115-35374" fmla="*/ 4018692 h 4449429"/>
              <a:gd name="connsiteX116-35375" fmla="*/ 2701890 w 18982931"/>
              <a:gd name="connsiteY116-35376" fmla="*/ 4075526 h 4449429"/>
              <a:gd name="connsiteX117-35377" fmla="*/ 2758723 w 18982931"/>
              <a:gd name="connsiteY117-35378" fmla="*/ 4075526 h 4449429"/>
              <a:gd name="connsiteX118-35379" fmla="*/ 2758723 w 18982931"/>
              <a:gd name="connsiteY118-35380" fmla="*/ 4018692 h 4449429"/>
              <a:gd name="connsiteX119-35381" fmla="*/ 2701890 w 18982931"/>
              <a:gd name="connsiteY119-35382" fmla="*/ 4018692 h 4449429"/>
              <a:gd name="connsiteX120-35383" fmla="*/ 2589843 w 18982931"/>
              <a:gd name="connsiteY120-35384" fmla="*/ 4018692 h 4449429"/>
              <a:gd name="connsiteX121-35385" fmla="*/ 2589843 w 18982931"/>
              <a:gd name="connsiteY121-35386" fmla="*/ 4075526 h 4449429"/>
              <a:gd name="connsiteX122-35387" fmla="*/ 2646669 w 18982931"/>
              <a:gd name="connsiteY122-35388" fmla="*/ 4075526 h 4449429"/>
              <a:gd name="connsiteX123-35389" fmla="*/ 2646669 w 18982931"/>
              <a:gd name="connsiteY123-35390" fmla="*/ 4018692 h 4449429"/>
              <a:gd name="connsiteX124-35391" fmla="*/ 2589843 w 18982931"/>
              <a:gd name="connsiteY124-35392" fmla="*/ 4018692 h 4449429"/>
              <a:gd name="connsiteX125-35393" fmla="*/ 16404499 w 18982931"/>
              <a:gd name="connsiteY125-35394" fmla="*/ 3873406 h 4449429"/>
              <a:gd name="connsiteX126-35395" fmla="*/ 16404499 w 18982931"/>
              <a:gd name="connsiteY126-35396" fmla="*/ 3930240 h 4449429"/>
              <a:gd name="connsiteX127-35397" fmla="*/ 16461332 w 18982931"/>
              <a:gd name="connsiteY127-35398" fmla="*/ 3930240 h 4449429"/>
              <a:gd name="connsiteX128-35399" fmla="*/ 16461332 w 18982931"/>
              <a:gd name="connsiteY128-35400" fmla="*/ 3873406 h 4449429"/>
              <a:gd name="connsiteX129-35401" fmla="*/ 16404499 w 18982931"/>
              <a:gd name="connsiteY129-35402" fmla="*/ 3873406 h 4449429"/>
              <a:gd name="connsiteX130-35403" fmla="*/ 16292444 w 18982931"/>
              <a:gd name="connsiteY130-35404" fmla="*/ 3873406 h 4449429"/>
              <a:gd name="connsiteX131-35405" fmla="*/ 16292444 w 18982931"/>
              <a:gd name="connsiteY131-35406" fmla="*/ 3930240 h 4449429"/>
              <a:gd name="connsiteX132-35407" fmla="*/ 16349278 w 18982931"/>
              <a:gd name="connsiteY132-35408" fmla="*/ 3930240 h 4449429"/>
              <a:gd name="connsiteX133-35409" fmla="*/ 16349278 w 18982931"/>
              <a:gd name="connsiteY133-35410" fmla="*/ 3873406 h 4449429"/>
              <a:gd name="connsiteX134-35411" fmla="*/ 16292444 w 18982931"/>
              <a:gd name="connsiteY134-35412" fmla="*/ 3873406 h 4449429"/>
              <a:gd name="connsiteX135-35413" fmla="*/ 16180390 w 18982931"/>
              <a:gd name="connsiteY135-35414" fmla="*/ 3873406 h 4449429"/>
              <a:gd name="connsiteX136-35415" fmla="*/ 16180390 w 18982931"/>
              <a:gd name="connsiteY136-35416" fmla="*/ 3930240 h 4449429"/>
              <a:gd name="connsiteX137-35417" fmla="*/ 16237224 w 18982931"/>
              <a:gd name="connsiteY137-35418" fmla="*/ 3930240 h 4449429"/>
              <a:gd name="connsiteX138-35419" fmla="*/ 16237224 w 18982931"/>
              <a:gd name="connsiteY138-35420" fmla="*/ 3873406 h 4449429"/>
              <a:gd name="connsiteX139-35421" fmla="*/ 16180390 w 18982931"/>
              <a:gd name="connsiteY139-35422" fmla="*/ 3873406 h 4449429"/>
              <a:gd name="connsiteX140-35423" fmla="*/ 2813944 w 18982931"/>
              <a:gd name="connsiteY140-35424" fmla="*/ 3873404 h 4449429"/>
              <a:gd name="connsiteX141-35425" fmla="*/ 2813944 w 18982931"/>
              <a:gd name="connsiteY141-35426" fmla="*/ 3930238 h 4449429"/>
              <a:gd name="connsiteX142-35427" fmla="*/ 2870780 w 18982931"/>
              <a:gd name="connsiteY142-35428" fmla="*/ 3930238 h 4449429"/>
              <a:gd name="connsiteX143-35429" fmla="*/ 2870780 w 18982931"/>
              <a:gd name="connsiteY143-35430" fmla="*/ 3873404 h 4449429"/>
              <a:gd name="connsiteX144-35431" fmla="*/ 2813944 w 18982931"/>
              <a:gd name="connsiteY144-35432" fmla="*/ 3873404 h 4449429"/>
              <a:gd name="connsiteX145-35433" fmla="*/ 2701890 w 18982931"/>
              <a:gd name="connsiteY145-35434" fmla="*/ 3873404 h 4449429"/>
              <a:gd name="connsiteX146-35435" fmla="*/ 2701890 w 18982931"/>
              <a:gd name="connsiteY146-35436" fmla="*/ 3930238 h 4449429"/>
              <a:gd name="connsiteX147-35437" fmla="*/ 2758723 w 18982931"/>
              <a:gd name="connsiteY147-35438" fmla="*/ 3930238 h 4449429"/>
              <a:gd name="connsiteX148-35439" fmla="*/ 2758723 w 18982931"/>
              <a:gd name="connsiteY148-35440" fmla="*/ 3873404 h 4449429"/>
              <a:gd name="connsiteX149-35441" fmla="*/ 2701890 w 18982931"/>
              <a:gd name="connsiteY149-35442" fmla="*/ 3873404 h 4449429"/>
              <a:gd name="connsiteX150-35443" fmla="*/ 2589843 w 18982931"/>
              <a:gd name="connsiteY150-35444" fmla="*/ 3873404 h 4449429"/>
              <a:gd name="connsiteX151-35445" fmla="*/ 2589843 w 18982931"/>
              <a:gd name="connsiteY151-35446" fmla="*/ 3930238 h 4449429"/>
              <a:gd name="connsiteX152-35447" fmla="*/ 2646669 w 18982931"/>
              <a:gd name="connsiteY152-35448" fmla="*/ 3930238 h 4449429"/>
              <a:gd name="connsiteX153-35449" fmla="*/ 2646669 w 18982931"/>
              <a:gd name="connsiteY153-35450" fmla="*/ 3873404 h 4449429"/>
              <a:gd name="connsiteX154-35451" fmla="*/ 2589843 w 18982931"/>
              <a:gd name="connsiteY154-35452" fmla="*/ 3873404 h 4449429"/>
              <a:gd name="connsiteX155-35453" fmla="*/ 17351339 w 18982931"/>
              <a:gd name="connsiteY155-35454" fmla="*/ 3769299 h 4449429"/>
              <a:gd name="connsiteX156-35455" fmla="*/ 17351339 w 18982931"/>
              <a:gd name="connsiteY156-35456" fmla="*/ 3815000 h 4449429"/>
              <a:gd name="connsiteX157-35457" fmla="*/ 17560187 w 18982931"/>
              <a:gd name="connsiteY157-35458" fmla="*/ 3815000 h 4449429"/>
              <a:gd name="connsiteX158-35459" fmla="*/ 17560187 w 18982931"/>
              <a:gd name="connsiteY158-35460" fmla="*/ 3769299 h 4449429"/>
              <a:gd name="connsiteX159-35461" fmla="*/ 17351339 w 18982931"/>
              <a:gd name="connsiteY159-35462" fmla="*/ 3769299 h 4449429"/>
              <a:gd name="connsiteX160-35463" fmla="*/ 16404499 w 18982931"/>
              <a:gd name="connsiteY160-35464" fmla="*/ 3728118 h 4449429"/>
              <a:gd name="connsiteX161-35465" fmla="*/ 16404499 w 18982931"/>
              <a:gd name="connsiteY161-35466" fmla="*/ 3784951 h 4449429"/>
              <a:gd name="connsiteX162-35467" fmla="*/ 16461332 w 18982931"/>
              <a:gd name="connsiteY162-35468" fmla="*/ 3784951 h 4449429"/>
              <a:gd name="connsiteX163-35469" fmla="*/ 16461332 w 18982931"/>
              <a:gd name="connsiteY163-35470" fmla="*/ 3728118 h 4449429"/>
              <a:gd name="connsiteX164-35471" fmla="*/ 16404499 w 18982931"/>
              <a:gd name="connsiteY164-35472" fmla="*/ 3728118 h 4449429"/>
              <a:gd name="connsiteX165-35473" fmla="*/ 16292444 w 18982931"/>
              <a:gd name="connsiteY165-35474" fmla="*/ 3728118 h 4449429"/>
              <a:gd name="connsiteX166-35475" fmla="*/ 16292444 w 18982931"/>
              <a:gd name="connsiteY166-35476" fmla="*/ 3784951 h 4449429"/>
              <a:gd name="connsiteX167-35477" fmla="*/ 16349278 w 18982931"/>
              <a:gd name="connsiteY167-35478" fmla="*/ 3784951 h 4449429"/>
              <a:gd name="connsiteX168-35479" fmla="*/ 16349278 w 18982931"/>
              <a:gd name="connsiteY168-35480" fmla="*/ 3728118 h 4449429"/>
              <a:gd name="connsiteX169-35481" fmla="*/ 16292444 w 18982931"/>
              <a:gd name="connsiteY169-35482" fmla="*/ 3728118 h 4449429"/>
              <a:gd name="connsiteX170-35483" fmla="*/ 16180390 w 18982931"/>
              <a:gd name="connsiteY170-35484" fmla="*/ 3728118 h 4449429"/>
              <a:gd name="connsiteX171-35485" fmla="*/ 16180390 w 18982931"/>
              <a:gd name="connsiteY171-35486" fmla="*/ 3784951 h 4449429"/>
              <a:gd name="connsiteX172-35487" fmla="*/ 16237224 w 18982931"/>
              <a:gd name="connsiteY172-35488" fmla="*/ 3784951 h 4449429"/>
              <a:gd name="connsiteX173-35489" fmla="*/ 16237224 w 18982931"/>
              <a:gd name="connsiteY173-35490" fmla="*/ 3728118 h 4449429"/>
              <a:gd name="connsiteX174-35491" fmla="*/ 16180390 w 18982931"/>
              <a:gd name="connsiteY174-35492" fmla="*/ 3728118 h 4449429"/>
              <a:gd name="connsiteX175-35493" fmla="*/ 2813944 w 18982931"/>
              <a:gd name="connsiteY175-35494" fmla="*/ 3728116 h 4449429"/>
              <a:gd name="connsiteX176-35495" fmla="*/ 2813944 w 18982931"/>
              <a:gd name="connsiteY176-35496" fmla="*/ 3784950 h 4449429"/>
              <a:gd name="connsiteX177-35497" fmla="*/ 2870780 w 18982931"/>
              <a:gd name="connsiteY177-35498" fmla="*/ 3784950 h 4449429"/>
              <a:gd name="connsiteX178-35499" fmla="*/ 2870780 w 18982931"/>
              <a:gd name="connsiteY178-35500" fmla="*/ 3728116 h 4449429"/>
              <a:gd name="connsiteX179-35501" fmla="*/ 2813944 w 18982931"/>
              <a:gd name="connsiteY179-35502" fmla="*/ 3728116 h 4449429"/>
              <a:gd name="connsiteX180-35503" fmla="*/ 2701891 w 18982931"/>
              <a:gd name="connsiteY180-35504" fmla="*/ 3728116 h 4449429"/>
              <a:gd name="connsiteX181-35505" fmla="*/ 2701891 w 18982931"/>
              <a:gd name="connsiteY181-35506" fmla="*/ 3784950 h 4449429"/>
              <a:gd name="connsiteX182-35507" fmla="*/ 2758730 w 18982931"/>
              <a:gd name="connsiteY182-35508" fmla="*/ 3784950 h 4449429"/>
              <a:gd name="connsiteX183-35509" fmla="*/ 2758730 w 18982931"/>
              <a:gd name="connsiteY183-35510" fmla="*/ 3728116 h 4449429"/>
              <a:gd name="connsiteX184-35511" fmla="*/ 2701891 w 18982931"/>
              <a:gd name="connsiteY184-35512" fmla="*/ 3728116 h 4449429"/>
              <a:gd name="connsiteX185-35513" fmla="*/ 2589845 w 18982931"/>
              <a:gd name="connsiteY185-35514" fmla="*/ 3728116 h 4449429"/>
              <a:gd name="connsiteX186-35515" fmla="*/ 2589845 w 18982931"/>
              <a:gd name="connsiteY186-35516" fmla="*/ 3784950 h 4449429"/>
              <a:gd name="connsiteX187-35517" fmla="*/ 2646671 w 18982931"/>
              <a:gd name="connsiteY187-35518" fmla="*/ 3784950 h 4449429"/>
              <a:gd name="connsiteX188-35519" fmla="*/ 2646671 w 18982931"/>
              <a:gd name="connsiteY188-35520" fmla="*/ 3728116 h 4449429"/>
              <a:gd name="connsiteX189-35521" fmla="*/ 2589845 w 18982931"/>
              <a:gd name="connsiteY189-35522" fmla="*/ 3728116 h 4449429"/>
              <a:gd name="connsiteX190-35523" fmla="*/ 17351339 w 18982931"/>
              <a:gd name="connsiteY190-35524" fmla="*/ 3677667 h 4449429"/>
              <a:gd name="connsiteX191-35525" fmla="*/ 17351339 w 18982931"/>
              <a:gd name="connsiteY191-35526" fmla="*/ 3723368 h 4449429"/>
              <a:gd name="connsiteX192-35527" fmla="*/ 17560187 w 18982931"/>
              <a:gd name="connsiteY192-35528" fmla="*/ 3723368 h 4449429"/>
              <a:gd name="connsiteX193-35529" fmla="*/ 17560187 w 18982931"/>
              <a:gd name="connsiteY193-35530" fmla="*/ 3677667 h 4449429"/>
              <a:gd name="connsiteX194-35531" fmla="*/ 17351339 w 18982931"/>
              <a:gd name="connsiteY194-35532" fmla="*/ 3677667 h 4449429"/>
              <a:gd name="connsiteX195-35533" fmla="*/ 12612246 w 18982931"/>
              <a:gd name="connsiteY195-35534" fmla="*/ 3645952 h 4449429"/>
              <a:gd name="connsiteX196-35535" fmla="*/ 12612246 w 18982931"/>
              <a:gd name="connsiteY196-35536" fmla="*/ 3702785 h 4449429"/>
              <a:gd name="connsiteX197-35537" fmla="*/ 12669079 w 18982931"/>
              <a:gd name="connsiteY197-35538" fmla="*/ 3702785 h 4449429"/>
              <a:gd name="connsiteX198-35539" fmla="*/ 12669079 w 18982931"/>
              <a:gd name="connsiteY198-35540" fmla="*/ 3645952 h 4449429"/>
              <a:gd name="connsiteX199-35541" fmla="*/ 12612246 w 18982931"/>
              <a:gd name="connsiteY199-35542" fmla="*/ 3645952 h 4449429"/>
              <a:gd name="connsiteX200-35543" fmla="*/ 12500191 w 18982931"/>
              <a:gd name="connsiteY200-35544" fmla="*/ 3645952 h 4449429"/>
              <a:gd name="connsiteX201-35545" fmla="*/ 12500191 w 18982931"/>
              <a:gd name="connsiteY201-35546" fmla="*/ 3702785 h 4449429"/>
              <a:gd name="connsiteX202-35547" fmla="*/ 12557025 w 18982931"/>
              <a:gd name="connsiteY202-35548" fmla="*/ 3702785 h 4449429"/>
              <a:gd name="connsiteX203-35549" fmla="*/ 12557025 w 18982931"/>
              <a:gd name="connsiteY203-35550" fmla="*/ 3645952 h 4449429"/>
              <a:gd name="connsiteX204-35551" fmla="*/ 12500191 w 18982931"/>
              <a:gd name="connsiteY204-35552" fmla="*/ 3645952 h 4449429"/>
              <a:gd name="connsiteX205-35553" fmla="*/ 12388137 w 18982931"/>
              <a:gd name="connsiteY205-35554" fmla="*/ 3645952 h 4449429"/>
              <a:gd name="connsiteX206-35555" fmla="*/ 12388137 w 18982931"/>
              <a:gd name="connsiteY206-35556" fmla="*/ 3702785 h 4449429"/>
              <a:gd name="connsiteX207-35557" fmla="*/ 12444971 w 18982931"/>
              <a:gd name="connsiteY207-35558" fmla="*/ 3702785 h 4449429"/>
              <a:gd name="connsiteX208-35559" fmla="*/ 12444971 w 18982931"/>
              <a:gd name="connsiteY208-35560" fmla="*/ 3645952 h 4449429"/>
              <a:gd name="connsiteX209-35561" fmla="*/ 12388137 w 18982931"/>
              <a:gd name="connsiteY209-35562" fmla="*/ 3645952 h 4449429"/>
              <a:gd name="connsiteX210-35563" fmla="*/ 17351339 w 18982931"/>
              <a:gd name="connsiteY210-35564" fmla="*/ 3586038 h 4449429"/>
              <a:gd name="connsiteX211-35565" fmla="*/ 17351339 w 18982931"/>
              <a:gd name="connsiteY211-35566" fmla="*/ 3631739 h 4449429"/>
              <a:gd name="connsiteX212-35567" fmla="*/ 17560187 w 18982931"/>
              <a:gd name="connsiteY212-35568" fmla="*/ 3631739 h 4449429"/>
              <a:gd name="connsiteX213-35569" fmla="*/ 17560187 w 18982931"/>
              <a:gd name="connsiteY213-35570" fmla="*/ 3586038 h 4449429"/>
              <a:gd name="connsiteX214-35571" fmla="*/ 17351339 w 18982931"/>
              <a:gd name="connsiteY214-35572" fmla="*/ 3586038 h 4449429"/>
              <a:gd name="connsiteX215-35573" fmla="*/ 16404499 w 18982931"/>
              <a:gd name="connsiteY215-35574" fmla="*/ 3582830 h 4449429"/>
              <a:gd name="connsiteX216-35575" fmla="*/ 16404499 w 18982931"/>
              <a:gd name="connsiteY216-35576" fmla="*/ 3639663 h 4449429"/>
              <a:gd name="connsiteX217-35577" fmla="*/ 16461332 w 18982931"/>
              <a:gd name="connsiteY217-35578" fmla="*/ 3639663 h 4449429"/>
              <a:gd name="connsiteX218-35579" fmla="*/ 16461332 w 18982931"/>
              <a:gd name="connsiteY218-35580" fmla="*/ 3582830 h 4449429"/>
              <a:gd name="connsiteX219-35581" fmla="*/ 16404499 w 18982931"/>
              <a:gd name="connsiteY219-35582" fmla="*/ 3582830 h 4449429"/>
              <a:gd name="connsiteX220-35583" fmla="*/ 16292444 w 18982931"/>
              <a:gd name="connsiteY220-35584" fmla="*/ 3582830 h 4449429"/>
              <a:gd name="connsiteX221-35585" fmla="*/ 16292444 w 18982931"/>
              <a:gd name="connsiteY221-35586" fmla="*/ 3639663 h 4449429"/>
              <a:gd name="connsiteX222-35587" fmla="*/ 16349278 w 18982931"/>
              <a:gd name="connsiteY222-35588" fmla="*/ 3639663 h 4449429"/>
              <a:gd name="connsiteX223-35589" fmla="*/ 16349278 w 18982931"/>
              <a:gd name="connsiteY223-35590" fmla="*/ 3582830 h 4449429"/>
              <a:gd name="connsiteX224-35591" fmla="*/ 16292444 w 18982931"/>
              <a:gd name="connsiteY224-35592" fmla="*/ 3582830 h 4449429"/>
              <a:gd name="connsiteX225-35593" fmla="*/ 16180390 w 18982931"/>
              <a:gd name="connsiteY225-35594" fmla="*/ 3582830 h 4449429"/>
              <a:gd name="connsiteX226-35595" fmla="*/ 16180390 w 18982931"/>
              <a:gd name="connsiteY226-35596" fmla="*/ 3639663 h 4449429"/>
              <a:gd name="connsiteX227-35597" fmla="*/ 16237224 w 18982931"/>
              <a:gd name="connsiteY227-35598" fmla="*/ 3639663 h 4449429"/>
              <a:gd name="connsiteX228-35599" fmla="*/ 16237224 w 18982931"/>
              <a:gd name="connsiteY228-35600" fmla="*/ 3582830 h 4449429"/>
              <a:gd name="connsiteX229-35601" fmla="*/ 16180390 w 18982931"/>
              <a:gd name="connsiteY229-35602" fmla="*/ 3582830 h 4449429"/>
              <a:gd name="connsiteX230-35603" fmla="*/ 2813944 w 18982931"/>
              <a:gd name="connsiteY230-35604" fmla="*/ 3582828 h 4449429"/>
              <a:gd name="connsiteX231-35605" fmla="*/ 2813944 w 18982931"/>
              <a:gd name="connsiteY231-35606" fmla="*/ 3639662 h 4449429"/>
              <a:gd name="connsiteX232-35607" fmla="*/ 2870780 w 18982931"/>
              <a:gd name="connsiteY232-35608" fmla="*/ 3639662 h 4449429"/>
              <a:gd name="connsiteX233-35609" fmla="*/ 2870780 w 18982931"/>
              <a:gd name="connsiteY233-35610" fmla="*/ 3582828 h 4449429"/>
              <a:gd name="connsiteX234-35611" fmla="*/ 2813944 w 18982931"/>
              <a:gd name="connsiteY234-35612" fmla="*/ 3582828 h 4449429"/>
              <a:gd name="connsiteX235-35613" fmla="*/ 2701891 w 18982931"/>
              <a:gd name="connsiteY235-35614" fmla="*/ 3582828 h 4449429"/>
              <a:gd name="connsiteX236-35615" fmla="*/ 2701891 w 18982931"/>
              <a:gd name="connsiteY236-35616" fmla="*/ 3639662 h 4449429"/>
              <a:gd name="connsiteX237-35617" fmla="*/ 2758730 w 18982931"/>
              <a:gd name="connsiteY237-35618" fmla="*/ 3639662 h 4449429"/>
              <a:gd name="connsiteX238-35619" fmla="*/ 2758730 w 18982931"/>
              <a:gd name="connsiteY238-35620" fmla="*/ 3582828 h 4449429"/>
              <a:gd name="connsiteX239-35621" fmla="*/ 2701891 w 18982931"/>
              <a:gd name="connsiteY239-35622" fmla="*/ 3582828 h 4449429"/>
              <a:gd name="connsiteX240-35623" fmla="*/ 2589845 w 18982931"/>
              <a:gd name="connsiteY240-35624" fmla="*/ 3582828 h 4449429"/>
              <a:gd name="connsiteX241-35625" fmla="*/ 2589845 w 18982931"/>
              <a:gd name="connsiteY241-35626" fmla="*/ 3639662 h 4449429"/>
              <a:gd name="connsiteX242-35627" fmla="*/ 2646671 w 18982931"/>
              <a:gd name="connsiteY242-35628" fmla="*/ 3639662 h 4449429"/>
              <a:gd name="connsiteX243-35629" fmla="*/ 2646671 w 18982931"/>
              <a:gd name="connsiteY243-35630" fmla="*/ 3582828 h 4449429"/>
              <a:gd name="connsiteX244-35631" fmla="*/ 2589845 w 18982931"/>
              <a:gd name="connsiteY244-35632" fmla="*/ 3582828 h 4449429"/>
              <a:gd name="connsiteX245-35633" fmla="*/ 12612246 w 18982931"/>
              <a:gd name="connsiteY245-35634" fmla="*/ 3500664 h 4449429"/>
              <a:gd name="connsiteX246-35635" fmla="*/ 12612246 w 18982931"/>
              <a:gd name="connsiteY246-35636" fmla="*/ 3557497 h 4449429"/>
              <a:gd name="connsiteX247-35637" fmla="*/ 12669079 w 18982931"/>
              <a:gd name="connsiteY247-35638" fmla="*/ 3557497 h 4449429"/>
              <a:gd name="connsiteX248-35639" fmla="*/ 12669079 w 18982931"/>
              <a:gd name="connsiteY248-35640" fmla="*/ 3500664 h 4449429"/>
              <a:gd name="connsiteX249-35641" fmla="*/ 12612246 w 18982931"/>
              <a:gd name="connsiteY249-35642" fmla="*/ 3500664 h 4449429"/>
              <a:gd name="connsiteX250-35643" fmla="*/ 12500191 w 18982931"/>
              <a:gd name="connsiteY250-35644" fmla="*/ 3500664 h 4449429"/>
              <a:gd name="connsiteX251-35645" fmla="*/ 12500191 w 18982931"/>
              <a:gd name="connsiteY251-35646" fmla="*/ 3557497 h 4449429"/>
              <a:gd name="connsiteX252-35647" fmla="*/ 12557025 w 18982931"/>
              <a:gd name="connsiteY252-35648" fmla="*/ 3557497 h 4449429"/>
              <a:gd name="connsiteX253-35649" fmla="*/ 12557025 w 18982931"/>
              <a:gd name="connsiteY253-35650" fmla="*/ 3500664 h 4449429"/>
              <a:gd name="connsiteX254-35651" fmla="*/ 12500191 w 18982931"/>
              <a:gd name="connsiteY254-35652" fmla="*/ 3500664 h 4449429"/>
              <a:gd name="connsiteX255-35653" fmla="*/ 12388137 w 18982931"/>
              <a:gd name="connsiteY255-35654" fmla="*/ 3500664 h 4449429"/>
              <a:gd name="connsiteX256-35655" fmla="*/ 12388137 w 18982931"/>
              <a:gd name="connsiteY256-35656" fmla="*/ 3557497 h 4449429"/>
              <a:gd name="connsiteX257-35657" fmla="*/ 12444971 w 18982931"/>
              <a:gd name="connsiteY257-35658" fmla="*/ 3557497 h 4449429"/>
              <a:gd name="connsiteX258-35659" fmla="*/ 12444971 w 18982931"/>
              <a:gd name="connsiteY258-35660" fmla="*/ 3500664 h 4449429"/>
              <a:gd name="connsiteX259-35661" fmla="*/ 12388137 w 18982931"/>
              <a:gd name="connsiteY259-35662" fmla="*/ 3500664 h 4449429"/>
              <a:gd name="connsiteX260-35663" fmla="*/ 17351339 w 18982931"/>
              <a:gd name="connsiteY260-35664" fmla="*/ 3492933 h 4449429"/>
              <a:gd name="connsiteX261-35665" fmla="*/ 17351339 w 18982931"/>
              <a:gd name="connsiteY261-35666" fmla="*/ 3538633 h 4449429"/>
              <a:gd name="connsiteX262-35667" fmla="*/ 17560187 w 18982931"/>
              <a:gd name="connsiteY262-35668" fmla="*/ 3538633 h 4449429"/>
              <a:gd name="connsiteX263-35669" fmla="*/ 17560187 w 18982931"/>
              <a:gd name="connsiteY263-35670" fmla="*/ 3492933 h 4449429"/>
              <a:gd name="connsiteX264-35671" fmla="*/ 17351339 w 18982931"/>
              <a:gd name="connsiteY264-35672" fmla="*/ 3492933 h 4449429"/>
              <a:gd name="connsiteX265-35673" fmla="*/ 17351339 w 18982931"/>
              <a:gd name="connsiteY265-35674" fmla="*/ 3401301 h 4449429"/>
              <a:gd name="connsiteX266-35675" fmla="*/ 17351339 w 18982931"/>
              <a:gd name="connsiteY266-35676" fmla="*/ 3447001 h 4449429"/>
              <a:gd name="connsiteX267-35677" fmla="*/ 17560187 w 18982931"/>
              <a:gd name="connsiteY267-35678" fmla="*/ 3447001 h 4449429"/>
              <a:gd name="connsiteX268-35679" fmla="*/ 17560187 w 18982931"/>
              <a:gd name="connsiteY268-35680" fmla="*/ 3401301 h 4449429"/>
              <a:gd name="connsiteX269-35681" fmla="*/ 17351339 w 18982931"/>
              <a:gd name="connsiteY269-35682" fmla="*/ 3401301 h 4449429"/>
              <a:gd name="connsiteX270-35683" fmla="*/ 1596781 w 18982931"/>
              <a:gd name="connsiteY270-35684" fmla="*/ 3357078 h 4449429"/>
              <a:gd name="connsiteX271-35685" fmla="*/ 1596781 w 18982931"/>
              <a:gd name="connsiteY271-35686" fmla="*/ 3402779 h 4449429"/>
              <a:gd name="connsiteX272-35687" fmla="*/ 1805629 w 18982931"/>
              <a:gd name="connsiteY272-35688" fmla="*/ 3402779 h 4449429"/>
              <a:gd name="connsiteX273-35689" fmla="*/ 1805629 w 18982931"/>
              <a:gd name="connsiteY273-35690" fmla="*/ 3357078 h 4449429"/>
              <a:gd name="connsiteX274-35691" fmla="*/ 1596781 w 18982931"/>
              <a:gd name="connsiteY274-35692" fmla="*/ 3357078 h 4449429"/>
              <a:gd name="connsiteX275-35693" fmla="*/ 12612246 w 18982931"/>
              <a:gd name="connsiteY275-35694" fmla="*/ 3355375 h 4449429"/>
              <a:gd name="connsiteX276-35695" fmla="*/ 12612246 w 18982931"/>
              <a:gd name="connsiteY276-35696" fmla="*/ 3412209 h 4449429"/>
              <a:gd name="connsiteX277-35697" fmla="*/ 12669079 w 18982931"/>
              <a:gd name="connsiteY277-35698" fmla="*/ 3412209 h 4449429"/>
              <a:gd name="connsiteX278-35699" fmla="*/ 12669079 w 18982931"/>
              <a:gd name="connsiteY278-35700" fmla="*/ 3355375 h 4449429"/>
              <a:gd name="connsiteX279-35701" fmla="*/ 12612246 w 18982931"/>
              <a:gd name="connsiteY279-35702" fmla="*/ 3355375 h 4449429"/>
              <a:gd name="connsiteX280-35703" fmla="*/ 12500191 w 18982931"/>
              <a:gd name="connsiteY280-35704" fmla="*/ 3355375 h 4449429"/>
              <a:gd name="connsiteX281-35705" fmla="*/ 12500191 w 18982931"/>
              <a:gd name="connsiteY281-35706" fmla="*/ 3412209 h 4449429"/>
              <a:gd name="connsiteX282-35707" fmla="*/ 12557025 w 18982931"/>
              <a:gd name="connsiteY282-35708" fmla="*/ 3412209 h 4449429"/>
              <a:gd name="connsiteX283-35709" fmla="*/ 12557025 w 18982931"/>
              <a:gd name="connsiteY283-35710" fmla="*/ 3355375 h 4449429"/>
              <a:gd name="connsiteX284-35711" fmla="*/ 12500191 w 18982931"/>
              <a:gd name="connsiteY284-35712" fmla="*/ 3355375 h 4449429"/>
              <a:gd name="connsiteX285-35713" fmla="*/ 12388137 w 18982931"/>
              <a:gd name="connsiteY285-35714" fmla="*/ 3355375 h 4449429"/>
              <a:gd name="connsiteX286-35715" fmla="*/ 12388137 w 18982931"/>
              <a:gd name="connsiteY286-35716" fmla="*/ 3412209 h 4449429"/>
              <a:gd name="connsiteX287-35717" fmla="*/ 12444971 w 18982931"/>
              <a:gd name="connsiteY287-35718" fmla="*/ 3412209 h 4449429"/>
              <a:gd name="connsiteX288-35719" fmla="*/ 12444971 w 18982931"/>
              <a:gd name="connsiteY288-35720" fmla="*/ 3355375 h 4449429"/>
              <a:gd name="connsiteX289-35721" fmla="*/ 12388137 w 18982931"/>
              <a:gd name="connsiteY289-35722" fmla="*/ 3355375 h 4449429"/>
              <a:gd name="connsiteX290-35723" fmla="*/ 17351339 w 18982931"/>
              <a:gd name="connsiteY290-35724" fmla="*/ 3309670 h 4449429"/>
              <a:gd name="connsiteX291-35725" fmla="*/ 17351339 w 18982931"/>
              <a:gd name="connsiteY291-35726" fmla="*/ 3355371 h 4449429"/>
              <a:gd name="connsiteX292-35727" fmla="*/ 17560187 w 18982931"/>
              <a:gd name="connsiteY292-35728" fmla="*/ 3355371 h 4449429"/>
              <a:gd name="connsiteX293-35729" fmla="*/ 17560187 w 18982931"/>
              <a:gd name="connsiteY293-35730" fmla="*/ 3309670 h 4449429"/>
              <a:gd name="connsiteX294-35731" fmla="*/ 17351339 w 18982931"/>
              <a:gd name="connsiteY294-35732" fmla="*/ 3309670 h 4449429"/>
              <a:gd name="connsiteX295-35733" fmla="*/ 1596781 w 18982931"/>
              <a:gd name="connsiteY295-35734" fmla="*/ 3265446 h 4449429"/>
              <a:gd name="connsiteX296-35735" fmla="*/ 1596781 w 18982931"/>
              <a:gd name="connsiteY296-35736" fmla="*/ 3311147 h 4449429"/>
              <a:gd name="connsiteX297-35737" fmla="*/ 1805629 w 18982931"/>
              <a:gd name="connsiteY297-35738" fmla="*/ 3311147 h 4449429"/>
              <a:gd name="connsiteX298-35739" fmla="*/ 1805629 w 18982931"/>
              <a:gd name="connsiteY298-35740" fmla="*/ 3265446 h 4449429"/>
              <a:gd name="connsiteX299-35741" fmla="*/ 1596781 w 18982931"/>
              <a:gd name="connsiteY299-35742" fmla="*/ 3265446 h 4449429"/>
              <a:gd name="connsiteX300-35743" fmla="*/ 17351339 w 18982931"/>
              <a:gd name="connsiteY300-35744" fmla="*/ 3218041 h 4449429"/>
              <a:gd name="connsiteX301-35745" fmla="*/ 17351339 w 18982931"/>
              <a:gd name="connsiteY301-35746" fmla="*/ 3263742 h 4449429"/>
              <a:gd name="connsiteX302-35747" fmla="*/ 17560187 w 18982931"/>
              <a:gd name="connsiteY302-35748" fmla="*/ 3263742 h 4449429"/>
              <a:gd name="connsiteX303-35749" fmla="*/ 17560187 w 18982931"/>
              <a:gd name="connsiteY303-35750" fmla="*/ 3218041 h 4449429"/>
              <a:gd name="connsiteX304-35751" fmla="*/ 17351339 w 18982931"/>
              <a:gd name="connsiteY304-35752" fmla="*/ 3218041 h 4449429"/>
              <a:gd name="connsiteX305-35753" fmla="*/ 12612246 w 18982931"/>
              <a:gd name="connsiteY305-35754" fmla="*/ 3210087 h 4449429"/>
              <a:gd name="connsiteX306-35755" fmla="*/ 12612246 w 18982931"/>
              <a:gd name="connsiteY306-35756" fmla="*/ 3266921 h 4449429"/>
              <a:gd name="connsiteX307-35757" fmla="*/ 12669079 w 18982931"/>
              <a:gd name="connsiteY307-35758" fmla="*/ 3266921 h 4449429"/>
              <a:gd name="connsiteX308-35759" fmla="*/ 12669079 w 18982931"/>
              <a:gd name="connsiteY308-35760" fmla="*/ 3210087 h 4449429"/>
              <a:gd name="connsiteX309-35761" fmla="*/ 12612246 w 18982931"/>
              <a:gd name="connsiteY309-35762" fmla="*/ 3210087 h 4449429"/>
              <a:gd name="connsiteX310-35763" fmla="*/ 12500191 w 18982931"/>
              <a:gd name="connsiteY310-35764" fmla="*/ 3210087 h 4449429"/>
              <a:gd name="connsiteX311-35765" fmla="*/ 12500191 w 18982931"/>
              <a:gd name="connsiteY311-35766" fmla="*/ 3266921 h 4449429"/>
              <a:gd name="connsiteX312-35767" fmla="*/ 12557025 w 18982931"/>
              <a:gd name="connsiteY312-35768" fmla="*/ 3266921 h 4449429"/>
              <a:gd name="connsiteX313-35769" fmla="*/ 12557025 w 18982931"/>
              <a:gd name="connsiteY313-35770" fmla="*/ 3210087 h 4449429"/>
              <a:gd name="connsiteX314-35771" fmla="*/ 12500191 w 18982931"/>
              <a:gd name="connsiteY314-35772" fmla="*/ 3210087 h 4449429"/>
              <a:gd name="connsiteX315-35773" fmla="*/ 12388137 w 18982931"/>
              <a:gd name="connsiteY315-35774" fmla="*/ 3210087 h 4449429"/>
              <a:gd name="connsiteX316-35775" fmla="*/ 12388137 w 18982931"/>
              <a:gd name="connsiteY316-35776" fmla="*/ 3266921 h 4449429"/>
              <a:gd name="connsiteX317-35777" fmla="*/ 12444971 w 18982931"/>
              <a:gd name="connsiteY317-35778" fmla="*/ 3266921 h 4449429"/>
              <a:gd name="connsiteX318-35779" fmla="*/ 12444971 w 18982931"/>
              <a:gd name="connsiteY318-35780" fmla="*/ 3210087 h 4449429"/>
              <a:gd name="connsiteX319-35781" fmla="*/ 12388137 w 18982931"/>
              <a:gd name="connsiteY319-35782" fmla="*/ 3210087 h 4449429"/>
              <a:gd name="connsiteX320-35783" fmla="*/ 1596781 w 18982931"/>
              <a:gd name="connsiteY320-35784" fmla="*/ 3173817 h 4449429"/>
              <a:gd name="connsiteX321-35785" fmla="*/ 1596781 w 18982931"/>
              <a:gd name="connsiteY321-35786" fmla="*/ 3219518 h 4449429"/>
              <a:gd name="connsiteX322-35787" fmla="*/ 1805629 w 18982931"/>
              <a:gd name="connsiteY322-35788" fmla="*/ 3219518 h 4449429"/>
              <a:gd name="connsiteX323-35789" fmla="*/ 1805629 w 18982931"/>
              <a:gd name="connsiteY323-35790" fmla="*/ 3173817 h 4449429"/>
              <a:gd name="connsiteX324-35791" fmla="*/ 1596781 w 18982931"/>
              <a:gd name="connsiteY324-35792" fmla="*/ 3173817 h 4449429"/>
              <a:gd name="connsiteX325-35793" fmla="*/ 17351339 w 18982931"/>
              <a:gd name="connsiteY325-35794" fmla="*/ 3126412 h 4449429"/>
              <a:gd name="connsiteX326-35795" fmla="*/ 17351339 w 18982931"/>
              <a:gd name="connsiteY326-35796" fmla="*/ 3172113 h 4449429"/>
              <a:gd name="connsiteX327-35797" fmla="*/ 17560187 w 18982931"/>
              <a:gd name="connsiteY327-35798" fmla="*/ 3172113 h 4449429"/>
              <a:gd name="connsiteX328-35799" fmla="*/ 17560187 w 18982931"/>
              <a:gd name="connsiteY328-35800" fmla="*/ 3126412 h 4449429"/>
              <a:gd name="connsiteX329-35801" fmla="*/ 17351339 w 18982931"/>
              <a:gd name="connsiteY329-35802" fmla="*/ 3126412 h 4449429"/>
              <a:gd name="connsiteX330-35803" fmla="*/ 1596781 w 18982931"/>
              <a:gd name="connsiteY330-35804" fmla="*/ 3080712 h 4449429"/>
              <a:gd name="connsiteX331-35805" fmla="*/ 1596781 w 18982931"/>
              <a:gd name="connsiteY331-35806" fmla="*/ 3126412 h 4449429"/>
              <a:gd name="connsiteX332-35807" fmla="*/ 1805629 w 18982931"/>
              <a:gd name="connsiteY332-35808" fmla="*/ 3126412 h 4449429"/>
              <a:gd name="connsiteX333-35809" fmla="*/ 1805629 w 18982931"/>
              <a:gd name="connsiteY333-35810" fmla="*/ 3080712 h 4449429"/>
              <a:gd name="connsiteX334-35811" fmla="*/ 1596781 w 18982931"/>
              <a:gd name="connsiteY334-35812" fmla="*/ 3080712 h 4449429"/>
              <a:gd name="connsiteX335-35813" fmla="*/ 12612246 w 18982931"/>
              <a:gd name="connsiteY335-35814" fmla="*/ 3064799 h 4449429"/>
              <a:gd name="connsiteX336-35815" fmla="*/ 12612246 w 18982931"/>
              <a:gd name="connsiteY336-35816" fmla="*/ 3121633 h 4449429"/>
              <a:gd name="connsiteX337-35817" fmla="*/ 12669079 w 18982931"/>
              <a:gd name="connsiteY337-35818" fmla="*/ 3121633 h 4449429"/>
              <a:gd name="connsiteX338-35819" fmla="*/ 12669079 w 18982931"/>
              <a:gd name="connsiteY338-35820" fmla="*/ 3064799 h 4449429"/>
              <a:gd name="connsiteX339-35821" fmla="*/ 12612246 w 18982931"/>
              <a:gd name="connsiteY339-35822" fmla="*/ 3064799 h 4449429"/>
              <a:gd name="connsiteX340-35823" fmla="*/ 12500191 w 18982931"/>
              <a:gd name="connsiteY340-35824" fmla="*/ 3064799 h 4449429"/>
              <a:gd name="connsiteX341-35825" fmla="*/ 12500191 w 18982931"/>
              <a:gd name="connsiteY341-35826" fmla="*/ 3121633 h 4449429"/>
              <a:gd name="connsiteX342-35827" fmla="*/ 12557025 w 18982931"/>
              <a:gd name="connsiteY342-35828" fmla="*/ 3121633 h 4449429"/>
              <a:gd name="connsiteX343-35829" fmla="*/ 12557025 w 18982931"/>
              <a:gd name="connsiteY343-35830" fmla="*/ 3064799 h 4449429"/>
              <a:gd name="connsiteX344-35831" fmla="*/ 12500191 w 18982931"/>
              <a:gd name="connsiteY344-35832" fmla="*/ 3064799 h 4449429"/>
              <a:gd name="connsiteX345-35833" fmla="*/ 12388137 w 18982931"/>
              <a:gd name="connsiteY345-35834" fmla="*/ 3064799 h 4449429"/>
              <a:gd name="connsiteX346-35835" fmla="*/ 12388137 w 18982931"/>
              <a:gd name="connsiteY346-35836" fmla="*/ 3121633 h 4449429"/>
              <a:gd name="connsiteX347-35837" fmla="*/ 12444971 w 18982931"/>
              <a:gd name="connsiteY347-35838" fmla="*/ 3121633 h 4449429"/>
              <a:gd name="connsiteX348-35839" fmla="*/ 12444971 w 18982931"/>
              <a:gd name="connsiteY348-35840" fmla="*/ 3064799 h 4449429"/>
              <a:gd name="connsiteX349-35841" fmla="*/ 12388137 w 18982931"/>
              <a:gd name="connsiteY349-35842" fmla="*/ 3064799 h 4449429"/>
              <a:gd name="connsiteX350-35843" fmla="*/ 17351339 w 18982931"/>
              <a:gd name="connsiteY350-35844" fmla="*/ 3034782 h 4449429"/>
              <a:gd name="connsiteX351-35845" fmla="*/ 17351339 w 18982931"/>
              <a:gd name="connsiteY351-35846" fmla="*/ 3080482 h 4449429"/>
              <a:gd name="connsiteX352-35847" fmla="*/ 17560187 w 18982931"/>
              <a:gd name="connsiteY352-35848" fmla="*/ 3080482 h 4449429"/>
              <a:gd name="connsiteX353-35849" fmla="*/ 17560187 w 18982931"/>
              <a:gd name="connsiteY353-35850" fmla="*/ 3034782 h 4449429"/>
              <a:gd name="connsiteX354-35851" fmla="*/ 17351339 w 18982931"/>
              <a:gd name="connsiteY354-35852" fmla="*/ 3034782 h 4449429"/>
              <a:gd name="connsiteX355-35853" fmla="*/ 1596781 w 18982931"/>
              <a:gd name="connsiteY355-35854" fmla="*/ 2989080 h 4449429"/>
              <a:gd name="connsiteX356-35855" fmla="*/ 1596781 w 18982931"/>
              <a:gd name="connsiteY356-35856" fmla="*/ 3034780 h 4449429"/>
              <a:gd name="connsiteX357-35857" fmla="*/ 1805629 w 18982931"/>
              <a:gd name="connsiteY357-35858" fmla="*/ 3034780 h 4449429"/>
              <a:gd name="connsiteX358-35859" fmla="*/ 1805629 w 18982931"/>
              <a:gd name="connsiteY358-35860" fmla="*/ 2989080 h 4449429"/>
              <a:gd name="connsiteX359-35861" fmla="*/ 1596781 w 18982931"/>
              <a:gd name="connsiteY359-35862" fmla="*/ 2989080 h 4449429"/>
              <a:gd name="connsiteX360-35863" fmla="*/ 17351339 w 18982931"/>
              <a:gd name="connsiteY360-35864" fmla="*/ 2943153 h 4449429"/>
              <a:gd name="connsiteX361-35865" fmla="*/ 17351339 w 18982931"/>
              <a:gd name="connsiteY361-35866" fmla="*/ 2988853 h 4449429"/>
              <a:gd name="connsiteX362-35867" fmla="*/ 17560187 w 18982931"/>
              <a:gd name="connsiteY362-35868" fmla="*/ 2988853 h 4449429"/>
              <a:gd name="connsiteX363-35869" fmla="*/ 17560187 w 18982931"/>
              <a:gd name="connsiteY363-35870" fmla="*/ 2943153 h 4449429"/>
              <a:gd name="connsiteX364-35871" fmla="*/ 17351339 w 18982931"/>
              <a:gd name="connsiteY364-35872" fmla="*/ 2943153 h 4449429"/>
              <a:gd name="connsiteX365-35873" fmla="*/ 12612246 w 18982931"/>
              <a:gd name="connsiteY365-35874" fmla="*/ 2919511 h 4449429"/>
              <a:gd name="connsiteX366-35875" fmla="*/ 12612246 w 18982931"/>
              <a:gd name="connsiteY366-35876" fmla="*/ 2976345 h 4449429"/>
              <a:gd name="connsiteX367-35877" fmla="*/ 12669079 w 18982931"/>
              <a:gd name="connsiteY367-35878" fmla="*/ 2976345 h 4449429"/>
              <a:gd name="connsiteX368-35879" fmla="*/ 12669079 w 18982931"/>
              <a:gd name="connsiteY368-35880" fmla="*/ 2919511 h 4449429"/>
              <a:gd name="connsiteX369-35881" fmla="*/ 12612246 w 18982931"/>
              <a:gd name="connsiteY369-35882" fmla="*/ 2919511 h 4449429"/>
              <a:gd name="connsiteX370-35883" fmla="*/ 12500191 w 18982931"/>
              <a:gd name="connsiteY370-35884" fmla="*/ 2919511 h 4449429"/>
              <a:gd name="connsiteX371-35885" fmla="*/ 12500191 w 18982931"/>
              <a:gd name="connsiteY371-35886" fmla="*/ 2976345 h 4449429"/>
              <a:gd name="connsiteX372-35887" fmla="*/ 12557025 w 18982931"/>
              <a:gd name="connsiteY372-35888" fmla="*/ 2976345 h 4449429"/>
              <a:gd name="connsiteX373-35889" fmla="*/ 12557025 w 18982931"/>
              <a:gd name="connsiteY373-35890" fmla="*/ 2919511 h 4449429"/>
              <a:gd name="connsiteX374-35891" fmla="*/ 12500191 w 18982931"/>
              <a:gd name="connsiteY374-35892" fmla="*/ 2919511 h 4449429"/>
              <a:gd name="connsiteX375-35893" fmla="*/ 12388137 w 18982931"/>
              <a:gd name="connsiteY375-35894" fmla="*/ 2919511 h 4449429"/>
              <a:gd name="connsiteX376-35895" fmla="*/ 12388137 w 18982931"/>
              <a:gd name="connsiteY376-35896" fmla="*/ 2976345 h 4449429"/>
              <a:gd name="connsiteX377-35897" fmla="*/ 12444971 w 18982931"/>
              <a:gd name="connsiteY377-35898" fmla="*/ 2976345 h 4449429"/>
              <a:gd name="connsiteX378-35899" fmla="*/ 12444971 w 18982931"/>
              <a:gd name="connsiteY378-35900" fmla="*/ 2919511 h 4449429"/>
              <a:gd name="connsiteX379-35901" fmla="*/ 12388137 w 18982931"/>
              <a:gd name="connsiteY379-35902" fmla="*/ 2919511 h 4449429"/>
              <a:gd name="connsiteX380-35903" fmla="*/ 1596781 w 18982931"/>
              <a:gd name="connsiteY380-35904" fmla="*/ 2897450 h 4449429"/>
              <a:gd name="connsiteX381-35905" fmla="*/ 1596781 w 18982931"/>
              <a:gd name="connsiteY381-35906" fmla="*/ 2943150 h 4449429"/>
              <a:gd name="connsiteX382-35907" fmla="*/ 1805629 w 18982931"/>
              <a:gd name="connsiteY382-35908" fmla="*/ 2943150 h 4449429"/>
              <a:gd name="connsiteX383-35909" fmla="*/ 1805629 w 18982931"/>
              <a:gd name="connsiteY383-35910" fmla="*/ 2897450 h 4449429"/>
              <a:gd name="connsiteX384-35911" fmla="*/ 1596781 w 18982931"/>
              <a:gd name="connsiteY384-35912" fmla="*/ 2897450 h 4449429"/>
              <a:gd name="connsiteX385-35913" fmla="*/ 17351339 w 18982931"/>
              <a:gd name="connsiteY385-35914" fmla="*/ 2851522 h 4449429"/>
              <a:gd name="connsiteX386-35915" fmla="*/ 17351339 w 18982931"/>
              <a:gd name="connsiteY386-35916" fmla="*/ 2897223 h 4449429"/>
              <a:gd name="connsiteX387-35917" fmla="*/ 17560187 w 18982931"/>
              <a:gd name="connsiteY387-35918" fmla="*/ 2897223 h 4449429"/>
              <a:gd name="connsiteX388-35919" fmla="*/ 17560187 w 18982931"/>
              <a:gd name="connsiteY388-35920" fmla="*/ 2851522 h 4449429"/>
              <a:gd name="connsiteX389-35921" fmla="*/ 17351339 w 18982931"/>
              <a:gd name="connsiteY389-35922" fmla="*/ 2851522 h 4449429"/>
              <a:gd name="connsiteX390-35923" fmla="*/ 1596781 w 18982931"/>
              <a:gd name="connsiteY390-35924" fmla="*/ 2805821 h 4449429"/>
              <a:gd name="connsiteX391-35925" fmla="*/ 1596781 w 18982931"/>
              <a:gd name="connsiteY391-35926" fmla="*/ 2851521 h 4449429"/>
              <a:gd name="connsiteX392-35927" fmla="*/ 1805629 w 18982931"/>
              <a:gd name="connsiteY392-35928" fmla="*/ 2851521 h 4449429"/>
              <a:gd name="connsiteX393-35929" fmla="*/ 1805629 w 18982931"/>
              <a:gd name="connsiteY393-35930" fmla="*/ 2805821 h 4449429"/>
              <a:gd name="connsiteX394-35931" fmla="*/ 1596781 w 18982931"/>
              <a:gd name="connsiteY394-35932" fmla="*/ 2805821 h 4449429"/>
              <a:gd name="connsiteX395-35933" fmla="*/ 1596781 w 18982931"/>
              <a:gd name="connsiteY395-35934" fmla="*/ 2714192 h 4449429"/>
              <a:gd name="connsiteX396-35935" fmla="*/ 1596781 w 18982931"/>
              <a:gd name="connsiteY396-35936" fmla="*/ 2759892 h 4449429"/>
              <a:gd name="connsiteX397-35937" fmla="*/ 1805629 w 18982931"/>
              <a:gd name="connsiteY397-35938" fmla="*/ 2759892 h 4449429"/>
              <a:gd name="connsiteX398-35939" fmla="*/ 1805629 w 18982931"/>
              <a:gd name="connsiteY398-35940" fmla="*/ 2714192 h 4449429"/>
              <a:gd name="connsiteX399-35941" fmla="*/ 1596781 w 18982931"/>
              <a:gd name="connsiteY399-35942" fmla="*/ 2714192 h 4449429"/>
              <a:gd name="connsiteX400-35943" fmla="*/ 4422120 w 18982931"/>
              <a:gd name="connsiteY400-35944" fmla="*/ 2688604 h 4449429"/>
              <a:gd name="connsiteX401-35945" fmla="*/ 4422120 w 18982931"/>
              <a:gd name="connsiteY401-35946" fmla="*/ 2851522 h 4449429"/>
              <a:gd name="connsiteX402-35947" fmla="*/ 4459897 w 18982931"/>
              <a:gd name="connsiteY402-35948" fmla="*/ 2851522 h 4449429"/>
              <a:gd name="connsiteX403-35949" fmla="*/ 4459897 w 18982931"/>
              <a:gd name="connsiteY403-35950" fmla="*/ 2688604 h 4449429"/>
              <a:gd name="connsiteX404-35951" fmla="*/ 4422120 w 18982931"/>
              <a:gd name="connsiteY404-35952" fmla="*/ 2688604 h 4449429"/>
              <a:gd name="connsiteX405-35953" fmla="*/ 4346370 w 18982931"/>
              <a:gd name="connsiteY405-35954" fmla="*/ 2688604 h 4449429"/>
              <a:gd name="connsiteX406-35955" fmla="*/ 4346370 w 18982931"/>
              <a:gd name="connsiteY406-35956" fmla="*/ 2851522 h 4449429"/>
              <a:gd name="connsiteX407-35957" fmla="*/ 4384149 w 18982931"/>
              <a:gd name="connsiteY407-35958" fmla="*/ 2851522 h 4449429"/>
              <a:gd name="connsiteX408-35959" fmla="*/ 4384149 w 18982931"/>
              <a:gd name="connsiteY408-35960" fmla="*/ 2688604 h 4449429"/>
              <a:gd name="connsiteX409-35961" fmla="*/ 4346370 w 18982931"/>
              <a:gd name="connsiteY409-35962" fmla="*/ 2688604 h 4449429"/>
              <a:gd name="connsiteX410-35963" fmla="*/ 4270624 w 18982931"/>
              <a:gd name="connsiteY410-35964" fmla="*/ 2688604 h 4449429"/>
              <a:gd name="connsiteX411-35965" fmla="*/ 4270624 w 18982931"/>
              <a:gd name="connsiteY411-35966" fmla="*/ 2851522 h 4449429"/>
              <a:gd name="connsiteX412-35967" fmla="*/ 4308407 w 18982931"/>
              <a:gd name="connsiteY412-35968" fmla="*/ 2851522 h 4449429"/>
              <a:gd name="connsiteX413-35969" fmla="*/ 4308407 w 18982931"/>
              <a:gd name="connsiteY413-35970" fmla="*/ 2688604 h 4449429"/>
              <a:gd name="connsiteX414-35971" fmla="*/ 4270624 w 18982931"/>
              <a:gd name="connsiteY414-35972" fmla="*/ 2688604 h 4449429"/>
              <a:gd name="connsiteX415-35973" fmla="*/ 4194881 w 18982931"/>
              <a:gd name="connsiteY415-35974" fmla="*/ 2688604 h 4449429"/>
              <a:gd name="connsiteX416-35975" fmla="*/ 4194881 w 18982931"/>
              <a:gd name="connsiteY416-35976" fmla="*/ 2851522 h 4449429"/>
              <a:gd name="connsiteX417-35977" fmla="*/ 4232658 w 18982931"/>
              <a:gd name="connsiteY417-35978" fmla="*/ 2851522 h 4449429"/>
              <a:gd name="connsiteX418-35979" fmla="*/ 4232658 w 18982931"/>
              <a:gd name="connsiteY418-35980" fmla="*/ 2688604 h 4449429"/>
              <a:gd name="connsiteX419-35981" fmla="*/ 4194881 w 18982931"/>
              <a:gd name="connsiteY419-35982" fmla="*/ 2688604 h 4449429"/>
              <a:gd name="connsiteX420-35983" fmla="*/ 4119132 w 18982931"/>
              <a:gd name="connsiteY420-35984" fmla="*/ 2688604 h 4449429"/>
              <a:gd name="connsiteX421-35985" fmla="*/ 4119132 w 18982931"/>
              <a:gd name="connsiteY421-35986" fmla="*/ 2851522 h 4449429"/>
              <a:gd name="connsiteX422-35987" fmla="*/ 4156909 w 18982931"/>
              <a:gd name="connsiteY422-35988" fmla="*/ 2851522 h 4449429"/>
              <a:gd name="connsiteX423-35989" fmla="*/ 4156909 w 18982931"/>
              <a:gd name="connsiteY423-35990" fmla="*/ 2688604 h 4449429"/>
              <a:gd name="connsiteX424-35991" fmla="*/ 4119132 w 18982931"/>
              <a:gd name="connsiteY424-35992" fmla="*/ 2688604 h 4449429"/>
              <a:gd name="connsiteX425-35993" fmla="*/ 4043383 w 18982931"/>
              <a:gd name="connsiteY425-35994" fmla="*/ 2688604 h 4449429"/>
              <a:gd name="connsiteX426-35995" fmla="*/ 4043383 w 18982931"/>
              <a:gd name="connsiteY426-35996" fmla="*/ 2851522 h 4449429"/>
              <a:gd name="connsiteX427-35997" fmla="*/ 4081160 w 18982931"/>
              <a:gd name="connsiteY427-35998" fmla="*/ 2851522 h 4449429"/>
              <a:gd name="connsiteX428-35999" fmla="*/ 4081160 w 18982931"/>
              <a:gd name="connsiteY428-36000" fmla="*/ 2688604 h 4449429"/>
              <a:gd name="connsiteX429-36001" fmla="*/ 4043383 w 18982931"/>
              <a:gd name="connsiteY429-36002" fmla="*/ 2688604 h 4449429"/>
              <a:gd name="connsiteX430-36003" fmla="*/ 3967636 w 18982931"/>
              <a:gd name="connsiteY430-36004" fmla="*/ 2688604 h 4449429"/>
              <a:gd name="connsiteX431-36005" fmla="*/ 3967636 w 18982931"/>
              <a:gd name="connsiteY431-36006" fmla="*/ 2851522 h 4449429"/>
              <a:gd name="connsiteX432-36007" fmla="*/ 4005415 w 18982931"/>
              <a:gd name="connsiteY432-36008" fmla="*/ 2851522 h 4449429"/>
              <a:gd name="connsiteX433-36009" fmla="*/ 4005415 w 18982931"/>
              <a:gd name="connsiteY433-36010" fmla="*/ 2688604 h 4449429"/>
              <a:gd name="connsiteX434-36011" fmla="*/ 3967636 w 18982931"/>
              <a:gd name="connsiteY434-36012" fmla="*/ 2688604 h 4449429"/>
              <a:gd name="connsiteX435-36013" fmla="*/ 3891895 w 18982931"/>
              <a:gd name="connsiteY435-36014" fmla="*/ 2688604 h 4449429"/>
              <a:gd name="connsiteX436-36015" fmla="*/ 3891895 w 18982931"/>
              <a:gd name="connsiteY436-36016" fmla="*/ 2851522 h 4449429"/>
              <a:gd name="connsiteX437-36017" fmla="*/ 3929672 w 18982931"/>
              <a:gd name="connsiteY437-36018" fmla="*/ 2851522 h 4449429"/>
              <a:gd name="connsiteX438-36019" fmla="*/ 3929672 w 18982931"/>
              <a:gd name="connsiteY438-36020" fmla="*/ 2688604 h 4449429"/>
              <a:gd name="connsiteX439-36021" fmla="*/ 3891895 w 18982931"/>
              <a:gd name="connsiteY439-36022" fmla="*/ 2688604 h 4449429"/>
              <a:gd name="connsiteX440-36023" fmla="*/ 15043403 w 18982931"/>
              <a:gd name="connsiteY440-36024" fmla="*/ 2685661 h 4449429"/>
              <a:gd name="connsiteX441-36025" fmla="*/ 15043403 w 18982931"/>
              <a:gd name="connsiteY441-36026" fmla="*/ 2894508 h 4449429"/>
              <a:gd name="connsiteX442-36027" fmla="*/ 15089105 w 18982931"/>
              <a:gd name="connsiteY442-36028" fmla="*/ 2894508 h 4449429"/>
              <a:gd name="connsiteX443-36029" fmla="*/ 15089105 w 18982931"/>
              <a:gd name="connsiteY443-36030" fmla="*/ 2685661 h 4449429"/>
              <a:gd name="connsiteX444-36031" fmla="*/ 15043403 w 18982931"/>
              <a:gd name="connsiteY444-36032" fmla="*/ 2685661 h 4449429"/>
              <a:gd name="connsiteX445-36033" fmla="*/ 14951773 w 18982931"/>
              <a:gd name="connsiteY445-36034" fmla="*/ 2685661 h 4449429"/>
              <a:gd name="connsiteX446-36035" fmla="*/ 14951773 w 18982931"/>
              <a:gd name="connsiteY446-36036" fmla="*/ 2894508 h 4449429"/>
              <a:gd name="connsiteX447-36037" fmla="*/ 14997475 w 18982931"/>
              <a:gd name="connsiteY447-36038" fmla="*/ 2894508 h 4449429"/>
              <a:gd name="connsiteX448-36039" fmla="*/ 14997475 w 18982931"/>
              <a:gd name="connsiteY448-36040" fmla="*/ 2685661 h 4449429"/>
              <a:gd name="connsiteX449-36041" fmla="*/ 14951773 w 18982931"/>
              <a:gd name="connsiteY449-36042" fmla="*/ 2685661 h 4449429"/>
              <a:gd name="connsiteX450-36043" fmla="*/ 14860145 w 18982931"/>
              <a:gd name="connsiteY450-36044" fmla="*/ 2685661 h 4449429"/>
              <a:gd name="connsiteX451-36045" fmla="*/ 14860145 w 18982931"/>
              <a:gd name="connsiteY451-36046" fmla="*/ 2894508 h 4449429"/>
              <a:gd name="connsiteX452-36047" fmla="*/ 14905844 w 18982931"/>
              <a:gd name="connsiteY452-36048" fmla="*/ 2894508 h 4449429"/>
              <a:gd name="connsiteX453-36049" fmla="*/ 14905844 w 18982931"/>
              <a:gd name="connsiteY453-36050" fmla="*/ 2685661 h 4449429"/>
              <a:gd name="connsiteX454-36051" fmla="*/ 14860145 w 18982931"/>
              <a:gd name="connsiteY454-36052" fmla="*/ 2685661 h 4449429"/>
              <a:gd name="connsiteX455-36053" fmla="*/ 14768515 w 18982931"/>
              <a:gd name="connsiteY455-36054" fmla="*/ 2685661 h 4449429"/>
              <a:gd name="connsiteX456-36055" fmla="*/ 14768515 w 18982931"/>
              <a:gd name="connsiteY456-36056" fmla="*/ 2894508 h 4449429"/>
              <a:gd name="connsiteX457-36057" fmla="*/ 14814217 w 18982931"/>
              <a:gd name="connsiteY457-36058" fmla="*/ 2894508 h 4449429"/>
              <a:gd name="connsiteX458-36059" fmla="*/ 14814217 w 18982931"/>
              <a:gd name="connsiteY458-36060" fmla="*/ 2685661 h 4449429"/>
              <a:gd name="connsiteX459-36061" fmla="*/ 14768515 w 18982931"/>
              <a:gd name="connsiteY459-36062" fmla="*/ 2685661 h 4449429"/>
              <a:gd name="connsiteX460-36063" fmla="*/ 14676884 w 18982931"/>
              <a:gd name="connsiteY460-36064" fmla="*/ 2685661 h 4449429"/>
              <a:gd name="connsiteX461-36065" fmla="*/ 14676884 w 18982931"/>
              <a:gd name="connsiteY461-36066" fmla="*/ 2894508 h 4449429"/>
              <a:gd name="connsiteX462-36067" fmla="*/ 14722586 w 18982931"/>
              <a:gd name="connsiteY462-36068" fmla="*/ 2894508 h 4449429"/>
              <a:gd name="connsiteX463-36069" fmla="*/ 14722586 w 18982931"/>
              <a:gd name="connsiteY463-36070" fmla="*/ 2685661 h 4449429"/>
              <a:gd name="connsiteX464-36071" fmla="*/ 14676884 w 18982931"/>
              <a:gd name="connsiteY464-36072" fmla="*/ 2685661 h 4449429"/>
              <a:gd name="connsiteX465-36073" fmla="*/ 14585255 w 18982931"/>
              <a:gd name="connsiteY465-36074" fmla="*/ 2685661 h 4449429"/>
              <a:gd name="connsiteX466-36075" fmla="*/ 14585255 w 18982931"/>
              <a:gd name="connsiteY466-36076" fmla="*/ 2894508 h 4449429"/>
              <a:gd name="connsiteX467-36077" fmla="*/ 14630955 w 18982931"/>
              <a:gd name="connsiteY467-36078" fmla="*/ 2894508 h 4449429"/>
              <a:gd name="connsiteX468-36079" fmla="*/ 14630955 w 18982931"/>
              <a:gd name="connsiteY468-36080" fmla="*/ 2685661 h 4449429"/>
              <a:gd name="connsiteX469-36081" fmla="*/ 14585255 w 18982931"/>
              <a:gd name="connsiteY469-36082" fmla="*/ 2685661 h 4449429"/>
              <a:gd name="connsiteX470-36083" fmla="*/ 14493625 w 18982931"/>
              <a:gd name="connsiteY470-36084" fmla="*/ 2685661 h 4449429"/>
              <a:gd name="connsiteX471-36085" fmla="*/ 14493625 w 18982931"/>
              <a:gd name="connsiteY471-36086" fmla="*/ 2894508 h 4449429"/>
              <a:gd name="connsiteX472-36087" fmla="*/ 14539325 w 18982931"/>
              <a:gd name="connsiteY472-36088" fmla="*/ 2894508 h 4449429"/>
              <a:gd name="connsiteX473-36089" fmla="*/ 14539325 w 18982931"/>
              <a:gd name="connsiteY473-36090" fmla="*/ 2685661 h 4449429"/>
              <a:gd name="connsiteX474-36091" fmla="*/ 14493625 w 18982931"/>
              <a:gd name="connsiteY474-36092" fmla="*/ 2685661 h 4449429"/>
              <a:gd name="connsiteX475-36093" fmla="*/ 2875284 w 18982931"/>
              <a:gd name="connsiteY475-36094" fmla="*/ 2661196 h 4449429"/>
              <a:gd name="connsiteX476-36095" fmla="*/ 2875284 w 18982931"/>
              <a:gd name="connsiteY476-36096" fmla="*/ 3265443 h 4449429"/>
              <a:gd name="connsiteX477-36097" fmla="*/ 2913063 w 18982931"/>
              <a:gd name="connsiteY477-36098" fmla="*/ 3265443 h 4449429"/>
              <a:gd name="connsiteX478-36099" fmla="*/ 2913063 w 18982931"/>
              <a:gd name="connsiteY478-36100" fmla="*/ 2661196 h 4449429"/>
              <a:gd name="connsiteX479-36101" fmla="*/ 2875284 w 18982931"/>
              <a:gd name="connsiteY479-36102" fmla="*/ 2661196 h 4449429"/>
              <a:gd name="connsiteX480-36103" fmla="*/ 2769698 w 18982931"/>
              <a:gd name="connsiteY480-36104" fmla="*/ 2661196 h 4449429"/>
              <a:gd name="connsiteX481-36105" fmla="*/ 2769698 w 18982931"/>
              <a:gd name="connsiteY481-36106" fmla="*/ 3265443 h 4449429"/>
              <a:gd name="connsiteX482-36107" fmla="*/ 2807479 w 18982931"/>
              <a:gd name="connsiteY482-36108" fmla="*/ 3265443 h 4449429"/>
              <a:gd name="connsiteX483-36109" fmla="*/ 2807479 w 18982931"/>
              <a:gd name="connsiteY483-36110" fmla="*/ 2661196 h 4449429"/>
              <a:gd name="connsiteX484-36111" fmla="*/ 2769698 w 18982931"/>
              <a:gd name="connsiteY484-36112" fmla="*/ 2661196 h 4449429"/>
              <a:gd name="connsiteX485-36113" fmla="*/ 2664114 w 18982931"/>
              <a:gd name="connsiteY485-36114" fmla="*/ 2661196 h 4449429"/>
              <a:gd name="connsiteX486-36115" fmla="*/ 2664114 w 18982931"/>
              <a:gd name="connsiteY486-36116" fmla="*/ 3265443 h 4449429"/>
              <a:gd name="connsiteX487-36117" fmla="*/ 2701891 w 18982931"/>
              <a:gd name="connsiteY487-36118" fmla="*/ 3265443 h 4449429"/>
              <a:gd name="connsiteX488-36119" fmla="*/ 2701891 w 18982931"/>
              <a:gd name="connsiteY488-36120" fmla="*/ 2661196 h 4449429"/>
              <a:gd name="connsiteX489-36121" fmla="*/ 2664114 w 18982931"/>
              <a:gd name="connsiteY489-36122" fmla="*/ 2661196 h 4449429"/>
              <a:gd name="connsiteX490-36123" fmla="*/ 2558534 w 18982931"/>
              <a:gd name="connsiteY490-36124" fmla="*/ 2661196 h 4449429"/>
              <a:gd name="connsiteX491-36125" fmla="*/ 2558534 w 18982931"/>
              <a:gd name="connsiteY491-36126" fmla="*/ 3265443 h 4449429"/>
              <a:gd name="connsiteX492-36127" fmla="*/ 2596306 w 18982931"/>
              <a:gd name="connsiteY492-36128" fmla="*/ 3265443 h 4449429"/>
              <a:gd name="connsiteX493-36129" fmla="*/ 2596306 w 18982931"/>
              <a:gd name="connsiteY493-36130" fmla="*/ 2661196 h 4449429"/>
              <a:gd name="connsiteX494-36131" fmla="*/ 2558534 w 18982931"/>
              <a:gd name="connsiteY494-36132" fmla="*/ 2661196 h 4449429"/>
              <a:gd name="connsiteX495-36133" fmla="*/ 2980870 w 18982931"/>
              <a:gd name="connsiteY495-36134" fmla="*/ 2661194 h 4449429"/>
              <a:gd name="connsiteX496-36135" fmla="*/ 2980870 w 18982931"/>
              <a:gd name="connsiteY496-36136" fmla="*/ 3265442 h 4449429"/>
              <a:gd name="connsiteX497-36137" fmla="*/ 3018648 w 18982931"/>
              <a:gd name="connsiteY497-36138" fmla="*/ 3265442 h 4449429"/>
              <a:gd name="connsiteX498-36139" fmla="*/ 3018648 w 18982931"/>
              <a:gd name="connsiteY498-36140" fmla="*/ 2661194 h 4449429"/>
              <a:gd name="connsiteX499-36141" fmla="*/ 2980870 w 18982931"/>
              <a:gd name="connsiteY499-36142" fmla="*/ 2661194 h 4449429"/>
              <a:gd name="connsiteX500-36143" fmla="*/ 16374516 w 18982931"/>
              <a:gd name="connsiteY500-36144" fmla="*/ 2632791 h 4449429"/>
              <a:gd name="connsiteX501-36145" fmla="*/ 16374516 w 18982931"/>
              <a:gd name="connsiteY501-36146" fmla="*/ 3237039 h 4449429"/>
              <a:gd name="connsiteX502-36147" fmla="*/ 16412296 w 18982931"/>
              <a:gd name="connsiteY502-36148" fmla="*/ 3237039 h 4449429"/>
              <a:gd name="connsiteX503-36149" fmla="*/ 16412296 w 18982931"/>
              <a:gd name="connsiteY503-36150" fmla="*/ 2632791 h 4449429"/>
              <a:gd name="connsiteX504-36151" fmla="*/ 16374516 w 18982931"/>
              <a:gd name="connsiteY504-36152" fmla="*/ 2632791 h 4449429"/>
              <a:gd name="connsiteX505-36153" fmla="*/ 16268931 w 18982931"/>
              <a:gd name="connsiteY505-36154" fmla="*/ 2632791 h 4449429"/>
              <a:gd name="connsiteX506-36155" fmla="*/ 16268931 w 18982931"/>
              <a:gd name="connsiteY506-36156" fmla="*/ 3237039 h 4449429"/>
              <a:gd name="connsiteX507-36157" fmla="*/ 16306709 w 18982931"/>
              <a:gd name="connsiteY507-36158" fmla="*/ 3237039 h 4449429"/>
              <a:gd name="connsiteX508-36159" fmla="*/ 16306709 w 18982931"/>
              <a:gd name="connsiteY508-36160" fmla="*/ 2632791 h 4449429"/>
              <a:gd name="connsiteX509-36161" fmla="*/ 16268931 w 18982931"/>
              <a:gd name="connsiteY509-36162" fmla="*/ 2632791 h 4449429"/>
              <a:gd name="connsiteX510-36163" fmla="*/ 16163344 w 18982931"/>
              <a:gd name="connsiteY510-36164" fmla="*/ 2632791 h 4449429"/>
              <a:gd name="connsiteX511-36165" fmla="*/ 16163344 w 18982931"/>
              <a:gd name="connsiteY511-36166" fmla="*/ 3237039 h 4449429"/>
              <a:gd name="connsiteX512-36167" fmla="*/ 16201125 w 18982931"/>
              <a:gd name="connsiteY512-36168" fmla="*/ 3237039 h 4449429"/>
              <a:gd name="connsiteX513-36169" fmla="*/ 16201125 w 18982931"/>
              <a:gd name="connsiteY513-36170" fmla="*/ 2632791 h 4449429"/>
              <a:gd name="connsiteX514-36171" fmla="*/ 16163344 w 18982931"/>
              <a:gd name="connsiteY514-36172" fmla="*/ 2632791 h 4449429"/>
              <a:gd name="connsiteX515-36173" fmla="*/ 16057760 w 18982931"/>
              <a:gd name="connsiteY515-36174" fmla="*/ 2632791 h 4449429"/>
              <a:gd name="connsiteX516-36175" fmla="*/ 16057760 w 18982931"/>
              <a:gd name="connsiteY516-36176" fmla="*/ 3237039 h 4449429"/>
              <a:gd name="connsiteX517-36177" fmla="*/ 16095537 w 18982931"/>
              <a:gd name="connsiteY517-36178" fmla="*/ 3237039 h 4449429"/>
              <a:gd name="connsiteX518-36179" fmla="*/ 16095537 w 18982931"/>
              <a:gd name="connsiteY518-36180" fmla="*/ 2632791 h 4449429"/>
              <a:gd name="connsiteX519-36181" fmla="*/ 16057760 w 18982931"/>
              <a:gd name="connsiteY519-36182" fmla="*/ 2632791 h 4449429"/>
              <a:gd name="connsiteX520-36183" fmla="*/ 16480103 w 18982931"/>
              <a:gd name="connsiteY520-36184" fmla="*/ 2632790 h 4449429"/>
              <a:gd name="connsiteX521-36185" fmla="*/ 16480103 w 18982931"/>
              <a:gd name="connsiteY521-36186" fmla="*/ 3237037 h 4449429"/>
              <a:gd name="connsiteX522-36187" fmla="*/ 16517880 w 18982931"/>
              <a:gd name="connsiteY522-36188" fmla="*/ 3237037 h 4449429"/>
              <a:gd name="connsiteX523-36189" fmla="*/ 16517880 w 18982931"/>
              <a:gd name="connsiteY523-36190" fmla="*/ 2632790 h 4449429"/>
              <a:gd name="connsiteX524-36191" fmla="*/ 16480103 w 18982931"/>
              <a:gd name="connsiteY524-36192" fmla="*/ 2632790 h 4449429"/>
              <a:gd name="connsiteX525-36193" fmla="*/ 1596781 w 18982931"/>
              <a:gd name="connsiteY525-36194" fmla="*/ 2622561 h 4449429"/>
              <a:gd name="connsiteX526-36195" fmla="*/ 1596781 w 18982931"/>
              <a:gd name="connsiteY526-36196" fmla="*/ 2668261 h 4449429"/>
              <a:gd name="connsiteX527-36197" fmla="*/ 1805629 w 18982931"/>
              <a:gd name="connsiteY527-36198" fmla="*/ 2668261 h 4449429"/>
              <a:gd name="connsiteX528-36199" fmla="*/ 1805629 w 18982931"/>
              <a:gd name="connsiteY528-36200" fmla="*/ 2622561 h 4449429"/>
              <a:gd name="connsiteX529-36201" fmla="*/ 1596781 w 18982931"/>
              <a:gd name="connsiteY529-36202" fmla="*/ 2622561 h 4449429"/>
              <a:gd name="connsiteX530-36203" fmla="*/ 1596781 w 18982931"/>
              <a:gd name="connsiteY530-36204" fmla="*/ 2530932 h 4449429"/>
              <a:gd name="connsiteX531-36205" fmla="*/ 1596781 w 18982931"/>
              <a:gd name="connsiteY531-36206" fmla="*/ 2576632 h 4449429"/>
              <a:gd name="connsiteX532-36207" fmla="*/ 1805629 w 18982931"/>
              <a:gd name="connsiteY532-36208" fmla="*/ 2576632 h 4449429"/>
              <a:gd name="connsiteX533-36209" fmla="*/ 1805629 w 18982931"/>
              <a:gd name="connsiteY533-36210" fmla="*/ 2530932 h 4449429"/>
              <a:gd name="connsiteX534-36211" fmla="*/ 1596781 w 18982931"/>
              <a:gd name="connsiteY534-36212" fmla="*/ 2530932 h 4449429"/>
              <a:gd name="connsiteX535-36213" fmla="*/ 1596781 w 18982931"/>
              <a:gd name="connsiteY535-36214" fmla="*/ 2439301 h 4449429"/>
              <a:gd name="connsiteX536-36215" fmla="*/ 1596781 w 18982931"/>
              <a:gd name="connsiteY536-36216" fmla="*/ 2485002 h 4449429"/>
              <a:gd name="connsiteX537-36217" fmla="*/ 1805629 w 18982931"/>
              <a:gd name="connsiteY537-36218" fmla="*/ 2485002 h 4449429"/>
              <a:gd name="connsiteX538-36219" fmla="*/ 1805629 w 18982931"/>
              <a:gd name="connsiteY538-36220" fmla="*/ 2439301 h 4449429"/>
              <a:gd name="connsiteX539-36221" fmla="*/ 1596781 w 18982931"/>
              <a:gd name="connsiteY539-36222" fmla="*/ 2439301 h 4449429"/>
              <a:gd name="connsiteX540-36223" fmla="*/ 17217171 w 18982931"/>
              <a:gd name="connsiteY540-36224" fmla="*/ 2397981 h 4449429"/>
              <a:gd name="connsiteX541-36225" fmla="*/ 17217171 w 18982931"/>
              <a:gd name="connsiteY541-36226" fmla="*/ 2434557 h 4449429"/>
              <a:gd name="connsiteX542-36227" fmla="*/ 17582931 w 18982931"/>
              <a:gd name="connsiteY542-36228" fmla="*/ 2434557 h 4449429"/>
              <a:gd name="connsiteX543-36229" fmla="*/ 17582931 w 18982931"/>
              <a:gd name="connsiteY543-36230" fmla="*/ 2397981 h 4449429"/>
              <a:gd name="connsiteX544-36231" fmla="*/ 17217171 w 18982931"/>
              <a:gd name="connsiteY544-36232" fmla="*/ 2397981 h 4449429"/>
              <a:gd name="connsiteX545-36233" fmla="*/ 9762349 w 18982931"/>
              <a:gd name="connsiteY545-36234" fmla="*/ 2057780 h 4449429"/>
              <a:gd name="connsiteX546-36235" fmla="*/ 9762349 w 18982931"/>
              <a:gd name="connsiteY546-36236" fmla="*/ 2266627 h 4449429"/>
              <a:gd name="connsiteX547-36237" fmla="*/ 9808049 w 18982931"/>
              <a:gd name="connsiteY547-36238" fmla="*/ 2266627 h 4449429"/>
              <a:gd name="connsiteX548-36239" fmla="*/ 9808049 w 18982931"/>
              <a:gd name="connsiteY548-36240" fmla="*/ 2057780 h 4449429"/>
              <a:gd name="connsiteX549-36241" fmla="*/ 9762349 w 18982931"/>
              <a:gd name="connsiteY549-36242" fmla="*/ 2057780 h 4449429"/>
              <a:gd name="connsiteX550-36243" fmla="*/ 9670720 w 18982931"/>
              <a:gd name="connsiteY550-36244" fmla="*/ 2057780 h 4449429"/>
              <a:gd name="connsiteX551-36245" fmla="*/ 9670720 w 18982931"/>
              <a:gd name="connsiteY551-36246" fmla="*/ 2266627 h 4449429"/>
              <a:gd name="connsiteX552-36247" fmla="*/ 9716420 w 18982931"/>
              <a:gd name="connsiteY552-36248" fmla="*/ 2266627 h 4449429"/>
              <a:gd name="connsiteX553-36249" fmla="*/ 9716420 w 18982931"/>
              <a:gd name="connsiteY553-36250" fmla="*/ 2057780 h 4449429"/>
              <a:gd name="connsiteX554-36251" fmla="*/ 9670720 w 18982931"/>
              <a:gd name="connsiteY554-36252" fmla="*/ 2057780 h 4449429"/>
              <a:gd name="connsiteX555-36253" fmla="*/ 9579089 w 18982931"/>
              <a:gd name="connsiteY555-36254" fmla="*/ 2057780 h 4449429"/>
              <a:gd name="connsiteX556-36255" fmla="*/ 9579089 w 18982931"/>
              <a:gd name="connsiteY556-36256" fmla="*/ 2266627 h 4449429"/>
              <a:gd name="connsiteX557-36257" fmla="*/ 9624790 w 18982931"/>
              <a:gd name="connsiteY557-36258" fmla="*/ 2266627 h 4449429"/>
              <a:gd name="connsiteX558-36259" fmla="*/ 9624790 w 18982931"/>
              <a:gd name="connsiteY558-36260" fmla="*/ 2057780 h 4449429"/>
              <a:gd name="connsiteX559-36261" fmla="*/ 9579089 w 18982931"/>
              <a:gd name="connsiteY559-36262" fmla="*/ 2057780 h 4449429"/>
              <a:gd name="connsiteX560-36263" fmla="*/ 9487461 w 18982931"/>
              <a:gd name="connsiteY560-36264" fmla="*/ 2057780 h 4449429"/>
              <a:gd name="connsiteX561-36265" fmla="*/ 9487461 w 18982931"/>
              <a:gd name="connsiteY561-36266" fmla="*/ 2266627 h 4449429"/>
              <a:gd name="connsiteX562-36267" fmla="*/ 9533161 w 18982931"/>
              <a:gd name="connsiteY562-36268" fmla="*/ 2266627 h 4449429"/>
              <a:gd name="connsiteX563-36269" fmla="*/ 9533161 w 18982931"/>
              <a:gd name="connsiteY563-36270" fmla="*/ 2057780 h 4449429"/>
              <a:gd name="connsiteX564-36271" fmla="*/ 9487461 w 18982931"/>
              <a:gd name="connsiteY564-36272" fmla="*/ 2057780 h 4449429"/>
              <a:gd name="connsiteX565-36273" fmla="*/ 9395836 w 18982931"/>
              <a:gd name="connsiteY565-36274" fmla="*/ 2057780 h 4449429"/>
              <a:gd name="connsiteX566-36275" fmla="*/ 9395836 w 18982931"/>
              <a:gd name="connsiteY566-36276" fmla="*/ 2266627 h 4449429"/>
              <a:gd name="connsiteX567-36277" fmla="*/ 9441534 w 18982931"/>
              <a:gd name="connsiteY567-36278" fmla="*/ 2266627 h 4449429"/>
              <a:gd name="connsiteX568-36279" fmla="*/ 9441534 w 18982931"/>
              <a:gd name="connsiteY568-36280" fmla="*/ 2057780 h 4449429"/>
              <a:gd name="connsiteX569-36281" fmla="*/ 9395836 w 18982931"/>
              <a:gd name="connsiteY569-36282" fmla="*/ 2057780 h 4449429"/>
              <a:gd name="connsiteX570-36283" fmla="*/ 9304202 w 18982931"/>
              <a:gd name="connsiteY570-36284" fmla="*/ 2057780 h 4449429"/>
              <a:gd name="connsiteX571-36285" fmla="*/ 9304202 w 18982931"/>
              <a:gd name="connsiteY571-36286" fmla="*/ 2266627 h 4449429"/>
              <a:gd name="connsiteX572-36287" fmla="*/ 9349902 w 18982931"/>
              <a:gd name="connsiteY572-36288" fmla="*/ 2266627 h 4449429"/>
              <a:gd name="connsiteX573-36289" fmla="*/ 9349902 w 18982931"/>
              <a:gd name="connsiteY573-36290" fmla="*/ 2057780 h 4449429"/>
              <a:gd name="connsiteX574-36291" fmla="*/ 9304202 w 18982931"/>
              <a:gd name="connsiteY574-36292" fmla="*/ 2057780 h 4449429"/>
              <a:gd name="connsiteX575-36293" fmla="*/ 9212570 w 18982931"/>
              <a:gd name="connsiteY575-36294" fmla="*/ 2057780 h 4449429"/>
              <a:gd name="connsiteX576-36295" fmla="*/ 9212570 w 18982931"/>
              <a:gd name="connsiteY576-36296" fmla="*/ 2266627 h 4449429"/>
              <a:gd name="connsiteX577-36297" fmla="*/ 9258270 w 18982931"/>
              <a:gd name="connsiteY577-36298" fmla="*/ 2266627 h 4449429"/>
              <a:gd name="connsiteX578-36299" fmla="*/ 9258270 w 18982931"/>
              <a:gd name="connsiteY578-36300" fmla="*/ 2057780 h 4449429"/>
              <a:gd name="connsiteX579-36301" fmla="*/ 9212570 w 18982931"/>
              <a:gd name="connsiteY579-36302" fmla="*/ 2057780 h 4449429"/>
              <a:gd name="connsiteX580-36303" fmla="*/ 14092702 w 18982931"/>
              <a:gd name="connsiteY580-36304" fmla="*/ 1859157 h 4449429"/>
              <a:gd name="connsiteX581-36305" fmla="*/ 14092702 w 18982931"/>
              <a:gd name="connsiteY581-36306" fmla="*/ 1895733 h 4449429"/>
              <a:gd name="connsiteX582-36307" fmla="*/ 14458462 w 18982931"/>
              <a:gd name="connsiteY582-36308" fmla="*/ 1895733 h 4449429"/>
              <a:gd name="connsiteX583-36309" fmla="*/ 14458462 w 18982931"/>
              <a:gd name="connsiteY583-36310" fmla="*/ 1859157 h 4449429"/>
              <a:gd name="connsiteX584-36311" fmla="*/ 14092702 w 18982931"/>
              <a:gd name="connsiteY584-36312" fmla="*/ 1859157 h 4449429"/>
              <a:gd name="connsiteX585-36313" fmla="*/ 17871603 w 18982931"/>
              <a:gd name="connsiteY585-36314" fmla="*/ 1806939 h 4449429"/>
              <a:gd name="connsiteX586-36315" fmla="*/ 17871603 w 18982931"/>
              <a:gd name="connsiteY586-36316" fmla="*/ 1809649 h 4449429"/>
              <a:gd name="connsiteX587-36317" fmla="*/ 17871627 w 18982931"/>
              <a:gd name="connsiteY587-36318" fmla="*/ 1809649 h 4449429"/>
              <a:gd name="connsiteX588-36319" fmla="*/ 17871603 w 18982931"/>
              <a:gd name="connsiteY588-36320" fmla="*/ 1806939 h 4449429"/>
              <a:gd name="connsiteX589-36321" fmla="*/ 18172695 w 18982931"/>
              <a:gd name="connsiteY589-36322" fmla="*/ 1733739 h 4449429"/>
              <a:gd name="connsiteX590-36323" fmla="*/ 18172695 w 18982931"/>
              <a:gd name="connsiteY590-36324" fmla="*/ 1870899 h 4449429"/>
              <a:gd name="connsiteX591-36325" fmla="*/ 18209271 w 18982931"/>
              <a:gd name="connsiteY591-36326" fmla="*/ 1870899 h 4449429"/>
              <a:gd name="connsiteX592-36327" fmla="*/ 18209271 w 18982931"/>
              <a:gd name="connsiteY592-36328" fmla="*/ 1733739 h 4449429"/>
              <a:gd name="connsiteX593-36329" fmla="*/ 18172695 w 18982931"/>
              <a:gd name="connsiteY593-36330" fmla="*/ 1733739 h 4449429"/>
              <a:gd name="connsiteX594-36331" fmla="*/ 18104295 w 18982931"/>
              <a:gd name="connsiteY594-36332" fmla="*/ 1733739 h 4449429"/>
              <a:gd name="connsiteX595-36333" fmla="*/ 18104295 w 18982931"/>
              <a:gd name="connsiteY595-36334" fmla="*/ 1870899 h 4449429"/>
              <a:gd name="connsiteX596-36335" fmla="*/ 18140871 w 18982931"/>
              <a:gd name="connsiteY596-36336" fmla="*/ 1870899 h 4449429"/>
              <a:gd name="connsiteX597-36337" fmla="*/ 18140871 w 18982931"/>
              <a:gd name="connsiteY597-36338" fmla="*/ 1733739 h 4449429"/>
              <a:gd name="connsiteX598-36339" fmla="*/ 18104295 w 18982931"/>
              <a:gd name="connsiteY598-36340" fmla="*/ 1733739 h 4449429"/>
              <a:gd name="connsiteX599-36341" fmla="*/ 18035895 w 18982931"/>
              <a:gd name="connsiteY599-36342" fmla="*/ 1733739 h 4449429"/>
              <a:gd name="connsiteX600-36343" fmla="*/ 18035895 w 18982931"/>
              <a:gd name="connsiteY600-36344" fmla="*/ 1870899 h 4449429"/>
              <a:gd name="connsiteX601-36345" fmla="*/ 18072471 w 18982931"/>
              <a:gd name="connsiteY601-36346" fmla="*/ 1870899 h 4449429"/>
              <a:gd name="connsiteX602-36347" fmla="*/ 18072471 w 18982931"/>
              <a:gd name="connsiteY602-36348" fmla="*/ 1733739 h 4449429"/>
              <a:gd name="connsiteX603-36349" fmla="*/ 18035895 w 18982931"/>
              <a:gd name="connsiteY603-36350" fmla="*/ 1733739 h 4449429"/>
              <a:gd name="connsiteX604-36351" fmla="*/ 17967493 w 18982931"/>
              <a:gd name="connsiteY604-36352" fmla="*/ 1733739 h 4449429"/>
              <a:gd name="connsiteX605-36353" fmla="*/ 17967493 w 18982931"/>
              <a:gd name="connsiteY605-36354" fmla="*/ 1870899 h 4449429"/>
              <a:gd name="connsiteX606-36355" fmla="*/ 18004069 w 18982931"/>
              <a:gd name="connsiteY606-36356" fmla="*/ 1870899 h 4449429"/>
              <a:gd name="connsiteX607-36357" fmla="*/ 18004069 w 18982931"/>
              <a:gd name="connsiteY607-36358" fmla="*/ 1733739 h 4449429"/>
              <a:gd name="connsiteX608-36359" fmla="*/ 17967493 w 18982931"/>
              <a:gd name="connsiteY608-36360" fmla="*/ 1733739 h 4449429"/>
              <a:gd name="connsiteX609-36361" fmla="*/ 14251161 w 18982931"/>
              <a:gd name="connsiteY609-36362" fmla="*/ 868400 h 4449429"/>
              <a:gd name="connsiteX610-36363" fmla="*/ 14251161 w 18982931"/>
              <a:gd name="connsiteY610-36364" fmla="*/ 1005560 h 4449429"/>
              <a:gd name="connsiteX611-36365" fmla="*/ 14287737 w 18982931"/>
              <a:gd name="connsiteY611-36366" fmla="*/ 1005560 h 4449429"/>
              <a:gd name="connsiteX612-36367" fmla="*/ 14287737 w 18982931"/>
              <a:gd name="connsiteY612-36368" fmla="*/ 868400 h 4449429"/>
              <a:gd name="connsiteX613-36369" fmla="*/ 14251161 w 18982931"/>
              <a:gd name="connsiteY613-36370" fmla="*/ 868400 h 4449429"/>
              <a:gd name="connsiteX614-36371" fmla="*/ 14182760 w 18982931"/>
              <a:gd name="connsiteY614-36372" fmla="*/ 868400 h 4449429"/>
              <a:gd name="connsiteX615-36373" fmla="*/ 14182760 w 18982931"/>
              <a:gd name="connsiteY615-36374" fmla="*/ 1005560 h 4449429"/>
              <a:gd name="connsiteX616-36375" fmla="*/ 14219336 w 18982931"/>
              <a:gd name="connsiteY616-36376" fmla="*/ 1005560 h 4449429"/>
              <a:gd name="connsiteX617-36377" fmla="*/ 14219336 w 18982931"/>
              <a:gd name="connsiteY617-36378" fmla="*/ 868400 h 4449429"/>
              <a:gd name="connsiteX618-36379" fmla="*/ 14182760 w 18982931"/>
              <a:gd name="connsiteY618-36380" fmla="*/ 868400 h 4449429"/>
              <a:gd name="connsiteX619-36381" fmla="*/ 14114359 w 18982931"/>
              <a:gd name="connsiteY619-36382" fmla="*/ 868400 h 4449429"/>
              <a:gd name="connsiteX620-36383" fmla="*/ 14114359 w 18982931"/>
              <a:gd name="connsiteY620-36384" fmla="*/ 1005560 h 4449429"/>
              <a:gd name="connsiteX621-36385" fmla="*/ 14150935 w 18982931"/>
              <a:gd name="connsiteY621-36386" fmla="*/ 1005560 h 4449429"/>
              <a:gd name="connsiteX622-36387" fmla="*/ 14150935 w 18982931"/>
              <a:gd name="connsiteY622-36388" fmla="*/ 868400 h 4449429"/>
              <a:gd name="connsiteX623-36389" fmla="*/ 14114359 w 18982931"/>
              <a:gd name="connsiteY623-36390" fmla="*/ 868400 h 4449429"/>
              <a:gd name="connsiteX624-36391" fmla="*/ 4788216 w 18982931"/>
              <a:gd name="connsiteY624-36392" fmla="*/ 807315 h 4449429"/>
              <a:gd name="connsiteX625-36393" fmla="*/ 4788216 w 18982931"/>
              <a:gd name="connsiteY625-36394" fmla="*/ 944475 h 4449429"/>
              <a:gd name="connsiteX626-36395" fmla="*/ 4824792 w 18982931"/>
              <a:gd name="connsiteY626-36396" fmla="*/ 944475 h 4449429"/>
              <a:gd name="connsiteX627-36397" fmla="*/ 4824792 w 18982931"/>
              <a:gd name="connsiteY627-36398" fmla="*/ 807315 h 4449429"/>
              <a:gd name="connsiteX628-36399" fmla="*/ 4788216 w 18982931"/>
              <a:gd name="connsiteY628-36400" fmla="*/ 807315 h 4449429"/>
              <a:gd name="connsiteX629-36401" fmla="*/ 4719815 w 18982931"/>
              <a:gd name="connsiteY629-36402" fmla="*/ 807315 h 4449429"/>
              <a:gd name="connsiteX630-36403" fmla="*/ 4719815 w 18982931"/>
              <a:gd name="connsiteY630-36404" fmla="*/ 944475 h 4449429"/>
              <a:gd name="connsiteX631-36405" fmla="*/ 4756391 w 18982931"/>
              <a:gd name="connsiteY631-36406" fmla="*/ 944475 h 4449429"/>
              <a:gd name="connsiteX632-36407" fmla="*/ 4756391 w 18982931"/>
              <a:gd name="connsiteY632-36408" fmla="*/ 807315 h 4449429"/>
              <a:gd name="connsiteX633-36409" fmla="*/ 4719815 w 18982931"/>
              <a:gd name="connsiteY633-36410" fmla="*/ 807315 h 4449429"/>
              <a:gd name="connsiteX634-36411" fmla="*/ 4651414 w 18982931"/>
              <a:gd name="connsiteY634-36412" fmla="*/ 807315 h 4449429"/>
              <a:gd name="connsiteX635-36413" fmla="*/ 4651414 w 18982931"/>
              <a:gd name="connsiteY635-36414" fmla="*/ 944475 h 4449429"/>
              <a:gd name="connsiteX636-36415" fmla="*/ 4687992 w 18982931"/>
              <a:gd name="connsiteY636-36416" fmla="*/ 944475 h 4449429"/>
              <a:gd name="connsiteX637-36417" fmla="*/ 4687992 w 18982931"/>
              <a:gd name="connsiteY637-36418" fmla="*/ 807315 h 4449429"/>
              <a:gd name="connsiteX638-36419" fmla="*/ 4651414 w 18982931"/>
              <a:gd name="connsiteY638-36420" fmla="*/ 807315 h 4449429"/>
              <a:gd name="connsiteX639-36421" fmla="*/ 2212838 w 18982931"/>
              <a:gd name="connsiteY639-36422" fmla="*/ 748887 h 4449429"/>
              <a:gd name="connsiteX640-36423" fmla="*/ 2212838 w 18982931"/>
              <a:gd name="connsiteY640-36424" fmla="*/ 886047 h 4449429"/>
              <a:gd name="connsiteX641-36425" fmla="*/ 2249414 w 18982931"/>
              <a:gd name="connsiteY641-36426" fmla="*/ 886047 h 4449429"/>
              <a:gd name="connsiteX642-36427" fmla="*/ 2249414 w 18982931"/>
              <a:gd name="connsiteY642-36428" fmla="*/ 748887 h 4449429"/>
              <a:gd name="connsiteX643-36429" fmla="*/ 2212838 w 18982931"/>
              <a:gd name="connsiteY643-36430" fmla="*/ 748887 h 4449429"/>
              <a:gd name="connsiteX644-36431" fmla="*/ 2144438 w 18982931"/>
              <a:gd name="connsiteY644-36432" fmla="*/ 748887 h 4449429"/>
              <a:gd name="connsiteX645-36433" fmla="*/ 2144438 w 18982931"/>
              <a:gd name="connsiteY645-36434" fmla="*/ 886047 h 4449429"/>
              <a:gd name="connsiteX646-36435" fmla="*/ 2181014 w 18982931"/>
              <a:gd name="connsiteY646-36436" fmla="*/ 886047 h 4449429"/>
              <a:gd name="connsiteX647-36437" fmla="*/ 2181014 w 18982931"/>
              <a:gd name="connsiteY647-36438" fmla="*/ 748887 h 4449429"/>
              <a:gd name="connsiteX648-36439" fmla="*/ 2144438 w 18982931"/>
              <a:gd name="connsiteY648-36440" fmla="*/ 748887 h 4449429"/>
              <a:gd name="connsiteX649-36441" fmla="*/ 2076037 w 18982931"/>
              <a:gd name="connsiteY649-36442" fmla="*/ 748887 h 4449429"/>
              <a:gd name="connsiteX650-36443" fmla="*/ 2076037 w 18982931"/>
              <a:gd name="connsiteY650-36444" fmla="*/ 886047 h 4449429"/>
              <a:gd name="connsiteX651-36445" fmla="*/ 2112612 w 18982931"/>
              <a:gd name="connsiteY651-36446" fmla="*/ 886047 h 4449429"/>
              <a:gd name="connsiteX652-36447" fmla="*/ 2112612 w 18982931"/>
              <a:gd name="connsiteY652-36448" fmla="*/ 748887 h 4449429"/>
              <a:gd name="connsiteX653-36449" fmla="*/ 2076037 w 18982931"/>
              <a:gd name="connsiteY653-36450" fmla="*/ 748887 h 4449429"/>
              <a:gd name="connsiteX654-36451" fmla="*/ 2007635 w 18982931"/>
              <a:gd name="connsiteY654-36452" fmla="*/ 748887 h 4449429"/>
              <a:gd name="connsiteX655-36453" fmla="*/ 2007635 w 18982931"/>
              <a:gd name="connsiteY655-36454" fmla="*/ 886047 h 4449429"/>
              <a:gd name="connsiteX656-36455" fmla="*/ 2044211 w 18982931"/>
              <a:gd name="connsiteY656-36456" fmla="*/ 886047 h 4449429"/>
              <a:gd name="connsiteX657-36457" fmla="*/ 2044211 w 18982931"/>
              <a:gd name="connsiteY657-36458" fmla="*/ 748887 h 4449429"/>
              <a:gd name="connsiteX658-36459" fmla="*/ 2007635 w 18982931"/>
              <a:gd name="connsiteY658-36460" fmla="*/ 748887 h 4449429"/>
              <a:gd name="connsiteX659-36461" fmla="*/ 17088019 w 18982931"/>
              <a:gd name="connsiteY659-36462" fmla="*/ 737716 h 4449429"/>
              <a:gd name="connsiteX660-36463" fmla="*/ 17088019 w 18982931"/>
              <a:gd name="connsiteY660-36464" fmla="*/ 825107 h 4449429"/>
              <a:gd name="connsiteX661-36465" fmla="*/ 17124595 w 18982931"/>
              <a:gd name="connsiteY661-36466" fmla="*/ 825107 h 4449429"/>
              <a:gd name="connsiteX662-36467" fmla="*/ 17124595 w 18982931"/>
              <a:gd name="connsiteY662-36468" fmla="*/ 737716 h 4449429"/>
              <a:gd name="connsiteX663-36469" fmla="*/ 17088019 w 18982931"/>
              <a:gd name="connsiteY663-36470" fmla="*/ 737716 h 4449429"/>
              <a:gd name="connsiteX664-36471" fmla="*/ 17021803 w 18982931"/>
              <a:gd name="connsiteY664-36472" fmla="*/ 737716 h 4449429"/>
              <a:gd name="connsiteX665-36473" fmla="*/ 17021803 w 18982931"/>
              <a:gd name="connsiteY665-36474" fmla="*/ 825107 h 4449429"/>
              <a:gd name="connsiteX666-36475" fmla="*/ 17058379 w 18982931"/>
              <a:gd name="connsiteY666-36476" fmla="*/ 825107 h 4449429"/>
              <a:gd name="connsiteX667-36477" fmla="*/ 17058379 w 18982931"/>
              <a:gd name="connsiteY667-36478" fmla="*/ 737716 h 4449429"/>
              <a:gd name="connsiteX668-36479" fmla="*/ 17021803 w 18982931"/>
              <a:gd name="connsiteY668-36480" fmla="*/ 737716 h 4449429"/>
              <a:gd name="connsiteX669-36481" fmla="*/ 16955591 w 18982931"/>
              <a:gd name="connsiteY669-36482" fmla="*/ 737716 h 4449429"/>
              <a:gd name="connsiteX670-36483" fmla="*/ 16955591 w 18982931"/>
              <a:gd name="connsiteY670-36484" fmla="*/ 825107 h 4449429"/>
              <a:gd name="connsiteX671-36485" fmla="*/ 16992167 w 18982931"/>
              <a:gd name="connsiteY671-36486" fmla="*/ 825107 h 4449429"/>
              <a:gd name="connsiteX672-36487" fmla="*/ 16992167 w 18982931"/>
              <a:gd name="connsiteY672-36488" fmla="*/ 737716 h 4449429"/>
              <a:gd name="connsiteX673-36489" fmla="*/ 16955591 w 18982931"/>
              <a:gd name="connsiteY673-36490" fmla="*/ 737716 h 4449429"/>
              <a:gd name="connsiteX674-36491" fmla="*/ 16889375 w 18982931"/>
              <a:gd name="connsiteY674-36492" fmla="*/ 737716 h 4449429"/>
              <a:gd name="connsiteX675-36493" fmla="*/ 16889375 w 18982931"/>
              <a:gd name="connsiteY675-36494" fmla="*/ 825107 h 4449429"/>
              <a:gd name="connsiteX676-36495" fmla="*/ 16925951 w 18982931"/>
              <a:gd name="connsiteY676-36496" fmla="*/ 825107 h 4449429"/>
              <a:gd name="connsiteX677-36497" fmla="*/ 16925951 w 18982931"/>
              <a:gd name="connsiteY677-36498" fmla="*/ 737716 h 4449429"/>
              <a:gd name="connsiteX678-36499" fmla="*/ 16889375 w 18982931"/>
              <a:gd name="connsiteY678-36500" fmla="*/ 737716 h 4449429"/>
              <a:gd name="connsiteX679-36501" fmla="*/ 16823163 w 18982931"/>
              <a:gd name="connsiteY679-36502" fmla="*/ 737716 h 4449429"/>
              <a:gd name="connsiteX680-36503" fmla="*/ 16823163 w 18982931"/>
              <a:gd name="connsiteY680-36504" fmla="*/ 825107 h 4449429"/>
              <a:gd name="connsiteX681-36505" fmla="*/ 16859739 w 18982931"/>
              <a:gd name="connsiteY681-36506" fmla="*/ 825107 h 4449429"/>
              <a:gd name="connsiteX682-36507" fmla="*/ 16859739 w 18982931"/>
              <a:gd name="connsiteY682-36508" fmla="*/ 737716 h 4449429"/>
              <a:gd name="connsiteX683-36509" fmla="*/ 16823163 w 18982931"/>
              <a:gd name="connsiteY683-36510" fmla="*/ 737716 h 4449429"/>
              <a:gd name="connsiteX684-36511" fmla="*/ 16756948 w 18982931"/>
              <a:gd name="connsiteY684-36512" fmla="*/ 737716 h 4449429"/>
              <a:gd name="connsiteX685-36513" fmla="*/ 16756948 w 18982931"/>
              <a:gd name="connsiteY685-36514" fmla="*/ 825107 h 4449429"/>
              <a:gd name="connsiteX686-36515" fmla="*/ 16793523 w 18982931"/>
              <a:gd name="connsiteY686-36516" fmla="*/ 825107 h 4449429"/>
              <a:gd name="connsiteX687-36517" fmla="*/ 16793523 w 18982931"/>
              <a:gd name="connsiteY687-36518" fmla="*/ 737716 h 4449429"/>
              <a:gd name="connsiteX688-36519" fmla="*/ 16756948 w 18982931"/>
              <a:gd name="connsiteY688-36520" fmla="*/ 737716 h 4449429"/>
              <a:gd name="connsiteX689-36521" fmla="*/ 13739104 w 18982931"/>
              <a:gd name="connsiteY689-36522" fmla="*/ 0 h 4449429"/>
              <a:gd name="connsiteX690-36523" fmla="*/ 13842002 w 18982931"/>
              <a:gd name="connsiteY690-36524" fmla="*/ 0 h 4449429"/>
              <a:gd name="connsiteX691-36525" fmla="*/ 13883163 w 18982931"/>
              <a:gd name="connsiteY691-36526" fmla="*/ 428067 h 4449429"/>
              <a:gd name="connsiteX692-36527" fmla="*/ 13883163 w 18982931"/>
              <a:gd name="connsiteY692-36528" fmla="*/ 456882 h 4449429"/>
              <a:gd name="connsiteX693-36529" fmla="*/ 13907863 w 18982931"/>
              <a:gd name="connsiteY693-36530" fmla="*/ 954919 h 4449429"/>
              <a:gd name="connsiteX694-36531" fmla="*/ 13911978 w 18982931"/>
              <a:gd name="connsiteY694-36532" fmla="*/ 1679340 h 4449429"/>
              <a:gd name="connsiteX695-36533" fmla="*/ 13916091 w 18982931"/>
              <a:gd name="connsiteY695-36534" fmla="*/ 2058015 h 4449429"/>
              <a:gd name="connsiteX696-36535" fmla="*/ 13936673 w 18982931"/>
              <a:gd name="connsiteY696-36536" fmla="*/ 2086829 h 4449429"/>
              <a:gd name="connsiteX697-36537" fmla="*/ 13953138 w 18982931"/>
              <a:gd name="connsiteY697-36538" fmla="*/ 2058015 h 4449429"/>
              <a:gd name="connsiteX698-36539" fmla="*/ 13953138 w 18982931"/>
              <a:gd name="connsiteY698-36540" fmla="*/ 1955115 h 4449429"/>
              <a:gd name="connsiteX699-36541" fmla="*/ 13965483 w 18982931"/>
              <a:gd name="connsiteY699-36542" fmla="*/ 1922188 h 4449429"/>
              <a:gd name="connsiteX700-36543" fmla="*/ 13986066 w 18982931"/>
              <a:gd name="connsiteY700-36544" fmla="*/ 1876909 h 4449429"/>
              <a:gd name="connsiteX701-36545" fmla="*/ 13986066 w 18982931"/>
              <a:gd name="connsiteY701-36546" fmla="*/ 1625834 h 4449429"/>
              <a:gd name="connsiteX702-36547" fmla="*/ 14051922 w 18982931"/>
              <a:gd name="connsiteY702-36548" fmla="*/ 1617602 h 4449429"/>
              <a:gd name="connsiteX703-36549" fmla="*/ 14047992 w 18982931"/>
              <a:gd name="connsiteY703-36550" fmla="*/ 1005560 h 4449429"/>
              <a:gd name="connsiteX704-36551" fmla="*/ 14082534 w 18982931"/>
              <a:gd name="connsiteY704-36552" fmla="*/ 1005560 h 4449429"/>
              <a:gd name="connsiteX705-36553" fmla="*/ 14082534 w 18982931"/>
              <a:gd name="connsiteY705-36554" fmla="*/ 868400 h 4449429"/>
              <a:gd name="connsiteX706-36555" fmla="*/ 14047111 w 18982931"/>
              <a:gd name="connsiteY706-36556" fmla="*/ 868400 h 4449429"/>
              <a:gd name="connsiteX707-36557" fmla="*/ 14046442 w 18982931"/>
              <a:gd name="connsiteY707-36558" fmla="*/ 764191 h 4449429"/>
              <a:gd name="connsiteX708-36559" fmla="*/ 14187749 w 18982931"/>
              <a:gd name="connsiteY708-36560" fmla="*/ 436300 h 4449429"/>
              <a:gd name="connsiteX709-36561" fmla="*/ 14212445 w 18982931"/>
              <a:gd name="connsiteY709-36562" fmla="*/ 411603 h 4449429"/>
              <a:gd name="connsiteX710-36563" fmla="*/ 14410015 w 18982931"/>
              <a:gd name="connsiteY710-36564" fmla="*/ 444532 h 4449429"/>
              <a:gd name="connsiteX711-36565" fmla="*/ 14442947 w 18982931"/>
              <a:gd name="connsiteY711-36566" fmla="*/ 275776 h 4449429"/>
              <a:gd name="connsiteX712-36567" fmla="*/ 14479990 w 18982931"/>
              <a:gd name="connsiteY712-36568" fmla="*/ 246961 h 4449429"/>
              <a:gd name="connsiteX713-36569" fmla="*/ 14517032 w 18982931"/>
              <a:gd name="connsiteY713-36570" fmla="*/ 271658 h 4449429"/>
              <a:gd name="connsiteX714-36571" fmla="*/ 14574655 w 18982931"/>
              <a:gd name="connsiteY714-36572" fmla="*/ 522739 h 4449429"/>
              <a:gd name="connsiteX715-36573" fmla="*/ 14603469 w 18982931"/>
              <a:gd name="connsiteY715-36574" fmla="*/ 1123678 h 4449429"/>
              <a:gd name="connsiteX716-36575" fmla="*/ 14603469 w 18982931"/>
              <a:gd name="connsiteY716-36576" fmla="*/ 1617602 h 4449429"/>
              <a:gd name="connsiteX717-36577" fmla="*/ 14595237 w 18982931"/>
              <a:gd name="connsiteY717-36578" fmla="*/ 1683457 h 4449429"/>
              <a:gd name="connsiteX718-36579" fmla="*/ 14607589 w 18982931"/>
              <a:gd name="connsiteY718-36580" fmla="*/ 1753429 h 4449429"/>
              <a:gd name="connsiteX719-36581" fmla="*/ 14656976 w 18982931"/>
              <a:gd name="connsiteY719-36582" fmla="*/ 1753429 h 4449429"/>
              <a:gd name="connsiteX720-36583" fmla="*/ 14706369 w 18982931"/>
              <a:gd name="connsiteY720-36584" fmla="*/ 1568210 h 4449429"/>
              <a:gd name="connsiteX721-36585" fmla="*/ 14722833 w 18982931"/>
              <a:gd name="connsiteY721-36586" fmla="*/ 1568210 h 4449429"/>
              <a:gd name="connsiteX722-36587" fmla="*/ 14768111 w 18982931"/>
              <a:gd name="connsiteY722-36588" fmla="*/ 1753429 h 4449429"/>
              <a:gd name="connsiteX723-36589" fmla="*/ 14875128 w 18982931"/>
              <a:gd name="connsiteY723-36590" fmla="*/ 1753429 h 4449429"/>
              <a:gd name="connsiteX724-36591" fmla="*/ 14883360 w 18982931"/>
              <a:gd name="connsiteY724-36592" fmla="*/ 1827516 h 4449429"/>
              <a:gd name="connsiteX725-36593" fmla="*/ 14940984 w 18982931"/>
              <a:gd name="connsiteY725-36594" fmla="*/ 1827516 h 4449429"/>
              <a:gd name="connsiteX726-36595" fmla="*/ 15019191 w 18982931"/>
              <a:gd name="connsiteY726-36596" fmla="*/ 1625834 h 4449429"/>
              <a:gd name="connsiteX727-36597" fmla="*/ 15043883 w 18982931"/>
              <a:gd name="connsiteY727-36598" fmla="*/ 1090750 h 4449429"/>
              <a:gd name="connsiteX728-36599" fmla="*/ 15134436 w 18982931"/>
              <a:gd name="connsiteY728-36600" fmla="*/ 1000197 h 4449429"/>
              <a:gd name="connsiteX729-36601" fmla="*/ 15212643 w 18982931"/>
              <a:gd name="connsiteY729-36602" fmla="*/ 1078400 h 4449429"/>
              <a:gd name="connsiteX730-36603" fmla="*/ 15212643 w 18982931"/>
              <a:gd name="connsiteY730-36604" fmla="*/ 1152488 h 4449429"/>
              <a:gd name="connsiteX731-36605" fmla="*/ 15224993 w 18982931"/>
              <a:gd name="connsiteY731-36606" fmla="*/ 1119560 h 4449429"/>
              <a:gd name="connsiteX732-36607" fmla="*/ 15237338 w 18982931"/>
              <a:gd name="connsiteY732-36608" fmla="*/ 563899 h 4449429"/>
              <a:gd name="connsiteX733-36609" fmla="*/ 15290845 w 18982931"/>
              <a:gd name="connsiteY733-36610" fmla="*/ 382793 h 4449429"/>
              <a:gd name="connsiteX734-36611" fmla="*/ 15323772 w 18982931"/>
              <a:gd name="connsiteY734-36612" fmla="*/ 300473 h 4449429"/>
              <a:gd name="connsiteX735-36613" fmla="*/ 15364932 w 18982931"/>
              <a:gd name="connsiteY735-36614" fmla="*/ 259313 h 4449429"/>
              <a:gd name="connsiteX736-36615" fmla="*/ 15389634 w 18982931"/>
              <a:gd name="connsiteY736-36616" fmla="*/ 296354 h 4449429"/>
              <a:gd name="connsiteX737-36617" fmla="*/ 15401979 w 18982931"/>
              <a:gd name="connsiteY737-36618" fmla="*/ 411603 h 4449429"/>
              <a:gd name="connsiteX738-36619" fmla="*/ 15451371 w 18982931"/>
              <a:gd name="connsiteY738-36620" fmla="*/ 703843 h 4449429"/>
              <a:gd name="connsiteX739-36621" fmla="*/ 15455486 w 18982931"/>
              <a:gd name="connsiteY739-36622" fmla="*/ 1173070 h 4449429"/>
              <a:gd name="connsiteX740-36623" fmla="*/ 15455486 w 18982931"/>
              <a:gd name="connsiteY740-36624" fmla="*/ 1238927 h 4449429"/>
              <a:gd name="connsiteX741-36625" fmla="*/ 15727143 w 18982931"/>
              <a:gd name="connsiteY741-36626" fmla="*/ 1238927 h 4449429"/>
              <a:gd name="connsiteX742-36627" fmla="*/ 15727143 w 18982931"/>
              <a:gd name="connsiteY742-36628" fmla="*/ 1465306 h 4449429"/>
              <a:gd name="connsiteX743-36629" fmla="*/ 15772422 w 18982931"/>
              <a:gd name="connsiteY743-36630" fmla="*/ 1469425 h 4449429"/>
              <a:gd name="connsiteX744-36631" fmla="*/ 15850624 w 18982931"/>
              <a:gd name="connsiteY744-36632" fmla="*/ 1551745 h 4449429"/>
              <a:gd name="connsiteX745-36633" fmla="*/ 15850624 w 18982931"/>
              <a:gd name="connsiteY745-36634" fmla="*/ 2224712 h 4449429"/>
              <a:gd name="connsiteX746-36635" fmla="*/ 15923336 w 18982931"/>
              <a:gd name="connsiteY746-36636" fmla="*/ 2224712 h 4449429"/>
              <a:gd name="connsiteX747-36637" fmla="*/ 15924718 w 18982931"/>
              <a:gd name="connsiteY747-36638" fmla="*/ 2177381 h 4449429"/>
              <a:gd name="connsiteX748-36639" fmla="*/ 15982338 w 18982931"/>
              <a:gd name="connsiteY748-36640" fmla="*/ 2103294 h 4449429"/>
              <a:gd name="connsiteX749-36641" fmla="*/ 15986455 w 18982931"/>
              <a:gd name="connsiteY749-36642" fmla="*/ 2045669 h 4449429"/>
              <a:gd name="connsiteX750-36643" fmla="*/ 16002920 w 18982931"/>
              <a:gd name="connsiteY750-36644" fmla="*/ 2033319 h 4449429"/>
              <a:gd name="connsiteX751-36645" fmla="*/ 16015265 w 18982931"/>
              <a:gd name="connsiteY751-36646" fmla="*/ 2041550 h 4449429"/>
              <a:gd name="connsiteX752-36647" fmla="*/ 16056425 w 18982931"/>
              <a:gd name="connsiteY752-36648" fmla="*/ 2210310 h 4449429"/>
              <a:gd name="connsiteX753-36649" fmla="*/ 16056425 w 18982931"/>
              <a:gd name="connsiteY753-36650" fmla="*/ 2276166 h 4449429"/>
              <a:gd name="connsiteX754-36651" fmla="*/ 16077008 w 18982931"/>
              <a:gd name="connsiteY754-36652" fmla="*/ 2276166 h 4449429"/>
              <a:gd name="connsiteX755-36653" fmla="*/ 16097587 w 18982931"/>
              <a:gd name="connsiteY755-36654" fmla="*/ 1938652 h 4449429"/>
              <a:gd name="connsiteX756-36655" fmla="*/ 16122282 w 18982931"/>
              <a:gd name="connsiteY756-36656" fmla="*/ 1934533 h 4449429"/>
              <a:gd name="connsiteX757-36657" fmla="*/ 16155210 w 18982931"/>
              <a:gd name="connsiteY757-36658" fmla="*/ 1938652 h 4449429"/>
              <a:gd name="connsiteX758-36659" fmla="*/ 16155210 w 18982931"/>
              <a:gd name="connsiteY758-36660" fmla="*/ 2272048 h 4449429"/>
              <a:gd name="connsiteX759-36661" fmla="*/ 16175792 w 18982931"/>
              <a:gd name="connsiteY759-36662" fmla="*/ 2276166 h 4449429"/>
              <a:gd name="connsiteX760-36663" fmla="*/ 16192257 w 18982931"/>
              <a:gd name="connsiteY760-36664" fmla="*/ 2243238 h 4449429"/>
              <a:gd name="connsiteX761-36665" fmla="*/ 16192257 w 18982931"/>
              <a:gd name="connsiteY761-36666" fmla="*/ 1992158 h 4449429"/>
              <a:gd name="connsiteX762-36667" fmla="*/ 16192257 w 18982931"/>
              <a:gd name="connsiteY762-36668" fmla="*/ 1774011 h 4449429"/>
              <a:gd name="connsiteX763-36669" fmla="*/ 16488610 w 18982931"/>
              <a:gd name="connsiteY763-36670" fmla="*/ 1774011 h 4449429"/>
              <a:gd name="connsiteX764-36671" fmla="*/ 16538004 w 18982931"/>
              <a:gd name="connsiteY764-36672" fmla="*/ 1823403 h 4449429"/>
              <a:gd name="connsiteX765-36673" fmla="*/ 16538004 w 18982931"/>
              <a:gd name="connsiteY765-36674" fmla="*/ 2029205 h 4449429"/>
              <a:gd name="connsiteX766-36675" fmla="*/ 16550349 w 18982931"/>
              <a:gd name="connsiteY766-36676" fmla="*/ 2033319 h 4449429"/>
              <a:gd name="connsiteX767-36677" fmla="*/ 16566812 w 18982931"/>
              <a:gd name="connsiteY767-36678" fmla="*/ 1992158 h 4449429"/>
              <a:gd name="connsiteX768-36679" fmla="*/ 16570932 w 18982931"/>
              <a:gd name="connsiteY768-36680" fmla="*/ 1695804 h 4449429"/>
              <a:gd name="connsiteX769-36681" fmla="*/ 16566812 w 18982931"/>
              <a:gd name="connsiteY769-36682" fmla="*/ 773813 h 4449429"/>
              <a:gd name="connsiteX770-36683" fmla="*/ 16636788 w 18982931"/>
              <a:gd name="connsiteY770-36684" fmla="*/ 646219 h 4449429"/>
              <a:gd name="connsiteX771-36685" fmla="*/ 16723226 w 18982931"/>
              <a:gd name="connsiteY771-36686" fmla="*/ 514506 h 4449429"/>
              <a:gd name="connsiteX772-36687" fmla="*/ 16743805 w 18982931"/>
              <a:gd name="connsiteY772-36688" fmla="*/ 481577 h 4449429"/>
              <a:gd name="connsiteX773-36689" fmla="*/ 16817899 w 18982931"/>
              <a:gd name="connsiteY773-36690" fmla="*/ 329283 h 4449429"/>
              <a:gd name="connsiteX774-36691" fmla="*/ 16842595 w 18982931"/>
              <a:gd name="connsiteY774-36692" fmla="*/ 275776 h 4449429"/>
              <a:gd name="connsiteX775-36693" fmla="*/ 16859059 w 18982931"/>
              <a:gd name="connsiteY775-36694" fmla="*/ 279891 h 4449429"/>
              <a:gd name="connsiteX776-36695" fmla="*/ 16859059 w 18982931"/>
              <a:gd name="connsiteY776-36696" fmla="*/ 337515 h 4449429"/>
              <a:gd name="connsiteX777-36697" fmla="*/ 16867291 w 18982931"/>
              <a:gd name="connsiteY777-36698" fmla="*/ 382793 h 4449429"/>
              <a:gd name="connsiteX778-36699" fmla="*/ 16966075 w 18982931"/>
              <a:gd name="connsiteY778-36700" fmla="*/ 436300 h 4449429"/>
              <a:gd name="connsiteX779-36701" fmla="*/ 17031935 w 18982931"/>
              <a:gd name="connsiteY779-36702" fmla="*/ 526852 h 4449429"/>
              <a:gd name="connsiteX780-36703" fmla="*/ 17031935 w 18982931"/>
              <a:gd name="connsiteY780-36704" fmla="*/ 596826 h 4449429"/>
              <a:gd name="connsiteX781-36705" fmla="*/ 17060743 w 18982931"/>
              <a:gd name="connsiteY781-36706" fmla="*/ 600941 h 4449429"/>
              <a:gd name="connsiteX782-36707" fmla="*/ 17147183 w 18982931"/>
              <a:gd name="connsiteY782-36708" fmla="*/ 691493 h 4449429"/>
              <a:gd name="connsiteX783-36709" fmla="*/ 17147219 w 18982931"/>
              <a:gd name="connsiteY783-36710" fmla="*/ 704240 h 4449429"/>
              <a:gd name="connsiteX784-36711" fmla="*/ 17148515 w 18982931"/>
              <a:gd name="connsiteY784-36712" fmla="*/ 704240 h 4449429"/>
              <a:gd name="connsiteX785-36713" fmla="*/ 17148515 w 18982931"/>
              <a:gd name="connsiteY785-36714" fmla="*/ 880086 h 4449429"/>
              <a:gd name="connsiteX786-36715" fmla="*/ 17147731 w 18982931"/>
              <a:gd name="connsiteY786-36716" fmla="*/ 880086 h 4449429"/>
              <a:gd name="connsiteX787-36717" fmla="*/ 17151295 w 18982931"/>
              <a:gd name="connsiteY787-36718" fmla="*/ 2103294 h 4449429"/>
              <a:gd name="connsiteX788-36719" fmla="*/ 17151295 w 18982931"/>
              <a:gd name="connsiteY788-36720" fmla="*/ 2152686 h 4449429"/>
              <a:gd name="connsiteX789-36721" fmla="*/ 17225383 w 18982931"/>
              <a:gd name="connsiteY789-36722" fmla="*/ 2152686 h 4449429"/>
              <a:gd name="connsiteX790-36723" fmla="*/ 17225383 w 18982931"/>
              <a:gd name="connsiteY790-36724" fmla="*/ 1811053 h 4449429"/>
              <a:gd name="connsiteX791-36725" fmla="*/ 17307703 w 18982931"/>
              <a:gd name="connsiteY791-36726" fmla="*/ 1757546 h 4449429"/>
              <a:gd name="connsiteX792-36727" fmla="*/ 17307703 w 18982931"/>
              <a:gd name="connsiteY792-36728" fmla="*/ 1889260 h 4449429"/>
              <a:gd name="connsiteX793-36729" fmla="*/ 17336519 w 18982931"/>
              <a:gd name="connsiteY793-36730" fmla="*/ 1926302 h 4449429"/>
              <a:gd name="connsiteX794-36731" fmla="*/ 17381799 w 18982931"/>
              <a:gd name="connsiteY794-36732" fmla="*/ 1975695 h 4449429"/>
              <a:gd name="connsiteX795-36733" fmla="*/ 17381799 w 18982931"/>
              <a:gd name="connsiteY795-36734" fmla="*/ 2165031 h 4449429"/>
              <a:gd name="connsiteX796-36735" fmla="*/ 17562899 w 18982931"/>
              <a:gd name="connsiteY796-36736" fmla="*/ 2165031 h 4449429"/>
              <a:gd name="connsiteX797-36737" fmla="*/ 17562899 w 18982931"/>
              <a:gd name="connsiteY797-36738" fmla="*/ 2329673 h 4449429"/>
              <a:gd name="connsiteX798-36739" fmla="*/ 17575251 w 18982931"/>
              <a:gd name="connsiteY798-36740" fmla="*/ 2329673 h 4449429"/>
              <a:gd name="connsiteX799-36741" fmla="*/ 17575251 w 18982931"/>
              <a:gd name="connsiteY799-36742" fmla="*/ 2127989 h 4449429"/>
              <a:gd name="connsiteX800-36743" fmla="*/ 17591711 w 18982931"/>
              <a:gd name="connsiteY800-36744" fmla="*/ 1609370 h 4449429"/>
              <a:gd name="connsiteX801-36745" fmla="*/ 17604059 w 18982931"/>
              <a:gd name="connsiteY801-36746" fmla="*/ 1584673 h 4449429"/>
              <a:gd name="connsiteX802-36747" fmla="*/ 17711083 w 18982931"/>
              <a:gd name="connsiteY802-36748" fmla="*/ 1580555 h 4449429"/>
              <a:gd name="connsiteX803-36749" fmla="*/ 17735775 w 18982931"/>
              <a:gd name="connsiteY803-36750" fmla="*/ 1609370 h 4449429"/>
              <a:gd name="connsiteX804-36751" fmla="*/ 17772819 w 18982931"/>
              <a:gd name="connsiteY804-36752" fmla="*/ 1613483 h 4449429"/>
              <a:gd name="connsiteX805-36753" fmla="*/ 17768699 w 18982931"/>
              <a:gd name="connsiteY805-36754" fmla="*/ 1559977 h 4449429"/>
              <a:gd name="connsiteX806-36755" fmla="*/ 17772819 w 18982931"/>
              <a:gd name="connsiteY806-36756" fmla="*/ 1531163 h 4449429"/>
              <a:gd name="connsiteX807-36757" fmla="*/ 17797515 w 18982931"/>
              <a:gd name="connsiteY807-36758" fmla="*/ 1469425 h 4449429"/>
              <a:gd name="connsiteX808-36759" fmla="*/ 17797515 w 18982931"/>
              <a:gd name="connsiteY808-36760" fmla="*/ 1374754 h 4449429"/>
              <a:gd name="connsiteX809-36761" fmla="*/ 17813979 w 18982931"/>
              <a:gd name="connsiteY809-36762" fmla="*/ 1374754 h 4449429"/>
              <a:gd name="connsiteX810-36763" fmla="*/ 17834559 w 18982931"/>
              <a:gd name="connsiteY810-36764" fmla="*/ 1424146 h 4449429"/>
              <a:gd name="connsiteX811-36765" fmla="*/ 17912763 w 18982931"/>
              <a:gd name="connsiteY811-36766" fmla="*/ 1378872 h 4449429"/>
              <a:gd name="connsiteX812-36767" fmla="*/ 18069171 w 18982931"/>
              <a:gd name="connsiteY812-36768" fmla="*/ 1415914 h 4449429"/>
              <a:gd name="connsiteX813-36769" fmla="*/ 18069171 w 18982931"/>
              <a:gd name="connsiteY813-36770" fmla="*/ 1576442 h 4449429"/>
              <a:gd name="connsiteX814-36771" fmla="*/ 18237927 w 18982931"/>
              <a:gd name="connsiteY814-36772" fmla="*/ 1576442 h 4449429"/>
              <a:gd name="connsiteX815-36773" fmla="*/ 18237927 w 18982931"/>
              <a:gd name="connsiteY815-36774" fmla="*/ 1642297 h 4449429"/>
              <a:gd name="connsiteX816-36775" fmla="*/ 18270859 w 18982931"/>
              <a:gd name="connsiteY816-36776" fmla="*/ 1691690 h 4449429"/>
              <a:gd name="connsiteX817-36777" fmla="*/ 18270859 w 18982931"/>
              <a:gd name="connsiteY817-36778" fmla="*/ 1704036 h 4449429"/>
              <a:gd name="connsiteX818-36779" fmla="*/ 18274975 w 18982931"/>
              <a:gd name="connsiteY818-36780" fmla="*/ 1926302 h 4449429"/>
              <a:gd name="connsiteX819-36781" fmla="*/ 18279087 w 18982931"/>
              <a:gd name="connsiteY819-36782" fmla="*/ 1938652 h 4449429"/>
              <a:gd name="connsiteX820-36783" fmla="*/ 18320247 w 18982931"/>
              <a:gd name="connsiteY820-36784" fmla="*/ 1934533 h 4449429"/>
              <a:gd name="connsiteX821-36785" fmla="*/ 18320247 w 18982931"/>
              <a:gd name="connsiteY821-36786" fmla="*/ 1144256 h 4449429"/>
              <a:gd name="connsiteX822-36787" fmla="*/ 18303783 w 18982931"/>
              <a:gd name="connsiteY822-36788" fmla="*/ 1111328 h 4449429"/>
              <a:gd name="connsiteX823-36789" fmla="*/ 18287323 w 18982931"/>
              <a:gd name="connsiteY823-36790" fmla="*/ 1024893 h 4449429"/>
              <a:gd name="connsiteX824-36791" fmla="*/ 18336711 w 18982931"/>
              <a:gd name="connsiteY824-36792" fmla="*/ 1000197 h 4449429"/>
              <a:gd name="connsiteX825-36793" fmla="*/ 18361407 w 18982931"/>
              <a:gd name="connsiteY825-36794" fmla="*/ 996079 h 4449429"/>
              <a:gd name="connsiteX826-36795" fmla="*/ 18373759 w 18982931"/>
              <a:gd name="connsiteY826-36796" fmla="*/ 946687 h 4449429"/>
              <a:gd name="connsiteX827-36797" fmla="*/ 18534287 w 18982931"/>
              <a:gd name="connsiteY827-36798" fmla="*/ 946687 h 4449429"/>
              <a:gd name="connsiteX828-36799" fmla="*/ 18563095 w 18982931"/>
              <a:gd name="connsiteY828-36800" fmla="*/ 798510 h 4449429"/>
              <a:gd name="connsiteX829-36801" fmla="*/ 18731851 w 18982931"/>
              <a:gd name="connsiteY829-36802" fmla="*/ 806742 h 4449429"/>
              <a:gd name="connsiteX830-36803" fmla="*/ 18773011 w 18982931"/>
              <a:gd name="connsiteY830-36804" fmla="*/ 798510 h 4449429"/>
              <a:gd name="connsiteX831-36805" fmla="*/ 18822407 w 18982931"/>
              <a:gd name="connsiteY831-36806" fmla="*/ 893180 h 4449429"/>
              <a:gd name="connsiteX832-36807" fmla="*/ 18822407 w 18982931"/>
              <a:gd name="connsiteY832-36808" fmla="*/ 963151 h 4449429"/>
              <a:gd name="connsiteX833-36809" fmla="*/ 18982931 w 18982931"/>
              <a:gd name="connsiteY833-36810" fmla="*/ 983734 h 4449429"/>
              <a:gd name="connsiteX834-36811" fmla="*/ 18982931 w 18982931"/>
              <a:gd name="connsiteY834-36812" fmla="*/ 4449429 h 4449429"/>
              <a:gd name="connsiteX835-36813" fmla="*/ 11998023 w 18982931"/>
              <a:gd name="connsiteY835-36814" fmla="*/ 4449429 h 4449429"/>
              <a:gd name="connsiteX836-36815" fmla="*/ 11995198 w 18982931"/>
              <a:gd name="connsiteY836-36816" fmla="*/ 4429646 h 4449429"/>
              <a:gd name="connsiteX837-36817" fmla="*/ 11992726 w 18982931"/>
              <a:gd name="connsiteY837-36818" fmla="*/ 4449425 h 4449429"/>
              <a:gd name="connsiteX838-36819" fmla="*/ 8153658 w 18982931"/>
              <a:gd name="connsiteY838-36820" fmla="*/ 4449425 h 4449429"/>
              <a:gd name="connsiteX839-36821" fmla="*/ 8153658 w 18982931"/>
              <a:gd name="connsiteY839-36822" fmla="*/ 4449429 h 4449429"/>
              <a:gd name="connsiteX840-36823" fmla="*/ 6861227 w 18982931"/>
              <a:gd name="connsiteY840-36824" fmla="*/ 4449429 h 4449429"/>
              <a:gd name="connsiteX841-36825" fmla="*/ 6859697 w 18982931"/>
              <a:gd name="connsiteY841-36826" fmla="*/ 4432598 h 4449429"/>
              <a:gd name="connsiteX842-36827" fmla="*/ 6858292 w 18982931"/>
              <a:gd name="connsiteY842-36828" fmla="*/ 4449425 h 4449429"/>
              <a:gd name="connsiteX843-36829" fmla="*/ 7922 w 18982931"/>
              <a:gd name="connsiteY843-36830" fmla="*/ 4440866 h 4449429"/>
              <a:gd name="connsiteX844-36831" fmla="*/ 0 w 18982931"/>
              <a:gd name="connsiteY844-36832" fmla="*/ 1181446 h 4449429"/>
              <a:gd name="connsiteX845-36833" fmla="*/ 169756 w 18982931"/>
              <a:gd name="connsiteY845-36834" fmla="*/ 979616 h 4449429"/>
              <a:gd name="connsiteX846-36835" fmla="*/ 301466 w 18982931"/>
              <a:gd name="connsiteY846-36836" fmla="*/ 971384 h 4449429"/>
              <a:gd name="connsiteX847-36837" fmla="*/ 301466 w 18982931"/>
              <a:gd name="connsiteY847-36838" fmla="*/ 909640 h 4449429"/>
              <a:gd name="connsiteX848-36839" fmla="*/ 346746 w 18982931"/>
              <a:gd name="connsiteY848-36840" fmla="*/ 810855 h 4449429"/>
              <a:gd name="connsiteX849-36841" fmla="*/ 571541 w 18982931"/>
              <a:gd name="connsiteY849-36842" fmla="*/ 799909 h 4449429"/>
              <a:gd name="connsiteX850-36843" fmla="*/ 581356 w 18982931"/>
              <a:gd name="connsiteY850-36844" fmla="*/ 963151 h 4449429"/>
              <a:gd name="connsiteX851-36845" fmla="*/ 737766 w 18982931"/>
              <a:gd name="connsiteY851-36846" fmla="*/ 963151 h 4449429"/>
              <a:gd name="connsiteX852-36847" fmla="*/ 750116 w 18982931"/>
              <a:gd name="connsiteY852-36848" fmla="*/ 1012543 h 4449429"/>
              <a:gd name="connsiteX853-36849" fmla="*/ 778926 w 18982931"/>
              <a:gd name="connsiteY853-36850" fmla="*/ 1016657 h 4449429"/>
              <a:gd name="connsiteX854-36851" fmla="*/ 820087 w 18982931"/>
              <a:gd name="connsiteY854-36852" fmla="*/ 1041353 h 4449429"/>
              <a:gd name="connsiteX855-36853" fmla="*/ 820087 w 18982931"/>
              <a:gd name="connsiteY855-36854" fmla="*/ 1119560 h 4449429"/>
              <a:gd name="connsiteX856-36855" fmla="*/ 791276 w 18982931"/>
              <a:gd name="connsiteY856-36856" fmla="*/ 1193648 h 4449429"/>
              <a:gd name="connsiteX857-36857" fmla="*/ 791276 w 18982931"/>
              <a:gd name="connsiteY857-36858" fmla="*/ 1580555 h 4449429"/>
              <a:gd name="connsiteX858-36859" fmla="*/ 791276 w 18982931"/>
              <a:gd name="connsiteY858-36860" fmla="*/ 1955112 h 4449429"/>
              <a:gd name="connsiteX859-36861" fmla="*/ 840669 w 18982931"/>
              <a:gd name="connsiteY859-36862" fmla="*/ 1950998 h 4449429"/>
              <a:gd name="connsiteX860-36863" fmla="*/ 844783 w 18982931"/>
              <a:gd name="connsiteY860-36864" fmla="*/ 1720500 h 4449429"/>
              <a:gd name="connsiteX861-36865" fmla="*/ 873596 w 18982931"/>
              <a:gd name="connsiteY861-36866" fmla="*/ 1597020 h 4449429"/>
              <a:gd name="connsiteX862-36867" fmla="*/ 906526 w 18982931"/>
              <a:gd name="connsiteY862-36868" fmla="*/ 1584670 h 4449429"/>
              <a:gd name="connsiteX863-36869" fmla="*/ 1034120 w 18982931"/>
              <a:gd name="connsiteY863-36870" fmla="*/ 1584670 h 4449429"/>
              <a:gd name="connsiteX864-36871" fmla="*/ 1034120 w 18982931"/>
              <a:gd name="connsiteY864-36872" fmla="*/ 1420028 h 4449429"/>
              <a:gd name="connsiteX865-36873" fmla="*/ 1320382 w 18982931"/>
              <a:gd name="connsiteY865-36874" fmla="*/ 1408806 h 4449429"/>
              <a:gd name="connsiteX866-36875" fmla="*/ 1318126 w 18982931"/>
              <a:gd name="connsiteY866-36876" fmla="*/ 1576437 h 4449429"/>
              <a:gd name="connsiteX867-36877" fmla="*/ 1375751 w 18982931"/>
              <a:gd name="connsiteY867-36878" fmla="*/ 1588787 h 4449429"/>
              <a:gd name="connsiteX868-36879" fmla="*/ 1486884 w 18982931"/>
              <a:gd name="connsiteY868-36880" fmla="*/ 1588787 h 4449429"/>
              <a:gd name="connsiteX869-36881" fmla="*/ 1507466 w 18982931"/>
              <a:gd name="connsiteY869-36882" fmla="*/ 2337905 h 4449429"/>
              <a:gd name="connsiteX870-36883" fmla="*/ 1523929 w 18982931"/>
              <a:gd name="connsiteY870-36884" fmla="*/ 2337905 h 4449429"/>
              <a:gd name="connsiteX871-36885" fmla="*/ 1523929 w 18982931"/>
              <a:gd name="connsiteY871-36886" fmla="*/ 2169146 h 4449429"/>
              <a:gd name="connsiteX872-36887" fmla="*/ 1692685 w 18982931"/>
              <a:gd name="connsiteY872-36888" fmla="*/ 2169146 h 4449429"/>
              <a:gd name="connsiteX873-36889" fmla="*/ 1692685 w 18982931"/>
              <a:gd name="connsiteY873-36890" fmla="*/ 2020968 h 4449429"/>
              <a:gd name="connsiteX874-36891" fmla="*/ 1766772 w 18982931"/>
              <a:gd name="connsiteY874-36892" fmla="*/ 1922183 h 4449429"/>
              <a:gd name="connsiteX875-36893" fmla="*/ 1766772 w 18982931"/>
              <a:gd name="connsiteY875-36894" fmla="*/ 1757542 h 4449429"/>
              <a:gd name="connsiteX876-36895" fmla="*/ 1849095 w 18982931"/>
              <a:gd name="connsiteY876-36896" fmla="*/ 1757542 h 4449429"/>
              <a:gd name="connsiteX877-36897" fmla="*/ 1849095 w 18982931"/>
              <a:gd name="connsiteY877-36898" fmla="*/ 2156799 h 4449429"/>
              <a:gd name="connsiteX878-36899" fmla="*/ 1919070 w 18982931"/>
              <a:gd name="connsiteY878-36900" fmla="*/ 2156799 h 4449429"/>
              <a:gd name="connsiteX879-36901" fmla="*/ 1919070 w 18982931"/>
              <a:gd name="connsiteY879-36902" fmla="*/ 1864559 h 4449429"/>
              <a:gd name="connsiteX880-36903" fmla="*/ 1919070 w 18982931"/>
              <a:gd name="connsiteY880-36904" fmla="*/ 695608 h 4449429"/>
              <a:gd name="connsiteX881-36905" fmla="*/ 2005504 w 18982931"/>
              <a:gd name="connsiteY881-36906" fmla="*/ 609173 h 4449429"/>
              <a:gd name="connsiteX882-36907" fmla="*/ 2026085 w 18982931"/>
              <a:gd name="connsiteY882-36908" fmla="*/ 605054 h 4449429"/>
              <a:gd name="connsiteX883-36909" fmla="*/ 2100174 w 18982931"/>
              <a:gd name="connsiteY883-36910" fmla="*/ 448645 h 4449429"/>
              <a:gd name="connsiteX884-36911" fmla="*/ 2137215 w 18982931"/>
              <a:gd name="connsiteY884-36912" fmla="*/ 407485 h 4449429"/>
              <a:gd name="connsiteX885-36913" fmla="*/ 2194840 w 18982931"/>
              <a:gd name="connsiteY885-36914" fmla="*/ 337515 h 4449429"/>
              <a:gd name="connsiteX886-36915" fmla="*/ 2198958 w 18982931"/>
              <a:gd name="connsiteY886-36916" fmla="*/ 292236 h 4449429"/>
              <a:gd name="connsiteX887-36917" fmla="*/ 2240121 w 18982931"/>
              <a:gd name="connsiteY887-36918" fmla="*/ 358093 h 4449429"/>
              <a:gd name="connsiteX888-36919" fmla="*/ 2273047 w 18982931"/>
              <a:gd name="connsiteY888-36920" fmla="*/ 444532 h 4449429"/>
              <a:gd name="connsiteX889-36921" fmla="*/ 2330670 w 18982931"/>
              <a:gd name="connsiteY889-36922" fmla="*/ 563894 h 4449429"/>
              <a:gd name="connsiteX890-36923" fmla="*/ 2351248 w 18982931"/>
              <a:gd name="connsiteY890-36924" fmla="*/ 613286 h 4449429"/>
              <a:gd name="connsiteX891-36925" fmla="*/ 2429455 w 18982931"/>
              <a:gd name="connsiteY891-36926" fmla="*/ 675029 h 4449429"/>
              <a:gd name="connsiteX892-36927" fmla="*/ 2470614 w 18982931"/>
              <a:gd name="connsiteY892-36928" fmla="*/ 757350 h 4449429"/>
              <a:gd name="connsiteX893-36929" fmla="*/ 2470614 w 18982931"/>
              <a:gd name="connsiteY893-36930" fmla="*/ 1086631 h 4449429"/>
              <a:gd name="connsiteX894-36931" fmla="*/ 2470614 w 18982931"/>
              <a:gd name="connsiteY894-36932" fmla="*/ 2008622 h 4449429"/>
              <a:gd name="connsiteX895-36933" fmla="*/ 2487080 w 18982931"/>
              <a:gd name="connsiteY895-36934" fmla="*/ 2053897 h 4449429"/>
              <a:gd name="connsiteX896-36935" fmla="*/ 2499426 w 18982931"/>
              <a:gd name="connsiteY896-36936" fmla="*/ 1897488 h 4449429"/>
              <a:gd name="connsiteX897-36937" fmla="*/ 2602322 w 18982931"/>
              <a:gd name="connsiteY897-36938" fmla="*/ 1798703 h 4449429"/>
              <a:gd name="connsiteX898-36939" fmla="*/ 2836935 w 18982931"/>
              <a:gd name="connsiteY898-36940" fmla="*/ 1798703 h 4449429"/>
              <a:gd name="connsiteX899-36941" fmla="*/ 2836935 w 18982931"/>
              <a:gd name="connsiteY899-36942" fmla="*/ 1860446 h 4449429"/>
              <a:gd name="connsiteX900-36943" fmla="*/ 2836935 w 18982931"/>
              <a:gd name="connsiteY900-36944" fmla="*/ 2263816 h 4449429"/>
              <a:gd name="connsiteX901-36945" fmla="*/ 2845169 w 18982931"/>
              <a:gd name="connsiteY901-36946" fmla="*/ 2304976 h 4449429"/>
              <a:gd name="connsiteX902-36947" fmla="*/ 2861629 w 18982931"/>
              <a:gd name="connsiteY902-36948" fmla="*/ 2300858 h 4449429"/>
              <a:gd name="connsiteX903-36949" fmla="*/ 2861629 w 18982931"/>
              <a:gd name="connsiteY903-36950" fmla="*/ 2247351 h 4449429"/>
              <a:gd name="connsiteX904-36951" fmla="*/ 2869861 w 18982931"/>
              <a:gd name="connsiteY904-36952" fmla="*/ 1996272 h 4449429"/>
              <a:gd name="connsiteX905-36953" fmla="*/ 2923374 w 18982931"/>
              <a:gd name="connsiteY905-36954" fmla="*/ 1967462 h 4449429"/>
              <a:gd name="connsiteX906-36955" fmla="*/ 2939836 w 18982931"/>
              <a:gd name="connsiteY906-36956" fmla="*/ 2300858 h 4449429"/>
              <a:gd name="connsiteX907-36957" fmla="*/ 2956300 w 18982931"/>
              <a:gd name="connsiteY907-36958" fmla="*/ 2300858 h 4449429"/>
              <a:gd name="connsiteX908-36959" fmla="*/ 2989230 w 18982931"/>
              <a:gd name="connsiteY908-36960" fmla="*/ 2111521 h 4449429"/>
              <a:gd name="connsiteX909-36961" fmla="*/ 3018038 w 18982931"/>
              <a:gd name="connsiteY909-36962" fmla="*/ 2058015 h 4449429"/>
              <a:gd name="connsiteX910-36963" fmla="*/ 3034502 w 18982931"/>
              <a:gd name="connsiteY910-36964" fmla="*/ 2123871 h 4449429"/>
              <a:gd name="connsiteX911-36965" fmla="*/ 3038620 w 18982931"/>
              <a:gd name="connsiteY911-36966" fmla="*/ 2132104 h 4449429"/>
              <a:gd name="connsiteX912-36967" fmla="*/ 3088018 w 18982931"/>
              <a:gd name="connsiteY912-36968" fmla="*/ 2140336 h 4449429"/>
              <a:gd name="connsiteX913-36969" fmla="*/ 3095320 w 18982931"/>
              <a:gd name="connsiteY913-36970" fmla="*/ 2275334 h 4449429"/>
              <a:gd name="connsiteX914-36971" fmla="*/ 3162101 w 18982931"/>
              <a:gd name="connsiteY914-36972" fmla="*/ 2275334 h 4449429"/>
              <a:gd name="connsiteX915-36973" fmla="*/ 3162101 w 18982931"/>
              <a:gd name="connsiteY915-36974" fmla="*/ 1580555 h 4449429"/>
              <a:gd name="connsiteX916-36975" fmla="*/ 3162101 w 18982931"/>
              <a:gd name="connsiteY916-36976" fmla="*/ 1531163 h 4449429"/>
              <a:gd name="connsiteX917-36977" fmla="*/ 3199146 w 18982931"/>
              <a:gd name="connsiteY917-36978" fmla="*/ 1498235 h 4449429"/>
              <a:gd name="connsiteX918-36979" fmla="*/ 3281469 w 18982931"/>
              <a:gd name="connsiteY918-36980" fmla="*/ 1498235 h 4449429"/>
              <a:gd name="connsiteX919-36981" fmla="*/ 3281469 w 18982931"/>
              <a:gd name="connsiteY919-36982" fmla="*/ 1325362 h 4449429"/>
              <a:gd name="connsiteX920-36983" fmla="*/ 3343207 w 18982931"/>
              <a:gd name="connsiteY920-36984" fmla="*/ 1263619 h 4449429"/>
              <a:gd name="connsiteX921-36985" fmla="*/ 3544891 w 18982931"/>
              <a:gd name="connsiteY921-36986" fmla="*/ 1263619 h 4449429"/>
              <a:gd name="connsiteX922-36987" fmla="*/ 3544891 w 18982931"/>
              <a:gd name="connsiteY922-36988" fmla="*/ 712071 h 4449429"/>
              <a:gd name="connsiteX923-36989" fmla="*/ 3561357 w 18982931"/>
              <a:gd name="connsiteY923-36990" fmla="*/ 555662 h 4449429"/>
              <a:gd name="connsiteX924-36991" fmla="*/ 3606633 w 18982931"/>
              <a:gd name="connsiteY924-36992" fmla="*/ 316933 h 4449429"/>
              <a:gd name="connsiteX925-36993" fmla="*/ 3614865 w 18982931"/>
              <a:gd name="connsiteY925-36994" fmla="*/ 279891 h 4449429"/>
              <a:gd name="connsiteX926-36995" fmla="*/ 3676603 w 18982931"/>
              <a:gd name="connsiteY926-36996" fmla="*/ 341628 h 4449429"/>
              <a:gd name="connsiteX927-36997" fmla="*/ 3684835 w 18982931"/>
              <a:gd name="connsiteY927-36998" fmla="*/ 386907 h 4449429"/>
              <a:gd name="connsiteX928-36999" fmla="*/ 3742460 w 18982931"/>
              <a:gd name="connsiteY928-37000" fmla="*/ 481574 h 4449429"/>
              <a:gd name="connsiteX929-37001" fmla="*/ 3763042 w 18982931"/>
              <a:gd name="connsiteY929-37002" fmla="*/ 703838 h 4449429"/>
              <a:gd name="connsiteX930-37003" fmla="*/ 3763042 w 18982931"/>
              <a:gd name="connsiteY930-37004" fmla="*/ 1144256 h 4449429"/>
              <a:gd name="connsiteX931-37005" fmla="*/ 3771275 w 18982931"/>
              <a:gd name="connsiteY931-37006" fmla="*/ 1181298 h 4449429"/>
              <a:gd name="connsiteX932-37007" fmla="*/ 3775390 w 18982931"/>
              <a:gd name="connsiteY932-37008" fmla="*/ 1115443 h 4449429"/>
              <a:gd name="connsiteX933-37009" fmla="*/ 3923568 w 18982931"/>
              <a:gd name="connsiteY933-37010" fmla="*/ 996079 h 4449429"/>
              <a:gd name="connsiteX934-37011" fmla="*/ 3940029 w 18982931"/>
              <a:gd name="connsiteY934-37012" fmla="*/ 1020776 h 4449429"/>
              <a:gd name="connsiteX935-37013" fmla="*/ 3960611 w 18982931"/>
              <a:gd name="connsiteY935-37014" fmla="*/ 1321244 h 4449429"/>
              <a:gd name="connsiteX936-37015" fmla="*/ 3960611 w 18982931"/>
              <a:gd name="connsiteY936-37016" fmla="*/ 1584670 h 4449429"/>
              <a:gd name="connsiteX937-37017" fmla="*/ 3977076 w 18982931"/>
              <a:gd name="connsiteY937-37018" fmla="*/ 1625830 h 4449429"/>
              <a:gd name="connsiteX938-37019" fmla="*/ 4010007 w 18982931"/>
              <a:gd name="connsiteY938-37020" fmla="*/ 1666990 h 4449429"/>
              <a:gd name="connsiteX939-37021" fmla="*/ 4055279 w 18982931"/>
              <a:gd name="connsiteY939-37022" fmla="*/ 1819286 h 4449429"/>
              <a:gd name="connsiteX940-37023" fmla="*/ 4104670 w 18982931"/>
              <a:gd name="connsiteY940-37024" fmla="*/ 1819286 h 4449429"/>
              <a:gd name="connsiteX941-37025" fmla="*/ 4108788 w 18982931"/>
              <a:gd name="connsiteY941-37026" fmla="*/ 1741079 h 4449429"/>
              <a:gd name="connsiteX942-37027" fmla="*/ 4211689 w 18982931"/>
              <a:gd name="connsiteY942-37028" fmla="*/ 1741079 h 4449429"/>
              <a:gd name="connsiteX943-37029" fmla="*/ 4252847 w 18982931"/>
              <a:gd name="connsiteY943-37030" fmla="*/ 1559973 h 4449429"/>
              <a:gd name="connsiteX944-37031" fmla="*/ 4265197 w 18982931"/>
              <a:gd name="connsiteY944-37032" fmla="*/ 1559973 h 4449429"/>
              <a:gd name="connsiteX945-37033" fmla="*/ 4277546 w 18982931"/>
              <a:gd name="connsiteY945-37034" fmla="*/ 1592900 h 4449429"/>
              <a:gd name="connsiteX946-37035" fmla="*/ 4302239 w 18982931"/>
              <a:gd name="connsiteY946-37036" fmla="*/ 1708150 h 4449429"/>
              <a:gd name="connsiteX947-37037" fmla="*/ 4368100 w 18982931"/>
              <a:gd name="connsiteY947-37038" fmla="*/ 1741079 h 4449429"/>
              <a:gd name="connsiteX948-37039" fmla="*/ 4363984 w 18982931"/>
              <a:gd name="connsiteY948-37040" fmla="*/ 1634062 h 4449429"/>
              <a:gd name="connsiteX949-37041" fmla="*/ 4372218 w 18982931"/>
              <a:gd name="connsiteY949-37042" fmla="*/ 839670 h 4449429"/>
              <a:gd name="connsiteX950-37043" fmla="*/ 4442184 w 18982931"/>
              <a:gd name="connsiteY950-37044" fmla="*/ 279891 h 4449429"/>
              <a:gd name="connsiteX951-37045" fmla="*/ 4479230 w 18982931"/>
              <a:gd name="connsiteY951-37046" fmla="*/ 234611 h 4449429"/>
              <a:gd name="connsiteX952-37047" fmla="*/ 4520394 w 18982931"/>
              <a:gd name="connsiteY952-37048" fmla="*/ 284004 h 4449429"/>
              <a:gd name="connsiteX953-37049" fmla="*/ 4549200 w 18982931"/>
              <a:gd name="connsiteY953-37050" fmla="*/ 440413 h 4449429"/>
              <a:gd name="connsiteX954-37051" fmla="*/ 4680914 w 18982931"/>
              <a:gd name="connsiteY954-37052" fmla="*/ 395140 h 4449429"/>
              <a:gd name="connsiteX955-37053" fmla="*/ 4759121 w 18982931"/>
              <a:gd name="connsiteY955-37054" fmla="*/ 460995 h 4449429"/>
              <a:gd name="connsiteX956-37055" fmla="*/ 4771466 w 18982931"/>
              <a:gd name="connsiteY956-37056" fmla="*/ 493924 h 4449429"/>
              <a:gd name="connsiteX957-37057" fmla="*/ 4888657 w 18982931"/>
              <a:gd name="connsiteY957-37058" fmla="*/ 747622 h 4449429"/>
              <a:gd name="connsiteX958-37059" fmla="*/ 4888893 w 18982931"/>
              <a:gd name="connsiteY958-37060" fmla="*/ 807315 h 4449429"/>
              <a:gd name="connsiteX959-37061" fmla="*/ 4856617 w 18982931"/>
              <a:gd name="connsiteY959-37062" fmla="*/ 807315 h 4449429"/>
              <a:gd name="connsiteX960-37063" fmla="*/ 4856617 w 18982931"/>
              <a:gd name="connsiteY960-37064" fmla="*/ 944475 h 4449429"/>
              <a:gd name="connsiteX961-37065" fmla="*/ 4888332 w 18982931"/>
              <a:gd name="connsiteY961-37066" fmla="*/ 944475 h 4449429"/>
              <a:gd name="connsiteX962-37067" fmla="*/ 4888325 w 18982931"/>
              <a:gd name="connsiteY962-37068" fmla="*/ 945600 h 4449429"/>
              <a:gd name="connsiteX963-37069" fmla="*/ 4890835 w 18982931"/>
              <a:gd name="connsiteY963-37070" fmla="*/ 1609365 h 4449429"/>
              <a:gd name="connsiteX964-37071" fmla="*/ 4952574 w 18982931"/>
              <a:gd name="connsiteY964-37072" fmla="*/ 1617597 h 4449429"/>
              <a:gd name="connsiteX965-37073" fmla="*/ 4952574 w 18982931"/>
              <a:gd name="connsiteY965-37074" fmla="*/ 1868678 h 4449429"/>
              <a:gd name="connsiteX966-37075" fmla="*/ 4956691 w 18982931"/>
              <a:gd name="connsiteY966-37076" fmla="*/ 1905720 h 4449429"/>
              <a:gd name="connsiteX967-37077" fmla="*/ 4981387 w 18982931"/>
              <a:gd name="connsiteY967-37078" fmla="*/ 1967462 h 4449429"/>
              <a:gd name="connsiteX968-37079" fmla="*/ 4981387 w 18982931"/>
              <a:gd name="connsiteY968-37080" fmla="*/ 2058015 h 4449429"/>
              <a:gd name="connsiteX969-37081" fmla="*/ 5001966 w 18982931"/>
              <a:gd name="connsiteY969-37082" fmla="*/ 2086824 h 4449429"/>
              <a:gd name="connsiteX970-37083" fmla="*/ 5018429 w 18982931"/>
              <a:gd name="connsiteY970-37084" fmla="*/ 2078592 h 4449429"/>
              <a:gd name="connsiteX971-37085" fmla="*/ 5018429 w 18982931"/>
              <a:gd name="connsiteY971-37086" fmla="*/ 1881023 h 4449429"/>
              <a:gd name="connsiteX972-37087" fmla="*/ 5018429 w 18982931"/>
              <a:gd name="connsiteY972-37088" fmla="*/ 1366522 h 4449429"/>
              <a:gd name="connsiteX973-37089" fmla="*/ 5034894 w 18982931"/>
              <a:gd name="connsiteY973-37090" fmla="*/ 864367 h 4449429"/>
              <a:gd name="connsiteX974-37091" fmla="*/ 5067821 w 18982931"/>
              <a:gd name="connsiteY974-37092" fmla="*/ 197569 h 4449429"/>
              <a:gd name="connsiteX975-37093" fmla="*/ 5080173 w 18982931"/>
              <a:gd name="connsiteY975-37094" fmla="*/ 102899 h 4449429"/>
              <a:gd name="connsiteX976-37095" fmla="*/ 5216000 w 18982931"/>
              <a:gd name="connsiteY976-37096" fmla="*/ 37042 h 4449429"/>
              <a:gd name="connsiteX977-37097" fmla="*/ 5248927 w 18982931"/>
              <a:gd name="connsiteY977-37098" fmla="*/ 69972 h 4449429"/>
              <a:gd name="connsiteX978-37099" fmla="*/ 5372409 w 18982931"/>
              <a:gd name="connsiteY978-37100" fmla="*/ 69972 h 4449429"/>
              <a:gd name="connsiteX979-37101" fmla="*/ 5434151 w 18982931"/>
              <a:gd name="connsiteY979-37102" fmla="*/ 131714 h 4449429"/>
              <a:gd name="connsiteX980-37103" fmla="*/ 5434151 w 18982931"/>
              <a:gd name="connsiteY980-37104" fmla="*/ 382788 h 4449429"/>
              <a:gd name="connsiteX981-37105" fmla="*/ 5434151 w 18982931"/>
              <a:gd name="connsiteY981-37106" fmla="*/ 683261 h 4449429"/>
              <a:gd name="connsiteX982-37107" fmla="*/ 5545282 w 18982931"/>
              <a:gd name="connsiteY982-37108" fmla="*/ 687375 h 4449429"/>
              <a:gd name="connsiteX983-37109" fmla="*/ 5545282 w 18982931"/>
              <a:gd name="connsiteY983-37110" fmla="*/ 1045471 h 4449429"/>
              <a:gd name="connsiteX984-37111" fmla="*/ 5676994 w 18982931"/>
              <a:gd name="connsiteY984-37112" fmla="*/ 1045471 h 4449429"/>
              <a:gd name="connsiteX985-37113" fmla="*/ 5685227 w 18982931"/>
              <a:gd name="connsiteY985-37114" fmla="*/ 1103096 h 4449429"/>
              <a:gd name="connsiteX986-37115" fmla="*/ 5759314 w 18982931"/>
              <a:gd name="connsiteY986-37116" fmla="*/ 1193648 h 4449429"/>
              <a:gd name="connsiteX987-37117" fmla="*/ 5759314 w 18982931"/>
              <a:gd name="connsiteY987-37118" fmla="*/ 1395331 h 4449429"/>
              <a:gd name="connsiteX988-37119" fmla="*/ 5825171 w 18982931"/>
              <a:gd name="connsiteY988-37120" fmla="*/ 1395331 h 4449429"/>
              <a:gd name="connsiteX989-37121" fmla="*/ 5903378 w 18982931"/>
              <a:gd name="connsiteY989-37122" fmla="*/ 1477653 h 4449429"/>
              <a:gd name="connsiteX990-37123" fmla="*/ 5903378 w 18982931"/>
              <a:gd name="connsiteY990-37124" fmla="*/ 1918070 h 4449429"/>
              <a:gd name="connsiteX991-37125" fmla="*/ 5936306 w 18982931"/>
              <a:gd name="connsiteY991-37126" fmla="*/ 1975695 h 4449429"/>
              <a:gd name="connsiteX992-37127" fmla="*/ 5965115 w 18982931"/>
              <a:gd name="connsiteY992-37128" fmla="*/ 1275969 h 4449429"/>
              <a:gd name="connsiteX993-37129" fmla="*/ 5969235 w 18982931"/>
              <a:gd name="connsiteY993-37130" fmla="*/ 1238922 h 4449429"/>
              <a:gd name="connsiteX994-37131" fmla="*/ 6166804 w 18982931"/>
              <a:gd name="connsiteY994-37132" fmla="*/ 1238922 h 4449429"/>
              <a:gd name="connsiteX995-37133" fmla="*/ 6216196 w 18982931"/>
              <a:gd name="connsiteY995-37134" fmla="*/ 1288315 h 4449429"/>
              <a:gd name="connsiteX996-37135" fmla="*/ 6236774 w 18982931"/>
              <a:gd name="connsiteY996-37136" fmla="*/ 1428261 h 4449429"/>
              <a:gd name="connsiteX997-37137" fmla="*/ 6273821 w 18982931"/>
              <a:gd name="connsiteY997-37138" fmla="*/ 1498235 h 4449429"/>
              <a:gd name="connsiteX998-37139" fmla="*/ 6273821 w 18982931"/>
              <a:gd name="connsiteY998-37140" fmla="*/ 2230888 h 4449429"/>
              <a:gd name="connsiteX999-37141" fmla="*/ 6277935 w 18982931"/>
              <a:gd name="connsiteY999-37142" fmla="*/ 2280280 h 4449429"/>
              <a:gd name="connsiteX1000-37143" fmla="*/ 6319095 w 18982931"/>
              <a:gd name="connsiteY1000-37144" fmla="*/ 2193841 h 4449429"/>
              <a:gd name="connsiteX1001-37145" fmla="*/ 6364373 w 18982931"/>
              <a:gd name="connsiteY1001-37146" fmla="*/ 2288513 h 4449429"/>
              <a:gd name="connsiteX1002-37147" fmla="*/ 6389068 w 18982931"/>
              <a:gd name="connsiteY1002-37148" fmla="*/ 2313208 h 4449429"/>
              <a:gd name="connsiteX1003-37149" fmla="*/ 6541355 w 18982931"/>
              <a:gd name="connsiteY1003-37150" fmla="*/ 2313208 h 4449429"/>
              <a:gd name="connsiteX1004-37151" fmla="*/ 6541355 w 18982931"/>
              <a:gd name="connsiteY1004-37152" fmla="*/ 2148567 h 4449429"/>
              <a:gd name="connsiteX1005-37153" fmla="*/ 6660723 w 18982931"/>
              <a:gd name="connsiteY1005-37154" fmla="*/ 2148567 h 4449429"/>
              <a:gd name="connsiteX1006-37155" fmla="*/ 6660723 w 18982931"/>
              <a:gd name="connsiteY1006-37156" fmla="*/ 2259698 h 4449429"/>
              <a:gd name="connsiteX1007-37157" fmla="*/ 6705999 w 18982931"/>
              <a:gd name="connsiteY1007-37158" fmla="*/ 2551938 h 4449429"/>
              <a:gd name="connsiteX1008-37159" fmla="*/ 6714228 w 18982931"/>
              <a:gd name="connsiteY1008-37160" fmla="*/ 2580748 h 4449429"/>
              <a:gd name="connsiteX1009-37161" fmla="*/ 6722461 w 18982931"/>
              <a:gd name="connsiteY1009-37162" fmla="*/ 2576634 h 4449429"/>
              <a:gd name="connsiteX1010-37163" fmla="*/ 6751278 w 18982931"/>
              <a:gd name="connsiteY1010-37164" fmla="*/ 2263816 h 4449429"/>
              <a:gd name="connsiteX1011-37165" fmla="*/ 6800669 w 18982931"/>
              <a:gd name="connsiteY1011-37166" fmla="*/ 2255583 h 4449429"/>
              <a:gd name="connsiteX1012-37167" fmla="*/ 6837709 w 18982931"/>
              <a:gd name="connsiteY1012-37168" fmla="*/ 2181496 h 4449429"/>
              <a:gd name="connsiteX1013-37169" fmla="*/ 6841831 w 18982931"/>
              <a:gd name="connsiteY1013-37170" fmla="*/ 2152681 h 4449429"/>
              <a:gd name="connsiteX1014-37171" fmla="*/ 6845941 w 18982931"/>
              <a:gd name="connsiteY1014-37172" fmla="*/ 2115639 h 4449429"/>
              <a:gd name="connsiteX1015-37173" fmla="*/ 6857139 w 18982931"/>
              <a:gd name="connsiteY1015-37174" fmla="*/ 2115639 h 4449429"/>
              <a:gd name="connsiteX1016-37175" fmla="*/ 6899298 w 18982931"/>
              <a:gd name="connsiteY1016-37176" fmla="*/ 2109470 h 4449429"/>
              <a:gd name="connsiteX1017-37177" fmla="*/ 6922965 w 18982931"/>
              <a:gd name="connsiteY1017-37178" fmla="*/ 2140339 h 4449429"/>
              <a:gd name="connsiteX1018-37179" fmla="*/ 7009406 w 18982931"/>
              <a:gd name="connsiteY1018-37180" fmla="*/ 2070365 h 4449429"/>
              <a:gd name="connsiteX1019-37181" fmla="*/ 7145231 w 18982931"/>
              <a:gd name="connsiteY1019-37182" fmla="*/ 2066247 h 4449429"/>
              <a:gd name="connsiteX1020-37183" fmla="*/ 7145231 w 18982931"/>
              <a:gd name="connsiteY1020-37184" fmla="*/ 1901605 h 4449429"/>
              <a:gd name="connsiteX1021-37185" fmla="*/ 7145231 w 18982931"/>
              <a:gd name="connsiteY1021-37186" fmla="*/ 1769896 h 4449429"/>
              <a:gd name="connsiteX1022-37187" fmla="*/ 7215204 w 18982931"/>
              <a:gd name="connsiteY1022-37188" fmla="*/ 1597024 h 4449429"/>
              <a:gd name="connsiteX1023-37189" fmla="*/ 7285174 w 18982931"/>
              <a:gd name="connsiteY1023-37190" fmla="*/ 1753433 h 4449429"/>
              <a:gd name="connsiteX1024-37191" fmla="*/ 7297524 w 18982931"/>
              <a:gd name="connsiteY1024-37192" fmla="*/ 2062134 h 4449429"/>
              <a:gd name="connsiteX1025-37193" fmla="*/ 7367494 w 18982931"/>
              <a:gd name="connsiteY1025-37194" fmla="*/ 2066247 h 4449429"/>
              <a:gd name="connsiteX1026-37195" fmla="*/ 7371610 w 18982931"/>
              <a:gd name="connsiteY1026-37196" fmla="*/ 2148567 h 4449429"/>
              <a:gd name="connsiteX1027-37197" fmla="*/ 7462167 w 18982931"/>
              <a:gd name="connsiteY1027-37198" fmla="*/ 2148567 h 4449429"/>
              <a:gd name="connsiteX1028-37199" fmla="*/ 7462167 w 18982931"/>
              <a:gd name="connsiteY1028-37200" fmla="*/ 2095061 h 4449429"/>
              <a:gd name="connsiteX1029-37201" fmla="*/ 7462167 w 18982931"/>
              <a:gd name="connsiteY1029-37202" fmla="*/ 1597024 h 4449429"/>
              <a:gd name="connsiteX1030-37203" fmla="*/ 7482743 w 18982931"/>
              <a:gd name="connsiteY1030-37204" fmla="*/ 1008430 h 4449429"/>
              <a:gd name="connsiteX1031-37205" fmla="*/ 7495096 w 18982931"/>
              <a:gd name="connsiteY1031-37206" fmla="*/ 921991 h 4449429"/>
              <a:gd name="connsiteX1032-37207" fmla="*/ 7536254 w 18982931"/>
              <a:gd name="connsiteY1032-37208" fmla="*/ 934341 h 4449429"/>
              <a:gd name="connsiteX1033-37209" fmla="*/ 7577416 w 18982931"/>
              <a:gd name="connsiteY1033-37210" fmla="*/ 563899 h 4449429"/>
              <a:gd name="connsiteX1034-37211" fmla="*/ 7589759 w 18982931"/>
              <a:gd name="connsiteY1034-37212" fmla="*/ 563899 h 4449429"/>
              <a:gd name="connsiteX1035-37213" fmla="*/ 7639153 w 18982931"/>
              <a:gd name="connsiteY1035-37214" fmla="*/ 975501 h 4449429"/>
              <a:gd name="connsiteX1036-37215" fmla="*/ 7655614 w 18982931"/>
              <a:gd name="connsiteY1036-37216" fmla="*/ 926109 h 4449429"/>
              <a:gd name="connsiteX1037-37217" fmla="*/ 7667968 w 18982931"/>
              <a:gd name="connsiteY1037-37218" fmla="*/ 926109 h 4449429"/>
              <a:gd name="connsiteX1038-37219" fmla="*/ 7676196 w 18982931"/>
              <a:gd name="connsiteY1038-37220" fmla="*/ 1037243 h 4449429"/>
              <a:gd name="connsiteX1039-37221" fmla="*/ 7676196 w 18982931"/>
              <a:gd name="connsiteY1039-37222" fmla="*/ 2049787 h 4449429"/>
              <a:gd name="connsiteX1040-37223" fmla="*/ 7705009 w 18982931"/>
              <a:gd name="connsiteY1040-37224" fmla="*/ 2267935 h 4449429"/>
              <a:gd name="connsiteX1041-37225" fmla="*/ 7750287 w 18982931"/>
              <a:gd name="connsiteY1041-37226" fmla="*/ 2469622 h 4449429"/>
              <a:gd name="connsiteX1042-37227" fmla="*/ 7849072 w 18982931"/>
              <a:gd name="connsiteY1042-37228" fmla="*/ 2469622 h 4449429"/>
              <a:gd name="connsiteX1043-37229" fmla="*/ 7849072 w 18982931"/>
              <a:gd name="connsiteY1043-37230" fmla="*/ 2284398 h 4449429"/>
              <a:gd name="connsiteX1044-37231" fmla="*/ 7919042 w 18982931"/>
              <a:gd name="connsiteY1044-37232" fmla="*/ 2284398 h 4449429"/>
              <a:gd name="connsiteX1045-37233" fmla="*/ 7919042 w 18982931"/>
              <a:gd name="connsiteY1045-37234" fmla="*/ 2473736 h 4449429"/>
              <a:gd name="connsiteX1046-37235" fmla="*/ 8108380 w 18982931"/>
              <a:gd name="connsiteY1046-37236" fmla="*/ 2473736 h 4449429"/>
              <a:gd name="connsiteX1047-37237" fmla="*/ 8142338 w 18982931"/>
              <a:gd name="connsiteY1047-37238" fmla="*/ 2481454 h 4449429"/>
              <a:gd name="connsiteX1048-37239" fmla="*/ 8144242 w 18982931"/>
              <a:gd name="connsiteY1048-37240" fmla="*/ 2485067 h 4449429"/>
              <a:gd name="connsiteX1049-37241" fmla="*/ 8144242 w 18982931"/>
              <a:gd name="connsiteY1049-37242" fmla="*/ 1280084 h 4449429"/>
              <a:gd name="connsiteX1050-37243" fmla="*/ 8189518 w 18982931"/>
              <a:gd name="connsiteY1050-37244" fmla="*/ 1115443 h 4449429"/>
              <a:gd name="connsiteX1051-37245" fmla="*/ 8230679 w 18982931"/>
              <a:gd name="connsiteY1051-37246" fmla="*/ 1090746 h 4449429"/>
              <a:gd name="connsiteX1052-37247" fmla="*/ 8477642 w 18982931"/>
              <a:gd name="connsiteY1052-37248" fmla="*/ 1090746 h 4449429"/>
              <a:gd name="connsiteX1053-37249" fmla="*/ 8518799 w 18982931"/>
              <a:gd name="connsiteY1053-37250" fmla="*/ 1111328 h 4449429"/>
              <a:gd name="connsiteX1054-37251" fmla="*/ 8568194 w 18982931"/>
              <a:gd name="connsiteY1054-37252" fmla="*/ 1288315 h 4449429"/>
              <a:gd name="connsiteX1055-37253" fmla="*/ 8572304 w 18982931"/>
              <a:gd name="connsiteY1055-37254" fmla="*/ 2152681 h 4449429"/>
              <a:gd name="connsiteX1056-37255" fmla="*/ 8572304 w 18982931"/>
              <a:gd name="connsiteY1056-37256" fmla="*/ 2222656 h 4449429"/>
              <a:gd name="connsiteX1057-37257" fmla="*/ 8827499 w 18982931"/>
              <a:gd name="connsiteY1057-37258" fmla="*/ 2222656 h 4449429"/>
              <a:gd name="connsiteX1058-37259" fmla="*/ 8827499 w 18982931"/>
              <a:gd name="connsiteY1058-37260" fmla="*/ 2053897 h 4449429"/>
              <a:gd name="connsiteX1059-37261" fmla="*/ 8827499 w 18982931"/>
              <a:gd name="connsiteY1059-37262" fmla="*/ 1996272 h 4449429"/>
              <a:gd name="connsiteX1060-37263" fmla="*/ 8926285 w 18982931"/>
              <a:gd name="connsiteY1060-37264" fmla="*/ 1876910 h 4449429"/>
              <a:gd name="connsiteX1061-37265" fmla="*/ 8926285 w 18982931"/>
              <a:gd name="connsiteY1061-37266" fmla="*/ 1757542 h 4449429"/>
              <a:gd name="connsiteX1062-37267" fmla="*/ 8926285 w 18982931"/>
              <a:gd name="connsiteY1062-37268" fmla="*/ 1527045 h 4449429"/>
              <a:gd name="connsiteX1063-37269" fmla="*/ 8950980 w 18982931"/>
              <a:gd name="connsiteY1063-37270" fmla="*/ 1432378 h 4449429"/>
              <a:gd name="connsiteX1064-37271" fmla="*/ 8950980 w 18982931"/>
              <a:gd name="connsiteY1064-37272" fmla="*/ 1424146 h 4449429"/>
              <a:gd name="connsiteX1065-37273" fmla="*/ 8983911 w 18982931"/>
              <a:gd name="connsiteY1065-37274" fmla="*/ 1107210 h 4449429"/>
              <a:gd name="connsiteX1066-37275" fmla="*/ 8992140 w 18982931"/>
              <a:gd name="connsiteY1066-37276" fmla="*/ 1049586 h 4449429"/>
              <a:gd name="connsiteX1067-37277" fmla="*/ 9012723 w 18982931"/>
              <a:gd name="connsiteY1067-37278" fmla="*/ 1049586 h 4449429"/>
              <a:gd name="connsiteX1068-37279" fmla="*/ 9049767 w 18982931"/>
              <a:gd name="connsiteY1068-37280" fmla="*/ 1325362 h 4449429"/>
              <a:gd name="connsiteX1069-37281" fmla="*/ 9115624 w 18982931"/>
              <a:gd name="connsiteY1069-37282" fmla="*/ 1329476 h 4449429"/>
              <a:gd name="connsiteX1070-37283" fmla="*/ 9165014 w 18982931"/>
              <a:gd name="connsiteY1070-37284" fmla="*/ 1436493 h 4449429"/>
              <a:gd name="connsiteX1071-37285" fmla="*/ 9181479 w 18982931"/>
              <a:gd name="connsiteY1071-37286" fmla="*/ 1494116 h 4449429"/>
              <a:gd name="connsiteX1072-37287" fmla="*/ 9181479 w 18982931"/>
              <a:gd name="connsiteY1072-37288" fmla="*/ 1823399 h 4449429"/>
              <a:gd name="connsiteX1073-37289" fmla="*/ 9181479 w 18982931"/>
              <a:gd name="connsiteY1073-37290" fmla="*/ 1881023 h 4449429"/>
              <a:gd name="connsiteX1074-37291" fmla="*/ 9280267 w 18982931"/>
              <a:gd name="connsiteY1074-37292" fmla="*/ 1881023 h 4449429"/>
              <a:gd name="connsiteX1075-37293" fmla="*/ 9280267 w 18982931"/>
              <a:gd name="connsiteY1075-37294" fmla="*/ 1815166 h 4449429"/>
              <a:gd name="connsiteX1076-37295" fmla="*/ 9280267 w 18982931"/>
              <a:gd name="connsiteY1076-37296" fmla="*/ 304587 h 4449429"/>
              <a:gd name="connsiteX1077-37297" fmla="*/ 9346122 w 18982931"/>
              <a:gd name="connsiteY1077-37298" fmla="*/ 238731 h 4449429"/>
              <a:gd name="connsiteX1078-37299" fmla="*/ 9453137 w 18982931"/>
              <a:gd name="connsiteY1078-37300" fmla="*/ 341628 h 4449429"/>
              <a:gd name="connsiteX1079-37301" fmla="*/ 9453137 w 18982931"/>
              <a:gd name="connsiteY1079-37302" fmla="*/ 1815166 h 4449429"/>
              <a:gd name="connsiteX1080-37303" fmla="*/ 9453137 w 18982931"/>
              <a:gd name="connsiteY1080-37304" fmla="*/ 1876910 h 4449429"/>
              <a:gd name="connsiteX1081-37305" fmla="*/ 9551919 w 18982931"/>
              <a:gd name="connsiteY1081-37306" fmla="*/ 1876910 h 4449429"/>
              <a:gd name="connsiteX1082-37307" fmla="*/ 9551919 w 18982931"/>
              <a:gd name="connsiteY1082-37308" fmla="*/ 1724614 h 4449429"/>
              <a:gd name="connsiteX1083-37309" fmla="*/ 9551919 w 18982931"/>
              <a:gd name="connsiteY1083-37310" fmla="*/ 1481771 h 4449429"/>
              <a:gd name="connsiteX1084-37311" fmla="*/ 9597198 w 18982931"/>
              <a:gd name="connsiteY1084-37312" fmla="*/ 1374754 h 4449429"/>
              <a:gd name="connsiteX1085-37313" fmla="*/ 9613662 w 18982931"/>
              <a:gd name="connsiteY1085-37314" fmla="*/ 1325362 h 4449429"/>
              <a:gd name="connsiteX1086-37315" fmla="*/ 9683632 w 18982931"/>
              <a:gd name="connsiteY1086-37316" fmla="*/ 1325362 h 4449429"/>
              <a:gd name="connsiteX1087-37317" fmla="*/ 9683632 w 18982931"/>
              <a:gd name="connsiteY1087-37318" fmla="*/ 1522931 h 4449429"/>
              <a:gd name="connsiteX1088-37319" fmla="*/ 9819464 w 18982931"/>
              <a:gd name="connsiteY1088-37320" fmla="*/ 1522931 h 4449429"/>
              <a:gd name="connsiteX1089-37321" fmla="*/ 9819464 w 18982931"/>
              <a:gd name="connsiteY1089-37322" fmla="*/ 1720501 h 4449429"/>
              <a:gd name="connsiteX1090-37323" fmla="*/ 9819464 w 18982931"/>
              <a:gd name="connsiteY1090-37324" fmla="*/ 1835749 h 4449429"/>
              <a:gd name="connsiteX1091-37325" fmla="*/ 9868856 w 18982931"/>
              <a:gd name="connsiteY1091-37326" fmla="*/ 1885142 h 4449429"/>
              <a:gd name="connsiteX1092-37327" fmla="*/ 9922361 w 18982931"/>
              <a:gd name="connsiteY1092-37328" fmla="*/ 1938648 h 4449429"/>
              <a:gd name="connsiteX1093-37329" fmla="*/ 9922361 w 18982931"/>
              <a:gd name="connsiteY1093-37330" fmla="*/ 2226770 h 4449429"/>
              <a:gd name="connsiteX1094-37331" fmla="*/ 10189906 w 18982931"/>
              <a:gd name="connsiteY1094-37332" fmla="*/ 2226770 h 4449429"/>
              <a:gd name="connsiteX1095-37333" fmla="*/ 10189906 w 18982931"/>
              <a:gd name="connsiteY1095-37334" fmla="*/ 1864559 h 4449429"/>
              <a:gd name="connsiteX1096-37335" fmla="*/ 10251644 w 18982931"/>
              <a:gd name="connsiteY1096-37336" fmla="*/ 1852213 h 4449429"/>
              <a:gd name="connsiteX1097-37337" fmla="*/ 10251644 w 18982931"/>
              <a:gd name="connsiteY1097-37338" fmla="*/ 1465306 h 4449429"/>
              <a:gd name="connsiteX1098-37339" fmla="*/ 10198137 w 18982931"/>
              <a:gd name="connsiteY1098-37340" fmla="*/ 1461188 h 4449429"/>
              <a:gd name="connsiteX1099-37341" fmla="*/ 10198137 w 18982931"/>
              <a:gd name="connsiteY1099-37342" fmla="*/ 1317129 h 4449429"/>
              <a:gd name="connsiteX1100-37343" fmla="*/ 10572694 w 18982931"/>
              <a:gd name="connsiteY1100-37344" fmla="*/ 1317129 h 4449429"/>
              <a:gd name="connsiteX1101-37345" fmla="*/ 10572694 w 18982931"/>
              <a:gd name="connsiteY1101-37346" fmla="*/ 2140336 h 4449429"/>
              <a:gd name="connsiteX1102-37347" fmla="*/ 10642669 w 18982931"/>
              <a:gd name="connsiteY1102-37348" fmla="*/ 2144449 h 4449429"/>
              <a:gd name="connsiteX1103-37349" fmla="*/ 10642669 w 18982931"/>
              <a:gd name="connsiteY1103-37350" fmla="*/ 2477849 h 4449429"/>
              <a:gd name="connsiteX1104-37351" fmla="*/ 10885512 w 18982931"/>
              <a:gd name="connsiteY1104-37352" fmla="*/ 2477849 h 4449429"/>
              <a:gd name="connsiteX1105-37353" fmla="*/ 10885512 w 18982931"/>
              <a:gd name="connsiteY1105-37354" fmla="*/ 2292626 h 4449429"/>
              <a:gd name="connsiteX1106-37355" fmla="*/ 10959601 w 18982931"/>
              <a:gd name="connsiteY1106-37356" fmla="*/ 2292626 h 4449429"/>
              <a:gd name="connsiteX1107-37357" fmla="*/ 10959601 w 18982931"/>
              <a:gd name="connsiteY1107-37358" fmla="*/ 2477849 h 4449429"/>
              <a:gd name="connsiteX1108-37359" fmla="*/ 11066618 w 18982931"/>
              <a:gd name="connsiteY1108-37360" fmla="*/ 2477849 h 4449429"/>
              <a:gd name="connsiteX1109-37361" fmla="*/ 11107778 w 18982931"/>
              <a:gd name="connsiteY1109-37362" fmla="*/ 2284395 h 4449429"/>
              <a:gd name="connsiteX1110-37363" fmla="*/ 11136593 w 18982931"/>
              <a:gd name="connsiteY1110-37364" fmla="*/ 2053897 h 4449429"/>
              <a:gd name="connsiteX1111-37365" fmla="*/ 11136593 w 18982931"/>
              <a:gd name="connsiteY1111-37366" fmla="*/ 1061936 h 4449429"/>
              <a:gd name="connsiteX1112-37367" fmla="*/ 11148938 w 18982931"/>
              <a:gd name="connsiteY1112-37368" fmla="*/ 938454 h 4449429"/>
              <a:gd name="connsiteX1113-37369" fmla="*/ 11161288 w 18982931"/>
              <a:gd name="connsiteY1113-37370" fmla="*/ 938454 h 4449429"/>
              <a:gd name="connsiteX1114-37371" fmla="*/ 11177753 w 18982931"/>
              <a:gd name="connsiteY1114-37372" fmla="*/ 983729 h 4449429"/>
              <a:gd name="connsiteX1115-37373" fmla="*/ 11231258 w 18982931"/>
              <a:gd name="connsiteY1115-37374" fmla="*/ 572126 h 4449429"/>
              <a:gd name="connsiteX1116-37375" fmla="*/ 11243610 w 18982931"/>
              <a:gd name="connsiteY1116-37376" fmla="*/ 572126 h 4449429"/>
              <a:gd name="connsiteX1117-37377" fmla="*/ 11284770 w 18982931"/>
              <a:gd name="connsiteY1117-37378" fmla="*/ 946687 h 4449429"/>
              <a:gd name="connsiteX1118-37379" fmla="*/ 11325929 w 18982931"/>
              <a:gd name="connsiteY1118-37380" fmla="*/ 934337 h 4449429"/>
              <a:gd name="connsiteX1119-37381" fmla="*/ 11342394 w 18982931"/>
              <a:gd name="connsiteY1119-37382" fmla="*/ 1061936 h 4449429"/>
              <a:gd name="connsiteX1120-37383" fmla="*/ 11342394 w 18982931"/>
              <a:gd name="connsiteY1120-37384" fmla="*/ 1300666 h 4449429"/>
              <a:gd name="connsiteX1121-37385" fmla="*/ 11358857 w 18982931"/>
              <a:gd name="connsiteY1121-37386" fmla="*/ 2132104 h 4449429"/>
              <a:gd name="connsiteX1122-37387" fmla="*/ 11362976 w 18982931"/>
              <a:gd name="connsiteY1122-37388" fmla="*/ 2165031 h 4449429"/>
              <a:gd name="connsiteX1123-37389" fmla="*/ 11453524 w 18982931"/>
              <a:gd name="connsiteY1123-37390" fmla="*/ 2165031 h 4449429"/>
              <a:gd name="connsiteX1124-37391" fmla="*/ 11457643 w 18982931"/>
              <a:gd name="connsiteY1124-37392" fmla="*/ 2082711 h 4449429"/>
              <a:gd name="connsiteX1125-37393" fmla="*/ 11535845 w 18982931"/>
              <a:gd name="connsiteY1125-37394" fmla="*/ 2078592 h 4449429"/>
              <a:gd name="connsiteX1126-37395" fmla="*/ 11535845 w 18982931"/>
              <a:gd name="connsiteY1126-37396" fmla="*/ 2004505 h 4449429"/>
              <a:gd name="connsiteX1127-37397" fmla="*/ 11548195 w 18982931"/>
              <a:gd name="connsiteY1127-37398" fmla="*/ 1736964 h 4449429"/>
              <a:gd name="connsiteX1128-37399" fmla="*/ 11609938 w 18982931"/>
              <a:gd name="connsiteY1128-37400" fmla="*/ 1609365 h 4449429"/>
              <a:gd name="connsiteX1129-37401" fmla="*/ 11688140 w 18982931"/>
              <a:gd name="connsiteY1129-37402" fmla="*/ 1765774 h 4449429"/>
              <a:gd name="connsiteX1130-37403" fmla="*/ 11688140 w 18982931"/>
              <a:gd name="connsiteY1130-37404" fmla="*/ 2082711 h 4449429"/>
              <a:gd name="connsiteX1131-37405" fmla="*/ 11910406 w 18982931"/>
              <a:gd name="connsiteY1131-37406" fmla="*/ 2148567 h 4449429"/>
              <a:gd name="connsiteX1132-37407" fmla="*/ 11988608 w 18982931"/>
              <a:gd name="connsiteY1132-37408" fmla="*/ 2119754 h 4449429"/>
              <a:gd name="connsiteX1133-37409" fmla="*/ 11991181 w 18982931"/>
              <a:gd name="connsiteY1133-37410" fmla="*/ 2153197 h 4449429"/>
              <a:gd name="connsiteX1134-37411" fmla="*/ 11993908 w 18982931"/>
              <a:gd name="connsiteY1134-37412" fmla="*/ 2158900 h 4449429"/>
              <a:gd name="connsiteX1135-37413" fmla="*/ 11993908 w 18982931"/>
              <a:gd name="connsiteY1135-37414" fmla="*/ 2156799 h 4449429"/>
              <a:gd name="connsiteX1136-37415" fmla="*/ 11998023 w 18982931"/>
              <a:gd name="connsiteY1136-37416" fmla="*/ 2115639 h 4449429"/>
              <a:gd name="connsiteX1137-37417" fmla="*/ 12010373 w 18982931"/>
              <a:gd name="connsiteY1137-37418" fmla="*/ 2115639 h 4449429"/>
              <a:gd name="connsiteX1138-37419" fmla="*/ 12014490 w 18982931"/>
              <a:gd name="connsiteY1138-37420" fmla="*/ 2185614 h 4449429"/>
              <a:gd name="connsiteX1139-37421" fmla="*/ 12055650 w 18982931"/>
              <a:gd name="connsiteY1139-37422" fmla="*/ 2259703 h 4449429"/>
              <a:gd name="connsiteX1140-37423" fmla="*/ 12109157 w 18982931"/>
              <a:gd name="connsiteY1140-37424" fmla="*/ 2267933 h 4449429"/>
              <a:gd name="connsiteX1141-37425" fmla="*/ 12137972 w 18982931"/>
              <a:gd name="connsiteY1141-37426" fmla="*/ 2580753 h 4449429"/>
              <a:gd name="connsiteX1142-37427" fmla="*/ 12150317 w 18982931"/>
              <a:gd name="connsiteY1142-37428" fmla="*/ 2580753 h 4449429"/>
              <a:gd name="connsiteX1143-37429" fmla="*/ 12179132 w 18982931"/>
              <a:gd name="connsiteY1143-37430" fmla="*/ 2411992 h 4449429"/>
              <a:gd name="connsiteX1144-37431" fmla="*/ 12207942 w 18982931"/>
              <a:gd name="connsiteY1144-37432" fmla="*/ 2160917 h 4449429"/>
              <a:gd name="connsiteX1145-37433" fmla="*/ 12216174 w 18982931"/>
              <a:gd name="connsiteY1145-37434" fmla="*/ 2152686 h 4449429"/>
              <a:gd name="connsiteX1146-37435" fmla="*/ 12331423 w 18982931"/>
              <a:gd name="connsiteY1146-37436" fmla="*/ 2152686 h 4449429"/>
              <a:gd name="connsiteX1147-37437" fmla="*/ 12331423 w 18982931"/>
              <a:gd name="connsiteY1147-37438" fmla="*/ 2317327 h 4449429"/>
              <a:gd name="connsiteX1148-37439" fmla="*/ 12496064 w 18982931"/>
              <a:gd name="connsiteY1148-37440" fmla="*/ 2313208 h 4449429"/>
              <a:gd name="connsiteX1149-37441" fmla="*/ 12557802 w 18982931"/>
              <a:gd name="connsiteY1149-37442" fmla="*/ 2210310 h 4449429"/>
              <a:gd name="connsiteX1150-37443" fmla="*/ 12566034 w 18982931"/>
              <a:gd name="connsiteY1150-37444" fmla="*/ 2206191 h 4449429"/>
              <a:gd name="connsiteX1151-37445" fmla="*/ 12598962 w 18982931"/>
              <a:gd name="connsiteY1151-37446" fmla="*/ 2267933 h 4449429"/>
              <a:gd name="connsiteX1152-37447" fmla="*/ 12607194 w 18982931"/>
              <a:gd name="connsiteY1152-37448" fmla="*/ 2263816 h 4449429"/>
              <a:gd name="connsiteX1153-37449" fmla="*/ 12607194 w 18982931"/>
              <a:gd name="connsiteY1153-37450" fmla="*/ 1461193 h 4449429"/>
              <a:gd name="connsiteX1154-37451" fmla="*/ 12677169 w 18982931"/>
              <a:gd name="connsiteY1154-37452" fmla="*/ 1230695 h 4449429"/>
              <a:gd name="connsiteX1155-37453" fmla="*/ 12920017 w 18982931"/>
              <a:gd name="connsiteY1155-37454" fmla="*/ 1230695 h 4449429"/>
              <a:gd name="connsiteX1156-37455" fmla="*/ 12948827 w 18982931"/>
              <a:gd name="connsiteY1156-37456" fmla="*/ 1490003 h 4449429"/>
              <a:gd name="connsiteX1157-37457" fmla="*/ 12948827 w 18982931"/>
              <a:gd name="connsiteY1157-37458" fmla="*/ 1909838 h 4449429"/>
              <a:gd name="connsiteX1158-37459" fmla="*/ 12948827 w 18982931"/>
              <a:gd name="connsiteY1158-37460" fmla="*/ 1975695 h 4449429"/>
              <a:gd name="connsiteX1159-37461" fmla="*/ 12969405 w 18982931"/>
              <a:gd name="connsiteY1159-37462" fmla="*/ 1979812 h 4449429"/>
              <a:gd name="connsiteX1160-37463" fmla="*/ 12989987 w 18982931"/>
              <a:gd name="connsiteY1160-37464" fmla="*/ 1913955 h 4449429"/>
              <a:gd name="connsiteX1161-37465" fmla="*/ 12989987 w 18982931"/>
              <a:gd name="connsiteY1161-37466" fmla="*/ 1469425 h 4449429"/>
              <a:gd name="connsiteX1162-37467" fmla="*/ 13064076 w 18982931"/>
              <a:gd name="connsiteY1162-37468" fmla="*/ 1395336 h 4449429"/>
              <a:gd name="connsiteX1163-37469" fmla="*/ 13146396 w 18982931"/>
              <a:gd name="connsiteY1163-37470" fmla="*/ 1395336 h 4449429"/>
              <a:gd name="connsiteX1164-37471" fmla="*/ 13146396 w 18982931"/>
              <a:gd name="connsiteY1164-37472" fmla="*/ 1111328 h 4449429"/>
              <a:gd name="connsiteX1165-37473" fmla="*/ 13216366 w 18982931"/>
              <a:gd name="connsiteY1165-37474" fmla="*/ 1103096 h 4449429"/>
              <a:gd name="connsiteX1166-37475" fmla="*/ 13228716 w 18982931"/>
              <a:gd name="connsiteY1166-37476" fmla="*/ 1041358 h 4449429"/>
              <a:gd name="connsiteX1167-37477" fmla="*/ 13368662 w 18982931"/>
              <a:gd name="connsiteY1167-37478" fmla="*/ 1041358 h 4449429"/>
              <a:gd name="connsiteX1168-37479" fmla="*/ 13368662 w 18982931"/>
              <a:gd name="connsiteY1168-37480" fmla="*/ 687379 h 4449429"/>
              <a:gd name="connsiteX1169-37481" fmla="*/ 13483911 w 18982931"/>
              <a:gd name="connsiteY1169-37482" fmla="*/ 687379 h 4449429"/>
              <a:gd name="connsiteX1170-37483" fmla="*/ 13483911 w 18982931"/>
              <a:gd name="connsiteY1170-37484" fmla="*/ 617404 h 4449429"/>
              <a:gd name="connsiteX1171-37485" fmla="*/ 13483911 w 18982931"/>
              <a:gd name="connsiteY1171-37486" fmla="*/ 131714 h 4449429"/>
              <a:gd name="connsiteX1172-37487" fmla="*/ 13541534 w 18982931"/>
              <a:gd name="connsiteY1172-37488" fmla="*/ 74089 h 4449429"/>
              <a:gd name="connsiteX1173-37489" fmla="*/ 13685593 w 18982931"/>
              <a:gd name="connsiteY1173-37490" fmla="*/ 74089 h 4449429"/>
              <a:gd name="connsiteX1174-37491" fmla="*/ 13730872 w 18982931"/>
              <a:gd name="connsiteY1174-37492" fmla="*/ 49392 h 4449429"/>
              <a:gd name="connsiteX1175-37493" fmla="*/ 13739104 w 18982931"/>
              <a:gd name="connsiteY1175-37494" fmla="*/ 0 h 4449429"/>
              <a:gd name="connsiteX0-37495" fmla="*/ 16404499 w 18982931"/>
              <a:gd name="connsiteY0-37496" fmla="*/ 4309270 h 4449429"/>
              <a:gd name="connsiteX1-37497" fmla="*/ 16404499 w 18982931"/>
              <a:gd name="connsiteY1-37498" fmla="*/ 4366104 h 4449429"/>
              <a:gd name="connsiteX2-37499" fmla="*/ 16461332 w 18982931"/>
              <a:gd name="connsiteY2-37500" fmla="*/ 4366104 h 4449429"/>
              <a:gd name="connsiteX3-37501" fmla="*/ 16461332 w 18982931"/>
              <a:gd name="connsiteY3-37502" fmla="*/ 4309270 h 4449429"/>
              <a:gd name="connsiteX4-37503" fmla="*/ 16404499 w 18982931"/>
              <a:gd name="connsiteY4-37504" fmla="*/ 4309270 h 4449429"/>
              <a:gd name="connsiteX5-37505" fmla="*/ 16292444 w 18982931"/>
              <a:gd name="connsiteY5-37506" fmla="*/ 4309270 h 4449429"/>
              <a:gd name="connsiteX6-37507" fmla="*/ 16292444 w 18982931"/>
              <a:gd name="connsiteY6-37508" fmla="*/ 4366104 h 4449429"/>
              <a:gd name="connsiteX7-37509" fmla="*/ 16349278 w 18982931"/>
              <a:gd name="connsiteY7-37510" fmla="*/ 4366104 h 4449429"/>
              <a:gd name="connsiteX8-37511" fmla="*/ 16349278 w 18982931"/>
              <a:gd name="connsiteY8-37512" fmla="*/ 4309270 h 4449429"/>
              <a:gd name="connsiteX9-37513" fmla="*/ 16292444 w 18982931"/>
              <a:gd name="connsiteY9-37514" fmla="*/ 4309270 h 4449429"/>
              <a:gd name="connsiteX10-37515" fmla="*/ 16180390 w 18982931"/>
              <a:gd name="connsiteY10-37516" fmla="*/ 4309270 h 4449429"/>
              <a:gd name="connsiteX11-37517" fmla="*/ 16180390 w 18982931"/>
              <a:gd name="connsiteY11-37518" fmla="*/ 4366104 h 4449429"/>
              <a:gd name="connsiteX12-37519" fmla="*/ 16237224 w 18982931"/>
              <a:gd name="connsiteY12-37520" fmla="*/ 4366104 h 4449429"/>
              <a:gd name="connsiteX13-37521" fmla="*/ 16237224 w 18982931"/>
              <a:gd name="connsiteY13-37522" fmla="*/ 4309270 h 4449429"/>
              <a:gd name="connsiteX14-37523" fmla="*/ 16180390 w 18982931"/>
              <a:gd name="connsiteY14-37524" fmla="*/ 4309270 h 4449429"/>
              <a:gd name="connsiteX15-37525" fmla="*/ 2813944 w 18982931"/>
              <a:gd name="connsiteY15-37526" fmla="*/ 4309269 h 4449429"/>
              <a:gd name="connsiteX16-37527" fmla="*/ 2813944 w 18982931"/>
              <a:gd name="connsiteY16-37528" fmla="*/ 4366102 h 4449429"/>
              <a:gd name="connsiteX17-37529" fmla="*/ 2870780 w 18982931"/>
              <a:gd name="connsiteY17-37530" fmla="*/ 4366102 h 4449429"/>
              <a:gd name="connsiteX18-37531" fmla="*/ 2870780 w 18982931"/>
              <a:gd name="connsiteY18-37532" fmla="*/ 4309269 h 4449429"/>
              <a:gd name="connsiteX19-37533" fmla="*/ 2813944 w 18982931"/>
              <a:gd name="connsiteY19-37534" fmla="*/ 4309269 h 4449429"/>
              <a:gd name="connsiteX20-37535" fmla="*/ 2701890 w 18982931"/>
              <a:gd name="connsiteY20-37536" fmla="*/ 4309269 h 4449429"/>
              <a:gd name="connsiteX21-37537" fmla="*/ 2701890 w 18982931"/>
              <a:gd name="connsiteY21-37538" fmla="*/ 4366102 h 4449429"/>
              <a:gd name="connsiteX22-37539" fmla="*/ 2758723 w 18982931"/>
              <a:gd name="connsiteY22-37540" fmla="*/ 4366102 h 4449429"/>
              <a:gd name="connsiteX23-37541" fmla="*/ 2758723 w 18982931"/>
              <a:gd name="connsiteY23-37542" fmla="*/ 4309269 h 4449429"/>
              <a:gd name="connsiteX24-37543" fmla="*/ 2701890 w 18982931"/>
              <a:gd name="connsiteY24-37544" fmla="*/ 4309269 h 4449429"/>
              <a:gd name="connsiteX25-37545" fmla="*/ 2589843 w 18982931"/>
              <a:gd name="connsiteY25-37546" fmla="*/ 4309269 h 4449429"/>
              <a:gd name="connsiteX26-37547" fmla="*/ 2589843 w 18982931"/>
              <a:gd name="connsiteY26-37548" fmla="*/ 4366102 h 4449429"/>
              <a:gd name="connsiteX27-37549" fmla="*/ 2646669 w 18982931"/>
              <a:gd name="connsiteY27-37550" fmla="*/ 4366102 h 4449429"/>
              <a:gd name="connsiteX28-37551" fmla="*/ 2646669 w 18982931"/>
              <a:gd name="connsiteY28-37552" fmla="*/ 4309269 h 4449429"/>
              <a:gd name="connsiteX29-37553" fmla="*/ 2589843 w 18982931"/>
              <a:gd name="connsiteY29-37554" fmla="*/ 4309269 h 4449429"/>
              <a:gd name="connsiteX30-37555" fmla="*/ 16404499 w 18982931"/>
              <a:gd name="connsiteY30-37556" fmla="*/ 4163982 h 4449429"/>
              <a:gd name="connsiteX31-37557" fmla="*/ 16404499 w 18982931"/>
              <a:gd name="connsiteY31-37558" fmla="*/ 4220816 h 4449429"/>
              <a:gd name="connsiteX32-37559" fmla="*/ 16461332 w 18982931"/>
              <a:gd name="connsiteY32-37560" fmla="*/ 4220816 h 4449429"/>
              <a:gd name="connsiteX33-37561" fmla="*/ 16461332 w 18982931"/>
              <a:gd name="connsiteY33-37562" fmla="*/ 4163982 h 4449429"/>
              <a:gd name="connsiteX34-37563" fmla="*/ 16404499 w 18982931"/>
              <a:gd name="connsiteY34-37564" fmla="*/ 4163982 h 4449429"/>
              <a:gd name="connsiteX35-37565" fmla="*/ 16292444 w 18982931"/>
              <a:gd name="connsiteY35-37566" fmla="*/ 4163982 h 4449429"/>
              <a:gd name="connsiteX36-37567" fmla="*/ 16292444 w 18982931"/>
              <a:gd name="connsiteY36-37568" fmla="*/ 4220816 h 4449429"/>
              <a:gd name="connsiteX37-37569" fmla="*/ 16349278 w 18982931"/>
              <a:gd name="connsiteY37-37570" fmla="*/ 4220816 h 4449429"/>
              <a:gd name="connsiteX38-37571" fmla="*/ 16349278 w 18982931"/>
              <a:gd name="connsiteY38-37572" fmla="*/ 4163982 h 4449429"/>
              <a:gd name="connsiteX39-37573" fmla="*/ 16292444 w 18982931"/>
              <a:gd name="connsiteY39-37574" fmla="*/ 4163982 h 4449429"/>
              <a:gd name="connsiteX40-37575" fmla="*/ 16180390 w 18982931"/>
              <a:gd name="connsiteY40-37576" fmla="*/ 4163982 h 4449429"/>
              <a:gd name="connsiteX41-37577" fmla="*/ 16180390 w 18982931"/>
              <a:gd name="connsiteY41-37578" fmla="*/ 4220816 h 4449429"/>
              <a:gd name="connsiteX42-37579" fmla="*/ 16237224 w 18982931"/>
              <a:gd name="connsiteY42-37580" fmla="*/ 4220816 h 4449429"/>
              <a:gd name="connsiteX43-37581" fmla="*/ 16237224 w 18982931"/>
              <a:gd name="connsiteY43-37582" fmla="*/ 4163982 h 4449429"/>
              <a:gd name="connsiteX44-37583" fmla="*/ 16180390 w 18982931"/>
              <a:gd name="connsiteY44-37584" fmla="*/ 4163982 h 4449429"/>
              <a:gd name="connsiteX45-37585" fmla="*/ 2813944 w 18982931"/>
              <a:gd name="connsiteY45-37586" fmla="*/ 4163981 h 4449429"/>
              <a:gd name="connsiteX46-37587" fmla="*/ 2813944 w 18982931"/>
              <a:gd name="connsiteY46-37588" fmla="*/ 4220814 h 4449429"/>
              <a:gd name="connsiteX47-37589" fmla="*/ 2870780 w 18982931"/>
              <a:gd name="connsiteY47-37590" fmla="*/ 4220814 h 4449429"/>
              <a:gd name="connsiteX48-37591" fmla="*/ 2870780 w 18982931"/>
              <a:gd name="connsiteY48-37592" fmla="*/ 4163981 h 4449429"/>
              <a:gd name="connsiteX49-37593" fmla="*/ 2813944 w 18982931"/>
              <a:gd name="connsiteY49-37594" fmla="*/ 4163981 h 4449429"/>
              <a:gd name="connsiteX50-37595" fmla="*/ 2701890 w 18982931"/>
              <a:gd name="connsiteY50-37596" fmla="*/ 4163981 h 4449429"/>
              <a:gd name="connsiteX51-37597" fmla="*/ 2701890 w 18982931"/>
              <a:gd name="connsiteY51-37598" fmla="*/ 4220814 h 4449429"/>
              <a:gd name="connsiteX52-37599" fmla="*/ 2758723 w 18982931"/>
              <a:gd name="connsiteY52-37600" fmla="*/ 4220814 h 4449429"/>
              <a:gd name="connsiteX53-37601" fmla="*/ 2758723 w 18982931"/>
              <a:gd name="connsiteY53-37602" fmla="*/ 4163981 h 4449429"/>
              <a:gd name="connsiteX54-37603" fmla="*/ 2701890 w 18982931"/>
              <a:gd name="connsiteY54-37604" fmla="*/ 4163981 h 4449429"/>
              <a:gd name="connsiteX55-37605" fmla="*/ 2589843 w 18982931"/>
              <a:gd name="connsiteY55-37606" fmla="*/ 4163981 h 4449429"/>
              <a:gd name="connsiteX56-37607" fmla="*/ 2589843 w 18982931"/>
              <a:gd name="connsiteY56-37608" fmla="*/ 4220814 h 4449429"/>
              <a:gd name="connsiteX57-37609" fmla="*/ 2646669 w 18982931"/>
              <a:gd name="connsiteY57-37610" fmla="*/ 4220814 h 4449429"/>
              <a:gd name="connsiteX58-37611" fmla="*/ 2646669 w 18982931"/>
              <a:gd name="connsiteY58-37612" fmla="*/ 4163981 h 4449429"/>
              <a:gd name="connsiteX59-37613" fmla="*/ 2589843 w 18982931"/>
              <a:gd name="connsiteY59-37614" fmla="*/ 4163981 h 4449429"/>
              <a:gd name="connsiteX60-37615" fmla="*/ 9851983 w 18982931"/>
              <a:gd name="connsiteY60-37616" fmla="*/ 4073253 h 4449429"/>
              <a:gd name="connsiteX61-37617" fmla="*/ 9851983 w 18982931"/>
              <a:gd name="connsiteY61-37618" fmla="*/ 4282100 h 4449429"/>
              <a:gd name="connsiteX62-37619" fmla="*/ 9897683 w 18982931"/>
              <a:gd name="connsiteY62-37620" fmla="*/ 4282100 h 4449429"/>
              <a:gd name="connsiteX63-37621" fmla="*/ 9897683 w 18982931"/>
              <a:gd name="connsiteY63-37622" fmla="*/ 4073253 h 4449429"/>
              <a:gd name="connsiteX64-37623" fmla="*/ 9851983 w 18982931"/>
              <a:gd name="connsiteY64-37624" fmla="*/ 4073253 h 4449429"/>
              <a:gd name="connsiteX65-37625" fmla="*/ 9760354 w 18982931"/>
              <a:gd name="connsiteY65-37626" fmla="*/ 4073253 h 4449429"/>
              <a:gd name="connsiteX66-37627" fmla="*/ 9760354 w 18982931"/>
              <a:gd name="connsiteY66-37628" fmla="*/ 4282100 h 4449429"/>
              <a:gd name="connsiteX67-37629" fmla="*/ 9806054 w 18982931"/>
              <a:gd name="connsiteY67-37630" fmla="*/ 4282100 h 4449429"/>
              <a:gd name="connsiteX68-37631" fmla="*/ 9806054 w 18982931"/>
              <a:gd name="connsiteY68-37632" fmla="*/ 4073253 h 4449429"/>
              <a:gd name="connsiteX69-37633" fmla="*/ 9760354 w 18982931"/>
              <a:gd name="connsiteY69-37634" fmla="*/ 4073253 h 4449429"/>
              <a:gd name="connsiteX70-37635" fmla="*/ 9668723 w 18982931"/>
              <a:gd name="connsiteY70-37636" fmla="*/ 4073253 h 4449429"/>
              <a:gd name="connsiteX71-37637" fmla="*/ 9668723 w 18982931"/>
              <a:gd name="connsiteY71-37638" fmla="*/ 4282100 h 4449429"/>
              <a:gd name="connsiteX72-37639" fmla="*/ 9714423 w 18982931"/>
              <a:gd name="connsiteY72-37640" fmla="*/ 4282100 h 4449429"/>
              <a:gd name="connsiteX73-37641" fmla="*/ 9714423 w 18982931"/>
              <a:gd name="connsiteY73-37642" fmla="*/ 4073253 h 4449429"/>
              <a:gd name="connsiteX74-37643" fmla="*/ 9668723 w 18982931"/>
              <a:gd name="connsiteY74-37644" fmla="*/ 4073253 h 4449429"/>
              <a:gd name="connsiteX75-37645" fmla="*/ 9577094 w 18982931"/>
              <a:gd name="connsiteY75-37646" fmla="*/ 4073253 h 4449429"/>
              <a:gd name="connsiteX76-37647" fmla="*/ 9577094 w 18982931"/>
              <a:gd name="connsiteY76-37648" fmla="*/ 4282100 h 4449429"/>
              <a:gd name="connsiteX77-37649" fmla="*/ 9622794 w 18982931"/>
              <a:gd name="connsiteY77-37650" fmla="*/ 4282100 h 4449429"/>
              <a:gd name="connsiteX78-37651" fmla="*/ 9622794 w 18982931"/>
              <a:gd name="connsiteY78-37652" fmla="*/ 4073253 h 4449429"/>
              <a:gd name="connsiteX79-37653" fmla="*/ 9577094 w 18982931"/>
              <a:gd name="connsiteY79-37654" fmla="*/ 4073253 h 4449429"/>
              <a:gd name="connsiteX80-37655" fmla="*/ 9485470 w 18982931"/>
              <a:gd name="connsiteY80-37656" fmla="*/ 4073253 h 4449429"/>
              <a:gd name="connsiteX81-37657" fmla="*/ 9485470 w 18982931"/>
              <a:gd name="connsiteY81-37658" fmla="*/ 4282100 h 4449429"/>
              <a:gd name="connsiteX82-37659" fmla="*/ 9531165 w 18982931"/>
              <a:gd name="connsiteY82-37660" fmla="*/ 4282100 h 4449429"/>
              <a:gd name="connsiteX83-37661" fmla="*/ 9531165 w 18982931"/>
              <a:gd name="connsiteY83-37662" fmla="*/ 4073253 h 4449429"/>
              <a:gd name="connsiteX84-37663" fmla="*/ 9485470 w 18982931"/>
              <a:gd name="connsiteY84-37664" fmla="*/ 4073253 h 4449429"/>
              <a:gd name="connsiteX85-37665" fmla="*/ 9393836 w 18982931"/>
              <a:gd name="connsiteY85-37666" fmla="*/ 4073253 h 4449429"/>
              <a:gd name="connsiteX86-37667" fmla="*/ 9393836 w 18982931"/>
              <a:gd name="connsiteY86-37668" fmla="*/ 4282100 h 4449429"/>
              <a:gd name="connsiteX87-37669" fmla="*/ 9439536 w 18982931"/>
              <a:gd name="connsiteY87-37670" fmla="*/ 4282100 h 4449429"/>
              <a:gd name="connsiteX88-37671" fmla="*/ 9439536 w 18982931"/>
              <a:gd name="connsiteY88-37672" fmla="*/ 4073253 h 4449429"/>
              <a:gd name="connsiteX89-37673" fmla="*/ 9393836 w 18982931"/>
              <a:gd name="connsiteY89-37674" fmla="*/ 4073253 h 4449429"/>
              <a:gd name="connsiteX90-37675" fmla="*/ 9302203 w 18982931"/>
              <a:gd name="connsiteY90-37676" fmla="*/ 4073253 h 4449429"/>
              <a:gd name="connsiteX91-37677" fmla="*/ 9302203 w 18982931"/>
              <a:gd name="connsiteY91-37678" fmla="*/ 4282100 h 4449429"/>
              <a:gd name="connsiteX92-37679" fmla="*/ 9347904 w 18982931"/>
              <a:gd name="connsiteY92-37680" fmla="*/ 4282100 h 4449429"/>
              <a:gd name="connsiteX93-37681" fmla="*/ 9347904 w 18982931"/>
              <a:gd name="connsiteY93-37682" fmla="*/ 4073253 h 4449429"/>
              <a:gd name="connsiteX94-37683" fmla="*/ 9302203 w 18982931"/>
              <a:gd name="connsiteY94-37684" fmla="*/ 4073253 h 4449429"/>
              <a:gd name="connsiteX95-37685" fmla="*/ 16404499 w 18982931"/>
              <a:gd name="connsiteY95-37686" fmla="*/ 4018694 h 4449429"/>
              <a:gd name="connsiteX96-37687" fmla="*/ 16404499 w 18982931"/>
              <a:gd name="connsiteY96-37688" fmla="*/ 4075528 h 4449429"/>
              <a:gd name="connsiteX97-37689" fmla="*/ 16461332 w 18982931"/>
              <a:gd name="connsiteY97-37690" fmla="*/ 4075528 h 4449429"/>
              <a:gd name="connsiteX98-37691" fmla="*/ 16461332 w 18982931"/>
              <a:gd name="connsiteY98-37692" fmla="*/ 4018694 h 4449429"/>
              <a:gd name="connsiteX99-37693" fmla="*/ 16404499 w 18982931"/>
              <a:gd name="connsiteY99-37694" fmla="*/ 4018694 h 4449429"/>
              <a:gd name="connsiteX100-37695" fmla="*/ 16292444 w 18982931"/>
              <a:gd name="connsiteY100-37696" fmla="*/ 4018694 h 4449429"/>
              <a:gd name="connsiteX101-37697" fmla="*/ 16292444 w 18982931"/>
              <a:gd name="connsiteY101-37698" fmla="*/ 4075528 h 4449429"/>
              <a:gd name="connsiteX102-37699" fmla="*/ 16349278 w 18982931"/>
              <a:gd name="connsiteY102-37700" fmla="*/ 4075528 h 4449429"/>
              <a:gd name="connsiteX103-37701" fmla="*/ 16349278 w 18982931"/>
              <a:gd name="connsiteY103-37702" fmla="*/ 4018694 h 4449429"/>
              <a:gd name="connsiteX104-37703" fmla="*/ 16292444 w 18982931"/>
              <a:gd name="connsiteY104-37704" fmla="*/ 4018694 h 4449429"/>
              <a:gd name="connsiteX105-37705" fmla="*/ 16180390 w 18982931"/>
              <a:gd name="connsiteY105-37706" fmla="*/ 4018694 h 4449429"/>
              <a:gd name="connsiteX106-37707" fmla="*/ 16180390 w 18982931"/>
              <a:gd name="connsiteY106-37708" fmla="*/ 4075528 h 4449429"/>
              <a:gd name="connsiteX107-37709" fmla="*/ 16237224 w 18982931"/>
              <a:gd name="connsiteY107-37710" fmla="*/ 4075528 h 4449429"/>
              <a:gd name="connsiteX108-37711" fmla="*/ 16237224 w 18982931"/>
              <a:gd name="connsiteY108-37712" fmla="*/ 4018694 h 4449429"/>
              <a:gd name="connsiteX109-37713" fmla="*/ 16180390 w 18982931"/>
              <a:gd name="connsiteY109-37714" fmla="*/ 4018694 h 4449429"/>
              <a:gd name="connsiteX110-37715" fmla="*/ 2813944 w 18982931"/>
              <a:gd name="connsiteY110-37716" fmla="*/ 4018692 h 4449429"/>
              <a:gd name="connsiteX111-37717" fmla="*/ 2813944 w 18982931"/>
              <a:gd name="connsiteY111-37718" fmla="*/ 4075526 h 4449429"/>
              <a:gd name="connsiteX112-37719" fmla="*/ 2870780 w 18982931"/>
              <a:gd name="connsiteY112-37720" fmla="*/ 4075526 h 4449429"/>
              <a:gd name="connsiteX113-37721" fmla="*/ 2870780 w 18982931"/>
              <a:gd name="connsiteY113-37722" fmla="*/ 4018692 h 4449429"/>
              <a:gd name="connsiteX114-37723" fmla="*/ 2813944 w 18982931"/>
              <a:gd name="connsiteY114-37724" fmla="*/ 4018692 h 4449429"/>
              <a:gd name="connsiteX115-37725" fmla="*/ 2701890 w 18982931"/>
              <a:gd name="connsiteY115-37726" fmla="*/ 4018692 h 4449429"/>
              <a:gd name="connsiteX116-37727" fmla="*/ 2701890 w 18982931"/>
              <a:gd name="connsiteY116-37728" fmla="*/ 4075526 h 4449429"/>
              <a:gd name="connsiteX117-37729" fmla="*/ 2758723 w 18982931"/>
              <a:gd name="connsiteY117-37730" fmla="*/ 4075526 h 4449429"/>
              <a:gd name="connsiteX118-37731" fmla="*/ 2758723 w 18982931"/>
              <a:gd name="connsiteY118-37732" fmla="*/ 4018692 h 4449429"/>
              <a:gd name="connsiteX119-37733" fmla="*/ 2701890 w 18982931"/>
              <a:gd name="connsiteY119-37734" fmla="*/ 4018692 h 4449429"/>
              <a:gd name="connsiteX120-37735" fmla="*/ 2589843 w 18982931"/>
              <a:gd name="connsiteY120-37736" fmla="*/ 4018692 h 4449429"/>
              <a:gd name="connsiteX121-37737" fmla="*/ 2589843 w 18982931"/>
              <a:gd name="connsiteY121-37738" fmla="*/ 4075526 h 4449429"/>
              <a:gd name="connsiteX122-37739" fmla="*/ 2646669 w 18982931"/>
              <a:gd name="connsiteY122-37740" fmla="*/ 4075526 h 4449429"/>
              <a:gd name="connsiteX123-37741" fmla="*/ 2646669 w 18982931"/>
              <a:gd name="connsiteY123-37742" fmla="*/ 4018692 h 4449429"/>
              <a:gd name="connsiteX124-37743" fmla="*/ 2589843 w 18982931"/>
              <a:gd name="connsiteY124-37744" fmla="*/ 4018692 h 4449429"/>
              <a:gd name="connsiteX125-37745" fmla="*/ 16404499 w 18982931"/>
              <a:gd name="connsiteY125-37746" fmla="*/ 3873406 h 4449429"/>
              <a:gd name="connsiteX126-37747" fmla="*/ 16404499 w 18982931"/>
              <a:gd name="connsiteY126-37748" fmla="*/ 3930240 h 4449429"/>
              <a:gd name="connsiteX127-37749" fmla="*/ 16461332 w 18982931"/>
              <a:gd name="connsiteY127-37750" fmla="*/ 3930240 h 4449429"/>
              <a:gd name="connsiteX128-37751" fmla="*/ 16461332 w 18982931"/>
              <a:gd name="connsiteY128-37752" fmla="*/ 3873406 h 4449429"/>
              <a:gd name="connsiteX129-37753" fmla="*/ 16404499 w 18982931"/>
              <a:gd name="connsiteY129-37754" fmla="*/ 3873406 h 4449429"/>
              <a:gd name="connsiteX130-37755" fmla="*/ 16292444 w 18982931"/>
              <a:gd name="connsiteY130-37756" fmla="*/ 3873406 h 4449429"/>
              <a:gd name="connsiteX131-37757" fmla="*/ 16292444 w 18982931"/>
              <a:gd name="connsiteY131-37758" fmla="*/ 3930240 h 4449429"/>
              <a:gd name="connsiteX132-37759" fmla="*/ 16349278 w 18982931"/>
              <a:gd name="connsiteY132-37760" fmla="*/ 3930240 h 4449429"/>
              <a:gd name="connsiteX133-37761" fmla="*/ 16349278 w 18982931"/>
              <a:gd name="connsiteY133-37762" fmla="*/ 3873406 h 4449429"/>
              <a:gd name="connsiteX134-37763" fmla="*/ 16292444 w 18982931"/>
              <a:gd name="connsiteY134-37764" fmla="*/ 3873406 h 4449429"/>
              <a:gd name="connsiteX135-37765" fmla="*/ 16180390 w 18982931"/>
              <a:gd name="connsiteY135-37766" fmla="*/ 3873406 h 4449429"/>
              <a:gd name="connsiteX136-37767" fmla="*/ 16180390 w 18982931"/>
              <a:gd name="connsiteY136-37768" fmla="*/ 3930240 h 4449429"/>
              <a:gd name="connsiteX137-37769" fmla="*/ 16237224 w 18982931"/>
              <a:gd name="connsiteY137-37770" fmla="*/ 3930240 h 4449429"/>
              <a:gd name="connsiteX138-37771" fmla="*/ 16237224 w 18982931"/>
              <a:gd name="connsiteY138-37772" fmla="*/ 3873406 h 4449429"/>
              <a:gd name="connsiteX139-37773" fmla="*/ 16180390 w 18982931"/>
              <a:gd name="connsiteY139-37774" fmla="*/ 3873406 h 4449429"/>
              <a:gd name="connsiteX140-37775" fmla="*/ 2813944 w 18982931"/>
              <a:gd name="connsiteY140-37776" fmla="*/ 3873404 h 4449429"/>
              <a:gd name="connsiteX141-37777" fmla="*/ 2813944 w 18982931"/>
              <a:gd name="connsiteY141-37778" fmla="*/ 3930238 h 4449429"/>
              <a:gd name="connsiteX142-37779" fmla="*/ 2870780 w 18982931"/>
              <a:gd name="connsiteY142-37780" fmla="*/ 3930238 h 4449429"/>
              <a:gd name="connsiteX143-37781" fmla="*/ 2870780 w 18982931"/>
              <a:gd name="connsiteY143-37782" fmla="*/ 3873404 h 4449429"/>
              <a:gd name="connsiteX144-37783" fmla="*/ 2813944 w 18982931"/>
              <a:gd name="connsiteY144-37784" fmla="*/ 3873404 h 4449429"/>
              <a:gd name="connsiteX145-37785" fmla="*/ 2701890 w 18982931"/>
              <a:gd name="connsiteY145-37786" fmla="*/ 3873404 h 4449429"/>
              <a:gd name="connsiteX146-37787" fmla="*/ 2701890 w 18982931"/>
              <a:gd name="connsiteY146-37788" fmla="*/ 3930238 h 4449429"/>
              <a:gd name="connsiteX147-37789" fmla="*/ 2758723 w 18982931"/>
              <a:gd name="connsiteY147-37790" fmla="*/ 3930238 h 4449429"/>
              <a:gd name="connsiteX148-37791" fmla="*/ 2758723 w 18982931"/>
              <a:gd name="connsiteY148-37792" fmla="*/ 3873404 h 4449429"/>
              <a:gd name="connsiteX149-37793" fmla="*/ 2701890 w 18982931"/>
              <a:gd name="connsiteY149-37794" fmla="*/ 3873404 h 4449429"/>
              <a:gd name="connsiteX150-37795" fmla="*/ 2589843 w 18982931"/>
              <a:gd name="connsiteY150-37796" fmla="*/ 3873404 h 4449429"/>
              <a:gd name="connsiteX151-37797" fmla="*/ 2589843 w 18982931"/>
              <a:gd name="connsiteY151-37798" fmla="*/ 3930238 h 4449429"/>
              <a:gd name="connsiteX152-37799" fmla="*/ 2646669 w 18982931"/>
              <a:gd name="connsiteY152-37800" fmla="*/ 3930238 h 4449429"/>
              <a:gd name="connsiteX153-37801" fmla="*/ 2646669 w 18982931"/>
              <a:gd name="connsiteY153-37802" fmla="*/ 3873404 h 4449429"/>
              <a:gd name="connsiteX154-37803" fmla="*/ 2589843 w 18982931"/>
              <a:gd name="connsiteY154-37804" fmla="*/ 3873404 h 4449429"/>
              <a:gd name="connsiteX155-37805" fmla="*/ 17351339 w 18982931"/>
              <a:gd name="connsiteY155-37806" fmla="*/ 3769299 h 4449429"/>
              <a:gd name="connsiteX156-37807" fmla="*/ 17351339 w 18982931"/>
              <a:gd name="connsiteY156-37808" fmla="*/ 3815000 h 4449429"/>
              <a:gd name="connsiteX157-37809" fmla="*/ 17560187 w 18982931"/>
              <a:gd name="connsiteY157-37810" fmla="*/ 3815000 h 4449429"/>
              <a:gd name="connsiteX158-37811" fmla="*/ 17560187 w 18982931"/>
              <a:gd name="connsiteY158-37812" fmla="*/ 3769299 h 4449429"/>
              <a:gd name="connsiteX159-37813" fmla="*/ 17351339 w 18982931"/>
              <a:gd name="connsiteY159-37814" fmla="*/ 3769299 h 4449429"/>
              <a:gd name="connsiteX160-37815" fmla="*/ 16404499 w 18982931"/>
              <a:gd name="connsiteY160-37816" fmla="*/ 3728118 h 4449429"/>
              <a:gd name="connsiteX161-37817" fmla="*/ 16404499 w 18982931"/>
              <a:gd name="connsiteY161-37818" fmla="*/ 3784951 h 4449429"/>
              <a:gd name="connsiteX162-37819" fmla="*/ 16461332 w 18982931"/>
              <a:gd name="connsiteY162-37820" fmla="*/ 3784951 h 4449429"/>
              <a:gd name="connsiteX163-37821" fmla="*/ 16461332 w 18982931"/>
              <a:gd name="connsiteY163-37822" fmla="*/ 3728118 h 4449429"/>
              <a:gd name="connsiteX164-37823" fmla="*/ 16404499 w 18982931"/>
              <a:gd name="connsiteY164-37824" fmla="*/ 3728118 h 4449429"/>
              <a:gd name="connsiteX165-37825" fmla="*/ 16292444 w 18982931"/>
              <a:gd name="connsiteY165-37826" fmla="*/ 3728118 h 4449429"/>
              <a:gd name="connsiteX166-37827" fmla="*/ 16292444 w 18982931"/>
              <a:gd name="connsiteY166-37828" fmla="*/ 3784951 h 4449429"/>
              <a:gd name="connsiteX167-37829" fmla="*/ 16349278 w 18982931"/>
              <a:gd name="connsiteY167-37830" fmla="*/ 3784951 h 4449429"/>
              <a:gd name="connsiteX168-37831" fmla="*/ 16349278 w 18982931"/>
              <a:gd name="connsiteY168-37832" fmla="*/ 3728118 h 4449429"/>
              <a:gd name="connsiteX169-37833" fmla="*/ 16292444 w 18982931"/>
              <a:gd name="connsiteY169-37834" fmla="*/ 3728118 h 4449429"/>
              <a:gd name="connsiteX170-37835" fmla="*/ 16180390 w 18982931"/>
              <a:gd name="connsiteY170-37836" fmla="*/ 3728118 h 4449429"/>
              <a:gd name="connsiteX171-37837" fmla="*/ 16180390 w 18982931"/>
              <a:gd name="connsiteY171-37838" fmla="*/ 3784951 h 4449429"/>
              <a:gd name="connsiteX172-37839" fmla="*/ 16237224 w 18982931"/>
              <a:gd name="connsiteY172-37840" fmla="*/ 3784951 h 4449429"/>
              <a:gd name="connsiteX173-37841" fmla="*/ 16237224 w 18982931"/>
              <a:gd name="connsiteY173-37842" fmla="*/ 3728118 h 4449429"/>
              <a:gd name="connsiteX174-37843" fmla="*/ 16180390 w 18982931"/>
              <a:gd name="connsiteY174-37844" fmla="*/ 3728118 h 4449429"/>
              <a:gd name="connsiteX175-37845" fmla="*/ 2813944 w 18982931"/>
              <a:gd name="connsiteY175-37846" fmla="*/ 3728116 h 4449429"/>
              <a:gd name="connsiteX176-37847" fmla="*/ 2813944 w 18982931"/>
              <a:gd name="connsiteY176-37848" fmla="*/ 3784950 h 4449429"/>
              <a:gd name="connsiteX177-37849" fmla="*/ 2870780 w 18982931"/>
              <a:gd name="connsiteY177-37850" fmla="*/ 3784950 h 4449429"/>
              <a:gd name="connsiteX178-37851" fmla="*/ 2870780 w 18982931"/>
              <a:gd name="connsiteY178-37852" fmla="*/ 3728116 h 4449429"/>
              <a:gd name="connsiteX179-37853" fmla="*/ 2813944 w 18982931"/>
              <a:gd name="connsiteY179-37854" fmla="*/ 3728116 h 4449429"/>
              <a:gd name="connsiteX180-37855" fmla="*/ 2701891 w 18982931"/>
              <a:gd name="connsiteY180-37856" fmla="*/ 3728116 h 4449429"/>
              <a:gd name="connsiteX181-37857" fmla="*/ 2701891 w 18982931"/>
              <a:gd name="connsiteY181-37858" fmla="*/ 3784950 h 4449429"/>
              <a:gd name="connsiteX182-37859" fmla="*/ 2758730 w 18982931"/>
              <a:gd name="connsiteY182-37860" fmla="*/ 3784950 h 4449429"/>
              <a:gd name="connsiteX183-37861" fmla="*/ 2758730 w 18982931"/>
              <a:gd name="connsiteY183-37862" fmla="*/ 3728116 h 4449429"/>
              <a:gd name="connsiteX184-37863" fmla="*/ 2701891 w 18982931"/>
              <a:gd name="connsiteY184-37864" fmla="*/ 3728116 h 4449429"/>
              <a:gd name="connsiteX185-37865" fmla="*/ 2589845 w 18982931"/>
              <a:gd name="connsiteY185-37866" fmla="*/ 3728116 h 4449429"/>
              <a:gd name="connsiteX186-37867" fmla="*/ 2589845 w 18982931"/>
              <a:gd name="connsiteY186-37868" fmla="*/ 3784950 h 4449429"/>
              <a:gd name="connsiteX187-37869" fmla="*/ 2646671 w 18982931"/>
              <a:gd name="connsiteY187-37870" fmla="*/ 3784950 h 4449429"/>
              <a:gd name="connsiteX188-37871" fmla="*/ 2646671 w 18982931"/>
              <a:gd name="connsiteY188-37872" fmla="*/ 3728116 h 4449429"/>
              <a:gd name="connsiteX189-37873" fmla="*/ 2589845 w 18982931"/>
              <a:gd name="connsiteY189-37874" fmla="*/ 3728116 h 4449429"/>
              <a:gd name="connsiteX190-37875" fmla="*/ 17351339 w 18982931"/>
              <a:gd name="connsiteY190-37876" fmla="*/ 3677667 h 4449429"/>
              <a:gd name="connsiteX191-37877" fmla="*/ 17351339 w 18982931"/>
              <a:gd name="connsiteY191-37878" fmla="*/ 3723368 h 4449429"/>
              <a:gd name="connsiteX192-37879" fmla="*/ 17560187 w 18982931"/>
              <a:gd name="connsiteY192-37880" fmla="*/ 3723368 h 4449429"/>
              <a:gd name="connsiteX193-37881" fmla="*/ 17560187 w 18982931"/>
              <a:gd name="connsiteY193-37882" fmla="*/ 3677667 h 4449429"/>
              <a:gd name="connsiteX194-37883" fmla="*/ 17351339 w 18982931"/>
              <a:gd name="connsiteY194-37884" fmla="*/ 3677667 h 4449429"/>
              <a:gd name="connsiteX195-37885" fmla="*/ 12612246 w 18982931"/>
              <a:gd name="connsiteY195-37886" fmla="*/ 3645952 h 4449429"/>
              <a:gd name="connsiteX196-37887" fmla="*/ 12612246 w 18982931"/>
              <a:gd name="connsiteY196-37888" fmla="*/ 3702785 h 4449429"/>
              <a:gd name="connsiteX197-37889" fmla="*/ 12669079 w 18982931"/>
              <a:gd name="connsiteY197-37890" fmla="*/ 3702785 h 4449429"/>
              <a:gd name="connsiteX198-37891" fmla="*/ 12669079 w 18982931"/>
              <a:gd name="connsiteY198-37892" fmla="*/ 3645952 h 4449429"/>
              <a:gd name="connsiteX199-37893" fmla="*/ 12612246 w 18982931"/>
              <a:gd name="connsiteY199-37894" fmla="*/ 3645952 h 4449429"/>
              <a:gd name="connsiteX200-37895" fmla="*/ 12500191 w 18982931"/>
              <a:gd name="connsiteY200-37896" fmla="*/ 3645952 h 4449429"/>
              <a:gd name="connsiteX201-37897" fmla="*/ 12500191 w 18982931"/>
              <a:gd name="connsiteY201-37898" fmla="*/ 3702785 h 4449429"/>
              <a:gd name="connsiteX202-37899" fmla="*/ 12557025 w 18982931"/>
              <a:gd name="connsiteY202-37900" fmla="*/ 3702785 h 4449429"/>
              <a:gd name="connsiteX203-37901" fmla="*/ 12557025 w 18982931"/>
              <a:gd name="connsiteY203-37902" fmla="*/ 3645952 h 4449429"/>
              <a:gd name="connsiteX204-37903" fmla="*/ 12500191 w 18982931"/>
              <a:gd name="connsiteY204-37904" fmla="*/ 3645952 h 4449429"/>
              <a:gd name="connsiteX205-37905" fmla="*/ 12388137 w 18982931"/>
              <a:gd name="connsiteY205-37906" fmla="*/ 3645952 h 4449429"/>
              <a:gd name="connsiteX206-37907" fmla="*/ 12388137 w 18982931"/>
              <a:gd name="connsiteY206-37908" fmla="*/ 3702785 h 4449429"/>
              <a:gd name="connsiteX207-37909" fmla="*/ 12444971 w 18982931"/>
              <a:gd name="connsiteY207-37910" fmla="*/ 3702785 h 4449429"/>
              <a:gd name="connsiteX208-37911" fmla="*/ 12444971 w 18982931"/>
              <a:gd name="connsiteY208-37912" fmla="*/ 3645952 h 4449429"/>
              <a:gd name="connsiteX209-37913" fmla="*/ 12388137 w 18982931"/>
              <a:gd name="connsiteY209-37914" fmla="*/ 3645952 h 4449429"/>
              <a:gd name="connsiteX210-37915" fmla="*/ 17351339 w 18982931"/>
              <a:gd name="connsiteY210-37916" fmla="*/ 3586038 h 4449429"/>
              <a:gd name="connsiteX211-37917" fmla="*/ 17351339 w 18982931"/>
              <a:gd name="connsiteY211-37918" fmla="*/ 3631739 h 4449429"/>
              <a:gd name="connsiteX212-37919" fmla="*/ 17560187 w 18982931"/>
              <a:gd name="connsiteY212-37920" fmla="*/ 3631739 h 4449429"/>
              <a:gd name="connsiteX213-37921" fmla="*/ 17560187 w 18982931"/>
              <a:gd name="connsiteY213-37922" fmla="*/ 3586038 h 4449429"/>
              <a:gd name="connsiteX214-37923" fmla="*/ 17351339 w 18982931"/>
              <a:gd name="connsiteY214-37924" fmla="*/ 3586038 h 4449429"/>
              <a:gd name="connsiteX215-37925" fmla="*/ 16404499 w 18982931"/>
              <a:gd name="connsiteY215-37926" fmla="*/ 3582830 h 4449429"/>
              <a:gd name="connsiteX216-37927" fmla="*/ 16404499 w 18982931"/>
              <a:gd name="connsiteY216-37928" fmla="*/ 3639663 h 4449429"/>
              <a:gd name="connsiteX217-37929" fmla="*/ 16461332 w 18982931"/>
              <a:gd name="connsiteY217-37930" fmla="*/ 3639663 h 4449429"/>
              <a:gd name="connsiteX218-37931" fmla="*/ 16461332 w 18982931"/>
              <a:gd name="connsiteY218-37932" fmla="*/ 3582830 h 4449429"/>
              <a:gd name="connsiteX219-37933" fmla="*/ 16404499 w 18982931"/>
              <a:gd name="connsiteY219-37934" fmla="*/ 3582830 h 4449429"/>
              <a:gd name="connsiteX220-37935" fmla="*/ 16292444 w 18982931"/>
              <a:gd name="connsiteY220-37936" fmla="*/ 3582830 h 4449429"/>
              <a:gd name="connsiteX221-37937" fmla="*/ 16292444 w 18982931"/>
              <a:gd name="connsiteY221-37938" fmla="*/ 3639663 h 4449429"/>
              <a:gd name="connsiteX222-37939" fmla="*/ 16349278 w 18982931"/>
              <a:gd name="connsiteY222-37940" fmla="*/ 3639663 h 4449429"/>
              <a:gd name="connsiteX223-37941" fmla="*/ 16349278 w 18982931"/>
              <a:gd name="connsiteY223-37942" fmla="*/ 3582830 h 4449429"/>
              <a:gd name="connsiteX224-37943" fmla="*/ 16292444 w 18982931"/>
              <a:gd name="connsiteY224-37944" fmla="*/ 3582830 h 4449429"/>
              <a:gd name="connsiteX225-37945" fmla="*/ 16180390 w 18982931"/>
              <a:gd name="connsiteY225-37946" fmla="*/ 3582830 h 4449429"/>
              <a:gd name="connsiteX226-37947" fmla="*/ 16180390 w 18982931"/>
              <a:gd name="connsiteY226-37948" fmla="*/ 3639663 h 4449429"/>
              <a:gd name="connsiteX227-37949" fmla="*/ 16237224 w 18982931"/>
              <a:gd name="connsiteY227-37950" fmla="*/ 3639663 h 4449429"/>
              <a:gd name="connsiteX228-37951" fmla="*/ 16237224 w 18982931"/>
              <a:gd name="connsiteY228-37952" fmla="*/ 3582830 h 4449429"/>
              <a:gd name="connsiteX229-37953" fmla="*/ 16180390 w 18982931"/>
              <a:gd name="connsiteY229-37954" fmla="*/ 3582830 h 4449429"/>
              <a:gd name="connsiteX230-37955" fmla="*/ 2813944 w 18982931"/>
              <a:gd name="connsiteY230-37956" fmla="*/ 3582828 h 4449429"/>
              <a:gd name="connsiteX231-37957" fmla="*/ 2813944 w 18982931"/>
              <a:gd name="connsiteY231-37958" fmla="*/ 3639662 h 4449429"/>
              <a:gd name="connsiteX232-37959" fmla="*/ 2870780 w 18982931"/>
              <a:gd name="connsiteY232-37960" fmla="*/ 3639662 h 4449429"/>
              <a:gd name="connsiteX233-37961" fmla="*/ 2870780 w 18982931"/>
              <a:gd name="connsiteY233-37962" fmla="*/ 3582828 h 4449429"/>
              <a:gd name="connsiteX234-37963" fmla="*/ 2813944 w 18982931"/>
              <a:gd name="connsiteY234-37964" fmla="*/ 3582828 h 4449429"/>
              <a:gd name="connsiteX235-37965" fmla="*/ 2701891 w 18982931"/>
              <a:gd name="connsiteY235-37966" fmla="*/ 3582828 h 4449429"/>
              <a:gd name="connsiteX236-37967" fmla="*/ 2701891 w 18982931"/>
              <a:gd name="connsiteY236-37968" fmla="*/ 3639662 h 4449429"/>
              <a:gd name="connsiteX237-37969" fmla="*/ 2758730 w 18982931"/>
              <a:gd name="connsiteY237-37970" fmla="*/ 3639662 h 4449429"/>
              <a:gd name="connsiteX238-37971" fmla="*/ 2758730 w 18982931"/>
              <a:gd name="connsiteY238-37972" fmla="*/ 3582828 h 4449429"/>
              <a:gd name="connsiteX239-37973" fmla="*/ 2701891 w 18982931"/>
              <a:gd name="connsiteY239-37974" fmla="*/ 3582828 h 4449429"/>
              <a:gd name="connsiteX240-37975" fmla="*/ 2589845 w 18982931"/>
              <a:gd name="connsiteY240-37976" fmla="*/ 3582828 h 4449429"/>
              <a:gd name="connsiteX241-37977" fmla="*/ 2589845 w 18982931"/>
              <a:gd name="connsiteY241-37978" fmla="*/ 3639662 h 4449429"/>
              <a:gd name="connsiteX242-37979" fmla="*/ 2646671 w 18982931"/>
              <a:gd name="connsiteY242-37980" fmla="*/ 3639662 h 4449429"/>
              <a:gd name="connsiteX243-37981" fmla="*/ 2646671 w 18982931"/>
              <a:gd name="connsiteY243-37982" fmla="*/ 3582828 h 4449429"/>
              <a:gd name="connsiteX244-37983" fmla="*/ 2589845 w 18982931"/>
              <a:gd name="connsiteY244-37984" fmla="*/ 3582828 h 4449429"/>
              <a:gd name="connsiteX245-37985" fmla="*/ 12612246 w 18982931"/>
              <a:gd name="connsiteY245-37986" fmla="*/ 3500664 h 4449429"/>
              <a:gd name="connsiteX246-37987" fmla="*/ 12612246 w 18982931"/>
              <a:gd name="connsiteY246-37988" fmla="*/ 3557497 h 4449429"/>
              <a:gd name="connsiteX247-37989" fmla="*/ 12669079 w 18982931"/>
              <a:gd name="connsiteY247-37990" fmla="*/ 3557497 h 4449429"/>
              <a:gd name="connsiteX248-37991" fmla="*/ 12669079 w 18982931"/>
              <a:gd name="connsiteY248-37992" fmla="*/ 3500664 h 4449429"/>
              <a:gd name="connsiteX249-37993" fmla="*/ 12612246 w 18982931"/>
              <a:gd name="connsiteY249-37994" fmla="*/ 3500664 h 4449429"/>
              <a:gd name="connsiteX250-37995" fmla="*/ 12500191 w 18982931"/>
              <a:gd name="connsiteY250-37996" fmla="*/ 3500664 h 4449429"/>
              <a:gd name="connsiteX251-37997" fmla="*/ 12500191 w 18982931"/>
              <a:gd name="connsiteY251-37998" fmla="*/ 3557497 h 4449429"/>
              <a:gd name="connsiteX252-37999" fmla="*/ 12557025 w 18982931"/>
              <a:gd name="connsiteY252-38000" fmla="*/ 3557497 h 4449429"/>
              <a:gd name="connsiteX253-38001" fmla="*/ 12557025 w 18982931"/>
              <a:gd name="connsiteY253-38002" fmla="*/ 3500664 h 4449429"/>
              <a:gd name="connsiteX254-38003" fmla="*/ 12500191 w 18982931"/>
              <a:gd name="connsiteY254-38004" fmla="*/ 3500664 h 4449429"/>
              <a:gd name="connsiteX255-38005" fmla="*/ 12388137 w 18982931"/>
              <a:gd name="connsiteY255-38006" fmla="*/ 3500664 h 4449429"/>
              <a:gd name="connsiteX256-38007" fmla="*/ 12388137 w 18982931"/>
              <a:gd name="connsiteY256-38008" fmla="*/ 3557497 h 4449429"/>
              <a:gd name="connsiteX257-38009" fmla="*/ 12444971 w 18982931"/>
              <a:gd name="connsiteY257-38010" fmla="*/ 3557497 h 4449429"/>
              <a:gd name="connsiteX258-38011" fmla="*/ 12444971 w 18982931"/>
              <a:gd name="connsiteY258-38012" fmla="*/ 3500664 h 4449429"/>
              <a:gd name="connsiteX259-38013" fmla="*/ 12388137 w 18982931"/>
              <a:gd name="connsiteY259-38014" fmla="*/ 3500664 h 4449429"/>
              <a:gd name="connsiteX260-38015" fmla="*/ 17351339 w 18982931"/>
              <a:gd name="connsiteY260-38016" fmla="*/ 3492933 h 4449429"/>
              <a:gd name="connsiteX261-38017" fmla="*/ 17351339 w 18982931"/>
              <a:gd name="connsiteY261-38018" fmla="*/ 3538633 h 4449429"/>
              <a:gd name="connsiteX262-38019" fmla="*/ 17560187 w 18982931"/>
              <a:gd name="connsiteY262-38020" fmla="*/ 3538633 h 4449429"/>
              <a:gd name="connsiteX263-38021" fmla="*/ 17560187 w 18982931"/>
              <a:gd name="connsiteY263-38022" fmla="*/ 3492933 h 4449429"/>
              <a:gd name="connsiteX264-38023" fmla="*/ 17351339 w 18982931"/>
              <a:gd name="connsiteY264-38024" fmla="*/ 3492933 h 4449429"/>
              <a:gd name="connsiteX265-38025" fmla="*/ 17351339 w 18982931"/>
              <a:gd name="connsiteY265-38026" fmla="*/ 3401301 h 4449429"/>
              <a:gd name="connsiteX266-38027" fmla="*/ 17351339 w 18982931"/>
              <a:gd name="connsiteY266-38028" fmla="*/ 3447001 h 4449429"/>
              <a:gd name="connsiteX267-38029" fmla="*/ 17560187 w 18982931"/>
              <a:gd name="connsiteY267-38030" fmla="*/ 3447001 h 4449429"/>
              <a:gd name="connsiteX268-38031" fmla="*/ 17560187 w 18982931"/>
              <a:gd name="connsiteY268-38032" fmla="*/ 3401301 h 4449429"/>
              <a:gd name="connsiteX269-38033" fmla="*/ 17351339 w 18982931"/>
              <a:gd name="connsiteY269-38034" fmla="*/ 3401301 h 4449429"/>
              <a:gd name="connsiteX270-38035" fmla="*/ 1596781 w 18982931"/>
              <a:gd name="connsiteY270-38036" fmla="*/ 3357078 h 4449429"/>
              <a:gd name="connsiteX271-38037" fmla="*/ 1596781 w 18982931"/>
              <a:gd name="connsiteY271-38038" fmla="*/ 3402779 h 4449429"/>
              <a:gd name="connsiteX272-38039" fmla="*/ 1805629 w 18982931"/>
              <a:gd name="connsiteY272-38040" fmla="*/ 3402779 h 4449429"/>
              <a:gd name="connsiteX273-38041" fmla="*/ 1805629 w 18982931"/>
              <a:gd name="connsiteY273-38042" fmla="*/ 3357078 h 4449429"/>
              <a:gd name="connsiteX274-38043" fmla="*/ 1596781 w 18982931"/>
              <a:gd name="connsiteY274-38044" fmla="*/ 3357078 h 4449429"/>
              <a:gd name="connsiteX275-38045" fmla="*/ 12612246 w 18982931"/>
              <a:gd name="connsiteY275-38046" fmla="*/ 3355375 h 4449429"/>
              <a:gd name="connsiteX276-38047" fmla="*/ 12612246 w 18982931"/>
              <a:gd name="connsiteY276-38048" fmla="*/ 3412209 h 4449429"/>
              <a:gd name="connsiteX277-38049" fmla="*/ 12669079 w 18982931"/>
              <a:gd name="connsiteY277-38050" fmla="*/ 3412209 h 4449429"/>
              <a:gd name="connsiteX278-38051" fmla="*/ 12669079 w 18982931"/>
              <a:gd name="connsiteY278-38052" fmla="*/ 3355375 h 4449429"/>
              <a:gd name="connsiteX279-38053" fmla="*/ 12612246 w 18982931"/>
              <a:gd name="connsiteY279-38054" fmla="*/ 3355375 h 4449429"/>
              <a:gd name="connsiteX280-38055" fmla="*/ 12500191 w 18982931"/>
              <a:gd name="connsiteY280-38056" fmla="*/ 3355375 h 4449429"/>
              <a:gd name="connsiteX281-38057" fmla="*/ 12500191 w 18982931"/>
              <a:gd name="connsiteY281-38058" fmla="*/ 3412209 h 4449429"/>
              <a:gd name="connsiteX282-38059" fmla="*/ 12557025 w 18982931"/>
              <a:gd name="connsiteY282-38060" fmla="*/ 3412209 h 4449429"/>
              <a:gd name="connsiteX283-38061" fmla="*/ 12557025 w 18982931"/>
              <a:gd name="connsiteY283-38062" fmla="*/ 3355375 h 4449429"/>
              <a:gd name="connsiteX284-38063" fmla="*/ 12500191 w 18982931"/>
              <a:gd name="connsiteY284-38064" fmla="*/ 3355375 h 4449429"/>
              <a:gd name="connsiteX285-38065" fmla="*/ 12388137 w 18982931"/>
              <a:gd name="connsiteY285-38066" fmla="*/ 3355375 h 4449429"/>
              <a:gd name="connsiteX286-38067" fmla="*/ 12388137 w 18982931"/>
              <a:gd name="connsiteY286-38068" fmla="*/ 3412209 h 4449429"/>
              <a:gd name="connsiteX287-38069" fmla="*/ 12444971 w 18982931"/>
              <a:gd name="connsiteY287-38070" fmla="*/ 3412209 h 4449429"/>
              <a:gd name="connsiteX288-38071" fmla="*/ 12444971 w 18982931"/>
              <a:gd name="connsiteY288-38072" fmla="*/ 3355375 h 4449429"/>
              <a:gd name="connsiteX289-38073" fmla="*/ 12388137 w 18982931"/>
              <a:gd name="connsiteY289-38074" fmla="*/ 3355375 h 4449429"/>
              <a:gd name="connsiteX290-38075" fmla="*/ 17351339 w 18982931"/>
              <a:gd name="connsiteY290-38076" fmla="*/ 3309670 h 4449429"/>
              <a:gd name="connsiteX291-38077" fmla="*/ 17351339 w 18982931"/>
              <a:gd name="connsiteY291-38078" fmla="*/ 3355371 h 4449429"/>
              <a:gd name="connsiteX292-38079" fmla="*/ 17560187 w 18982931"/>
              <a:gd name="connsiteY292-38080" fmla="*/ 3355371 h 4449429"/>
              <a:gd name="connsiteX293-38081" fmla="*/ 17560187 w 18982931"/>
              <a:gd name="connsiteY293-38082" fmla="*/ 3309670 h 4449429"/>
              <a:gd name="connsiteX294-38083" fmla="*/ 17351339 w 18982931"/>
              <a:gd name="connsiteY294-38084" fmla="*/ 3309670 h 4449429"/>
              <a:gd name="connsiteX295-38085" fmla="*/ 1596781 w 18982931"/>
              <a:gd name="connsiteY295-38086" fmla="*/ 3265446 h 4449429"/>
              <a:gd name="connsiteX296-38087" fmla="*/ 1596781 w 18982931"/>
              <a:gd name="connsiteY296-38088" fmla="*/ 3311147 h 4449429"/>
              <a:gd name="connsiteX297-38089" fmla="*/ 1805629 w 18982931"/>
              <a:gd name="connsiteY297-38090" fmla="*/ 3311147 h 4449429"/>
              <a:gd name="connsiteX298-38091" fmla="*/ 1805629 w 18982931"/>
              <a:gd name="connsiteY298-38092" fmla="*/ 3265446 h 4449429"/>
              <a:gd name="connsiteX299-38093" fmla="*/ 1596781 w 18982931"/>
              <a:gd name="connsiteY299-38094" fmla="*/ 3265446 h 4449429"/>
              <a:gd name="connsiteX300-38095" fmla="*/ 17351339 w 18982931"/>
              <a:gd name="connsiteY300-38096" fmla="*/ 3218041 h 4449429"/>
              <a:gd name="connsiteX301-38097" fmla="*/ 17351339 w 18982931"/>
              <a:gd name="connsiteY301-38098" fmla="*/ 3263742 h 4449429"/>
              <a:gd name="connsiteX302-38099" fmla="*/ 17560187 w 18982931"/>
              <a:gd name="connsiteY302-38100" fmla="*/ 3263742 h 4449429"/>
              <a:gd name="connsiteX303-38101" fmla="*/ 17560187 w 18982931"/>
              <a:gd name="connsiteY303-38102" fmla="*/ 3218041 h 4449429"/>
              <a:gd name="connsiteX304-38103" fmla="*/ 17351339 w 18982931"/>
              <a:gd name="connsiteY304-38104" fmla="*/ 3218041 h 4449429"/>
              <a:gd name="connsiteX305-38105" fmla="*/ 12612246 w 18982931"/>
              <a:gd name="connsiteY305-38106" fmla="*/ 3210087 h 4449429"/>
              <a:gd name="connsiteX306-38107" fmla="*/ 12612246 w 18982931"/>
              <a:gd name="connsiteY306-38108" fmla="*/ 3266921 h 4449429"/>
              <a:gd name="connsiteX307-38109" fmla="*/ 12669079 w 18982931"/>
              <a:gd name="connsiteY307-38110" fmla="*/ 3266921 h 4449429"/>
              <a:gd name="connsiteX308-38111" fmla="*/ 12669079 w 18982931"/>
              <a:gd name="connsiteY308-38112" fmla="*/ 3210087 h 4449429"/>
              <a:gd name="connsiteX309-38113" fmla="*/ 12612246 w 18982931"/>
              <a:gd name="connsiteY309-38114" fmla="*/ 3210087 h 4449429"/>
              <a:gd name="connsiteX310-38115" fmla="*/ 12500191 w 18982931"/>
              <a:gd name="connsiteY310-38116" fmla="*/ 3210087 h 4449429"/>
              <a:gd name="connsiteX311-38117" fmla="*/ 12500191 w 18982931"/>
              <a:gd name="connsiteY311-38118" fmla="*/ 3266921 h 4449429"/>
              <a:gd name="connsiteX312-38119" fmla="*/ 12557025 w 18982931"/>
              <a:gd name="connsiteY312-38120" fmla="*/ 3266921 h 4449429"/>
              <a:gd name="connsiteX313-38121" fmla="*/ 12557025 w 18982931"/>
              <a:gd name="connsiteY313-38122" fmla="*/ 3210087 h 4449429"/>
              <a:gd name="connsiteX314-38123" fmla="*/ 12500191 w 18982931"/>
              <a:gd name="connsiteY314-38124" fmla="*/ 3210087 h 4449429"/>
              <a:gd name="connsiteX315-38125" fmla="*/ 12388137 w 18982931"/>
              <a:gd name="connsiteY315-38126" fmla="*/ 3210087 h 4449429"/>
              <a:gd name="connsiteX316-38127" fmla="*/ 12388137 w 18982931"/>
              <a:gd name="connsiteY316-38128" fmla="*/ 3266921 h 4449429"/>
              <a:gd name="connsiteX317-38129" fmla="*/ 12444971 w 18982931"/>
              <a:gd name="connsiteY317-38130" fmla="*/ 3266921 h 4449429"/>
              <a:gd name="connsiteX318-38131" fmla="*/ 12444971 w 18982931"/>
              <a:gd name="connsiteY318-38132" fmla="*/ 3210087 h 4449429"/>
              <a:gd name="connsiteX319-38133" fmla="*/ 12388137 w 18982931"/>
              <a:gd name="connsiteY319-38134" fmla="*/ 3210087 h 4449429"/>
              <a:gd name="connsiteX320-38135" fmla="*/ 1596781 w 18982931"/>
              <a:gd name="connsiteY320-38136" fmla="*/ 3173817 h 4449429"/>
              <a:gd name="connsiteX321-38137" fmla="*/ 1596781 w 18982931"/>
              <a:gd name="connsiteY321-38138" fmla="*/ 3219518 h 4449429"/>
              <a:gd name="connsiteX322-38139" fmla="*/ 1805629 w 18982931"/>
              <a:gd name="connsiteY322-38140" fmla="*/ 3219518 h 4449429"/>
              <a:gd name="connsiteX323-38141" fmla="*/ 1805629 w 18982931"/>
              <a:gd name="connsiteY323-38142" fmla="*/ 3173817 h 4449429"/>
              <a:gd name="connsiteX324-38143" fmla="*/ 1596781 w 18982931"/>
              <a:gd name="connsiteY324-38144" fmla="*/ 3173817 h 4449429"/>
              <a:gd name="connsiteX325-38145" fmla="*/ 17351339 w 18982931"/>
              <a:gd name="connsiteY325-38146" fmla="*/ 3126412 h 4449429"/>
              <a:gd name="connsiteX326-38147" fmla="*/ 17351339 w 18982931"/>
              <a:gd name="connsiteY326-38148" fmla="*/ 3172113 h 4449429"/>
              <a:gd name="connsiteX327-38149" fmla="*/ 17560187 w 18982931"/>
              <a:gd name="connsiteY327-38150" fmla="*/ 3172113 h 4449429"/>
              <a:gd name="connsiteX328-38151" fmla="*/ 17560187 w 18982931"/>
              <a:gd name="connsiteY328-38152" fmla="*/ 3126412 h 4449429"/>
              <a:gd name="connsiteX329-38153" fmla="*/ 17351339 w 18982931"/>
              <a:gd name="connsiteY329-38154" fmla="*/ 3126412 h 4449429"/>
              <a:gd name="connsiteX330-38155" fmla="*/ 1596781 w 18982931"/>
              <a:gd name="connsiteY330-38156" fmla="*/ 3080712 h 4449429"/>
              <a:gd name="connsiteX331-38157" fmla="*/ 1596781 w 18982931"/>
              <a:gd name="connsiteY331-38158" fmla="*/ 3126412 h 4449429"/>
              <a:gd name="connsiteX332-38159" fmla="*/ 1805629 w 18982931"/>
              <a:gd name="connsiteY332-38160" fmla="*/ 3126412 h 4449429"/>
              <a:gd name="connsiteX333-38161" fmla="*/ 1805629 w 18982931"/>
              <a:gd name="connsiteY333-38162" fmla="*/ 3080712 h 4449429"/>
              <a:gd name="connsiteX334-38163" fmla="*/ 1596781 w 18982931"/>
              <a:gd name="connsiteY334-38164" fmla="*/ 3080712 h 4449429"/>
              <a:gd name="connsiteX335-38165" fmla="*/ 12612246 w 18982931"/>
              <a:gd name="connsiteY335-38166" fmla="*/ 3064799 h 4449429"/>
              <a:gd name="connsiteX336-38167" fmla="*/ 12612246 w 18982931"/>
              <a:gd name="connsiteY336-38168" fmla="*/ 3121633 h 4449429"/>
              <a:gd name="connsiteX337-38169" fmla="*/ 12669079 w 18982931"/>
              <a:gd name="connsiteY337-38170" fmla="*/ 3121633 h 4449429"/>
              <a:gd name="connsiteX338-38171" fmla="*/ 12669079 w 18982931"/>
              <a:gd name="connsiteY338-38172" fmla="*/ 3064799 h 4449429"/>
              <a:gd name="connsiteX339-38173" fmla="*/ 12612246 w 18982931"/>
              <a:gd name="connsiteY339-38174" fmla="*/ 3064799 h 4449429"/>
              <a:gd name="connsiteX340-38175" fmla="*/ 12500191 w 18982931"/>
              <a:gd name="connsiteY340-38176" fmla="*/ 3064799 h 4449429"/>
              <a:gd name="connsiteX341-38177" fmla="*/ 12500191 w 18982931"/>
              <a:gd name="connsiteY341-38178" fmla="*/ 3121633 h 4449429"/>
              <a:gd name="connsiteX342-38179" fmla="*/ 12557025 w 18982931"/>
              <a:gd name="connsiteY342-38180" fmla="*/ 3121633 h 4449429"/>
              <a:gd name="connsiteX343-38181" fmla="*/ 12557025 w 18982931"/>
              <a:gd name="connsiteY343-38182" fmla="*/ 3064799 h 4449429"/>
              <a:gd name="connsiteX344-38183" fmla="*/ 12500191 w 18982931"/>
              <a:gd name="connsiteY344-38184" fmla="*/ 3064799 h 4449429"/>
              <a:gd name="connsiteX345-38185" fmla="*/ 12388137 w 18982931"/>
              <a:gd name="connsiteY345-38186" fmla="*/ 3064799 h 4449429"/>
              <a:gd name="connsiteX346-38187" fmla="*/ 12388137 w 18982931"/>
              <a:gd name="connsiteY346-38188" fmla="*/ 3121633 h 4449429"/>
              <a:gd name="connsiteX347-38189" fmla="*/ 12444971 w 18982931"/>
              <a:gd name="connsiteY347-38190" fmla="*/ 3121633 h 4449429"/>
              <a:gd name="connsiteX348-38191" fmla="*/ 12444971 w 18982931"/>
              <a:gd name="connsiteY348-38192" fmla="*/ 3064799 h 4449429"/>
              <a:gd name="connsiteX349-38193" fmla="*/ 12388137 w 18982931"/>
              <a:gd name="connsiteY349-38194" fmla="*/ 3064799 h 4449429"/>
              <a:gd name="connsiteX350-38195" fmla="*/ 17351339 w 18982931"/>
              <a:gd name="connsiteY350-38196" fmla="*/ 3034782 h 4449429"/>
              <a:gd name="connsiteX351-38197" fmla="*/ 17351339 w 18982931"/>
              <a:gd name="connsiteY351-38198" fmla="*/ 3080482 h 4449429"/>
              <a:gd name="connsiteX352-38199" fmla="*/ 17560187 w 18982931"/>
              <a:gd name="connsiteY352-38200" fmla="*/ 3080482 h 4449429"/>
              <a:gd name="connsiteX353-38201" fmla="*/ 17560187 w 18982931"/>
              <a:gd name="connsiteY353-38202" fmla="*/ 3034782 h 4449429"/>
              <a:gd name="connsiteX354-38203" fmla="*/ 17351339 w 18982931"/>
              <a:gd name="connsiteY354-38204" fmla="*/ 3034782 h 4449429"/>
              <a:gd name="connsiteX355-38205" fmla="*/ 1596781 w 18982931"/>
              <a:gd name="connsiteY355-38206" fmla="*/ 2989080 h 4449429"/>
              <a:gd name="connsiteX356-38207" fmla="*/ 1596781 w 18982931"/>
              <a:gd name="connsiteY356-38208" fmla="*/ 3034780 h 4449429"/>
              <a:gd name="connsiteX357-38209" fmla="*/ 1805629 w 18982931"/>
              <a:gd name="connsiteY357-38210" fmla="*/ 3034780 h 4449429"/>
              <a:gd name="connsiteX358-38211" fmla="*/ 1805629 w 18982931"/>
              <a:gd name="connsiteY358-38212" fmla="*/ 2989080 h 4449429"/>
              <a:gd name="connsiteX359-38213" fmla="*/ 1596781 w 18982931"/>
              <a:gd name="connsiteY359-38214" fmla="*/ 2989080 h 4449429"/>
              <a:gd name="connsiteX360-38215" fmla="*/ 17351339 w 18982931"/>
              <a:gd name="connsiteY360-38216" fmla="*/ 2943153 h 4449429"/>
              <a:gd name="connsiteX361-38217" fmla="*/ 17351339 w 18982931"/>
              <a:gd name="connsiteY361-38218" fmla="*/ 2988853 h 4449429"/>
              <a:gd name="connsiteX362-38219" fmla="*/ 17560187 w 18982931"/>
              <a:gd name="connsiteY362-38220" fmla="*/ 2988853 h 4449429"/>
              <a:gd name="connsiteX363-38221" fmla="*/ 17560187 w 18982931"/>
              <a:gd name="connsiteY363-38222" fmla="*/ 2943153 h 4449429"/>
              <a:gd name="connsiteX364-38223" fmla="*/ 17351339 w 18982931"/>
              <a:gd name="connsiteY364-38224" fmla="*/ 2943153 h 4449429"/>
              <a:gd name="connsiteX365-38225" fmla="*/ 12612246 w 18982931"/>
              <a:gd name="connsiteY365-38226" fmla="*/ 2919511 h 4449429"/>
              <a:gd name="connsiteX366-38227" fmla="*/ 12612246 w 18982931"/>
              <a:gd name="connsiteY366-38228" fmla="*/ 2976345 h 4449429"/>
              <a:gd name="connsiteX367-38229" fmla="*/ 12669079 w 18982931"/>
              <a:gd name="connsiteY367-38230" fmla="*/ 2976345 h 4449429"/>
              <a:gd name="connsiteX368-38231" fmla="*/ 12669079 w 18982931"/>
              <a:gd name="connsiteY368-38232" fmla="*/ 2919511 h 4449429"/>
              <a:gd name="connsiteX369-38233" fmla="*/ 12612246 w 18982931"/>
              <a:gd name="connsiteY369-38234" fmla="*/ 2919511 h 4449429"/>
              <a:gd name="connsiteX370-38235" fmla="*/ 12500191 w 18982931"/>
              <a:gd name="connsiteY370-38236" fmla="*/ 2919511 h 4449429"/>
              <a:gd name="connsiteX371-38237" fmla="*/ 12500191 w 18982931"/>
              <a:gd name="connsiteY371-38238" fmla="*/ 2976345 h 4449429"/>
              <a:gd name="connsiteX372-38239" fmla="*/ 12557025 w 18982931"/>
              <a:gd name="connsiteY372-38240" fmla="*/ 2976345 h 4449429"/>
              <a:gd name="connsiteX373-38241" fmla="*/ 12557025 w 18982931"/>
              <a:gd name="connsiteY373-38242" fmla="*/ 2919511 h 4449429"/>
              <a:gd name="connsiteX374-38243" fmla="*/ 12500191 w 18982931"/>
              <a:gd name="connsiteY374-38244" fmla="*/ 2919511 h 4449429"/>
              <a:gd name="connsiteX375-38245" fmla="*/ 12388137 w 18982931"/>
              <a:gd name="connsiteY375-38246" fmla="*/ 2919511 h 4449429"/>
              <a:gd name="connsiteX376-38247" fmla="*/ 12388137 w 18982931"/>
              <a:gd name="connsiteY376-38248" fmla="*/ 2976345 h 4449429"/>
              <a:gd name="connsiteX377-38249" fmla="*/ 12444971 w 18982931"/>
              <a:gd name="connsiteY377-38250" fmla="*/ 2976345 h 4449429"/>
              <a:gd name="connsiteX378-38251" fmla="*/ 12444971 w 18982931"/>
              <a:gd name="connsiteY378-38252" fmla="*/ 2919511 h 4449429"/>
              <a:gd name="connsiteX379-38253" fmla="*/ 12388137 w 18982931"/>
              <a:gd name="connsiteY379-38254" fmla="*/ 2919511 h 4449429"/>
              <a:gd name="connsiteX380-38255" fmla="*/ 1596781 w 18982931"/>
              <a:gd name="connsiteY380-38256" fmla="*/ 2897450 h 4449429"/>
              <a:gd name="connsiteX381-38257" fmla="*/ 1596781 w 18982931"/>
              <a:gd name="connsiteY381-38258" fmla="*/ 2943150 h 4449429"/>
              <a:gd name="connsiteX382-38259" fmla="*/ 1805629 w 18982931"/>
              <a:gd name="connsiteY382-38260" fmla="*/ 2943150 h 4449429"/>
              <a:gd name="connsiteX383-38261" fmla="*/ 1805629 w 18982931"/>
              <a:gd name="connsiteY383-38262" fmla="*/ 2897450 h 4449429"/>
              <a:gd name="connsiteX384-38263" fmla="*/ 1596781 w 18982931"/>
              <a:gd name="connsiteY384-38264" fmla="*/ 2897450 h 4449429"/>
              <a:gd name="connsiteX385-38265" fmla="*/ 17351339 w 18982931"/>
              <a:gd name="connsiteY385-38266" fmla="*/ 2851522 h 4449429"/>
              <a:gd name="connsiteX386-38267" fmla="*/ 17351339 w 18982931"/>
              <a:gd name="connsiteY386-38268" fmla="*/ 2897223 h 4449429"/>
              <a:gd name="connsiteX387-38269" fmla="*/ 17560187 w 18982931"/>
              <a:gd name="connsiteY387-38270" fmla="*/ 2897223 h 4449429"/>
              <a:gd name="connsiteX388-38271" fmla="*/ 17560187 w 18982931"/>
              <a:gd name="connsiteY388-38272" fmla="*/ 2851522 h 4449429"/>
              <a:gd name="connsiteX389-38273" fmla="*/ 17351339 w 18982931"/>
              <a:gd name="connsiteY389-38274" fmla="*/ 2851522 h 4449429"/>
              <a:gd name="connsiteX390-38275" fmla="*/ 1596781 w 18982931"/>
              <a:gd name="connsiteY390-38276" fmla="*/ 2805821 h 4449429"/>
              <a:gd name="connsiteX391-38277" fmla="*/ 1596781 w 18982931"/>
              <a:gd name="connsiteY391-38278" fmla="*/ 2851521 h 4449429"/>
              <a:gd name="connsiteX392-38279" fmla="*/ 1805629 w 18982931"/>
              <a:gd name="connsiteY392-38280" fmla="*/ 2851521 h 4449429"/>
              <a:gd name="connsiteX393-38281" fmla="*/ 1805629 w 18982931"/>
              <a:gd name="connsiteY393-38282" fmla="*/ 2805821 h 4449429"/>
              <a:gd name="connsiteX394-38283" fmla="*/ 1596781 w 18982931"/>
              <a:gd name="connsiteY394-38284" fmla="*/ 2805821 h 4449429"/>
              <a:gd name="connsiteX395-38285" fmla="*/ 1596781 w 18982931"/>
              <a:gd name="connsiteY395-38286" fmla="*/ 2714192 h 4449429"/>
              <a:gd name="connsiteX396-38287" fmla="*/ 1596781 w 18982931"/>
              <a:gd name="connsiteY396-38288" fmla="*/ 2759892 h 4449429"/>
              <a:gd name="connsiteX397-38289" fmla="*/ 1805629 w 18982931"/>
              <a:gd name="connsiteY397-38290" fmla="*/ 2759892 h 4449429"/>
              <a:gd name="connsiteX398-38291" fmla="*/ 1805629 w 18982931"/>
              <a:gd name="connsiteY398-38292" fmla="*/ 2714192 h 4449429"/>
              <a:gd name="connsiteX399-38293" fmla="*/ 1596781 w 18982931"/>
              <a:gd name="connsiteY399-38294" fmla="*/ 2714192 h 4449429"/>
              <a:gd name="connsiteX400-38295" fmla="*/ 4422120 w 18982931"/>
              <a:gd name="connsiteY400-38296" fmla="*/ 2688604 h 4449429"/>
              <a:gd name="connsiteX401-38297" fmla="*/ 4422120 w 18982931"/>
              <a:gd name="connsiteY401-38298" fmla="*/ 2851522 h 4449429"/>
              <a:gd name="connsiteX402-38299" fmla="*/ 4459897 w 18982931"/>
              <a:gd name="connsiteY402-38300" fmla="*/ 2851522 h 4449429"/>
              <a:gd name="connsiteX403-38301" fmla="*/ 4459897 w 18982931"/>
              <a:gd name="connsiteY403-38302" fmla="*/ 2688604 h 4449429"/>
              <a:gd name="connsiteX404-38303" fmla="*/ 4422120 w 18982931"/>
              <a:gd name="connsiteY404-38304" fmla="*/ 2688604 h 4449429"/>
              <a:gd name="connsiteX405-38305" fmla="*/ 4346370 w 18982931"/>
              <a:gd name="connsiteY405-38306" fmla="*/ 2688604 h 4449429"/>
              <a:gd name="connsiteX406-38307" fmla="*/ 4346370 w 18982931"/>
              <a:gd name="connsiteY406-38308" fmla="*/ 2851522 h 4449429"/>
              <a:gd name="connsiteX407-38309" fmla="*/ 4384149 w 18982931"/>
              <a:gd name="connsiteY407-38310" fmla="*/ 2851522 h 4449429"/>
              <a:gd name="connsiteX408-38311" fmla="*/ 4384149 w 18982931"/>
              <a:gd name="connsiteY408-38312" fmla="*/ 2688604 h 4449429"/>
              <a:gd name="connsiteX409-38313" fmla="*/ 4346370 w 18982931"/>
              <a:gd name="connsiteY409-38314" fmla="*/ 2688604 h 4449429"/>
              <a:gd name="connsiteX410-38315" fmla="*/ 4270624 w 18982931"/>
              <a:gd name="connsiteY410-38316" fmla="*/ 2688604 h 4449429"/>
              <a:gd name="connsiteX411-38317" fmla="*/ 4270624 w 18982931"/>
              <a:gd name="connsiteY411-38318" fmla="*/ 2851522 h 4449429"/>
              <a:gd name="connsiteX412-38319" fmla="*/ 4308407 w 18982931"/>
              <a:gd name="connsiteY412-38320" fmla="*/ 2851522 h 4449429"/>
              <a:gd name="connsiteX413-38321" fmla="*/ 4308407 w 18982931"/>
              <a:gd name="connsiteY413-38322" fmla="*/ 2688604 h 4449429"/>
              <a:gd name="connsiteX414-38323" fmla="*/ 4270624 w 18982931"/>
              <a:gd name="connsiteY414-38324" fmla="*/ 2688604 h 4449429"/>
              <a:gd name="connsiteX415-38325" fmla="*/ 4194881 w 18982931"/>
              <a:gd name="connsiteY415-38326" fmla="*/ 2688604 h 4449429"/>
              <a:gd name="connsiteX416-38327" fmla="*/ 4194881 w 18982931"/>
              <a:gd name="connsiteY416-38328" fmla="*/ 2851522 h 4449429"/>
              <a:gd name="connsiteX417-38329" fmla="*/ 4232658 w 18982931"/>
              <a:gd name="connsiteY417-38330" fmla="*/ 2851522 h 4449429"/>
              <a:gd name="connsiteX418-38331" fmla="*/ 4232658 w 18982931"/>
              <a:gd name="connsiteY418-38332" fmla="*/ 2688604 h 4449429"/>
              <a:gd name="connsiteX419-38333" fmla="*/ 4194881 w 18982931"/>
              <a:gd name="connsiteY419-38334" fmla="*/ 2688604 h 4449429"/>
              <a:gd name="connsiteX420-38335" fmla="*/ 4119132 w 18982931"/>
              <a:gd name="connsiteY420-38336" fmla="*/ 2688604 h 4449429"/>
              <a:gd name="connsiteX421-38337" fmla="*/ 4119132 w 18982931"/>
              <a:gd name="connsiteY421-38338" fmla="*/ 2851522 h 4449429"/>
              <a:gd name="connsiteX422-38339" fmla="*/ 4156909 w 18982931"/>
              <a:gd name="connsiteY422-38340" fmla="*/ 2851522 h 4449429"/>
              <a:gd name="connsiteX423-38341" fmla="*/ 4156909 w 18982931"/>
              <a:gd name="connsiteY423-38342" fmla="*/ 2688604 h 4449429"/>
              <a:gd name="connsiteX424-38343" fmla="*/ 4119132 w 18982931"/>
              <a:gd name="connsiteY424-38344" fmla="*/ 2688604 h 4449429"/>
              <a:gd name="connsiteX425-38345" fmla="*/ 4043383 w 18982931"/>
              <a:gd name="connsiteY425-38346" fmla="*/ 2688604 h 4449429"/>
              <a:gd name="connsiteX426-38347" fmla="*/ 4043383 w 18982931"/>
              <a:gd name="connsiteY426-38348" fmla="*/ 2851522 h 4449429"/>
              <a:gd name="connsiteX427-38349" fmla="*/ 4081160 w 18982931"/>
              <a:gd name="connsiteY427-38350" fmla="*/ 2851522 h 4449429"/>
              <a:gd name="connsiteX428-38351" fmla="*/ 4081160 w 18982931"/>
              <a:gd name="connsiteY428-38352" fmla="*/ 2688604 h 4449429"/>
              <a:gd name="connsiteX429-38353" fmla="*/ 4043383 w 18982931"/>
              <a:gd name="connsiteY429-38354" fmla="*/ 2688604 h 4449429"/>
              <a:gd name="connsiteX430-38355" fmla="*/ 3967636 w 18982931"/>
              <a:gd name="connsiteY430-38356" fmla="*/ 2688604 h 4449429"/>
              <a:gd name="connsiteX431-38357" fmla="*/ 3967636 w 18982931"/>
              <a:gd name="connsiteY431-38358" fmla="*/ 2851522 h 4449429"/>
              <a:gd name="connsiteX432-38359" fmla="*/ 4005415 w 18982931"/>
              <a:gd name="connsiteY432-38360" fmla="*/ 2851522 h 4449429"/>
              <a:gd name="connsiteX433-38361" fmla="*/ 4005415 w 18982931"/>
              <a:gd name="connsiteY433-38362" fmla="*/ 2688604 h 4449429"/>
              <a:gd name="connsiteX434-38363" fmla="*/ 3967636 w 18982931"/>
              <a:gd name="connsiteY434-38364" fmla="*/ 2688604 h 4449429"/>
              <a:gd name="connsiteX435-38365" fmla="*/ 3891895 w 18982931"/>
              <a:gd name="connsiteY435-38366" fmla="*/ 2688604 h 4449429"/>
              <a:gd name="connsiteX436-38367" fmla="*/ 3891895 w 18982931"/>
              <a:gd name="connsiteY436-38368" fmla="*/ 2851522 h 4449429"/>
              <a:gd name="connsiteX437-38369" fmla="*/ 3929672 w 18982931"/>
              <a:gd name="connsiteY437-38370" fmla="*/ 2851522 h 4449429"/>
              <a:gd name="connsiteX438-38371" fmla="*/ 3929672 w 18982931"/>
              <a:gd name="connsiteY438-38372" fmla="*/ 2688604 h 4449429"/>
              <a:gd name="connsiteX439-38373" fmla="*/ 3891895 w 18982931"/>
              <a:gd name="connsiteY439-38374" fmla="*/ 2688604 h 4449429"/>
              <a:gd name="connsiteX440-38375" fmla="*/ 15043403 w 18982931"/>
              <a:gd name="connsiteY440-38376" fmla="*/ 2685661 h 4449429"/>
              <a:gd name="connsiteX441-38377" fmla="*/ 15043403 w 18982931"/>
              <a:gd name="connsiteY441-38378" fmla="*/ 2894508 h 4449429"/>
              <a:gd name="connsiteX442-38379" fmla="*/ 15089105 w 18982931"/>
              <a:gd name="connsiteY442-38380" fmla="*/ 2894508 h 4449429"/>
              <a:gd name="connsiteX443-38381" fmla="*/ 15089105 w 18982931"/>
              <a:gd name="connsiteY443-38382" fmla="*/ 2685661 h 4449429"/>
              <a:gd name="connsiteX444-38383" fmla="*/ 15043403 w 18982931"/>
              <a:gd name="connsiteY444-38384" fmla="*/ 2685661 h 4449429"/>
              <a:gd name="connsiteX445-38385" fmla="*/ 14951773 w 18982931"/>
              <a:gd name="connsiteY445-38386" fmla="*/ 2685661 h 4449429"/>
              <a:gd name="connsiteX446-38387" fmla="*/ 14951773 w 18982931"/>
              <a:gd name="connsiteY446-38388" fmla="*/ 2894508 h 4449429"/>
              <a:gd name="connsiteX447-38389" fmla="*/ 14997475 w 18982931"/>
              <a:gd name="connsiteY447-38390" fmla="*/ 2894508 h 4449429"/>
              <a:gd name="connsiteX448-38391" fmla="*/ 14997475 w 18982931"/>
              <a:gd name="connsiteY448-38392" fmla="*/ 2685661 h 4449429"/>
              <a:gd name="connsiteX449-38393" fmla="*/ 14951773 w 18982931"/>
              <a:gd name="connsiteY449-38394" fmla="*/ 2685661 h 4449429"/>
              <a:gd name="connsiteX450-38395" fmla="*/ 14860145 w 18982931"/>
              <a:gd name="connsiteY450-38396" fmla="*/ 2685661 h 4449429"/>
              <a:gd name="connsiteX451-38397" fmla="*/ 14860145 w 18982931"/>
              <a:gd name="connsiteY451-38398" fmla="*/ 2894508 h 4449429"/>
              <a:gd name="connsiteX452-38399" fmla="*/ 14905844 w 18982931"/>
              <a:gd name="connsiteY452-38400" fmla="*/ 2894508 h 4449429"/>
              <a:gd name="connsiteX453-38401" fmla="*/ 14905844 w 18982931"/>
              <a:gd name="connsiteY453-38402" fmla="*/ 2685661 h 4449429"/>
              <a:gd name="connsiteX454-38403" fmla="*/ 14860145 w 18982931"/>
              <a:gd name="connsiteY454-38404" fmla="*/ 2685661 h 4449429"/>
              <a:gd name="connsiteX455-38405" fmla="*/ 14768515 w 18982931"/>
              <a:gd name="connsiteY455-38406" fmla="*/ 2685661 h 4449429"/>
              <a:gd name="connsiteX456-38407" fmla="*/ 14768515 w 18982931"/>
              <a:gd name="connsiteY456-38408" fmla="*/ 2894508 h 4449429"/>
              <a:gd name="connsiteX457-38409" fmla="*/ 14814217 w 18982931"/>
              <a:gd name="connsiteY457-38410" fmla="*/ 2894508 h 4449429"/>
              <a:gd name="connsiteX458-38411" fmla="*/ 14814217 w 18982931"/>
              <a:gd name="connsiteY458-38412" fmla="*/ 2685661 h 4449429"/>
              <a:gd name="connsiteX459-38413" fmla="*/ 14768515 w 18982931"/>
              <a:gd name="connsiteY459-38414" fmla="*/ 2685661 h 4449429"/>
              <a:gd name="connsiteX460-38415" fmla="*/ 14676884 w 18982931"/>
              <a:gd name="connsiteY460-38416" fmla="*/ 2685661 h 4449429"/>
              <a:gd name="connsiteX461-38417" fmla="*/ 14676884 w 18982931"/>
              <a:gd name="connsiteY461-38418" fmla="*/ 2894508 h 4449429"/>
              <a:gd name="connsiteX462-38419" fmla="*/ 14722586 w 18982931"/>
              <a:gd name="connsiteY462-38420" fmla="*/ 2894508 h 4449429"/>
              <a:gd name="connsiteX463-38421" fmla="*/ 14722586 w 18982931"/>
              <a:gd name="connsiteY463-38422" fmla="*/ 2685661 h 4449429"/>
              <a:gd name="connsiteX464-38423" fmla="*/ 14676884 w 18982931"/>
              <a:gd name="connsiteY464-38424" fmla="*/ 2685661 h 4449429"/>
              <a:gd name="connsiteX465-38425" fmla="*/ 14585255 w 18982931"/>
              <a:gd name="connsiteY465-38426" fmla="*/ 2685661 h 4449429"/>
              <a:gd name="connsiteX466-38427" fmla="*/ 14585255 w 18982931"/>
              <a:gd name="connsiteY466-38428" fmla="*/ 2894508 h 4449429"/>
              <a:gd name="connsiteX467-38429" fmla="*/ 14630955 w 18982931"/>
              <a:gd name="connsiteY467-38430" fmla="*/ 2894508 h 4449429"/>
              <a:gd name="connsiteX468-38431" fmla="*/ 14630955 w 18982931"/>
              <a:gd name="connsiteY468-38432" fmla="*/ 2685661 h 4449429"/>
              <a:gd name="connsiteX469-38433" fmla="*/ 14585255 w 18982931"/>
              <a:gd name="connsiteY469-38434" fmla="*/ 2685661 h 4449429"/>
              <a:gd name="connsiteX470-38435" fmla="*/ 14493625 w 18982931"/>
              <a:gd name="connsiteY470-38436" fmla="*/ 2685661 h 4449429"/>
              <a:gd name="connsiteX471-38437" fmla="*/ 14493625 w 18982931"/>
              <a:gd name="connsiteY471-38438" fmla="*/ 2894508 h 4449429"/>
              <a:gd name="connsiteX472-38439" fmla="*/ 14539325 w 18982931"/>
              <a:gd name="connsiteY472-38440" fmla="*/ 2894508 h 4449429"/>
              <a:gd name="connsiteX473-38441" fmla="*/ 14539325 w 18982931"/>
              <a:gd name="connsiteY473-38442" fmla="*/ 2685661 h 4449429"/>
              <a:gd name="connsiteX474-38443" fmla="*/ 14493625 w 18982931"/>
              <a:gd name="connsiteY474-38444" fmla="*/ 2685661 h 4449429"/>
              <a:gd name="connsiteX475-38445" fmla="*/ 2875284 w 18982931"/>
              <a:gd name="connsiteY475-38446" fmla="*/ 2661196 h 4449429"/>
              <a:gd name="connsiteX476-38447" fmla="*/ 2875284 w 18982931"/>
              <a:gd name="connsiteY476-38448" fmla="*/ 3265443 h 4449429"/>
              <a:gd name="connsiteX477-38449" fmla="*/ 2913063 w 18982931"/>
              <a:gd name="connsiteY477-38450" fmla="*/ 3265443 h 4449429"/>
              <a:gd name="connsiteX478-38451" fmla="*/ 2913063 w 18982931"/>
              <a:gd name="connsiteY478-38452" fmla="*/ 2661196 h 4449429"/>
              <a:gd name="connsiteX479-38453" fmla="*/ 2875284 w 18982931"/>
              <a:gd name="connsiteY479-38454" fmla="*/ 2661196 h 4449429"/>
              <a:gd name="connsiteX480-38455" fmla="*/ 2769698 w 18982931"/>
              <a:gd name="connsiteY480-38456" fmla="*/ 2661196 h 4449429"/>
              <a:gd name="connsiteX481-38457" fmla="*/ 2769698 w 18982931"/>
              <a:gd name="connsiteY481-38458" fmla="*/ 3265443 h 4449429"/>
              <a:gd name="connsiteX482-38459" fmla="*/ 2807479 w 18982931"/>
              <a:gd name="connsiteY482-38460" fmla="*/ 3265443 h 4449429"/>
              <a:gd name="connsiteX483-38461" fmla="*/ 2807479 w 18982931"/>
              <a:gd name="connsiteY483-38462" fmla="*/ 2661196 h 4449429"/>
              <a:gd name="connsiteX484-38463" fmla="*/ 2769698 w 18982931"/>
              <a:gd name="connsiteY484-38464" fmla="*/ 2661196 h 4449429"/>
              <a:gd name="connsiteX485-38465" fmla="*/ 2664114 w 18982931"/>
              <a:gd name="connsiteY485-38466" fmla="*/ 2661196 h 4449429"/>
              <a:gd name="connsiteX486-38467" fmla="*/ 2664114 w 18982931"/>
              <a:gd name="connsiteY486-38468" fmla="*/ 3265443 h 4449429"/>
              <a:gd name="connsiteX487-38469" fmla="*/ 2701891 w 18982931"/>
              <a:gd name="connsiteY487-38470" fmla="*/ 3265443 h 4449429"/>
              <a:gd name="connsiteX488-38471" fmla="*/ 2701891 w 18982931"/>
              <a:gd name="connsiteY488-38472" fmla="*/ 2661196 h 4449429"/>
              <a:gd name="connsiteX489-38473" fmla="*/ 2664114 w 18982931"/>
              <a:gd name="connsiteY489-38474" fmla="*/ 2661196 h 4449429"/>
              <a:gd name="connsiteX490-38475" fmla="*/ 2558534 w 18982931"/>
              <a:gd name="connsiteY490-38476" fmla="*/ 2661196 h 4449429"/>
              <a:gd name="connsiteX491-38477" fmla="*/ 2558534 w 18982931"/>
              <a:gd name="connsiteY491-38478" fmla="*/ 3265443 h 4449429"/>
              <a:gd name="connsiteX492-38479" fmla="*/ 2596306 w 18982931"/>
              <a:gd name="connsiteY492-38480" fmla="*/ 3265443 h 4449429"/>
              <a:gd name="connsiteX493-38481" fmla="*/ 2596306 w 18982931"/>
              <a:gd name="connsiteY493-38482" fmla="*/ 2661196 h 4449429"/>
              <a:gd name="connsiteX494-38483" fmla="*/ 2558534 w 18982931"/>
              <a:gd name="connsiteY494-38484" fmla="*/ 2661196 h 4449429"/>
              <a:gd name="connsiteX495-38485" fmla="*/ 2980870 w 18982931"/>
              <a:gd name="connsiteY495-38486" fmla="*/ 2661194 h 4449429"/>
              <a:gd name="connsiteX496-38487" fmla="*/ 2980870 w 18982931"/>
              <a:gd name="connsiteY496-38488" fmla="*/ 3265442 h 4449429"/>
              <a:gd name="connsiteX497-38489" fmla="*/ 3018648 w 18982931"/>
              <a:gd name="connsiteY497-38490" fmla="*/ 3265442 h 4449429"/>
              <a:gd name="connsiteX498-38491" fmla="*/ 3018648 w 18982931"/>
              <a:gd name="connsiteY498-38492" fmla="*/ 2661194 h 4449429"/>
              <a:gd name="connsiteX499-38493" fmla="*/ 2980870 w 18982931"/>
              <a:gd name="connsiteY499-38494" fmla="*/ 2661194 h 4449429"/>
              <a:gd name="connsiteX500-38495" fmla="*/ 16374516 w 18982931"/>
              <a:gd name="connsiteY500-38496" fmla="*/ 2632791 h 4449429"/>
              <a:gd name="connsiteX501-38497" fmla="*/ 16374516 w 18982931"/>
              <a:gd name="connsiteY501-38498" fmla="*/ 3237039 h 4449429"/>
              <a:gd name="connsiteX502-38499" fmla="*/ 16412296 w 18982931"/>
              <a:gd name="connsiteY502-38500" fmla="*/ 3237039 h 4449429"/>
              <a:gd name="connsiteX503-38501" fmla="*/ 16412296 w 18982931"/>
              <a:gd name="connsiteY503-38502" fmla="*/ 2632791 h 4449429"/>
              <a:gd name="connsiteX504-38503" fmla="*/ 16374516 w 18982931"/>
              <a:gd name="connsiteY504-38504" fmla="*/ 2632791 h 4449429"/>
              <a:gd name="connsiteX505-38505" fmla="*/ 16268931 w 18982931"/>
              <a:gd name="connsiteY505-38506" fmla="*/ 2632791 h 4449429"/>
              <a:gd name="connsiteX506-38507" fmla="*/ 16268931 w 18982931"/>
              <a:gd name="connsiteY506-38508" fmla="*/ 3237039 h 4449429"/>
              <a:gd name="connsiteX507-38509" fmla="*/ 16306709 w 18982931"/>
              <a:gd name="connsiteY507-38510" fmla="*/ 3237039 h 4449429"/>
              <a:gd name="connsiteX508-38511" fmla="*/ 16306709 w 18982931"/>
              <a:gd name="connsiteY508-38512" fmla="*/ 2632791 h 4449429"/>
              <a:gd name="connsiteX509-38513" fmla="*/ 16268931 w 18982931"/>
              <a:gd name="connsiteY509-38514" fmla="*/ 2632791 h 4449429"/>
              <a:gd name="connsiteX510-38515" fmla="*/ 16163344 w 18982931"/>
              <a:gd name="connsiteY510-38516" fmla="*/ 2632791 h 4449429"/>
              <a:gd name="connsiteX511-38517" fmla="*/ 16163344 w 18982931"/>
              <a:gd name="connsiteY511-38518" fmla="*/ 3237039 h 4449429"/>
              <a:gd name="connsiteX512-38519" fmla="*/ 16201125 w 18982931"/>
              <a:gd name="connsiteY512-38520" fmla="*/ 3237039 h 4449429"/>
              <a:gd name="connsiteX513-38521" fmla="*/ 16201125 w 18982931"/>
              <a:gd name="connsiteY513-38522" fmla="*/ 2632791 h 4449429"/>
              <a:gd name="connsiteX514-38523" fmla="*/ 16163344 w 18982931"/>
              <a:gd name="connsiteY514-38524" fmla="*/ 2632791 h 4449429"/>
              <a:gd name="connsiteX515-38525" fmla="*/ 16057760 w 18982931"/>
              <a:gd name="connsiteY515-38526" fmla="*/ 2632791 h 4449429"/>
              <a:gd name="connsiteX516-38527" fmla="*/ 16057760 w 18982931"/>
              <a:gd name="connsiteY516-38528" fmla="*/ 3237039 h 4449429"/>
              <a:gd name="connsiteX517-38529" fmla="*/ 16095537 w 18982931"/>
              <a:gd name="connsiteY517-38530" fmla="*/ 3237039 h 4449429"/>
              <a:gd name="connsiteX518-38531" fmla="*/ 16095537 w 18982931"/>
              <a:gd name="connsiteY518-38532" fmla="*/ 2632791 h 4449429"/>
              <a:gd name="connsiteX519-38533" fmla="*/ 16057760 w 18982931"/>
              <a:gd name="connsiteY519-38534" fmla="*/ 2632791 h 4449429"/>
              <a:gd name="connsiteX520-38535" fmla="*/ 16480103 w 18982931"/>
              <a:gd name="connsiteY520-38536" fmla="*/ 2632790 h 4449429"/>
              <a:gd name="connsiteX521-38537" fmla="*/ 16480103 w 18982931"/>
              <a:gd name="connsiteY521-38538" fmla="*/ 3237037 h 4449429"/>
              <a:gd name="connsiteX522-38539" fmla="*/ 16517880 w 18982931"/>
              <a:gd name="connsiteY522-38540" fmla="*/ 3237037 h 4449429"/>
              <a:gd name="connsiteX523-38541" fmla="*/ 16517880 w 18982931"/>
              <a:gd name="connsiteY523-38542" fmla="*/ 2632790 h 4449429"/>
              <a:gd name="connsiteX524-38543" fmla="*/ 16480103 w 18982931"/>
              <a:gd name="connsiteY524-38544" fmla="*/ 2632790 h 4449429"/>
              <a:gd name="connsiteX525-38545" fmla="*/ 1596781 w 18982931"/>
              <a:gd name="connsiteY525-38546" fmla="*/ 2622561 h 4449429"/>
              <a:gd name="connsiteX526-38547" fmla="*/ 1596781 w 18982931"/>
              <a:gd name="connsiteY526-38548" fmla="*/ 2668261 h 4449429"/>
              <a:gd name="connsiteX527-38549" fmla="*/ 1805629 w 18982931"/>
              <a:gd name="connsiteY527-38550" fmla="*/ 2668261 h 4449429"/>
              <a:gd name="connsiteX528-38551" fmla="*/ 1805629 w 18982931"/>
              <a:gd name="connsiteY528-38552" fmla="*/ 2622561 h 4449429"/>
              <a:gd name="connsiteX529-38553" fmla="*/ 1596781 w 18982931"/>
              <a:gd name="connsiteY529-38554" fmla="*/ 2622561 h 4449429"/>
              <a:gd name="connsiteX530-38555" fmla="*/ 1596781 w 18982931"/>
              <a:gd name="connsiteY530-38556" fmla="*/ 2530932 h 4449429"/>
              <a:gd name="connsiteX531-38557" fmla="*/ 1596781 w 18982931"/>
              <a:gd name="connsiteY531-38558" fmla="*/ 2576632 h 4449429"/>
              <a:gd name="connsiteX532-38559" fmla="*/ 1805629 w 18982931"/>
              <a:gd name="connsiteY532-38560" fmla="*/ 2576632 h 4449429"/>
              <a:gd name="connsiteX533-38561" fmla="*/ 1805629 w 18982931"/>
              <a:gd name="connsiteY533-38562" fmla="*/ 2530932 h 4449429"/>
              <a:gd name="connsiteX534-38563" fmla="*/ 1596781 w 18982931"/>
              <a:gd name="connsiteY534-38564" fmla="*/ 2530932 h 4449429"/>
              <a:gd name="connsiteX535-38565" fmla="*/ 1596781 w 18982931"/>
              <a:gd name="connsiteY535-38566" fmla="*/ 2439301 h 4449429"/>
              <a:gd name="connsiteX536-38567" fmla="*/ 1596781 w 18982931"/>
              <a:gd name="connsiteY536-38568" fmla="*/ 2485002 h 4449429"/>
              <a:gd name="connsiteX537-38569" fmla="*/ 1805629 w 18982931"/>
              <a:gd name="connsiteY537-38570" fmla="*/ 2485002 h 4449429"/>
              <a:gd name="connsiteX538-38571" fmla="*/ 1805629 w 18982931"/>
              <a:gd name="connsiteY538-38572" fmla="*/ 2439301 h 4449429"/>
              <a:gd name="connsiteX539-38573" fmla="*/ 1596781 w 18982931"/>
              <a:gd name="connsiteY539-38574" fmla="*/ 2439301 h 4449429"/>
              <a:gd name="connsiteX540-38575" fmla="*/ 17217171 w 18982931"/>
              <a:gd name="connsiteY540-38576" fmla="*/ 2397981 h 4449429"/>
              <a:gd name="connsiteX541-38577" fmla="*/ 17217171 w 18982931"/>
              <a:gd name="connsiteY541-38578" fmla="*/ 2434557 h 4449429"/>
              <a:gd name="connsiteX542-38579" fmla="*/ 17582931 w 18982931"/>
              <a:gd name="connsiteY542-38580" fmla="*/ 2434557 h 4449429"/>
              <a:gd name="connsiteX543-38581" fmla="*/ 17582931 w 18982931"/>
              <a:gd name="connsiteY543-38582" fmla="*/ 2397981 h 4449429"/>
              <a:gd name="connsiteX544-38583" fmla="*/ 17217171 w 18982931"/>
              <a:gd name="connsiteY544-38584" fmla="*/ 2397981 h 4449429"/>
              <a:gd name="connsiteX545-38585" fmla="*/ 9762349 w 18982931"/>
              <a:gd name="connsiteY545-38586" fmla="*/ 2057780 h 4449429"/>
              <a:gd name="connsiteX546-38587" fmla="*/ 9762349 w 18982931"/>
              <a:gd name="connsiteY546-38588" fmla="*/ 2266627 h 4449429"/>
              <a:gd name="connsiteX547-38589" fmla="*/ 9808049 w 18982931"/>
              <a:gd name="connsiteY547-38590" fmla="*/ 2266627 h 4449429"/>
              <a:gd name="connsiteX548-38591" fmla="*/ 9808049 w 18982931"/>
              <a:gd name="connsiteY548-38592" fmla="*/ 2057780 h 4449429"/>
              <a:gd name="connsiteX549-38593" fmla="*/ 9762349 w 18982931"/>
              <a:gd name="connsiteY549-38594" fmla="*/ 2057780 h 4449429"/>
              <a:gd name="connsiteX550-38595" fmla="*/ 9670720 w 18982931"/>
              <a:gd name="connsiteY550-38596" fmla="*/ 2057780 h 4449429"/>
              <a:gd name="connsiteX551-38597" fmla="*/ 9670720 w 18982931"/>
              <a:gd name="connsiteY551-38598" fmla="*/ 2266627 h 4449429"/>
              <a:gd name="connsiteX552-38599" fmla="*/ 9716420 w 18982931"/>
              <a:gd name="connsiteY552-38600" fmla="*/ 2266627 h 4449429"/>
              <a:gd name="connsiteX553-38601" fmla="*/ 9716420 w 18982931"/>
              <a:gd name="connsiteY553-38602" fmla="*/ 2057780 h 4449429"/>
              <a:gd name="connsiteX554-38603" fmla="*/ 9670720 w 18982931"/>
              <a:gd name="connsiteY554-38604" fmla="*/ 2057780 h 4449429"/>
              <a:gd name="connsiteX555-38605" fmla="*/ 9579089 w 18982931"/>
              <a:gd name="connsiteY555-38606" fmla="*/ 2057780 h 4449429"/>
              <a:gd name="connsiteX556-38607" fmla="*/ 9579089 w 18982931"/>
              <a:gd name="connsiteY556-38608" fmla="*/ 2266627 h 4449429"/>
              <a:gd name="connsiteX557-38609" fmla="*/ 9624790 w 18982931"/>
              <a:gd name="connsiteY557-38610" fmla="*/ 2266627 h 4449429"/>
              <a:gd name="connsiteX558-38611" fmla="*/ 9624790 w 18982931"/>
              <a:gd name="connsiteY558-38612" fmla="*/ 2057780 h 4449429"/>
              <a:gd name="connsiteX559-38613" fmla="*/ 9579089 w 18982931"/>
              <a:gd name="connsiteY559-38614" fmla="*/ 2057780 h 4449429"/>
              <a:gd name="connsiteX560-38615" fmla="*/ 9487461 w 18982931"/>
              <a:gd name="connsiteY560-38616" fmla="*/ 2057780 h 4449429"/>
              <a:gd name="connsiteX561-38617" fmla="*/ 9487461 w 18982931"/>
              <a:gd name="connsiteY561-38618" fmla="*/ 2266627 h 4449429"/>
              <a:gd name="connsiteX562-38619" fmla="*/ 9533161 w 18982931"/>
              <a:gd name="connsiteY562-38620" fmla="*/ 2266627 h 4449429"/>
              <a:gd name="connsiteX563-38621" fmla="*/ 9533161 w 18982931"/>
              <a:gd name="connsiteY563-38622" fmla="*/ 2057780 h 4449429"/>
              <a:gd name="connsiteX564-38623" fmla="*/ 9487461 w 18982931"/>
              <a:gd name="connsiteY564-38624" fmla="*/ 2057780 h 4449429"/>
              <a:gd name="connsiteX565-38625" fmla="*/ 9395836 w 18982931"/>
              <a:gd name="connsiteY565-38626" fmla="*/ 2057780 h 4449429"/>
              <a:gd name="connsiteX566-38627" fmla="*/ 9395836 w 18982931"/>
              <a:gd name="connsiteY566-38628" fmla="*/ 2266627 h 4449429"/>
              <a:gd name="connsiteX567-38629" fmla="*/ 9441534 w 18982931"/>
              <a:gd name="connsiteY567-38630" fmla="*/ 2266627 h 4449429"/>
              <a:gd name="connsiteX568-38631" fmla="*/ 9441534 w 18982931"/>
              <a:gd name="connsiteY568-38632" fmla="*/ 2057780 h 4449429"/>
              <a:gd name="connsiteX569-38633" fmla="*/ 9395836 w 18982931"/>
              <a:gd name="connsiteY569-38634" fmla="*/ 2057780 h 4449429"/>
              <a:gd name="connsiteX570-38635" fmla="*/ 9304202 w 18982931"/>
              <a:gd name="connsiteY570-38636" fmla="*/ 2057780 h 4449429"/>
              <a:gd name="connsiteX571-38637" fmla="*/ 9304202 w 18982931"/>
              <a:gd name="connsiteY571-38638" fmla="*/ 2266627 h 4449429"/>
              <a:gd name="connsiteX572-38639" fmla="*/ 9349902 w 18982931"/>
              <a:gd name="connsiteY572-38640" fmla="*/ 2266627 h 4449429"/>
              <a:gd name="connsiteX573-38641" fmla="*/ 9349902 w 18982931"/>
              <a:gd name="connsiteY573-38642" fmla="*/ 2057780 h 4449429"/>
              <a:gd name="connsiteX574-38643" fmla="*/ 9304202 w 18982931"/>
              <a:gd name="connsiteY574-38644" fmla="*/ 2057780 h 4449429"/>
              <a:gd name="connsiteX575-38645" fmla="*/ 9212570 w 18982931"/>
              <a:gd name="connsiteY575-38646" fmla="*/ 2057780 h 4449429"/>
              <a:gd name="connsiteX576-38647" fmla="*/ 9212570 w 18982931"/>
              <a:gd name="connsiteY576-38648" fmla="*/ 2266627 h 4449429"/>
              <a:gd name="connsiteX577-38649" fmla="*/ 9258270 w 18982931"/>
              <a:gd name="connsiteY577-38650" fmla="*/ 2266627 h 4449429"/>
              <a:gd name="connsiteX578-38651" fmla="*/ 9258270 w 18982931"/>
              <a:gd name="connsiteY578-38652" fmla="*/ 2057780 h 4449429"/>
              <a:gd name="connsiteX579-38653" fmla="*/ 9212570 w 18982931"/>
              <a:gd name="connsiteY579-38654" fmla="*/ 2057780 h 4449429"/>
              <a:gd name="connsiteX580-38655" fmla="*/ 14092702 w 18982931"/>
              <a:gd name="connsiteY580-38656" fmla="*/ 1859157 h 4449429"/>
              <a:gd name="connsiteX581-38657" fmla="*/ 14092702 w 18982931"/>
              <a:gd name="connsiteY581-38658" fmla="*/ 1895733 h 4449429"/>
              <a:gd name="connsiteX582-38659" fmla="*/ 14458462 w 18982931"/>
              <a:gd name="connsiteY582-38660" fmla="*/ 1895733 h 4449429"/>
              <a:gd name="connsiteX583-38661" fmla="*/ 14458462 w 18982931"/>
              <a:gd name="connsiteY583-38662" fmla="*/ 1859157 h 4449429"/>
              <a:gd name="connsiteX584-38663" fmla="*/ 14092702 w 18982931"/>
              <a:gd name="connsiteY584-38664" fmla="*/ 1859157 h 4449429"/>
              <a:gd name="connsiteX585-38665" fmla="*/ 17871603 w 18982931"/>
              <a:gd name="connsiteY585-38666" fmla="*/ 1806939 h 4449429"/>
              <a:gd name="connsiteX586-38667" fmla="*/ 17871603 w 18982931"/>
              <a:gd name="connsiteY586-38668" fmla="*/ 1809649 h 4449429"/>
              <a:gd name="connsiteX587-38669" fmla="*/ 17871627 w 18982931"/>
              <a:gd name="connsiteY587-38670" fmla="*/ 1809649 h 4449429"/>
              <a:gd name="connsiteX588-38671" fmla="*/ 17871603 w 18982931"/>
              <a:gd name="connsiteY588-38672" fmla="*/ 1806939 h 4449429"/>
              <a:gd name="connsiteX589-38673" fmla="*/ 18172695 w 18982931"/>
              <a:gd name="connsiteY589-38674" fmla="*/ 1733739 h 4449429"/>
              <a:gd name="connsiteX590-38675" fmla="*/ 18172695 w 18982931"/>
              <a:gd name="connsiteY590-38676" fmla="*/ 1870899 h 4449429"/>
              <a:gd name="connsiteX591-38677" fmla="*/ 18209271 w 18982931"/>
              <a:gd name="connsiteY591-38678" fmla="*/ 1870899 h 4449429"/>
              <a:gd name="connsiteX592-38679" fmla="*/ 18209271 w 18982931"/>
              <a:gd name="connsiteY592-38680" fmla="*/ 1733739 h 4449429"/>
              <a:gd name="connsiteX593-38681" fmla="*/ 18172695 w 18982931"/>
              <a:gd name="connsiteY593-38682" fmla="*/ 1733739 h 4449429"/>
              <a:gd name="connsiteX594-38683" fmla="*/ 18104295 w 18982931"/>
              <a:gd name="connsiteY594-38684" fmla="*/ 1733739 h 4449429"/>
              <a:gd name="connsiteX595-38685" fmla="*/ 18104295 w 18982931"/>
              <a:gd name="connsiteY595-38686" fmla="*/ 1870899 h 4449429"/>
              <a:gd name="connsiteX596-38687" fmla="*/ 18140871 w 18982931"/>
              <a:gd name="connsiteY596-38688" fmla="*/ 1870899 h 4449429"/>
              <a:gd name="connsiteX597-38689" fmla="*/ 18140871 w 18982931"/>
              <a:gd name="connsiteY597-38690" fmla="*/ 1733739 h 4449429"/>
              <a:gd name="connsiteX598-38691" fmla="*/ 18104295 w 18982931"/>
              <a:gd name="connsiteY598-38692" fmla="*/ 1733739 h 4449429"/>
              <a:gd name="connsiteX599-38693" fmla="*/ 18035895 w 18982931"/>
              <a:gd name="connsiteY599-38694" fmla="*/ 1733739 h 4449429"/>
              <a:gd name="connsiteX600-38695" fmla="*/ 18035895 w 18982931"/>
              <a:gd name="connsiteY600-38696" fmla="*/ 1870899 h 4449429"/>
              <a:gd name="connsiteX601-38697" fmla="*/ 18072471 w 18982931"/>
              <a:gd name="connsiteY601-38698" fmla="*/ 1870899 h 4449429"/>
              <a:gd name="connsiteX602-38699" fmla="*/ 18072471 w 18982931"/>
              <a:gd name="connsiteY602-38700" fmla="*/ 1733739 h 4449429"/>
              <a:gd name="connsiteX603-38701" fmla="*/ 18035895 w 18982931"/>
              <a:gd name="connsiteY603-38702" fmla="*/ 1733739 h 4449429"/>
              <a:gd name="connsiteX604-38703" fmla="*/ 17967493 w 18982931"/>
              <a:gd name="connsiteY604-38704" fmla="*/ 1733739 h 4449429"/>
              <a:gd name="connsiteX605-38705" fmla="*/ 17967493 w 18982931"/>
              <a:gd name="connsiteY605-38706" fmla="*/ 1870899 h 4449429"/>
              <a:gd name="connsiteX606-38707" fmla="*/ 18004069 w 18982931"/>
              <a:gd name="connsiteY606-38708" fmla="*/ 1870899 h 4449429"/>
              <a:gd name="connsiteX607-38709" fmla="*/ 18004069 w 18982931"/>
              <a:gd name="connsiteY607-38710" fmla="*/ 1733739 h 4449429"/>
              <a:gd name="connsiteX608-38711" fmla="*/ 17967493 w 18982931"/>
              <a:gd name="connsiteY608-38712" fmla="*/ 1733739 h 4449429"/>
              <a:gd name="connsiteX609-38713" fmla="*/ 14251161 w 18982931"/>
              <a:gd name="connsiteY609-38714" fmla="*/ 868400 h 4449429"/>
              <a:gd name="connsiteX610-38715" fmla="*/ 14251161 w 18982931"/>
              <a:gd name="connsiteY610-38716" fmla="*/ 1005560 h 4449429"/>
              <a:gd name="connsiteX611-38717" fmla="*/ 14287737 w 18982931"/>
              <a:gd name="connsiteY611-38718" fmla="*/ 1005560 h 4449429"/>
              <a:gd name="connsiteX612-38719" fmla="*/ 14287737 w 18982931"/>
              <a:gd name="connsiteY612-38720" fmla="*/ 868400 h 4449429"/>
              <a:gd name="connsiteX613-38721" fmla="*/ 14251161 w 18982931"/>
              <a:gd name="connsiteY613-38722" fmla="*/ 868400 h 4449429"/>
              <a:gd name="connsiteX614-38723" fmla="*/ 14182760 w 18982931"/>
              <a:gd name="connsiteY614-38724" fmla="*/ 868400 h 4449429"/>
              <a:gd name="connsiteX615-38725" fmla="*/ 14182760 w 18982931"/>
              <a:gd name="connsiteY615-38726" fmla="*/ 1005560 h 4449429"/>
              <a:gd name="connsiteX616-38727" fmla="*/ 14219336 w 18982931"/>
              <a:gd name="connsiteY616-38728" fmla="*/ 1005560 h 4449429"/>
              <a:gd name="connsiteX617-38729" fmla="*/ 14219336 w 18982931"/>
              <a:gd name="connsiteY617-38730" fmla="*/ 868400 h 4449429"/>
              <a:gd name="connsiteX618-38731" fmla="*/ 14182760 w 18982931"/>
              <a:gd name="connsiteY618-38732" fmla="*/ 868400 h 4449429"/>
              <a:gd name="connsiteX619-38733" fmla="*/ 14114359 w 18982931"/>
              <a:gd name="connsiteY619-38734" fmla="*/ 868400 h 4449429"/>
              <a:gd name="connsiteX620-38735" fmla="*/ 14114359 w 18982931"/>
              <a:gd name="connsiteY620-38736" fmla="*/ 1005560 h 4449429"/>
              <a:gd name="connsiteX621-38737" fmla="*/ 14150935 w 18982931"/>
              <a:gd name="connsiteY621-38738" fmla="*/ 1005560 h 4449429"/>
              <a:gd name="connsiteX622-38739" fmla="*/ 14150935 w 18982931"/>
              <a:gd name="connsiteY622-38740" fmla="*/ 868400 h 4449429"/>
              <a:gd name="connsiteX623-38741" fmla="*/ 14114359 w 18982931"/>
              <a:gd name="connsiteY623-38742" fmla="*/ 868400 h 4449429"/>
              <a:gd name="connsiteX624-38743" fmla="*/ 4788216 w 18982931"/>
              <a:gd name="connsiteY624-38744" fmla="*/ 807315 h 4449429"/>
              <a:gd name="connsiteX625-38745" fmla="*/ 4788216 w 18982931"/>
              <a:gd name="connsiteY625-38746" fmla="*/ 944475 h 4449429"/>
              <a:gd name="connsiteX626-38747" fmla="*/ 4824792 w 18982931"/>
              <a:gd name="connsiteY626-38748" fmla="*/ 944475 h 4449429"/>
              <a:gd name="connsiteX627-38749" fmla="*/ 4824792 w 18982931"/>
              <a:gd name="connsiteY627-38750" fmla="*/ 807315 h 4449429"/>
              <a:gd name="connsiteX628-38751" fmla="*/ 4788216 w 18982931"/>
              <a:gd name="connsiteY628-38752" fmla="*/ 807315 h 4449429"/>
              <a:gd name="connsiteX629-38753" fmla="*/ 4719815 w 18982931"/>
              <a:gd name="connsiteY629-38754" fmla="*/ 807315 h 4449429"/>
              <a:gd name="connsiteX630-38755" fmla="*/ 4719815 w 18982931"/>
              <a:gd name="connsiteY630-38756" fmla="*/ 944475 h 4449429"/>
              <a:gd name="connsiteX631-38757" fmla="*/ 4756391 w 18982931"/>
              <a:gd name="connsiteY631-38758" fmla="*/ 944475 h 4449429"/>
              <a:gd name="connsiteX632-38759" fmla="*/ 4756391 w 18982931"/>
              <a:gd name="connsiteY632-38760" fmla="*/ 807315 h 4449429"/>
              <a:gd name="connsiteX633-38761" fmla="*/ 4719815 w 18982931"/>
              <a:gd name="connsiteY633-38762" fmla="*/ 807315 h 4449429"/>
              <a:gd name="connsiteX634-38763" fmla="*/ 4651414 w 18982931"/>
              <a:gd name="connsiteY634-38764" fmla="*/ 807315 h 4449429"/>
              <a:gd name="connsiteX635-38765" fmla="*/ 4651414 w 18982931"/>
              <a:gd name="connsiteY635-38766" fmla="*/ 944475 h 4449429"/>
              <a:gd name="connsiteX636-38767" fmla="*/ 4687992 w 18982931"/>
              <a:gd name="connsiteY636-38768" fmla="*/ 944475 h 4449429"/>
              <a:gd name="connsiteX637-38769" fmla="*/ 4687992 w 18982931"/>
              <a:gd name="connsiteY637-38770" fmla="*/ 807315 h 4449429"/>
              <a:gd name="connsiteX638-38771" fmla="*/ 4651414 w 18982931"/>
              <a:gd name="connsiteY638-38772" fmla="*/ 807315 h 4449429"/>
              <a:gd name="connsiteX639-38773" fmla="*/ 2212838 w 18982931"/>
              <a:gd name="connsiteY639-38774" fmla="*/ 748887 h 4449429"/>
              <a:gd name="connsiteX640-38775" fmla="*/ 2212838 w 18982931"/>
              <a:gd name="connsiteY640-38776" fmla="*/ 886047 h 4449429"/>
              <a:gd name="connsiteX641-38777" fmla="*/ 2249414 w 18982931"/>
              <a:gd name="connsiteY641-38778" fmla="*/ 886047 h 4449429"/>
              <a:gd name="connsiteX642-38779" fmla="*/ 2249414 w 18982931"/>
              <a:gd name="connsiteY642-38780" fmla="*/ 748887 h 4449429"/>
              <a:gd name="connsiteX643-38781" fmla="*/ 2212838 w 18982931"/>
              <a:gd name="connsiteY643-38782" fmla="*/ 748887 h 4449429"/>
              <a:gd name="connsiteX644-38783" fmla="*/ 2144438 w 18982931"/>
              <a:gd name="connsiteY644-38784" fmla="*/ 748887 h 4449429"/>
              <a:gd name="connsiteX645-38785" fmla="*/ 2144438 w 18982931"/>
              <a:gd name="connsiteY645-38786" fmla="*/ 886047 h 4449429"/>
              <a:gd name="connsiteX646-38787" fmla="*/ 2181014 w 18982931"/>
              <a:gd name="connsiteY646-38788" fmla="*/ 886047 h 4449429"/>
              <a:gd name="connsiteX647-38789" fmla="*/ 2181014 w 18982931"/>
              <a:gd name="connsiteY647-38790" fmla="*/ 748887 h 4449429"/>
              <a:gd name="connsiteX648-38791" fmla="*/ 2144438 w 18982931"/>
              <a:gd name="connsiteY648-38792" fmla="*/ 748887 h 4449429"/>
              <a:gd name="connsiteX649-38793" fmla="*/ 2076037 w 18982931"/>
              <a:gd name="connsiteY649-38794" fmla="*/ 748887 h 4449429"/>
              <a:gd name="connsiteX650-38795" fmla="*/ 2076037 w 18982931"/>
              <a:gd name="connsiteY650-38796" fmla="*/ 886047 h 4449429"/>
              <a:gd name="connsiteX651-38797" fmla="*/ 2112612 w 18982931"/>
              <a:gd name="connsiteY651-38798" fmla="*/ 886047 h 4449429"/>
              <a:gd name="connsiteX652-38799" fmla="*/ 2112612 w 18982931"/>
              <a:gd name="connsiteY652-38800" fmla="*/ 748887 h 4449429"/>
              <a:gd name="connsiteX653-38801" fmla="*/ 2076037 w 18982931"/>
              <a:gd name="connsiteY653-38802" fmla="*/ 748887 h 4449429"/>
              <a:gd name="connsiteX654-38803" fmla="*/ 2007635 w 18982931"/>
              <a:gd name="connsiteY654-38804" fmla="*/ 748887 h 4449429"/>
              <a:gd name="connsiteX655-38805" fmla="*/ 2007635 w 18982931"/>
              <a:gd name="connsiteY655-38806" fmla="*/ 886047 h 4449429"/>
              <a:gd name="connsiteX656-38807" fmla="*/ 2044211 w 18982931"/>
              <a:gd name="connsiteY656-38808" fmla="*/ 886047 h 4449429"/>
              <a:gd name="connsiteX657-38809" fmla="*/ 2044211 w 18982931"/>
              <a:gd name="connsiteY657-38810" fmla="*/ 748887 h 4449429"/>
              <a:gd name="connsiteX658-38811" fmla="*/ 2007635 w 18982931"/>
              <a:gd name="connsiteY658-38812" fmla="*/ 748887 h 4449429"/>
              <a:gd name="connsiteX659-38813" fmla="*/ 17088019 w 18982931"/>
              <a:gd name="connsiteY659-38814" fmla="*/ 737716 h 4449429"/>
              <a:gd name="connsiteX660-38815" fmla="*/ 17088019 w 18982931"/>
              <a:gd name="connsiteY660-38816" fmla="*/ 825107 h 4449429"/>
              <a:gd name="connsiteX661-38817" fmla="*/ 17124595 w 18982931"/>
              <a:gd name="connsiteY661-38818" fmla="*/ 825107 h 4449429"/>
              <a:gd name="connsiteX662-38819" fmla="*/ 17124595 w 18982931"/>
              <a:gd name="connsiteY662-38820" fmla="*/ 737716 h 4449429"/>
              <a:gd name="connsiteX663-38821" fmla="*/ 17088019 w 18982931"/>
              <a:gd name="connsiteY663-38822" fmla="*/ 737716 h 4449429"/>
              <a:gd name="connsiteX664-38823" fmla="*/ 17021803 w 18982931"/>
              <a:gd name="connsiteY664-38824" fmla="*/ 737716 h 4449429"/>
              <a:gd name="connsiteX665-38825" fmla="*/ 17021803 w 18982931"/>
              <a:gd name="connsiteY665-38826" fmla="*/ 825107 h 4449429"/>
              <a:gd name="connsiteX666-38827" fmla="*/ 17058379 w 18982931"/>
              <a:gd name="connsiteY666-38828" fmla="*/ 825107 h 4449429"/>
              <a:gd name="connsiteX667-38829" fmla="*/ 17058379 w 18982931"/>
              <a:gd name="connsiteY667-38830" fmla="*/ 737716 h 4449429"/>
              <a:gd name="connsiteX668-38831" fmla="*/ 17021803 w 18982931"/>
              <a:gd name="connsiteY668-38832" fmla="*/ 737716 h 4449429"/>
              <a:gd name="connsiteX669-38833" fmla="*/ 16955591 w 18982931"/>
              <a:gd name="connsiteY669-38834" fmla="*/ 737716 h 4449429"/>
              <a:gd name="connsiteX670-38835" fmla="*/ 16955591 w 18982931"/>
              <a:gd name="connsiteY670-38836" fmla="*/ 825107 h 4449429"/>
              <a:gd name="connsiteX671-38837" fmla="*/ 16992167 w 18982931"/>
              <a:gd name="connsiteY671-38838" fmla="*/ 825107 h 4449429"/>
              <a:gd name="connsiteX672-38839" fmla="*/ 16992167 w 18982931"/>
              <a:gd name="connsiteY672-38840" fmla="*/ 737716 h 4449429"/>
              <a:gd name="connsiteX673-38841" fmla="*/ 16955591 w 18982931"/>
              <a:gd name="connsiteY673-38842" fmla="*/ 737716 h 4449429"/>
              <a:gd name="connsiteX674-38843" fmla="*/ 16889375 w 18982931"/>
              <a:gd name="connsiteY674-38844" fmla="*/ 737716 h 4449429"/>
              <a:gd name="connsiteX675-38845" fmla="*/ 16889375 w 18982931"/>
              <a:gd name="connsiteY675-38846" fmla="*/ 825107 h 4449429"/>
              <a:gd name="connsiteX676-38847" fmla="*/ 16925951 w 18982931"/>
              <a:gd name="connsiteY676-38848" fmla="*/ 825107 h 4449429"/>
              <a:gd name="connsiteX677-38849" fmla="*/ 16925951 w 18982931"/>
              <a:gd name="connsiteY677-38850" fmla="*/ 737716 h 4449429"/>
              <a:gd name="connsiteX678-38851" fmla="*/ 16889375 w 18982931"/>
              <a:gd name="connsiteY678-38852" fmla="*/ 737716 h 4449429"/>
              <a:gd name="connsiteX679-38853" fmla="*/ 16823163 w 18982931"/>
              <a:gd name="connsiteY679-38854" fmla="*/ 737716 h 4449429"/>
              <a:gd name="connsiteX680-38855" fmla="*/ 16823163 w 18982931"/>
              <a:gd name="connsiteY680-38856" fmla="*/ 825107 h 4449429"/>
              <a:gd name="connsiteX681-38857" fmla="*/ 16859739 w 18982931"/>
              <a:gd name="connsiteY681-38858" fmla="*/ 825107 h 4449429"/>
              <a:gd name="connsiteX682-38859" fmla="*/ 16859739 w 18982931"/>
              <a:gd name="connsiteY682-38860" fmla="*/ 737716 h 4449429"/>
              <a:gd name="connsiteX683-38861" fmla="*/ 16823163 w 18982931"/>
              <a:gd name="connsiteY683-38862" fmla="*/ 737716 h 4449429"/>
              <a:gd name="connsiteX684-38863" fmla="*/ 16756948 w 18982931"/>
              <a:gd name="connsiteY684-38864" fmla="*/ 737716 h 4449429"/>
              <a:gd name="connsiteX685-38865" fmla="*/ 16756948 w 18982931"/>
              <a:gd name="connsiteY685-38866" fmla="*/ 825107 h 4449429"/>
              <a:gd name="connsiteX686-38867" fmla="*/ 16793523 w 18982931"/>
              <a:gd name="connsiteY686-38868" fmla="*/ 825107 h 4449429"/>
              <a:gd name="connsiteX687-38869" fmla="*/ 16793523 w 18982931"/>
              <a:gd name="connsiteY687-38870" fmla="*/ 737716 h 4449429"/>
              <a:gd name="connsiteX688-38871" fmla="*/ 16756948 w 18982931"/>
              <a:gd name="connsiteY688-38872" fmla="*/ 737716 h 4449429"/>
              <a:gd name="connsiteX689-38873" fmla="*/ 13739104 w 18982931"/>
              <a:gd name="connsiteY689-38874" fmla="*/ 0 h 4449429"/>
              <a:gd name="connsiteX690-38875" fmla="*/ 13842002 w 18982931"/>
              <a:gd name="connsiteY690-38876" fmla="*/ 0 h 4449429"/>
              <a:gd name="connsiteX691-38877" fmla="*/ 13883163 w 18982931"/>
              <a:gd name="connsiteY691-38878" fmla="*/ 428067 h 4449429"/>
              <a:gd name="connsiteX692-38879" fmla="*/ 13883163 w 18982931"/>
              <a:gd name="connsiteY692-38880" fmla="*/ 456882 h 4449429"/>
              <a:gd name="connsiteX693-38881" fmla="*/ 13907863 w 18982931"/>
              <a:gd name="connsiteY693-38882" fmla="*/ 954919 h 4449429"/>
              <a:gd name="connsiteX694-38883" fmla="*/ 13911978 w 18982931"/>
              <a:gd name="connsiteY694-38884" fmla="*/ 1679340 h 4449429"/>
              <a:gd name="connsiteX695-38885" fmla="*/ 13916091 w 18982931"/>
              <a:gd name="connsiteY695-38886" fmla="*/ 2058015 h 4449429"/>
              <a:gd name="connsiteX696-38887" fmla="*/ 13936673 w 18982931"/>
              <a:gd name="connsiteY696-38888" fmla="*/ 2086829 h 4449429"/>
              <a:gd name="connsiteX697-38889" fmla="*/ 13953138 w 18982931"/>
              <a:gd name="connsiteY697-38890" fmla="*/ 2058015 h 4449429"/>
              <a:gd name="connsiteX698-38891" fmla="*/ 13953138 w 18982931"/>
              <a:gd name="connsiteY698-38892" fmla="*/ 1955115 h 4449429"/>
              <a:gd name="connsiteX699-38893" fmla="*/ 13965483 w 18982931"/>
              <a:gd name="connsiteY699-38894" fmla="*/ 1922188 h 4449429"/>
              <a:gd name="connsiteX700-38895" fmla="*/ 13986066 w 18982931"/>
              <a:gd name="connsiteY700-38896" fmla="*/ 1876909 h 4449429"/>
              <a:gd name="connsiteX701-38897" fmla="*/ 13986066 w 18982931"/>
              <a:gd name="connsiteY701-38898" fmla="*/ 1625834 h 4449429"/>
              <a:gd name="connsiteX702-38899" fmla="*/ 14051922 w 18982931"/>
              <a:gd name="connsiteY702-38900" fmla="*/ 1617602 h 4449429"/>
              <a:gd name="connsiteX703-38901" fmla="*/ 14047992 w 18982931"/>
              <a:gd name="connsiteY703-38902" fmla="*/ 1005560 h 4449429"/>
              <a:gd name="connsiteX704-38903" fmla="*/ 14082534 w 18982931"/>
              <a:gd name="connsiteY704-38904" fmla="*/ 1005560 h 4449429"/>
              <a:gd name="connsiteX705-38905" fmla="*/ 14082534 w 18982931"/>
              <a:gd name="connsiteY705-38906" fmla="*/ 868400 h 4449429"/>
              <a:gd name="connsiteX706-38907" fmla="*/ 14047111 w 18982931"/>
              <a:gd name="connsiteY706-38908" fmla="*/ 868400 h 4449429"/>
              <a:gd name="connsiteX707-38909" fmla="*/ 14046442 w 18982931"/>
              <a:gd name="connsiteY707-38910" fmla="*/ 764191 h 4449429"/>
              <a:gd name="connsiteX708-38911" fmla="*/ 14187749 w 18982931"/>
              <a:gd name="connsiteY708-38912" fmla="*/ 436300 h 4449429"/>
              <a:gd name="connsiteX709-38913" fmla="*/ 14212445 w 18982931"/>
              <a:gd name="connsiteY709-38914" fmla="*/ 411603 h 4449429"/>
              <a:gd name="connsiteX710-38915" fmla="*/ 14410015 w 18982931"/>
              <a:gd name="connsiteY710-38916" fmla="*/ 444532 h 4449429"/>
              <a:gd name="connsiteX711-38917" fmla="*/ 14442947 w 18982931"/>
              <a:gd name="connsiteY711-38918" fmla="*/ 275776 h 4449429"/>
              <a:gd name="connsiteX712-38919" fmla="*/ 14479990 w 18982931"/>
              <a:gd name="connsiteY712-38920" fmla="*/ 246961 h 4449429"/>
              <a:gd name="connsiteX713-38921" fmla="*/ 14517032 w 18982931"/>
              <a:gd name="connsiteY713-38922" fmla="*/ 271658 h 4449429"/>
              <a:gd name="connsiteX714-38923" fmla="*/ 14574655 w 18982931"/>
              <a:gd name="connsiteY714-38924" fmla="*/ 522739 h 4449429"/>
              <a:gd name="connsiteX715-38925" fmla="*/ 14603469 w 18982931"/>
              <a:gd name="connsiteY715-38926" fmla="*/ 1123678 h 4449429"/>
              <a:gd name="connsiteX716-38927" fmla="*/ 14603469 w 18982931"/>
              <a:gd name="connsiteY716-38928" fmla="*/ 1617602 h 4449429"/>
              <a:gd name="connsiteX717-38929" fmla="*/ 14595237 w 18982931"/>
              <a:gd name="connsiteY717-38930" fmla="*/ 1683457 h 4449429"/>
              <a:gd name="connsiteX718-38931" fmla="*/ 14607589 w 18982931"/>
              <a:gd name="connsiteY718-38932" fmla="*/ 1753429 h 4449429"/>
              <a:gd name="connsiteX719-38933" fmla="*/ 14656976 w 18982931"/>
              <a:gd name="connsiteY719-38934" fmla="*/ 1753429 h 4449429"/>
              <a:gd name="connsiteX720-38935" fmla="*/ 14706369 w 18982931"/>
              <a:gd name="connsiteY720-38936" fmla="*/ 1568210 h 4449429"/>
              <a:gd name="connsiteX721-38937" fmla="*/ 14722833 w 18982931"/>
              <a:gd name="connsiteY721-38938" fmla="*/ 1568210 h 4449429"/>
              <a:gd name="connsiteX722-38939" fmla="*/ 14768111 w 18982931"/>
              <a:gd name="connsiteY722-38940" fmla="*/ 1753429 h 4449429"/>
              <a:gd name="connsiteX723-38941" fmla="*/ 14875128 w 18982931"/>
              <a:gd name="connsiteY723-38942" fmla="*/ 1753429 h 4449429"/>
              <a:gd name="connsiteX724-38943" fmla="*/ 14883360 w 18982931"/>
              <a:gd name="connsiteY724-38944" fmla="*/ 1827516 h 4449429"/>
              <a:gd name="connsiteX725-38945" fmla="*/ 14940984 w 18982931"/>
              <a:gd name="connsiteY725-38946" fmla="*/ 1827516 h 4449429"/>
              <a:gd name="connsiteX726-38947" fmla="*/ 15019191 w 18982931"/>
              <a:gd name="connsiteY726-38948" fmla="*/ 1625834 h 4449429"/>
              <a:gd name="connsiteX727-38949" fmla="*/ 15043883 w 18982931"/>
              <a:gd name="connsiteY727-38950" fmla="*/ 1090750 h 4449429"/>
              <a:gd name="connsiteX728-38951" fmla="*/ 15134436 w 18982931"/>
              <a:gd name="connsiteY728-38952" fmla="*/ 1000197 h 4449429"/>
              <a:gd name="connsiteX729-38953" fmla="*/ 15212643 w 18982931"/>
              <a:gd name="connsiteY729-38954" fmla="*/ 1078400 h 4449429"/>
              <a:gd name="connsiteX730-38955" fmla="*/ 15212643 w 18982931"/>
              <a:gd name="connsiteY730-38956" fmla="*/ 1152488 h 4449429"/>
              <a:gd name="connsiteX731-38957" fmla="*/ 15224993 w 18982931"/>
              <a:gd name="connsiteY731-38958" fmla="*/ 1119560 h 4449429"/>
              <a:gd name="connsiteX732-38959" fmla="*/ 15237338 w 18982931"/>
              <a:gd name="connsiteY732-38960" fmla="*/ 563899 h 4449429"/>
              <a:gd name="connsiteX733-38961" fmla="*/ 15290845 w 18982931"/>
              <a:gd name="connsiteY733-38962" fmla="*/ 382793 h 4449429"/>
              <a:gd name="connsiteX734-38963" fmla="*/ 15323772 w 18982931"/>
              <a:gd name="connsiteY734-38964" fmla="*/ 300473 h 4449429"/>
              <a:gd name="connsiteX735-38965" fmla="*/ 15364932 w 18982931"/>
              <a:gd name="connsiteY735-38966" fmla="*/ 259313 h 4449429"/>
              <a:gd name="connsiteX736-38967" fmla="*/ 15389634 w 18982931"/>
              <a:gd name="connsiteY736-38968" fmla="*/ 296354 h 4449429"/>
              <a:gd name="connsiteX737-38969" fmla="*/ 15401979 w 18982931"/>
              <a:gd name="connsiteY737-38970" fmla="*/ 411603 h 4449429"/>
              <a:gd name="connsiteX738-38971" fmla="*/ 15451371 w 18982931"/>
              <a:gd name="connsiteY738-38972" fmla="*/ 703843 h 4449429"/>
              <a:gd name="connsiteX739-38973" fmla="*/ 15455486 w 18982931"/>
              <a:gd name="connsiteY739-38974" fmla="*/ 1173070 h 4449429"/>
              <a:gd name="connsiteX740-38975" fmla="*/ 15455486 w 18982931"/>
              <a:gd name="connsiteY740-38976" fmla="*/ 1238927 h 4449429"/>
              <a:gd name="connsiteX741-38977" fmla="*/ 15727143 w 18982931"/>
              <a:gd name="connsiteY741-38978" fmla="*/ 1238927 h 4449429"/>
              <a:gd name="connsiteX742-38979" fmla="*/ 15727143 w 18982931"/>
              <a:gd name="connsiteY742-38980" fmla="*/ 1465306 h 4449429"/>
              <a:gd name="connsiteX743-38981" fmla="*/ 15772422 w 18982931"/>
              <a:gd name="connsiteY743-38982" fmla="*/ 1469425 h 4449429"/>
              <a:gd name="connsiteX744-38983" fmla="*/ 15850624 w 18982931"/>
              <a:gd name="connsiteY744-38984" fmla="*/ 1551745 h 4449429"/>
              <a:gd name="connsiteX745-38985" fmla="*/ 15850624 w 18982931"/>
              <a:gd name="connsiteY745-38986" fmla="*/ 2224712 h 4449429"/>
              <a:gd name="connsiteX746-38987" fmla="*/ 15923336 w 18982931"/>
              <a:gd name="connsiteY746-38988" fmla="*/ 2224712 h 4449429"/>
              <a:gd name="connsiteX747-38989" fmla="*/ 15924718 w 18982931"/>
              <a:gd name="connsiteY747-38990" fmla="*/ 2177381 h 4449429"/>
              <a:gd name="connsiteX748-38991" fmla="*/ 15982338 w 18982931"/>
              <a:gd name="connsiteY748-38992" fmla="*/ 2103294 h 4449429"/>
              <a:gd name="connsiteX749-38993" fmla="*/ 15986455 w 18982931"/>
              <a:gd name="connsiteY749-38994" fmla="*/ 2045669 h 4449429"/>
              <a:gd name="connsiteX750-38995" fmla="*/ 16002920 w 18982931"/>
              <a:gd name="connsiteY750-38996" fmla="*/ 2033319 h 4449429"/>
              <a:gd name="connsiteX751-38997" fmla="*/ 16015265 w 18982931"/>
              <a:gd name="connsiteY751-38998" fmla="*/ 2041550 h 4449429"/>
              <a:gd name="connsiteX752-38999" fmla="*/ 16056425 w 18982931"/>
              <a:gd name="connsiteY752-39000" fmla="*/ 2210310 h 4449429"/>
              <a:gd name="connsiteX753-39001" fmla="*/ 16056425 w 18982931"/>
              <a:gd name="connsiteY753-39002" fmla="*/ 2276166 h 4449429"/>
              <a:gd name="connsiteX754-39003" fmla="*/ 16077008 w 18982931"/>
              <a:gd name="connsiteY754-39004" fmla="*/ 2276166 h 4449429"/>
              <a:gd name="connsiteX755-39005" fmla="*/ 16097587 w 18982931"/>
              <a:gd name="connsiteY755-39006" fmla="*/ 1938652 h 4449429"/>
              <a:gd name="connsiteX756-39007" fmla="*/ 16122282 w 18982931"/>
              <a:gd name="connsiteY756-39008" fmla="*/ 1934533 h 4449429"/>
              <a:gd name="connsiteX757-39009" fmla="*/ 16155210 w 18982931"/>
              <a:gd name="connsiteY757-39010" fmla="*/ 1938652 h 4449429"/>
              <a:gd name="connsiteX758-39011" fmla="*/ 16155210 w 18982931"/>
              <a:gd name="connsiteY758-39012" fmla="*/ 2272048 h 4449429"/>
              <a:gd name="connsiteX759-39013" fmla="*/ 16175792 w 18982931"/>
              <a:gd name="connsiteY759-39014" fmla="*/ 2276166 h 4449429"/>
              <a:gd name="connsiteX760-39015" fmla="*/ 16192257 w 18982931"/>
              <a:gd name="connsiteY760-39016" fmla="*/ 2243238 h 4449429"/>
              <a:gd name="connsiteX761-39017" fmla="*/ 16192257 w 18982931"/>
              <a:gd name="connsiteY761-39018" fmla="*/ 1992158 h 4449429"/>
              <a:gd name="connsiteX762-39019" fmla="*/ 16192257 w 18982931"/>
              <a:gd name="connsiteY762-39020" fmla="*/ 1774011 h 4449429"/>
              <a:gd name="connsiteX763-39021" fmla="*/ 16488610 w 18982931"/>
              <a:gd name="connsiteY763-39022" fmla="*/ 1774011 h 4449429"/>
              <a:gd name="connsiteX764-39023" fmla="*/ 16538004 w 18982931"/>
              <a:gd name="connsiteY764-39024" fmla="*/ 1823403 h 4449429"/>
              <a:gd name="connsiteX765-39025" fmla="*/ 16538004 w 18982931"/>
              <a:gd name="connsiteY765-39026" fmla="*/ 2029205 h 4449429"/>
              <a:gd name="connsiteX766-39027" fmla="*/ 16550349 w 18982931"/>
              <a:gd name="connsiteY766-39028" fmla="*/ 2033319 h 4449429"/>
              <a:gd name="connsiteX767-39029" fmla="*/ 16566812 w 18982931"/>
              <a:gd name="connsiteY767-39030" fmla="*/ 1992158 h 4449429"/>
              <a:gd name="connsiteX768-39031" fmla="*/ 16570932 w 18982931"/>
              <a:gd name="connsiteY768-39032" fmla="*/ 1695804 h 4449429"/>
              <a:gd name="connsiteX769-39033" fmla="*/ 16566812 w 18982931"/>
              <a:gd name="connsiteY769-39034" fmla="*/ 773813 h 4449429"/>
              <a:gd name="connsiteX770-39035" fmla="*/ 16636788 w 18982931"/>
              <a:gd name="connsiteY770-39036" fmla="*/ 646219 h 4449429"/>
              <a:gd name="connsiteX771-39037" fmla="*/ 16723226 w 18982931"/>
              <a:gd name="connsiteY771-39038" fmla="*/ 514506 h 4449429"/>
              <a:gd name="connsiteX772-39039" fmla="*/ 16743805 w 18982931"/>
              <a:gd name="connsiteY772-39040" fmla="*/ 481577 h 4449429"/>
              <a:gd name="connsiteX773-39041" fmla="*/ 16817899 w 18982931"/>
              <a:gd name="connsiteY773-39042" fmla="*/ 329283 h 4449429"/>
              <a:gd name="connsiteX774-39043" fmla="*/ 16842595 w 18982931"/>
              <a:gd name="connsiteY774-39044" fmla="*/ 275776 h 4449429"/>
              <a:gd name="connsiteX775-39045" fmla="*/ 16859059 w 18982931"/>
              <a:gd name="connsiteY775-39046" fmla="*/ 279891 h 4449429"/>
              <a:gd name="connsiteX776-39047" fmla="*/ 16859059 w 18982931"/>
              <a:gd name="connsiteY776-39048" fmla="*/ 337515 h 4449429"/>
              <a:gd name="connsiteX777-39049" fmla="*/ 16867291 w 18982931"/>
              <a:gd name="connsiteY777-39050" fmla="*/ 382793 h 4449429"/>
              <a:gd name="connsiteX778-39051" fmla="*/ 16966075 w 18982931"/>
              <a:gd name="connsiteY778-39052" fmla="*/ 436300 h 4449429"/>
              <a:gd name="connsiteX779-39053" fmla="*/ 17031935 w 18982931"/>
              <a:gd name="connsiteY779-39054" fmla="*/ 526852 h 4449429"/>
              <a:gd name="connsiteX780-39055" fmla="*/ 17031935 w 18982931"/>
              <a:gd name="connsiteY780-39056" fmla="*/ 596826 h 4449429"/>
              <a:gd name="connsiteX781-39057" fmla="*/ 17060743 w 18982931"/>
              <a:gd name="connsiteY781-39058" fmla="*/ 600941 h 4449429"/>
              <a:gd name="connsiteX782-39059" fmla="*/ 17147183 w 18982931"/>
              <a:gd name="connsiteY782-39060" fmla="*/ 691493 h 4449429"/>
              <a:gd name="connsiteX783-39061" fmla="*/ 17147219 w 18982931"/>
              <a:gd name="connsiteY783-39062" fmla="*/ 704240 h 4449429"/>
              <a:gd name="connsiteX784-39063" fmla="*/ 17148515 w 18982931"/>
              <a:gd name="connsiteY784-39064" fmla="*/ 704240 h 4449429"/>
              <a:gd name="connsiteX785-39065" fmla="*/ 17148515 w 18982931"/>
              <a:gd name="connsiteY785-39066" fmla="*/ 880086 h 4449429"/>
              <a:gd name="connsiteX786-39067" fmla="*/ 17147731 w 18982931"/>
              <a:gd name="connsiteY786-39068" fmla="*/ 880086 h 4449429"/>
              <a:gd name="connsiteX787-39069" fmla="*/ 17151295 w 18982931"/>
              <a:gd name="connsiteY787-39070" fmla="*/ 2103294 h 4449429"/>
              <a:gd name="connsiteX788-39071" fmla="*/ 17151295 w 18982931"/>
              <a:gd name="connsiteY788-39072" fmla="*/ 2152686 h 4449429"/>
              <a:gd name="connsiteX789-39073" fmla="*/ 17225383 w 18982931"/>
              <a:gd name="connsiteY789-39074" fmla="*/ 2152686 h 4449429"/>
              <a:gd name="connsiteX790-39075" fmla="*/ 17225383 w 18982931"/>
              <a:gd name="connsiteY790-39076" fmla="*/ 1811053 h 4449429"/>
              <a:gd name="connsiteX791-39077" fmla="*/ 17307703 w 18982931"/>
              <a:gd name="connsiteY791-39078" fmla="*/ 1757546 h 4449429"/>
              <a:gd name="connsiteX792-39079" fmla="*/ 17307703 w 18982931"/>
              <a:gd name="connsiteY792-39080" fmla="*/ 1889260 h 4449429"/>
              <a:gd name="connsiteX793-39081" fmla="*/ 17336519 w 18982931"/>
              <a:gd name="connsiteY793-39082" fmla="*/ 1926302 h 4449429"/>
              <a:gd name="connsiteX794-39083" fmla="*/ 17381799 w 18982931"/>
              <a:gd name="connsiteY794-39084" fmla="*/ 1975695 h 4449429"/>
              <a:gd name="connsiteX795-39085" fmla="*/ 17381799 w 18982931"/>
              <a:gd name="connsiteY795-39086" fmla="*/ 2165031 h 4449429"/>
              <a:gd name="connsiteX796-39087" fmla="*/ 17562899 w 18982931"/>
              <a:gd name="connsiteY796-39088" fmla="*/ 2165031 h 4449429"/>
              <a:gd name="connsiteX797-39089" fmla="*/ 17562899 w 18982931"/>
              <a:gd name="connsiteY797-39090" fmla="*/ 2329673 h 4449429"/>
              <a:gd name="connsiteX798-39091" fmla="*/ 17575251 w 18982931"/>
              <a:gd name="connsiteY798-39092" fmla="*/ 2329673 h 4449429"/>
              <a:gd name="connsiteX799-39093" fmla="*/ 17575251 w 18982931"/>
              <a:gd name="connsiteY799-39094" fmla="*/ 2127989 h 4449429"/>
              <a:gd name="connsiteX800-39095" fmla="*/ 17591711 w 18982931"/>
              <a:gd name="connsiteY800-39096" fmla="*/ 1609370 h 4449429"/>
              <a:gd name="connsiteX801-39097" fmla="*/ 17604059 w 18982931"/>
              <a:gd name="connsiteY801-39098" fmla="*/ 1584673 h 4449429"/>
              <a:gd name="connsiteX802-39099" fmla="*/ 17711083 w 18982931"/>
              <a:gd name="connsiteY802-39100" fmla="*/ 1580555 h 4449429"/>
              <a:gd name="connsiteX803-39101" fmla="*/ 17735775 w 18982931"/>
              <a:gd name="connsiteY803-39102" fmla="*/ 1609370 h 4449429"/>
              <a:gd name="connsiteX804-39103" fmla="*/ 17772819 w 18982931"/>
              <a:gd name="connsiteY804-39104" fmla="*/ 1613483 h 4449429"/>
              <a:gd name="connsiteX805-39105" fmla="*/ 17768699 w 18982931"/>
              <a:gd name="connsiteY805-39106" fmla="*/ 1559977 h 4449429"/>
              <a:gd name="connsiteX806-39107" fmla="*/ 17772819 w 18982931"/>
              <a:gd name="connsiteY806-39108" fmla="*/ 1531163 h 4449429"/>
              <a:gd name="connsiteX807-39109" fmla="*/ 17797515 w 18982931"/>
              <a:gd name="connsiteY807-39110" fmla="*/ 1469425 h 4449429"/>
              <a:gd name="connsiteX808-39111" fmla="*/ 17797515 w 18982931"/>
              <a:gd name="connsiteY808-39112" fmla="*/ 1374754 h 4449429"/>
              <a:gd name="connsiteX809-39113" fmla="*/ 17813979 w 18982931"/>
              <a:gd name="connsiteY809-39114" fmla="*/ 1374754 h 4449429"/>
              <a:gd name="connsiteX810-39115" fmla="*/ 17834559 w 18982931"/>
              <a:gd name="connsiteY810-39116" fmla="*/ 1424146 h 4449429"/>
              <a:gd name="connsiteX811-39117" fmla="*/ 17912763 w 18982931"/>
              <a:gd name="connsiteY811-39118" fmla="*/ 1378872 h 4449429"/>
              <a:gd name="connsiteX812-39119" fmla="*/ 18069171 w 18982931"/>
              <a:gd name="connsiteY812-39120" fmla="*/ 1415914 h 4449429"/>
              <a:gd name="connsiteX813-39121" fmla="*/ 18069171 w 18982931"/>
              <a:gd name="connsiteY813-39122" fmla="*/ 1576442 h 4449429"/>
              <a:gd name="connsiteX814-39123" fmla="*/ 18237927 w 18982931"/>
              <a:gd name="connsiteY814-39124" fmla="*/ 1576442 h 4449429"/>
              <a:gd name="connsiteX815-39125" fmla="*/ 18237927 w 18982931"/>
              <a:gd name="connsiteY815-39126" fmla="*/ 1642297 h 4449429"/>
              <a:gd name="connsiteX816-39127" fmla="*/ 18270859 w 18982931"/>
              <a:gd name="connsiteY816-39128" fmla="*/ 1691690 h 4449429"/>
              <a:gd name="connsiteX817-39129" fmla="*/ 18270859 w 18982931"/>
              <a:gd name="connsiteY817-39130" fmla="*/ 1704036 h 4449429"/>
              <a:gd name="connsiteX818-39131" fmla="*/ 18274975 w 18982931"/>
              <a:gd name="connsiteY818-39132" fmla="*/ 1926302 h 4449429"/>
              <a:gd name="connsiteX819-39133" fmla="*/ 18279087 w 18982931"/>
              <a:gd name="connsiteY819-39134" fmla="*/ 1938652 h 4449429"/>
              <a:gd name="connsiteX820-39135" fmla="*/ 18320247 w 18982931"/>
              <a:gd name="connsiteY820-39136" fmla="*/ 1934533 h 4449429"/>
              <a:gd name="connsiteX821-39137" fmla="*/ 18320247 w 18982931"/>
              <a:gd name="connsiteY821-39138" fmla="*/ 1144256 h 4449429"/>
              <a:gd name="connsiteX822-39139" fmla="*/ 18303783 w 18982931"/>
              <a:gd name="connsiteY822-39140" fmla="*/ 1111328 h 4449429"/>
              <a:gd name="connsiteX823-39141" fmla="*/ 18287323 w 18982931"/>
              <a:gd name="connsiteY823-39142" fmla="*/ 1024893 h 4449429"/>
              <a:gd name="connsiteX824-39143" fmla="*/ 18336711 w 18982931"/>
              <a:gd name="connsiteY824-39144" fmla="*/ 1000197 h 4449429"/>
              <a:gd name="connsiteX825-39145" fmla="*/ 18361407 w 18982931"/>
              <a:gd name="connsiteY825-39146" fmla="*/ 996079 h 4449429"/>
              <a:gd name="connsiteX826-39147" fmla="*/ 18373759 w 18982931"/>
              <a:gd name="connsiteY826-39148" fmla="*/ 946687 h 4449429"/>
              <a:gd name="connsiteX827-39149" fmla="*/ 18534287 w 18982931"/>
              <a:gd name="connsiteY827-39150" fmla="*/ 946687 h 4449429"/>
              <a:gd name="connsiteX828-39151" fmla="*/ 18563095 w 18982931"/>
              <a:gd name="connsiteY828-39152" fmla="*/ 798510 h 4449429"/>
              <a:gd name="connsiteX829-39153" fmla="*/ 18731851 w 18982931"/>
              <a:gd name="connsiteY829-39154" fmla="*/ 806742 h 4449429"/>
              <a:gd name="connsiteX830-39155" fmla="*/ 18773011 w 18982931"/>
              <a:gd name="connsiteY830-39156" fmla="*/ 798510 h 4449429"/>
              <a:gd name="connsiteX831-39157" fmla="*/ 18822407 w 18982931"/>
              <a:gd name="connsiteY831-39158" fmla="*/ 893180 h 4449429"/>
              <a:gd name="connsiteX832-39159" fmla="*/ 18822407 w 18982931"/>
              <a:gd name="connsiteY832-39160" fmla="*/ 963151 h 4449429"/>
              <a:gd name="connsiteX833-39161" fmla="*/ 18982931 w 18982931"/>
              <a:gd name="connsiteY833-39162" fmla="*/ 983734 h 4449429"/>
              <a:gd name="connsiteX834-39163" fmla="*/ 18982931 w 18982931"/>
              <a:gd name="connsiteY834-39164" fmla="*/ 4449429 h 4449429"/>
              <a:gd name="connsiteX835-39165" fmla="*/ 11998023 w 18982931"/>
              <a:gd name="connsiteY835-39166" fmla="*/ 4449429 h 4449429"/>
              <a:gd name="connsiteX836-39167" fmla="*/ 11995198 w 18982931"/>
              <a:gd name="connsiteY836-39168" fmla="*/ 4429646 h 4449429"/>
              <a:gd name="connsiteX837-39169" fmla="*/ 11992726 w 18982931"/>
              <a:gd name="connsiteY837-39170" fmla="*/ 4449425 h 4449429"/>
              <a:gd name="connsiteX838-39171" fmla="*/ 8153658 w 18982931"/>
              <a:gd name="connsiteY838-39172" fmla="*/ 4449425 h 4449429"/>
              <a:gd name="connsiteX839-39173" fmla="*/ 8153658 w 18982931"/>
              <a:gd name="connsiteY839-39174" fmla="*/ 4449429 h 4449429"/>
              <a:gd name="connsiteX840-39175" fmla="*/ 6861227 w 18982931"/>
              <a:gd name="connsiteY840-39176" fmla="*/ 4449429 h 4449429"/>
              <a:gd name="connsiteX841-39177" fmla="*/ 6859697 w 18982931"/>
              <a:gd name="connsiteY841-39178" fmla="*/ 4432598 h 4449429"/>
              <a:gd name="connsiteX842-39179" fmla="*/ 6858292 w 18982931"/>
              <a:gd name="connsiteY842-39180" fmla="*/ 4449425 h 4449429"/>
              <a:gd name="connsiteX843-39181" fmla="*/ 7922 w 18982931"/>
              <a:gd name="connsiteY843-39182" fmla="*/ 4440866 h 4449429"/>
              <a:gd name="connsiteX844-39183" fmla="*/ 0 w 18982931"/>
              <a:gd name="connsiteY844-39184" fmla="*/ 1181446 h 4449429"/>
              <a:gd name="connsiteX845-39185" fmla="*/ 169756 w 18982931"/>
              <a:gd name="connsiteY845-39186" fmla="*/ 979616 h 4449429"/>
              <a:gd name="connsiteX846-39187" fmla="*/ 301466 w 18982931"/>
              <a:gd name="connsiteY846-39188" fmla="*/ 971384 h 4449429"/>
              <a:gd name="connsiteX847-39189" fmla="*/ 301466 w 18982931"/>
              <a:gd name="connsiteY847-39190" fmla="*/ 909640 h 4449429"/>
              <a:gd name="connsiteX848-39191" fmla="*/ 346746 w 18982931"/>
              <a:gd name="connsiteY848-39192" fmla="*/ 810855 h 4449429"/>
              <a:gd name="connsiteX849-39193" fmla="*/ 571541 w 18982931"/>
              <a:gd name="connsiteY849-39194" fmla="*/ 799909 h 4449429"/>
              <a:gd name="connsiteX850-39195" fmla="*/ 581356 w 18982931"/>
              <a:gd name="connsiteY850-39196" fmla="*/ 963151 h 4449429"/>
              <a:gd name="connsiteX851-39197" fmla="*/ 737766 w 18982931"/>
              <a:gd name="connsiteY851-39198" fmla="*/ 963151 h 4449429"/>
              <a:gd name="connsiteX852-39199" fmla="*/ 750116 w 18982931"/>
              <a:gd name="connsiteY852-39200" fmla="*/ 1012543 h 4449429"/>
              <a:gd name="connsiteX853-39201" fmla="*/ 778926 w 18982931"/>
              <a:gd name="connsiteY853-39202" fmla="*/ 1016657 h 4449429"/>
              <a:gd name="connsiteX854-39203" fmla="*/ 820087 w 18982931"/>
              <a:gd name="connsiteY854-39204" fmla="*/ 1041353 h 4449429"/>
              <a:gd name="connsiteX855-39205" fmla="*/ 820087 w 18982931"/>
              <a:gd name="connsiteY855-39206" fmla="*/ 1119560 h 4449429"/>
              <a:gd name="connsiteX856-39207" fmla="*/ 791276 w 18982931"/>
              <a:gd name="connsiteY856-39208" fmla="*/ 1193648 h 4449429"/>
              <a:gd name="connsiteX857-39209" fmla="*/ 791276 w 18982931"/>
              <a:gd name="connsiteY857-39210" fmla="*/ 1580555 h 4449429"/>
              <a:gd name="connsiteX858-39211" fmla="*/ 791276 w 18982931"/>
              <a:gd name="connsiteY858-39212" fmla="*/ 1955112 h 4449429"/>
              <a:gd name="connsiteX859-39213" fmla="*/ 840669 w 18982931"/>
              <a:gd name="connsiteY859-39214" fmla="*/ 1950998 h 4449429"/>
              <a:gd name="connsiteX860-39215" fmla="*/ 844783 w 18982931"/>
              <a:gd name="connsiteY860-39216" fmla="*/ 1720500 h 4449429"/>
              <a:gd name="connsiteX861-39217" fmla="*/ 873596 w 18982931"/>
              <a:gd name="connsiteY861-39218" fmla="*/ 1597020 h 4449429"/>
              <a:gd name="connsiteX862-39219" fmla="*/ 906526 w 18982931"/>
              <a:gd name="connsiteY862-39220" fmla="*/ 1584670 h 4449429"/>
              <a:gd name="connsiteX863-39221" fmla="*/ 1034120 w 18982931"/>
              <a:gd name="connsiteY863-39222" fmla="*/ 1584670 h 4449429"/>
              <a:gd name="connsiteX864-39223" fmla="*/ 1034120 w 18982931"/>
              <a:gd name="connsiteY864-39224" fmla="*/ 1420028 h 4449429"/>
              <a:gd name="connsiteX865-39225" fmla="*/ 1320382 w 18982931"/>
              <a:gd name="connsiteY865-39226" fmla="*/ 1408806 h 4449429"/>
              <a:gd name="connsiteX866-39227" fmla="*/ 1318126 w 18982931"/>
              <a:gd name="connsiteY866-39228" fmla="*/ 1576437 h 4449429"/>
              <a:gd name="connsiteX867-39229" fmla="*/ 1375751 w 18982931"/>
              <a:gd name="connsiteY867-39230" fmla="*/ 1588787 h 4449429"/>
              <a:gd name="connsiteX868-39231" fmla="*/ 1486884 w 18982931"/>
              <a:gd name="connsiteY868-39232" fmla="*/ 1588787 h 4449429"/>
              <a:gd name="connsiteX869-39233" fmla="*/ 1507466 w 18982931"/>
              <a:gd name="connsiteY869-39234" fmla="*/ 2337905 h 4449429"/>
              <a:gd name="connsiteX870-39235" fmla="*/ 1523929 w 18982931"/>
              <a:gd name="connsiteY870-39236" fmla="*/ 2337905 h 4449429"/>
              <a:gd name="connsiteX871-39237" fmla="*/ 1523929 w 18982931"/>
              <a:gd name="connsiteY871-39238" fmla="*/ 2169146 h 4449429"/>
              <a:gd name="connsiteX872-39239" fmla="*/ 1692685 w 18982931"/>
              <a:gd name="connsiteY872-39240" fmla="*/ 2169146 h 4449429"/>
              <a:gd name="connsiteX873-39241" fmla="*/ 1692685 w 18982931"/>
              <a:gd name="connsiteY873-39242" fmla="*/ 2020968 h 4449429"/>
              <a:gd name="connsiteX874-39243" fmla="*/ 1766772 w 18982931"/>
              <a:gd name="connsiteY874-39244" fmla="*/ 1922183 h 4449429"/>
              <a:gd name="connsiteX875-39245" fmla="*/ 1766772 w 18982931"/>
              <a:gd name="connsiteY875-39246" fmla="*/ 1757542 h 4449429"/>
              <a:gd name="connsiteX876-39247" fmla="*/ 1849095 w 18982931"/>
              <a:gd name="connsiteY876-39248" fmla="*/ 1757542 h 4449429"/>
              <a:gd name="connsiteX877-39249" fmla="*/ 1849095 w 18982931"/>
              <a:gd name="connsiteY877-39250" fmla="*/ 2156799 h 4449429"/>
              <a:gd name="connsiteX878-39251" fmla="*/ 1919070 w 18982931"/>
              <a:gd name="connsiteY878-39252" fmla="*/ 2156799 h 4449429"/>
              <a:gd name="connsiteX879-39253" fmla="*/ 1919070 w 18982931"/>
              <a:gd name="connsiteY879-39254" fmla="*/ 1864559 h 4449429"/>
              <a:gd name="connsiteX880-39255" fmla="*/ 1919070 w 18982931"/>
              <a:gd name="connsiteY880-39256" fmla="*/ 695608 h 4449429"/>
              <a:gd name="connsiteX881-39257" fmla="*/ 2005504 w 18982931"/>
              <a:gd name="connsiteY881-39258" fmla="*/ 609173 h 4449429"/>
              <a:gd name="connsiteX882-39259" fmla="*/ 2026085 w 18982931"/>
              <a:gd name="connsiteY882-39260" fmla="*/ 605054 h 4449429"/>
              <a:gd name="connsiteX883-39261" fmla="*/ 2100174 w 18982931"/>
              <a:gd name="connsiteY883-39262" fmla="*/ 448645 h 4449429"/>
              <a:gd name="connsiteX884-39263" fmla="*/ 2137215 w 18982931"/>
              <a:gd name="connsiteY884-39264" fmla="*/ 407485 h 4449429"/>
              <a:gd name="connsiteX885-39265" fmla="*/ 2194840 w 18982931"/>
              <a:gd name="connsiteY885-39266" fmla="*/ 337515 h 4449429"/>
              <a:gd name="connsiteX886-39267" fmla="*/ 2198958 w 18982931"/>
              <a:gd name="connsiteY886-39268" fmla="*/ 292236 h 4449429"/>
              <a:gd name="connsiteX887-39269" fmla="*/ 2240121 w 18982931"/>
              <a:gd name="connsiteY887-39270" fmla="*/ 358093 h 4449429"/>
              <a:gd name="connsiteX888-39271" fmla="*/ 2273047 w 18982931"/>
              <a:gd name="connsiteY888-39272" fmla="*/ 444532 h 4449429"/>
              <a:gd name="connsiteX889-39273" fmla="*/ 2330670 w 18982931"/>
              <a:gd name="connsiteY889-39274" fmla="*/ 563894 h 4449429"/>
              <a:gd name="connsiteX890-39275" fmla="*/ 2351248 w 18982931"/>
              <a:gd name="connsiteY890-39276" fmla="*/ 613286 h 4449429"/>
              <a:gd name="connsiteX891-39277" fmla="*/ 2429455 w 18982931"/>
              <a:gd name="connsiteY891-39278" fmla="*/ 675029 h 4449429"/>
              <a:gd name="connsiteX892-39279" fmla="*/ 2470614 w 18982931"/>
              <a:gd name="connsiteY892-39280" fmla="*/ 757350 h 4449429"/>
              <a:gd name="connsiteX893-39281" fmla="*/ 2470614 w 18982931"/>
              <a:gd name="connsiteY893-39282" fmla="*/ 1086631 h 4449429"/>
              <a:gd name="connsiteX894-39283" fmla="*/ 2470614 w 18982931"/>
              <a:gd name="connsiteY894-39284" fmla="*/ 2008622 h 4449429"/>
              <a:gd name="connsiteX895-39285" fmla="*/ 2487080 w 18982931"/>
              <a:gd name="connsiteY895-39286" fmla="*/ 2053897 h 4449429"/>
              <a:gd name="connsiteX896-39287" fmla="*/ 2499426 w 18982931"/>
              <a:gd name="connsiteY896-39288" fmla="*/ 1897488 h 4449429"/>
              <a:gd name="connsiteX897-39289" fmla="*/ 2602322 w 18982931"/>
              <a:gd name="connsiteY897-39290" fmla="*/ 1798703 h 4449429"/>
              <a:gd name="connsiteX898-39291" fmla="*/ 2836935 w 18982931"/>
              <a:gd name="connsiteY898-39292" fmla="*/ 1798703 h 4449429"/>
              <a:gd name="connsiteX899-39293" fmla="*/ 2836935 w 18982931"/>
              <a:gd name="connsiteY899-39294" fmla="*/ 1860446 h 4449429"/>
              <a:gd name="connsiteX900-39295" fmla="*/ 2836935 w 18982931"/>
              <a:gd name="connsiteY900-39296" fmla="*/ 2263816 h 4449429"/>
              <a:gd name="connsiteX901-39297" fmla="*/ 2845169 w 18982931"/>
              <a:gd name="connsiteY901-39298" fmla="*/ 2304976 h 4449429"/>
              <a:gd name="connsiteX902-39299" fmla="*/ 2861629 w 18982931"/>
              <a:gd name="connsiteY902-39300" fmla="*/ 2300858 h 4449429"/>
              <a:gd name="connsiteX903-39301" fmla="*/ 2861629 w 18982931"/>
              <a:gd name="connsiteY903-39302" fmla="*/ 2247351 h 4449429"/>
              <a:gd name="connsiteX904-39303" fmla="*/ 2869861 w 18982931"/>
              <a:gd name="connsiteY904-39304" fmla="*/ 1996272 h 4449429"/>
              <a:gd name="connsiteX905-39305" fmla="*/ 2923374 w 18982931"/>
              <a:gd name="connsiteY905-39306" fmla="*/ 1967462 h 4449429"/>
              <a:gd name="connsiteX906-39307" fmla="*/ 2939836 w 18982931"/>
              <a:gd name="connsiteY906-39308" fmla="*/ 2300858 h 4449429"/>
              <a:gd name="connsiteX907-39309" fmla="*/ 2956300 w 18982931"/>
              <a:gd name="connsiteY907-39310" fmla="*/ 2300858 h 4449429"/>
              <a:gd name="connsiteX908-39311" fmla="*/ 2989230 w 18982931"/>
              <a:gd name="connsiteY908-39312" fmla="*/ 2111521 h 4449429"/>
              <a:gd name="connsiteX909-39313" fmla="*/ 3018038 w 18982931"/>
              <a:gd name="connsiteY909-39314" fmla="*/ 2058015 h 4449429"/>
              <a:gd name="connsiteX910-39315" fmla="*/ 3034502 w 18982931"/>
              <a:gd name="connsiteY910-39316" fmla="*/ 2123871 h 4449429"/>
              <a:gd name="connsiteX911-39317" fmla="*/ 3038620 w 18982931"/>
              <a:gd name="connsiteY911-39318" fmla="*/ 2132104 h 4449429"/>
              <a:gd name="connsiteX912-39319" fmla="*/ 3088018 w 18982931"/>
              <a:gd name="connsiteY912-39320" fmla="*/ 2140336 h 4449429"/>
              <a:gd name="connsiteX913-39321" fmla="*/ 3095320 w 18982931"/>
              <a:gd name="connsiteY913-39322" fmla="*/ 2275334 h 4449429"/>
              <a:gd name="connsiteX914-39323" fmla="*/ 3162101 w 18982931"/>
              <a:gd name="connsiteY914-39324" fmla="*/ 2275334 h 4449429"/>
              <a:gd name="connsiteX915-39325" fmla="*/ 3162101 w 18982931"/>
              <a:gd name="connsiteY915-39326" fmla="*/ 1580555 h 4449429"/>
              <a:gd name="connsiteX916-39327" fmla="*/ 3162101 w 18982931"/>
              <a:gd name="connsiteY916-39328" fmla="*/ 1531163 h 4449429"/>
              <a:gd name="connsiteX917-39329" fmla="*/ 3199146 w 18982931"/>
              <a:gd name="connsiteY917-39330" fmla="*/ 1498235 h 4449429"/>
              <a:gd name="connsiteX918-39331" fmla="*/ 3281469 w 18982931"/>
              <a:gd name="connsiteY918-39332" fmla="*/ 1498235 h 4449429"/>
              <a:gd name="connsiteX919-39333" fmla="*/ 3281469 w 18982931"/>
              <a:gd name="connsiteY919-39334" fmla="*/ 1325362 h 4449429"/>
              <a:gd name="connsiteX920-39335" fmla="*/ 3343207 w 18982931"/>
              <a:gd name="connsiteY920-39336" fmla="*/ 1263619 h 4449429"/>
              <a:gd name="connsiteX921-39337" fmla="*/ 3544891 w 18982931"/>
              <a:gd name="connsiteY921-39338" fmla="*/ 1263619 h 4449429"/>
              <a:gd name="connsiteX922-39339" fmla="*/ 3544891 w 18982931"/>
              <a:gd name="connsiteY922-39340" fmla="*/ 712071 h 4449429"/>
              <a:gd name="connsiteX923-39341" fmla="*/ 3561357 w 18982931"/>
              <a:gd name="connsiteY923-39342" fmla="*/ 555662 h 4449429"/>
              <a:gd name="connsiteX924-39343" fmla="*/ 3606633 w 18982931"/>
              <a:gd name="connsiteY924-39344" fmla="*/ 316933 h 4449429"/>
              <a:gd name="connsiteX925-39345" fmla="*/ 3614865 w 18982931"/>
              <a:gd name="connsiteY925-39346" fmla="*/ 279891 h 4449429"/>
              <a:gd name="connsiteX926-39347" fmla="*/ 3676603 w 18982931"/>
              <a:gd name="connsiteY926-39348" fmla="*/ 341628 h 4449429"/>
              <a:gd name="connsiteX927-39349" fmla="*/ 3684835 w 18982931"/>
              <a:gd name="connsiteY927-39350" fmla="*/ 386907 h 4449429"/>
              <a:gd name="connsiteX928-39351" fmla="*/ 3742460 w 18982931"/>
              <a:gd name="connsiteY928-39352" fmla="*/ 481574 h 4449429"/>
              <a:gd name="connsiteX929-39353" fmla="*/ 3763042 w 18982931"/>
              <a:gd name="connsiteY929-39354" fmla="*/ 703838 h 4449429"/>
              <a:gd name="connsiteX930-39355" fmla="*/ 3763042 w 18982931"/>
              <a:gd name="connsiteY930-39356" fmla="*/ 1144256 h 4449429"/>
              <a:gd name="connsiteX931-39357" fmla="*/ 3771275 w 18982931"/>
              <a:gd name="connsiteY931-39358" fmla="*/ 1181298 h 4449429"/>
              <a:gd name="connsiteX932-39359" fmla="*/ 3775390 w 18982931"/>
              <a:gd name="connsiteY932-39360" fmla="*/ 1115443 h 4449429"/>
              <a:gd name="connsiteX933-39361" fmla="*/ 3923568 w 18982931"/>
              <a:gd name="connsiteY933-39362" fmla="*/ 996079 h 4449429"/>
              <a:gd name="connsiteX934-39363" fmla="*/ 3940029 w 18982931"/>
              <a:gd name="connsiteY934-39364" fmla="*/ 1020776 h 4449429"/>
              <a:gd name="connsiteX935-39365" fmla="*/ 3960611 w 18982931"/>
              <a:gd name="connsiteY935-39366" fmla="*/ 1321244 h 4449429"/>
              <a:gd name="connsiteX936-39367" fmla="*/ 3960611 w 18982931"/>
              <a:gd name="connsiteY936-39368" fmla="*/ 1584670 h 4449429"/>
              <a:gd name="connsiteX937-39369" fmla="*/ 3977076 w 18982931"/>
              <a:gd name="connsiteY937-39370" fmla="*/ 1625830 h 4449429"/>
              <a:gd name="connsiteX938-39371" fmla="*/ 4010007 w 18982931"/>
              <a:gd name="connsiteY938-39372" fmla="*/ 1666990 h 4449429"/>
              <a:gd name="connsiteX939-39373" fmla="*/ 4055279 w 18982931"/>
              <a:gd name="connsiteY939-39374" fmla="*/ 1819286 h 4449429"/>
              <a:gd name="connsiteX940-39375" fmla="*/ 4104670 w 18982931"/>
              <a:gd name="connsiteY940-39376" fmla="*/ 1819286 h 4449429"/>
              <a:gd name="connsiteX941-39377" fmla="*/ 4108788 w 18982931"/>
              <a:gd name="connsiteY941-39378" fmla="*/ 1741079 h 4449429"/>
              <a:gd name="connsiteX942-39379" fmla="*/ 4211689 w 18982931"/>
              <a:gd name="connsiteY942-39380" fmla="*/ 1741079 h 4449429"/>
              <a:gd name="connsiteX943-39381" fmla="*/ 4252847 w 18982931"/>
              <a:gd name="connsiteY943-39382" fmla="*/ 1559973 h 4449429"/>
              <a:gd name="connsiteX944-39383" fmla="*/ 4265197 w 18982931"/>
              <a:gd name="connsiteY944-39384" fmla="*/ 1559973 h 4449429"/>
              <a:gd name="connsiteX945-39385" fmla="*/ 4277546 w 18982931"/>
              <a:gd name="connsiteY945-39386" fmla="*/ 1592900 h 4449429"/>
              <a:gd name="connsiteX946-39387" fmla="*/ 4302239 w 18982931"/>
              <a:gd name="connsiteY946-39388" fmla="*/ 1708150 h 4449429"/>
              <a:gd name="connsiteX947-39389" fmla="*/ 4368100 w 18982931"/>
              <a:gd name="connsiteY947-39390" fmla="*/ 1741079 h 4449429"/>
              <a:gd name="connsiteX948-39391" fmla="*/ 4363984 w 18982931"/>
              <a:gd name="connsiteY948-39392" fmla="*/ 1634062 h 4449429"/>
              <a:gd name="connsiteX949-39393" fmla="*/ 4372218 w 18982931"/>
              <a:gd name="connsiteY949-39394" fmla="*/ 839670 h 4449429"/>
              <a:gd name="connsiteX950-39395" fmla="*/ 4442184 w 18982931"/>
              <a:gd name="connsiteY950-39396" fmla="*/ 279891 h 4449429"/>
              <a:gd name="connsiteX951-39397" fmla="*/ 4479230 w 18982931"/>
              <a:gd name="connsiteY951-39398" fmla="*/ 234611 h 4449429"/>
              <a:gd name="connsiteX952-39399" fmla="*/ 4520394 w 18982931"/>
              <a:gd name="connsiteY952-39400" fmla="*/ 284004 h 4449429"/>
              <a:gd name="connsiteX953-39401" fmla="*/ 4549200 w 18982931"/>
              <a:gd name="connsiteY953-39402" fmla="*/ 440413 h 4449429"/>
              <a:gd name="connsiteX954-39403" fmla="*/ 4680914 w 18982931"/>
              <a:gd name="connsiteY954-39404" fmla="*/ 395140 h 4449429"/>
              <a:gd name="connsiteX955-39405" fmla="*/ 4759121 w 18982931"/>
              <a:gd name="connsiteY955-39406" fmla="*/ 460995 h 4449429"/>
              <a:gd name="connsiteX956-39407" fmla="*/ 4771466 w 18982931"/>
              <a:gd name="connsiteY956-39408" fmla="*/ 493924 h 4449429"/>
              <a:gd name="connsiteX957-39409" fmla="*/ 4888657 w 18982931"/>
              <a:gd name="connsiteY957-39410" fmla="*/ 747622 h 4449429"/>
              <a:gd name="connsiteX958-39411" fmla="*/ 4888893 w 18982931"/>
              <a:gd name="connsiteY958-39412" fmla="*/ 807315 h 4449429"/>
              <a:gd name="connsiteX959-39413" fmla="*/ 4856617 w 18982931"/>
              <a:gd name="connsiteY959-39414" fmla="*/ 807315 h 4449429"/>
              <a:gd name="connsiteX960-39415" fmla="*/ 4856617 w 18982931"/>
              <a:gd name="connsiteY960-39416" fmla="*/ 944475 h 4449429"/>
              <a:gd name="connsiteX961-39417" fmla="*/ 4888332 w 18982931"/>
              <a:gd name="connsiteY961-39418" fmla="*/ 944475 h 4449429"/>
              <a:gd name="connsiteX962-39419" fmla="*/ 4888325 w 18982931"/>
              <a:gd name="connsiteY962-39420" fmla="*/ 945600 h 4449429"/>
              <a:gd name="connsiteX963-39421" fmla="*/ 4890835 w 18982931"/>
              <a:gd name="connsiteY963-39422" fmla="*/ 1609365 h 4449429"/>
              <a:gd name="connsiteX964-39423" fmla="*/ 4952574 w 18982931"/>
              <a:gd name="connsiteY964-39424" fmla="*/ 1617597 h 4449429"/>
              <a:gd name="connsiteX965-39425" fmla="*/ 4952574 w 18982931"/>
              <a:gd name="connsiteY965-39426" fmla="*/ 1868678 h 4449429"/>
              <a:gd name="connsiteX966-39427" fmla="*/ 4956691 w 18982931"/>
              <a:gd name="connsiteY966-39428" fmla="*/ 1905720 h 4449429"/>
              <a:gd name="connsiteX967-39429" fmla="*/ 4981387 w 18982931"/>
              <a:gd name="connsiteY967-39430" fmla="*/ 1967462 h 4449429"/>
              <a:gd name="connsiteX968-39431" fmla="*/ 4981387 w 18982931"/>
              <a:gd name="connsiteY968-39432" fmla="*/ 2058015 h 4449429"/>
              <a:gd name="connsiteX969-39433" fmla="*/ 5001966 w 18982931"/>
              <a:gd name="connsiteY969-39434" fmla="*/ 2086824 h 4449429"/>
              <a:gd name="connsiteX970-39435" fmla="*/ 5018429 w 18982931"/>
              <a:gd name="connsiteY970-39436" fmla="*/ 2078592 h 4449429"/>
              <a:gd name="connsiteX971-39437" fmla="*/ 5018429 w 18982931"/>
              <a:gd name="connsiteY971-39438" fmla="*/ 1881023 h 4449429"/>
              <a:gd name="connsiteX972-39439" fmla="*/ 5018429 w 18982931"/>
              <a:gd name="connsiteY972-39440" fmla="*/ 1366522 h 4449429"/>
              <a:gd name="connsiteX973-39441" fmla="*/ 5034894 w 18982931"/>
              <a:gd name="connsiteY973-39442" fmla="*/ 864367 h 4449429"/>
              <a:gd name="connsiteX974-39443" fmla="*/ 5067821 w 18982931"/>
              <a:gd name="connsiteY974-39444" fmla="*/ 197569 h 4449429"/>
              <a:gd name="connsiteX975-39445" fmla="*/ 5080173 w 18982931"/>
              <a:gd name="connsiteY975-39446" fmla="*/ 102899 h 4449429"/>
              <a:gd name="connsiteX976-39447" fmla="*/ 5216000 w 18982931"/>
              <a:gd name="connsiteY976-39448" fmla="*/ 37042 h 4449429"/>
              <a:gd name="connsiteX977-39449" fmla="*/ 5248927 w 18982931"/>
              <a:gd name="connsiteY977-39450" fmla="*/ 69972 h 4449429"/>
              <a:gd name="connsiteX978-39451" fmla="*/ 5372409 w 18982931"/>
              <a:gd name="connsiteY978-39452" fmla="*/ 69972 h 4449429"/>
              <a:gd name="connsiteX979-39453" fmla="*/ 5434151 w 18982931"/>
              <a:gd name="connsiteY979-39454" fmla="*/ 131714 h 4449429"/>
              <a:gd name="connsiteX980-39455" fmla="*/ 5434151 w 18982931"/>
              <a:gd name="connsiteY980-39456" fmla="*/ 382788 h 4449429"/>
              <a:gd name="connsiteX981-39457" fmla="*/ 5434151 w 18982931"/>
              <a:gd name="connsiteY981-39458" fmla="*/ 683261 h 4449429"/>
              <a:gd name="connsiteX982-39459" fmla="*/ 5545282 w 18982931"/>
              <a:gd name="connsiteY982-39460" fmla="*/ 687375 h 4449429"/>
              <a:gd name="connsiteX983-39461" fmla="*/ 5545282 w 18982931"/>
              <a:gd name="connsiteY983-39462" fmla="*/ 1045471 h 4449429"/>
              <a:gd name="connsiteX984-39463" fmla="*/ 5676994 w 18982931"/>
              <a:gd name="connsiteY984-39464" fmla="*/ 1045471 h 4449429"/>
              <a:gd name="connsiteX985-39465" fmla="*/ 5685227 w 18982931"/>
              <a:gd name="connsiteY985-39466" fmla="*/ 1103096 h 4449429"/>
              <a:gd name="connsiteX986-39467" fmla="*/ 5759314 w 18982931"/>
              <a:gd name="connsiteY986-39468" fmla="*/ 1193648 h 4449429"/>
              <a:gd name="connsiteX987-39469" fmla="*/ 5759314 w 18982931"/>
              <a:gd name="connsiteY987-39470" fmla="*/ 1395331 h 4449429"/>
              <a:gd name="connsiteX988-39471" fmla="*/ 5825171 w 18982931"/>
              <a:gd name="connsiteY988-39472" fmla="*/ 1395331 h 4449429"/>
              <a:gd name="connsiteX989-39473" fmla="*/ 5903378 w 18982931"/>
              <a:gd name="connsiteY989-39474" fmla="*/ 1477653 h 4449429"/>
              <a:gd name="connsiteX990-39475" fmla="*/ 5903378 w 18982931"/>
              <a:gd name="connsiteY990-39476" fmla="*/ 1918070 h 4449429"/>
              <a:gd name="connsiteX991-39477" fmla="*/ 5936306 w 18982931"/>
              <a:gd name="connsiteY991-39478" fmla="*/ 1975695 h 4449429"/>
              <a:gd name="connsiteX992-39479" fmla="*/ 5965115 w 18982931"/>
              <a:gd name="connsiteY992-39480" fmla="*/ 1275969 h 4449429"/>
              <a:gd name="connsiteX993-39481" fmla="*/ 5969235 w 18982931"/>
              <a:gd name="connsiteY993-39482" fmla="*/ 1238922 h 4449429"/>
              <a:gd name="connsiteX994-39483" fmla="*/ 6166804 w 18982931"/>
              <a:gd name="connsiteY994-39484" fmla="*/ 1238922 h 4449429"/>
              <a:gd name="connsiteX995-39485" fmla="*/ 6216196 w 18982931"/>
              <a:gd name="connsiteY995-39486" fmla="*/ 1288315 h 4449429"/>
              <a:gd name="connsiteX996-39487" fmla="*/ 6236774 w 18982931"/>
              <a:gd name="connsiteY996-39488" fmla="*/ 1428261 h 4449429"/>
              <a:gd name="connsiteX997-39489" fmla="*/ 6273821 w 18982931"/>
              <a:gd name="connsiteY997-39490" fmla="*/ 1498235 h 4449429"/>
              <a:gd name="connsiteX998-39491" fmla="*/ 6273821 w 18982931"/>
              <a:gd name="connsiteY998-39492" fmla="*/ 2230888 h 4449429"/>
              <a:gd name="connsiteX999-39493" fmla="*/ 6277935 w 18982931"/>
              <a:gd name="connsiteY999-39494" fmla="*/ 2280280 h 4449429"/>
              <a:gd name="connsiteX1000-39495" fmla="*/ 6319095 w 18982931"/>
              <a:gd name="connsiteY1000-39496" fmla="*/ 2193841 h 4449429"/>
              <a:gd name="connsiteX1001-39497" fmla="*/ 6364373 w 18982931"/>
              <a:gd name="connsiteY1001-39498" fmla="*/ 2288513 h 4449429"/>
              <a:gd name="connsiteX1002-39499" fmla="*/ 6389068 w 18982931"/>
              <a:gd name="connsiteY1002-39500" fmla="*/ 2313208 h 4449429"/>
              <a:gd name="connsiteX1003-39501" fmla="*/ 6541355 w 18982931"/>
              <a:gd name="connsiteY1003-39502" fmla="*/ 2313208 h 4449429"/>
              <a:gd name="connsiteX1004-39503" fmla="*/ 6541355 w 18982931"/>
              <a:gd name="connsiteY1004-39504" fmla="*/ 2148567 h 4449429"/>
              <a:gd name="connsiteX1005-39505" fmla="*/ 6660723 w 18982931"/>
              <a:gd name="connsiteY1005-39506" fmla="*/ 2148567 h 4449429"/>
              <a:gd name="connsiteX1006-39507" fmla="*/ 6660723 w 18982931"/>
              <a:gd name="connsiteY1006-39508" fmla="*/ 2259698 h 4449429"/>
              <a:gd name="connsiteX1007-39509" fmla="*/ 6705999 w 18982931"/>
              <a:gd name="connsiteY1007-39510" fmla="*/ 2551938 h 4449429"/>
              <a:gd name="connsiteX1008-39511" fmla="*/ 6714228 w 18982931"/>
              <a:gd name="connsiteY1008-39512" fmla="*/ 2580748 h 4449429"/>
              <a:gd name="connsiteX1009-39513" fmla="*/ 6722461 w 18982931"/>
              <a:gd name="connsiteY1009-39514" fmla="*/ 2576634 h 4449429"/>
              <a:gd name="connsiteX1010-39515" fmla="*/ 6751278 w 18982931"/>
              <a:gd name="connsiteY1010-39516" fmla="*/ 2263816 h 4449429"/>
              <a:gd name="connsiteX1011-39517" fmla="*/ 6800669 w 18982931"/>
              <a:gd name="connsiteY1011-39518" fmla="*/ 2255583 h 4449429"/>
              <a:gd name="connsiteX1012-39519" fmla="*/ 6837709 w 18982931"/>
              <a:gd name="connsiteY1012-39520" fmla="*/ 2181496 h 4449429"/>
              <a:gd name="connsiteX1013-39521" fmla="*/ 6841831 w 18982931"/>
              <a:gd name="connsiteY1013-39522" fmla="*/ 2152681 h 4449429"/>
              <a:gd name="connsiteX1014-39523" fmla="*/ 6845941 w 18982931"/>
              <a:gd name="connsiteY1014-39524" fmla="*/ 2115639 h 4449429"/>
              <a:gd name="connsiteX1015-39525" fmla="*/ 6857139 w 18982931"/>
              <a:gd name="connsiteY1015-39526" fmla="*/ 2115639 h 4449429"/>
              <a:gd name="connsiteX1016-39527" fmla="*/ 6899298 w 18982931"/>
              <a:gd name="connsiteY1016-39528" fmla="*/ 2109470 h 4449429"/>
              <a:gd name="connsiteX1017-39529" fmla="*/ 6922965 w 18982931"/>
              <a:gd name="connsiteY1017-39530" fmla="*/ 2140339 h 4449429"/>
              <a:gd name="connsiteX1018-39531" fmla="*/ 7009406 w 18982931"/>
              <a:gd name="connsiteY1018-39532" fmla="*/ 2070365 h 4449429"/>
              <a:gd name="connsiteX1019-39533" fmla="*/ 7145231 w 18982931"/>
              <a:gd name="connsiteY1019-39534" fmla="*/ 2066247 h 4449429"/>
              <a:gd name="connsiteX1020-39535" fmla="*/ 7145231 w 18982931"/>
              <a:gd name="connsiteY1020-39536" fmla="*/ 1901605 h 4449429"/>
              <a:gd name="connsiteX1021-39537" fmla="*/ 7145231 w 18982931"/>
              <a:gd name="connsiteY1021-39538" fmla="*/ 1769896 h 4449429"/>
              <a:gd name="connsiteX1022-39539" fmla="*/ 7215204 w 18982931"/>
              <a:gd name="connsiteY1022-39540" fmla="*/ 1597024 h 4449429"/>
              <a:gd name="connsiteX1023-39541" fmla="*/ 7285174 w 18982931"/>
              <a:gd name="connsiteY1023-39542" fmla="*/ 1753433 h 4449429"/>
              <a:gd name="connsiteX1024-39543" fmla="*/ 7297524 w 18982931"/>
              <a:gd name="connsiteY1024-39544" fmla="*/ 2062134 h 4449429"/>
              <a:gd name="connsiteX1025-39545" fmla="*/ 7367494 w 18982931"/>
              <a:gd name="connsiteY1025-39546" fmla="*/ 2066247 h 4449429"/>
              <a:gd name="connsiteX1026-39547" fmla="*/ 7371610 w 18982931"/>
              <a:gd name="connsiteY1026-39548" fmla="*/ 2148567 h 4449429"/>
              <a:gd name="connsiteX1027-39549" fmla="*/ 7462167 w 18982931"/>
              <a:gd name="connsiteY1027-39550" fmla="*/ 2148567 h 4449429"/>
              <a:gd name="connsiteX1028-39551" fmla="*/ 7462167 w 18982931"/>
              <a:gd name="connsiteY1028-39552" fmla="*/ 2095061 h 4449429"/>
              <a:gd name="connsiteX1029-39553" fmla="*/ 7462167 w 18982931"/>
              <a:gd name="connsiteY1029-39554" fmla="*/ 1597024 h 4449429"/>
              <a:gd name="connsiteX1030-39555" fmla="*/ 7482743 w 18982931"/>
              <a:gd name="connsiteY1030-39556" fmla="*/ 1008430 h 4449429"/>
              <a:gd name="connsiteX1031-39557" fmla="*/ 7495096 w 18982931"/>
              <a:gd name="connsiteY1031-39558" fmla="*/ 921991 h 4449429"/>
              <a:gd name="connsiteX1032-39559" fmla="*/ 7536254 w 18982931"/>
              <a:gd name="connsiteY1032-39560" fmla="*/ 934341 h 4449429"/>
              <a:gd name="connsiteX1033-39561" fmla="*/ 7577416 w 18982931"/>
              <a:gd name="connsiteY1033-39562" fmla="*/ 563899 h 4449429"/>
              <a:gd name="connsiteX1034-39563" fmla="*/ 7589759 w 18982931"/>
              <a:gd name="connsiteY1034-39564" fmla="*/ 563899 h 4449429"/>
              <a:gd name="connsiteX1035-39565" fmla="*/ 7639153 w 18982931"/>
              <a:gd name="connsiteY1035-39566" fmla="*/ 975501 h 4449429"/>
              <a:gd name="connsiteX1036-39567" fmla="*/ 7655614 w 18982931"/>
              <a:gd name="connsiteY1036-39568" fmla="*/ 926109 h 4449429"/>
              <a:gd name="connsiteX1037-39569" fmla="*/ 7667968 w 18982931"/>
              <a:gd name="connsiteY1037-39570" fmla="*/ 926109 h 4449429"/>
              <a:gd name="connsiteX1038-39571" fmla="*/ 7676196 w 18982931"/>
              <a:gd name="connsiteY1038-39572" fmla="*/ 1037243 h 4449429"/>
              <a:gd name="connsiteX1039-39573" fmla="*/ 7676196 w 18982931"/>
              <a:gd name="connsiteY1039-39574" fmla="*/ 2049787 h 4449429"/>
              <a:gd name="connsiteX1040-39575" fmla="*/ 7705009 w 18982931"/>
              <a:gd name="connsiteY1040-39576" fmla="*/ 2267935 h 4449429"/>
              <a:gd name="connsiteX1041-39577" fmla="*/ 7750287 w 18982931"/>
              <a:gd name="connsiteY1041-39578" fmla="*/ 2469622 h 4449429"/>
              <a:gd name="connsiteX1042-39579" fmla="*/ 7849072 w 18982931"/>
              <a:gd name="connsiteY1042-39580" fmla="*/ 2469622 h 4449429"/>
              <a:gd name="connsiteX1043-39581" fmla="*/ 7849072 w 18982931"/>
              <a:gd name="connsiteY1043-39582" fmla="*/ 2284398 h 4449429"/>
              <a:gd name="connsiteX1044-39583" fmla="*/ 7919042 w 18982931"/>
              <a:gd name="connsiteY1044-39584" fmla="*/ 2284398 h 4449429"/>
              <a:gd name="connsiteX1045-39585" fmla="*/ 7919042 w 18982931"/>
              <a:gd name="connsiteY1045-39586" fmla="*/ 2473736 h 4449429"/>
              <a:gd name="connsiteX1046-39587" fmla="*/ 8108380 w 18982931"/>
              <a:gd name="connsiteY1046-39588" fmla="*/ 2473736 h 4449429"/>
              <a:gd name="connsiteX1047-39589" fmla="*/ 8142338 w 18982931"/>
              <a:gd name="connsiteY1047-39590" fmla="*/ 2481454 h 4449429"/>
              <a:gd name="connsiteX1048-39591" fmla="*/ 8144242 w 18982931"/>
              <a:gd name="connsiteY1048-39592" fmla="*/ 2485067 h 4449429"/>
              <a:gd name="connsiteX1049-39593" fmla="*/ 8144242 w 18982931"/>
              <a:gd name="connsiteY1049-39594" fmla="*/ 1280084 h 4449429"/>
              <a:gd name="connsiteX1050-39595" fmla="*/ 8189518 w 18982931"/>
              <a:gd name="connsiteY1050-39596" fmla="*/ 1115443 h 4449429"/>
              <a:gd name="connsiteX1051-39597" fmla="*/ 8230679 w 18982931"/>
              <a:gd name="connsiteY1051-39598" fmla="*/ 1090746 h 4449429"/>
              <a:gd name="connsiteX1052-39599" fmla="*/ 8477642 w 18982931"/>
              <a:gd name="connsiteY1052-39600" fmla="*/ 1090746 h 4449429"/>
              <a:gd name="connsiteX1053-39601" fmla="*/ 8518799 w 18982931"/>
              <a:gd name="connsiteY1053-39602" fmla="*/ 1111328 h 4449429"/>
              <a:gd name="connsiteX1054-39603" fmla="*/ 8568194 w 18982931"/>
              <a:gd name="connsiteY1054-39604" fmla="*/ 1288315 h 4449429"/>
              <a:gd name="connsiteX1055-39605" fmla="*/ 8572304 w 18982931"/>
              <a:gd name="connsiteY1055-39606" fmla="*/ 2152681 h 4449429"/>
              <a:gd name="connsiteX1056-39607" fmla="*/ 8572304 w 18982931"/>
              <a:gd name="connsiteY1056-39608" fmla="*/ 2222656 h 4449429"/>
              <a:gd name="connsiteX1057-39609" fmla="*/ 8827499 w 18982931"/>
              <a:gd name="connsiteY1057-39610" fmla="*/ 2222656 h 4449429"/>
              <a:gd name="connsiteX1058-39611" fmla="*/ 8827499 w 18982931"/>
              <a:gd name="connsiteY1058-39612" fmla="*/ 2053897 h 4449429"/>
              <a:gd name="connsiteX1059-39613" fmla="*/ 8827499 w 18982931"/>
              <a:gd name="connsiteY1059-39614" fmla="*/ 1996272 h 4449429"/>
              <a:gd name="connsiteX1060-39615" fmla="*/ 8926285 w 18982931"/>
              <a:gd name="connsiteY1060-39616" fmla="*/ 1876910 h 4449429"/>
              <a:gd name="connsiteX1061-39617" fmla="*/ 8926285 w 18982931"/>
              <a:gd name="connsiteY1061-39618" fmla="*/ 1757542 h 4449429"/>
              <a:gd name="connsiteX1062-39619" fmla="*/ 8926285 w 18982931"/>
              <a:gd name="connsiteY1062-39620" fmla="*/ 1527045 h 4449429"/>
              <a:gd name="connsiteX1063-39621" fmla="*/ 8950980 w 18982931"/>
              <a:gd name="connsiteY1063-39622" fmla="*/ 1432378 h 4449429"/>
              <a:gd name="connsiteX1064-39623" fmla="*/ 8950980 w 18982931"/>
              <a:gd name="connsiteY1064-39624" fmla="*/ 1424146 h 4449429"/>
              <a:gd name="connsiteX1065-39625" fmla="*/ 8983911 w 18982931"/>
              <a:gd name="connsiteY1065-39626" fmla="*/ 1107210 h 4449429"/>
              <a:gd name="connsiteX1066-39627" fmla="*/ 8992140 w 18982931"/>
              <a:gd name="connsiteY1066-39628" fmla="*/ 1049586 h 4449429"/>
              <a:gd name="connsiteX1067-39629" fmla="*/ 9012723 w 18982931"/>
              <a:gd name="connsiteY1067-39630" fmla="*/ 1049586 h 4449429"/>
              <a:gd name="connsiteX1068-39631" fmla="*/ 9049767 w 18982931"/>
              <a:gd name="connsiteY1068-39632" fmla="*/ 1325362 h 4449429"/>
              <a:gd name="connsiteX1069-39633" fmla="*/ 9115624 w 18982931"/>
              <a:gd name="connsiteY1069-39634" fmla="*/ 1329476 h 4449429"/>
              <a:gd name="connsiteX1070-39635" fmla="*/ 9165014 w 18982931"/>
              <a:gd name="connsiteY1070-39636" fmla="*/ 1436493 h 4449429"/>
              <a:gd name="connsiteX1071-39637" fmla="*/ 9181479 w 18982931"/>
              <a:gd name="connsiteY1071-39638" fmla="*/ 1494116 h 4449429"/>
              <a:gd name="connsiteX1072-39639" fmla="*/ 9181479 w 18982931"/>
              <a:gd name="connsiteY1072-39640" fmla="*/ 1823399 h 4449429"/>
              <a:gd name="connsiteX1073-39641" fmla="*/ 9181479 w 18982931"/>
              <a:gd name="connsiteY1073-39642" fmla="*/ 1881023 h 4449429"/>
              <a:gd name="connsiteX1074-39643" fmla="*/ 9280267 w 18982931"/>
              <a:gd name="connsiteY1074-39644" fmla="*/ 1881023 h 4449429"/>
              <a:gd name="connsiteX1075-39645" fmla="*/ 9280267 w 18982931"/>
              <a:gd name="connsiteY1075-39646" fmla="*/ 1815166 h 4449429"/>
              <a:gd name="connsiteX1076-39647" fmla="*/ 9280267 w 18982931"/>
              <a:gd name="connsiteY1076-39648" fmla="*/ 304587 h 4449429"/>
              <a:gd name="connsiteX1077-39649" fmla="*/ 9346122 w 18982931"/>
              <a:gd name="connsiteY1077-39650" fmla="*/ 238731 h 4449429"/>
              <a:gd name="connsiteX1078-39651" fmla="*/ 9453137 w 18982931"/>
              <a:gd name="connsiteY1078-39652" fmla="*/ 341628 h 4449429"/>
              <a:gd name="connsiteX1079-39653" fmla="*/ 9453137 w 18982931"/>
              <a:gd name="connsiteY1079-39654" fmla="*/ 1815166 h 4449429"/>
              <a:gd name="connsiteX1080-39655" fmla="*/ 9453137 w 18982931"/>
              <a:gd name="connsiteY1080-39656" fmla="*/ 1876910 h 4449429"/>
              <a:gd name="connsiteX1081-39657" fmla="*/ 9551919 w 18982931"/>
              <a:gd name="connsiteY1081-39658" fmla="*/ 1876910 h 4449429"/>
              <a:gd name="connsiteX1082-39659" fmla="*/ 9551919 w 18982931"/>
              <a:gd name="connsiteY1082-39660" fmla="*/ 1724614 h 4449429"/>
              <a:gd name="connsiteX1083-39661" fmla="*/ 9551919 w 18982931"/>
              <a:gd name="connsiteY1083-39662" fmla="*/ 1481771 h 4449429"/>
              <a:gd name="connsiteX1084-39663" fmla="*/ 9597198 w 18982931"/>
              <a:gd name="connsiteY1084-39664" fmla="*/ 1374754 h 4449429"/>
              <a:gd name="connsiteX1085-39665" fmla="*/ 9613662 w 18982931"/>
              <a:gd name="connsiteY1085-39666" fmla="*/ 1325362 h 4449429"/>
              <a:gd name="connsiteX1086-39667" fmla="*/ 9683632 w 18982931"/>
              <a:gd name="connsiteY1086-39668" fmla="*/ 1325362 h 4449429"/>
              <a:gd name="connsiteX1087-39669" fmla="*/ 9683632 w 18982931"/>
              <a:gd name="connsiteY1087-39670" fmla="*/ 1522931 h 4449429"/>
              <a:gd name="connsiteX1088-39671" fmla="*/ 9819464 w 18982931"/>
              <a:gd name="connsiteY1088-39672" fmla="*/ 1522931 h 4449429"/>
              <a:gd name="connsiteX1089-39673" fmla="*/ 9819464 w 18982931"/>
              <a:gd name="connsiteY1089-39674" fmla="*/ 1720501 h 4449429"/>
              <a:gd name="connsiteX1090-39675" fmla="*/ 9819464 w 18982931"/>
              <a:gd name="connsiteY1090-39676" fmla="*/ 1835749 h 4449429"/>
              <a:gd name="connsiteX1091-39677" fmla="*/ 9868856 w 18982931"/>
              <a:gd name="connsiteY1091-39678" fmla="*/ 1885142 h 4449429"/>
              <a:gd name="connsiteX1092-39679" fmla="*/ 9922361 w 18982931"/>
              <a:gd name="connsiteY1092-39680" fmla="*/ 1938648 h 4449429"/>
              <a:gd name="connsiteX1093-39681" fmla="*/ 9922361 w 18982931"/>
              <a:gd name="connsiteY1093-39682" fmla="*/ 2226770 h 4449429"/>
              <a:gd name="connsiteX1094-39683" fmla="*/ 10189906 w 18982931"/>
              <a:gd name="connsiteY1094-39684" fmla="*/ 2226770 h 4449429"/>
              <a:gd name="connsiteX1095-39685" fmla="*/ 10189906 w 18982931"/>
              <a:gd name="connsiteY1095-39686" fmla="*/ 1864559 h 4449429"/>
              <a:gd name="connsiteX1096-39687" fmla="*/ 10251644 w 18982931"/>
              <a:gd name="connsiteY1096-39688" fmla="*/ 1852213 h 4449429"/>
              <a:gd name="connsiteX1097-39689" fmla="*/ 10251644 w 18982931"/>
              <a:gd name="connsiteY1097-39690" fmla="*/ 1465306 h 4449429"/>
              <a:gd name="connsiteX1098-39691" fmla="*/ 10198137 w 18982931"/>
              <a:gd name="connsiteY1098-39692" fmla="*/ 1461188 h 4449429"/>
              <a:gd name="connsiteX1099-39693" fmla="*/ 10198137 w 18982931"/>
              <a:gd name="connsiteY1099-39694" fmla="*/ 1317129 h 4449429"/>
              <a:gd name="connsiteX1100-39695" fmla="*/ 10572694 w 18982931"/>
              <a:gd name="connsiteY1100-39696" fmla="*/ 1317129 h 4449429"/>
              <a:gd name="connsiteX1101-39697" fmla="*/ 10572694 w 18982931"/>
              <a:gd name="connsiteY1101-39698" fmla="*/ 2140336 h 4449429"/>
              <a:gd name="connsiteX1102-39699" fmla="*/ 10642669 w 18982931"/>
              <a:gd name="connsiteY1102-39700" fmla="*/ 2144449 h 4449429"/>
              <a:gd name="connsiteX1103-39701" fmla="*/ 10642669 w 18982931"/>
              <a:gd name="connsiteY1103-39702" fmla="*/ 2477849 h 4449429"/>
              <a:gd name="connsiteX1104-39703" fmla="*/ 10885512 w 18982931"/>
              <a:gd name="connsiteY1104-39704" fmla="*/ 2477849 h 4449429"/>
              <a:gd name="connsiteX1105-39705" fmla="*/ 10885512 w 18982931"/>
              <a:gd name="connsiteY1105-39706" fmla="*/ 2292626 h 4449429"/>
              <a:gd name="connsiteX1106-39707" fmla="*/ 10959601 w 18982931"/>
              <a:gd name="connsiteY1106-39708" fmla="*/ 2292626 h 4449429"/>
              <a:gd name="connsiteX1107-39709" fmla="*/ 10959601 w 18982931"/>
              <a:gd name="connsiteY1107-39710" fmla="*/ 2477849 h 4449429"/>
              <a:gd name="connsiteX1108-39711" fmla="*/ 11066618 w 18982931"/>
              <a:gd name="connsiteY1108-39712" fmla="*/ 2477849 h 4449429"/>
              <a:gd name="connsiteX1109-39713" fmla="*/ 11107778 w 18982931"/>
              <a:gd name="connsiteY1109-39714" fmla="*/ 2284395 h 4449429"/>
              <a:gd name="connsiteX1110-39715" fmla="*/ 11136593 w 18982931"/>
              <a:gd name="connsiteY1110-39716" fmla="*/ 2053897 h 4449429"/>
              <a:gd name="connsiteX1111-39717" fmla="*/ 11136593 w 18982931"/>
              <a:gd name="connsiteY1111-39718" fmla="*/ 1061936 h 4449429"/>
              <a:gd name="connsiteX1112-39719" fmla="*/ 11148938 w 18982931"/>
              <a:gd name="connsiteY1112-39720" fmla="*/ 938454 h 4449429"/>
              <a:gd name="connsiteX1113-39721" fmla="*/ 11161288 w 18982931"/>
              <a:gd name="connsiteY1113-39722" fmla="*/ 938454 h 4449429"/>
              <a:gd name="connsiteX1114-39723" fmla="*/ 11177753 w 18982931"/>
              <a:gd name="connsiteY1114-39724" fmla="*/ 983729 h 4449429"/>
              <a:gd name="connsiteX1115-39725" fmla="*/ 11231258 w 18982931"/>
              <a:gd name="connsiteY1115-39726" fmla="*/ 572126 h 4449429"/>
              <a:gd name="connsiteX1116-39727" fmla="*/ 11243610 w 18982931"/>
              <a:gd name="connsiteY1116-39728" fmla="*/ 572126 h 4449429"/>
              <a:gd name="connsiteX1117-39729" fmla="*/ 11284770 w 18982931"/>
              <a:gd name="connsiteY1117-39730" fmla="*/ 946687 h 4449429"/>
              <a:gd name="connsiteX1118-39731" fmla="*/ 11325929 w 18982931"/>
              <a:gd name="connsiteY1118-39732" fmla="*/ 934337 h 4449429"/>
              <a:gd name="connsiteX1119-39733" fmla="*/ 11342394 w 18982931"/>
              <a:gd name="connsiteY1119-39734" fmla="*/ 1061936 h 4449429"/>
              <a:gd name="connsiteX1120-39735" fmla="*/ 11342394 w 18982931"/>
              <a:gd name="connsiteY1120-39736" fmla="*/ 1300666 h 4449429"/>
              <a:gd name="connsiteX1121-39737" fmla="*/ 11358857 w 18982931"/>
              <a:gd name="connsiteY1121-39738" fmla="*/ 2132104 h 4449429"/>
              <a:gd name="connsiteX1122-39739" fmla="*/ 11362976 w 18982931"/>
              <a:gd name="connsiteY1122-39740" fmla="*/ 2165031 h 4449429"/>
              <a:gd name="connsiteX1123-39741" fmla="*/ 11453524 w 18982931"/>
              <a:gd name="connsiteY1123-39742" fmla="*/ 2165031 h 4449429"/>
              <a:gd name="connsiteX1124-39743" fmla="*/ 11457643 w 18982931"/>
              <a:gd name="connsiteY1124-39744" fmla="*/ 2082711 h 4449429"/>
              <a:gd name="connsiteX1125-39745" fmla="*/ 11535845 w 18982931"/>
              <a:gd name="connsiteY1125-39746" fmla="*/ 2078592 h 4449429"/>
              <a:gd name="connsiteX1126-39747" fmla="*/ 11535845 w 18982931"/>
              <a:gd name="connsiteY1126-39748" fmla="*/ 2004505 h 4449429"/>
              <a:gd name="connsiteX1127-39749" fmla="*/ 11548195 w 18982931"/>
              <a:gd name="connsiteY1127-39750" fmla="*/ 1736964 h 4449429"/>
              <a:gd name="connsiteX1128-39751" fmla="*/ 11609938 w 18982931"/>
              <a:gd name="connsiteY1128-39752" fmla="*/ 1609365 h 4449429"/>
              <a:gd name="connsiteX1129-39753" fmla="*/ 11688140 w 18982931"/>
              <a:gd name="connsiteY1129-39754" fmla="*/ 1765774 h 4449429"/>
              <a:gd name="connsiteX1130-39755" fmla="*/ 11688140 w 18982931"/>
              <a:gd name="connsiteY1130-39756" fmla="*/ 2082711 h 4449429"/>
              <a:gd name="connsiteX1131-39757" fmla="*/ 11910406 w 18982931"/>
              <a:gd name="connsiteY1131-39758" fmla="*/ 2148567 h 4449429"/>
              <a:gd name="connsiteX1132-39759" fmla="*/ 11988608 w 18982931"/>
              <a:gd name="connsiteY1132-39760" fmla="*/ 2119754 h 4449429"/>
              <a:gd name="connsiteX1133-39761" fmla="*/ 11991181 w 18982931"/>
              <a:gd name="connsiteY1133-39762" fmla="*/ 2153197 h 4449429"/>
              <a:gd name="connsiteX1134-39763" fmla="*/ 11993908 w 18982931"/>
              <a:gd name="connsiteY1134-39764" fmla="*/ 2158900 h 4449429"/>
              <a:gd name="connsiteX1135-39765" fmla="*/ 11993908 w 18982931"/>
              <a:gd name="connsiteY1135-39766" fmla="*/ 2156799 h 4449429"/>
              <a:gd name="connsiteX1136-39767" fmla="*/ 11998023 w 18982931"/>
              <a:gd name="connsiteY1136-39768" fmla="*/ 2115639 h 4449429"/>
              <a:gd name="connsiteX1137-39769" fmla="*/ 12010373 w 18982931"/>
              <a:gd name="connsiteY1137-39770" fmla="*/ 2115639 h 4449429"/>
              <a:gd name="connsiteX1138-39771" fmla="*/ 12014490 w 18982931"/>
              <a:gd name="connsiteY1138-39772" fmla="*/ 2185614 h 4449429"/>
              <a:gd name="connsiteX1139-39773" fmla="*/ 12055650 w 18982931"/>
              <a:gd name="connsiteY1139-39774" fmla="*/ 2259703 h 4449429"/>
              <a:gd name="connsiteX1140-39775" fmla="*/ 12109157 w 18982931"/>
              <a:gd name="connsiteY1140-39776" fmla="*/ 2267933 h 4449429"/>
              <a:gd name="connsiteX1141-39777" fmla="*/ 12137972 w 18982931"/>
              <a:gd name="connsiteY1141-39778" fmla="*/ 2580753 h 4449429"/>
              <a:gd name="connsiteX1142-39779" fmla="*/ 12150317 w 18982931"/>
              <a:gd name="connsiteY1142-39780" fmla="*/ 2580753 h 4449429"/>
              <a:gd name="connsiteX1143-39781" fmla="*/ 12179132 w 18982931"/>
              <a:gd name="connsiteY1143-39782" fmla="*/ 2411992 h 4449429"/>
              <a:gd name="connsiteX1144-39783" fmla="*/ 12207942 w 18982931"/>
              <a:gd name="connsiteY1144-39784" fmla="*/ 2160917 h 4449429"/>
              <a:gd name="connsiteX1145-39785" fmla="*/ 12216174 w 18982931"/>
              <a:gd name="connsiteY1145-39786" fmla="*/ 2152686 h 4449429"/>
              <a:gd name="connsiteX1146-39787" fmla="*/ 12331423 w 18982931"/>
              <a:gd name="connsiteY1146-39788" fmla="*/ 2152686 h 4449429"/>
              <a:gd name="connsiteX1147-39789" fmla="*/ 12331423 w 18982931"/>
              <a:gd name="connsiteY1147-39790" fmla="*/ 2317327 h 4449429"/>
              <a:gd name="connsiteX1148-39791" fmla="*/ 12496064 w 18982931"/>
              <a:gd name="connsiteY1148-39792" fmla="*/ 2313208 h 4449429"/>
              <a:gd name="connsiteX1149-39793" fmla="*/ 12557802 w 18982931"/>
              <a:gd name="connsiteY1149-39794" fmla="*/ 2210310 h 4449429"/>
              <a:gd name="connsiteX1150-39795" fmla="*/ 12566034 w 18982931"/>
              <a:gd name="connsiteY1150-39796" fmla="*/ 2206191 h 4449429"/>
              <a:gd name="connsiteX1151-39797" fmla="*/ 12598962 w 18982931"/>
              <a:gd name="connsiteY1151-39798" fmla="*/ 2267933 h 4449429"/>
              <a:gd name="connsiteX1152-39799" fmla="*/ 12607194 w 18982931"/>
              <a:gd name="connsiteY1152-39800" fmla="*/ 2263816 h 4449429"/>
              <a:gd name="connsiteX1153-39801" fmla="*/ 12607194 w 18982931"/>
              <a:gd name="connsiteY1153-39802" fmla="*/ 1461193 h 4449429"/>
              <a:gd name="connsiteX1154-39803" fmla="*/ 12677169 w 18982931"/>
              <a:gd name="connsiteY1154-39804" fmla="*/ 1230695 h 4449429"/>
              <a:gd name="connsiteX1155-39805" fmla="*/ 12920017 w 18982931"/>
              <a:gd name="connsiteY1155-39806" fmla="*/ 1230695 h 4449429"/>
              <a:gd name="connsiteX1156-39807" fmla="*/ 12948827 w 18982931"/>
              <a:gd name="connsiteY1156-39808" fmla="*/ 1490003 h 4449429"/>
              <a:gd name="connsiteX1157-39809" fmla="*/ 12948827 w 18982931"/>
              <a:gd name="connsiteY1157-39810" fmla="*/ 1909838 h 4449429"/>
              <a:gd name="connsiteX1158-39811" fmla="*/ 12948827 w 18982931"/>
              <a:gd name="connsiteY1158-39812" fmla="*/ 1975695 h 4449429"/>
              <a:gd name="connsiteX1159-39813" fmla="*/ 12969405 w 18982931"/>
              <a:gd name="connsiteY1159-39814" fmla="*/ 1979812 h 4449429"/>
              <a:gd name="connsiteX1160-39815" fmla="*/ 12989987 w 18982931"/>
              <a:gd name="connsiteY1160-39816" fmla="*/ 1913955 h 4449429"/>
              <a:gd name="connsiteX1161-39817" fmla="*/ 12989987 w 18982931"/>
              <a:gd name="connsiteY1161-39818" fmla="*/ 1469425 h 4449429"/>
              <a:gd name="connsiteX1162-39819" fmla="*/ 13064076 w 18982931"/>
              <a:gd name="connsiteY1162-39820" fmla="*/ 1395336 h 4449429"/>
              <a:gd name="connsiteX1163-39821" fmla="*/ 13146396 w 18982931"/>
              <a:gd name="connsiteY1163-39822" fmla="*/ 1395336 h 4449429"/>
              <a:gd name="connsiteX1164-39823" fmla="*/ 13146396 w 18982931"/>
              <a:gd name="connsiteY1164-39824" fmla="*/ 1111328 h 4449429"/>
              <a:gd name="connsiteX1165-39825" fmla="*/ 13216366 w 18982931"/>
              <a:gd name="connsiteY1165-39826" fmla="*/ 1103096 h 4449429"/>
              <a:gd name="connsiteX1166-39827" fmla="*/ 13228716 w 18982931"/>
              <a:gd name="connsiteY1166-39828" fmla="*/ 1041358 h 4449429"/>
              <a:gd name="connsiteX1167-39829" fmla="*/ 13368662 w 18982931"/>
              <a:gd name="connsiteY1167-39830" fmla="*/ 1041358 h 4449429"/>
              <a:gd name="connsiteX1168-39831" fmla="*/ 13368662 w 18982931"/>
              <a:gd name="connsiteY1168-39832" fmla="*/ 687379 h 4449429"/>
              <a:gd name="connsiteX1169-39833" fmla="*/ 13483911 w 18982931"/>
              <a:gd name="connsiteY1169-39834" fmla="*/ 687379 h 4449429"/>
              <a:gd name="connsiteX1170-39835" fmla="*/ 13483911 w 18982931"/>
              <a:gd name="connsiteY1170-39836" fmla="*/ 617404 h 4449429"/>
              <a:gd name="connsiteX1171-39837" fmla="*/ 13483911 w 18982931"/>
              <a:gd name="connsiteY1171-39838" fmla="*/ 131714 h 4449429"/>
              <a:gd name="connsiteX1172-39839" fmla="*/ 13541534 w 18982931"/>
              <a:gd name="connsiteY1172-39840" fmla="*/ 74089 h 4449429"/>
              <a:gd name="connsiteX1173-39841" fmla="*/ 13685593 w 18982931"/>
              <a:gd name="connsiteY1173-39842" fmla="*/ 74089 h 4449429"/>
              <a:gd name="connsiteX1174-39843" fmla="*/ 13730872 w 18982931"/>
              <a:gd name="connsiteY1174-39844" fmla="*/ 49392 h 4449429"/>
              <a:gd name="connsiteX1175-39845" fmla="*/ 13739104 w 18982931"/>
              <a:gd name="connsiteY1175-39846" fmla="*/ 0 h 4449429"/>
              <a:gd name="connsiteX0-39847" fmla="*/ 16404499 w 18982931"/>
              <a:gd name="connsiteY0-39848" fmla="*/ 4309270 h 4449429"/>
              <a:gd name="connsiteX1-39849" fmla="*/ 16404499 w 18982931"/>
              <a:gd name="connsiteY1-39850" fmla="*/ 4366104 h 4449429"/>
              <a:gd name="connsiteX2-39851" fmla="*/ 16461332 w 18982931"/>
              <a:gd name="connsiteY2-39852" fmla="*/ 4366104 h 4449429"/>
              <a:gd name="connsiteX3-39853" fmla="*/ 16461332 w 18982931"/>
              <a:gd name="connsiteY3-39854" fmla="*/ 4309270 h 4449429"/>
              <a:gd name="connsiteX4-39855" fmla="*/ 16404499 w 18982931"/>
              <a:gd name="connsiteY4-39856" fmla="*/ 4309270 h 4449429"/>
              <a:gd name="connsiteX5-39857" fmla="*/ 16292444 w 18982931"/>
              <a:gd name="connsiteY5-39858" fmla="*/ 4309270 h 4449429"/>
              <a:gd name="connsiteX6-39859" fmla="*/ 16292444 w 18982931"/>
              <a:gd name="connsiteY6-39860" fmla="*/ 4366104 h 4449429"/>
              <a:gd name="connsiteX7-39861" fmla="*/ 16349278 w 18982931"/>
              <a:gd name="connsiteY7-39862" fmla="*/ 4366104 h 4449429"/>
              <a:gd name="connsiteX8-39863" fmla="*/ 16349278 w 18982931"/>
              <a:gd name="connsiteY8-39864" fmla="*/ 4309270 h 4449429"/>
              <a:gd name="connsiteX9-39865" fmla="*/ 16292444 w 18982931"/>
              <a:gd name="connsiteY9-39866" fmla="*/ 4309270 h 4449429"/>
              <a:gd name="connsiteX10-39867" fmla="*/ 16180390 w 18982931"/>
              <a:gd name="connsiteY10-39868" fmla="*/ 4309270 h 4449429"/>
              <a:gd name="connsiteX11-39869" fmla="*/ 16180390 w 18982931"/>
              <a:gd name="connsiteY11-39870" fmla="*/ 4366104 h 4449429"/>
              <a:gd name="connsiteX12-39871" fmla="*/ 16237224 w 18982931"/>
              <a:gd name="connsiteY12-39872" fmla="*/ 4366104 h 4449429"/>
              <a:gd name="connsiteX13-39873" fmla="*/ 16237224 w 18982931"/>
              <a:gd name="connsiteY13-39874" fmla="*/ 4309270 h 4449429"/>
              <a:gd name="connsiteX14-39875" fmla="*/ 16180390 w 18982931"/>
              <a:gd name="connsiteY14-39876" fmla="*/ 4309270 h 4449429"/>
              <a:gd name="connsiteX15-39877" fmla="*/ 2813944 w 18982931"/>
              <a:gd name="connsiteY15-39878" fmla="*/ 4309269 h 4449429"/>
              <a:gd name="connsiteX16-39879" fmla="*/ 2813944 w 18982931"/>
              <a:gd name="connsiteY16-39880" fmla="*/ 4366102 h 4449429"/>
              <a:gd name="connsiteX17-39881" fmla="*/ 2870780 w 18982931"/>
              <a:gd name="connsiteY17-39882" fmla="*/ 4366102 h 4449429"/>
              <a:gd name="connsiteX18-39883" fmla="*/ 2870780 w 18982931"/>
              <a:gd name="connsiteY18-39884" fmla="*/ 4309269 h 4449429"/>
              <a:gd name="connsiteX19-39885" fmla="*/ 2813944 w 18982931"/>
              <a:gd name="connsiteY19-39886" fmla="*/ 4309269 h 4449429"/>
              <a:gd name="connsiteX20-39887" fmla="*/ 2701890 w 18982931"/>
              <a:gd name="connsiteY20-39888" fmla="*/ 4309269 h 4449429"/>
              <a:gd name="connsiteX21-39889" fmla="*/ 2701890 w 18982931"/>
              <a:gd name="connsiteY21-39890" fmla="*/ 4366102 h 4449429"/>
              <a:gd name="connsiteX22-39891" fmla="*/ 2758723 w 18982931"/>
              <a:gd name="connsiteY22-39892" fmla="*/ 4366102 h 4449429"/>
              <a:gd name="connsiteX23-39893" fmla="*/ 2758723 w 18982931"/>
              <a:gd name="connsiteY23-39894" fmla="*/ 4309269 h 4449429"/>
              <a:gd name="connsiteX24-39895" fmla="*/ 2701890 w 18982931"/>
              <a:gd name="connsiteY24-39896" fmla="*/ 4309269 h 4449429"/>
              <a:gd name="connsiteX25-39897" fmla="*/ 2589843 w 18982931"/>
              <a:gd name="connsiteY25-39898" fmla="*/ 4309269 h 4449429"/>
              <a:gd name="connsiteX26-39899" fmla="*/ 2589843 w 18982931"/>
              <a:gd name="connsiteY26-39900" fmla="*/ 4366102 h 4449429"/>
              <a:gd name="connsiteX27-39901" fmla="*/ 2646669 w 18982931"/>
              <a:gd name="connsiteY27-39902" fmla="*/ 4366102 h 4449429"/>
              <a:gd name="connsiteX28-39903" fmla="*/ 2646669 w 18982931"/>
              <a:gd name="connsiteY28-39904" fmla="*/ 4309269 h 4449429"/>
              <a:gd name="connsiteX29-39905" fmla="*/ 2589843 w 18982931"/>
              <a:gd name="connsiteY29-39906" fmla="*/ 4309269 h 4449429"/>
              <a:gd name="connsiteX30-39907" fmla="*/ 16404499 w 18982931"/>
              <a:gd name="connsiteY30-39908" fmla="*/ 4163982 h 4449429"/>
              <a:gd name="connsiteX31-39909" fmla="*/ 16404499 w 18982931"/>
              <a:gd name="connsiteY31-39910" fmla="*/ 4220816 h 4449429"/>
              <a:gd name="connsiteX32-39911" fmla="*/ 16461332 w 18982931"/>
              <a:gd name="connsiteY32-39912" fmla="*/ 4220816 h 4449429"/>
              <a:gd name="connsiteX33-39913" fmla="*/ 16461332 w 18982931"/>
              <a:gd name="connsiteY33-39914" fmla="*/ 4163982 h 4449429"/>
              <a:gd name="connsiteX34-39915" fmla="*/ 16404499 w 18982931"/>
              <a:gd name="connsiteY34-39916" fmla="*/ 4163982 h 4449429"/>
              <a:gd name="connsiteX35-39917" fmla="*/ 16292444 w 18982931"/>
              <a:gd name="connsiteY35-39918" fmla="*/ 4163982 h 4449429"/>
              <a:gd name="connsiteX36-39919" fmla="*/ 16292444 w 18982931"/>
              <a:gd name="connsiteY36-39920" fmla="*/ 4220816 h 4449429"/>
              <a:gd name="connsiteX37-39921" fmla="*/ 16349278 w 18982931"/>
              <a:gd name="connsiteY37-39922" fmla="*/ 4220816 h 4449429"/>
              <a:gd name="connsiteX38-39923" fmla="*/ 16349278 w 18982931"/>
              <a:gd name="connsiteY38-39924" fmla="*/ 4163982 h 4449429"/>
              <a:gd name="connsiteX39-39925" fmla="*/ 16292444 w 18982931"/>
              <a:gd name="connsiteY39-39926" fmla="*/ 4163982 h 4449429"/>
              <a:gd name="connsiteX40-39927" fmla="*/ 16180390 w 18982931"/>
              <a:gd name="connsiteY40-39928" fmla="*/ 4163982 h 4449429"/>
              <a:gd name="connsiteX41-39929" fmla="*/ 16180390 w 18982931"/>
              <a:gd name="connsiteY41-39930" fmla="*/ 4220816 h 4449429"/>
              <a:gd name="connsiteX42-39931" fmla="*/ 16237224 w 18982931"/>
              <a:gd name="connsiteY42-39932" fmla="*/ 4220816 h 4449429"/>
              <a:gd name="connsiteX43-39933" fmla="*/ 16237224 w 18982931"/>
              <a:gd name="connsiteY43-39934" fmla="*/ 4163982 h 4449429"/>
              <a:gd name="connsiteX44-39935" fmla="*/ 16180390 w 18982931"/>
              <a:gd name="connsiteY44-39936" fmla="*/ 4163982 h 4449429"/>
              <a:gd name="connsiteX45-39937" fmla="*/ 2813944 w 18982931"/>
              <a:gd name="connsiteY45-39938" fmla="*/ 4163981 h 4449429"/>
              <a:gd name="connsiteX46-39939" fmla="*/ 2813944 w 18982931"/>
              <a:gd name="connsiteY46-39940" fmla="*/ 4220814 h 4449429"/>
              <a:gd name="connsiteX47-39941" fmla="*/ 2870780 w 18982931"/>
              <a:gd name="connsiteY47-39942" fmla="*/ 4220814 h 4449429"/>
              <a:gd name="connsiteX48-39943" fmla="*/ 2870780 w 18982931"/>
              <a:gd name="connsiteY48-39944" fmla="*/ 4163981 h 4449429"/>
              <a:gd name="connsiteX49-39945" fmla="*/ 2813944 w 18982931"/>
              <a:gd name="connsiteY49-39946" fmla="*/ 4163981 h 4449429"/>
              <a:gd name="connsiteX50-39947" fmla="*/ 2701890 w 18982931"/>
              <a:gd name="connsiteY50-39948" fmla="*/ 4163981 h 4449429"/>
              <a:gd name="connsiteX51-39949" fmla="*/ 2701890 w 18982931"/>
              <a:gd name="connsiteY51-39950" fmla="*/ 4220814 h 4449429"/>
              <a:gd name="connsiteX52-39951" fmla="*/ 2758723 w 18982931"/>
              <a:gd name="connsiteY52-39952" fmla="*/ 4220814 h 4449429"/>
              <a:gd name="connsiteX53-39953" fmla="*/ 2758723 w 18982931"/>
              <a:gd name="connsiteY53-39954" fmla="*/ 4163981 h 4449429"/>
              <a:gd name="connsiteX54-39955" fmla="*/ 2701890 w 18982931"/>
              <a:gd name="connsiteY54-39956" fmla="*/ 4163981 h 4449429"/>
              <a:gd name="connsiteX55-39957" fmla="*/ 2589843 w 18982931"/>
              <a:gd name="connsiteY55-39958" fmla="*/ 4163981 h 4449429"/>
              <a:gd name="connsiteX56-39959" fmla="*/ 2589843 w 18982931"/>
              <a:gd name="connsiteY56-39960" fmla="*/ 4220814 h 4449429"/>
              <a:gd name="connsiteX57-39961" fmla="*/ 2646669 w 18982931"/>
              <a:gd name="connsiteY57-39962" fmla="*/ 4220814 h 4449429"/>
              <a:gd name="connsiteX58-39963" fmla="*/ 2646669 w 18982931"/>
              <a:gd name="connsiteY58-39964" fmla="*/ 4163981 h 4449429"/>
              <a:gd name="connsiteX59-39965" fmla="*/ 2589843 w 18982931"/>
              <a:gd name="connsiteY59-39966" fmla="*/ 4163981 h 4449429"/>
              <a:gd name="connsiteX60-39967" fmla="*/ 9851983 w 18982931"/>
              <a:gd name="connsiteY60-39968" fmla="*/ 4073253 h 4449429"/>
              <a:gd name="connsiteX61-39969" fmla="*/ 9851983 w 18982931"/>
              <a:gd name="connsiteY61-39970" fmla="*/ 4282100 h 4449429"/>
              <a:gd name="connsiteX62-39971" fmla="*/ 9897683 w 18982931"/>
              <a:gd name="connsiteY62-39972" fmla="*/ 4282100 h 4449429"/>
              <a:gd name="connsiteX63-39973" fmla="*/ 9897683 w 18982931"/>
              <a:gd name="connsiteY63-39974" fmla="*/ 4073253 h 4449429"/>
              <a:gd name="connsiteX64-39975" fmla="*/ 9851983 w 18982931"/>
              <a:gd name="connsiteY64-39976" fmla="*/ 4073253 h 4449429"/>
              <a:gd name="connsiteX65-39977" fmla="*/ 9760354 w 18982931"/>
              <a:gd name="connsiteY65-39978" fmla="*/ 4073253 h 4449429"/>
              <a:gd name="connsiteX66-39979" fmla="*/ 9760354 w 18982931"/>
              <a:gd name="connsiteY66-39980" fmla="*/ 4282100 h 4449429"/>
              <a:gd name="connsiteX67-39981" fmla="*/ 9806054 w 18982931"/>
              <a:gd name="connsiteY67-39982" fmla="*/ 4282100 h 4449429"/>
              <a:gd name="connsiteX68-39983" fmla="*/ 9806054 w 18982931"/>
              <a:gd name="connsiteY68-39984" fmla="*/ 4073253 h 4449429"/>
              <a:gd name="connsiteX69-39985" fmla="*/ 9760354 w 18982931"/>
              <a:gd name="connsiteY69-39986" fmla="*/ 4073253 h 4449429"/>
              <a:gd name="connsiteX70-39987" fmla="*/ 9668723 w 18982931"/>
              <a:gd name="connsiteY70-39988" fmla="*/ 4073253 h 4449429"/>
              <a:gd name="connsiteX71-39989" fmla="*/ 9668723 w 18982931"/>
              <a:gd name="connsiteY71-39990" fmla="*/ 4282100 h 4449429"/>
              <a:gd name="connsiteX72-39991" fmla="*/ 9714423 w 18982931"/>
              <a:gd name="connsiteY72-39992" fmla="*/ 4282100 h 4449429"/>
              <a:gd name="connsiteX73-39993" fmla="*/ 9714423 w 18982931"/>
              <a:gd name="connsiteY73-39994" fmla="*/ 4073253 h 4449429"/>
              <a:gd name="connsiteX74-39995" fmla="*/ 9668723 w 18982931"/>
              <a:gd name="connsiteY74-39996" fmla="*/ 4073253 h 4449429"/>
              <a:gd name="connsiteX75-39997" fmla="*/ 9577094 w 18982931"/>
              <a:gd name="connsiteY75-39998" fmla="*/ 4073253 h 4449429"/>
              <a:gd name="connsiteX76-39999" fmla="*/ 9577094 w 18982931"/>
              <a:gd name="connsiteY76-40000" fmla="*/ 4282100 h 4449429"/>
              <a:gd name="connsiteX77-40001" fmla="*/ 9622794 w 18982931"/>
              <a:gd name="connsiteY77-40002" fmla="*/ 4282100 h 4449429"/>
              <a:gd name="connsiteX78-40003" fmla="*/ 9622794 w 18982931"/>
              <a:gd name="connsiteY78-40004" fmla="*/ 4073253 h 4449429"/>
              <a:gd name="connsiteX79-40005" fmla="*/ 9577094 w 18982931"/>
              <a:gd name="connsiteY79-40006" fmla="*/ 4073253 h 4449429"/>
              <a:gd name="connsiteX80-40007" fmla="*/ 9485470 w 18982931"/>
              <a:gd name="connsiteY80-40008" fmla="*/ 4073253 h 4449429"/>
              <a:gd name="connsiteX81-40009" fmla="*/ 9485470 w 18982931"/>
              <a:gd name="connsiteY81-40010" fmla="*/ 4282100 h 4449429"/>
              <a:gd name="connsiteX82-40011" fmla="*/ 9531165 w 18982931"/>
              <a:gd name="connsiteY82-40012" fmla="*/ 4282100 h 4449429"/>
              <a:gd name="connsiteX83-40013" fmla="*/ 9531165 w 18982931"/>
              <a:gd name="connsiteY83-40014" fmla="*/ 4073253 h 4449429"/>
              <a:gd name="connsiteX84-40015" fmla="*/ 9485470 w 18982931"/>
              <a:gd name="connsiteY84-40016" fmla="*/ 4073253 h 4449429"/>
              <a:gd name="connsiteX85-40017" fmla="*/ 9393836 w 18982931"/>
              <a:gd name="connsiteY85-40018" fmla="*/ 4073253 h 4449429"/>
              <a:gd name="connsiteX86-40019" fmla="*/ 9393836 w 18982931"/>
              <a:gd name="connsiteY86-40020" fmla="*/ 4282100 h 4449429"/>
              <a:gd name="connsiteX87-40021" fmla="*/ 9439536 w 18982931"/>
              <a:gd name="connsiteY87-40022" fmla="*/ 4282100 h 4449429"/>
              <a:gd name="connsiteX88-40023" fmla="*/ 9439536 w 18982931"/>
              <a:gd name="connsiteY88-40024" fmla="*/ 4073253 h 4449429"/>
              <a:gd name="connsiteX89-40025" fmla="*/ 9393836 w 18982931"/>
              <a:gd name="connsiteY89-40026" fmla="*/ 4073253 h 4449429"/>
              <a:gd name="connsiteX90-40027" fmla="*/ 9302203 w 18982931"/>
              <a:gd name="connsiteY90-40028" fmla="*/ 4073253 h 4449429"/>
              <a:gd name="connsiteX91-40029" fmla="*/ 9302203 w 18982931"/>
              <a:gd name="connsiteY91-40030" fmla="*/ 4282100 h 4449429"/>
              <a:gd name="connsiteX92-40031" fmla="*/ 9347904 w 18982931"/>
              <a:gd name="connsiteY92-40032" fmla="*/ 4282100 h 4449429"/>
              <a:gd name="connsiteX93-40033" fmla="*/ 9347904 w 18982931"/>
              <a:gd name="connsiteY93-40034" fmla="*/ 4073253 h 4449429"/>
              <a:gd name="connsiteX94-40035" fmla="*/ 9302203 w 18982931"/>
              <a:gd name="connsiteY94-40036" fmla="*/ 4073253 h 4449429"/>
              <a:gd name="connsiteX95-40037" fmla="*/ 16404499 w 18982931"/>
              <a:gd name="connsiteY95-40038" fmla="*/ 4018694 h 4449429"/>
              <a:gd name="connsiteX96-40039" fmla="*/ 16404499 w 18982931"/>
              <a:gd name="connsiteY96-40040" fmla="*/ 4075528 h 4449429"/>
              <a:gd name="connsiteX97-40041" fmla="*/ 16461332 w 18982931"/>
              <a:gd name="connsiteY97-40042" fmla="*/ 4075528 h 4449429"/>
              <a:gd name="connsiteX98-40043" fmla="*/ 16461332 w 18982931"/>
              <a:gd name="connsiteY98-40044" fmla="*/ 4018694 h 4449429"/>
              <a:gd name="connsiteX99-40045" fmla="*/ 16404499 w 18982931"/>
              <a:gd name="connsiteY99-40046" fmla="*/ 4018694 h 4449429"/>
              <a:gd name="connsiteX100-40047" fmla="*/ 16292444 w 18982931"/>
              <a:gd name="connsiteY100-40048" fmla="*/ 4018694 h 4449429"/>
              <a:gd name="connsiteX101-40049" fmla="*/ 16292444 w 18982931"/>
              <a:gd name="connsiteY101-40050" fmla="*/ 4075528 h 4449429"/>
              <a:gd name="connsiteX102-40051" fmla="*/ 16349278 w 18982931"/>
              <a:gd name="connsiteY102-40052" fmla="*/ 4075528 h 4449429"/>
              <a:gd name="connsiteX103-40053" fmla="*/ 16349278 w 18982931"/>
              <a:gd name="connsiteY103-40054" fmla="*/ 4018694 h 4449429"/>
              <a:gd name="connsiteX104-40055" fmla="*/ 16292444 w 18982931"/>
              <a:gd name="connsiteY104-40056" fmla="*/ 4018694 h 4449429"/>
              <a:gd name="connsiteX105-40057" fmla="*/ 16180390 w 18982931"/>
              <a:gd name="connsiteY105-40058" fmla="*/ 4018694 h 4449429"/>
              <a:gd name="connsiteX106-40059" fmla="*/ 16180390 w 18982931"/>
              <a:gd name="connsiteY106-40060" fmla="*/ 4075528 h 4449429"/>
              <a:gd name="connsiteX107-40061" fmla="*/ 16237224 w 18982931"/>
              <a:gd name="connsiteY107-40062" fmla="*/ 4075528 h 4449429"/>
              <a:gd name="connsiteX108-40063" fmla="*/ 16237224 w 18982931"/>
              <a:gd name="connsiteY108-40064" fmla="*/ 4018694 h 4449429"/>
              <a:gd name="connsiteX109-40065" fmla="*/ 16180390 w 18982931"/>
              <a:gd name="connsiteY109-40066" fmla="*/ 4018694 h 4449429"/>
              <a:gd name="connsiteX110-40067" fmla="*/ 2813944 w 18982931"/>
              <a:gd name="connsiteY110-40068" fmla="*/ 4018692 h 4449429"/>
              <a:gd name="connsiteX111-40069" fmla="*/ 2813944 w 18982931"/>
              <a:gd name="connsiteY111-40070" fmla="*/ 4075526 h 4449429"/>
              <a:gd name="connsiteX112-40071" fmla="*/ 2870780 w 18982931"/>
              <a:gd name="connsiteY112-40072" fmla="*/ 4075526 h 4449429"/>
              <a:gd name="connsiteX113-40073" fmla="*/ 2870780 w 18982931"/>
              <a:gd name="connsiteY113-40074" fmla="*/ 4018692 h 4449429"/>
              <a:gd name="connsiteX114-40075" fmla="*/ 2813944 w 18982931"/>
              <a:gd name="connsiteY114-40076" fmla="*/ 4018692 h 4449429"/>
              <a:gd name="connsiteX115-40077" fmla="*/ 2701890 w 18982931"/>
              <a:gd name="connsiteY115-40078" fmla="*/ 4018692 h 4449429"/>
              <a:gd name="connsiteX116-40079" fmla="*/ 2701890 w 18982931"/>
              <a:gd name="connsiteY116-40080" fmla="*/ 4075526 h 4449429"/>
              <a:gd name="connsiteX117-40081" fmla="*/ 2758723 w 18982931"/>
              <a:gd name="connsiteY117-40082" fmla="*/ 4075526 h 4449429"/>
              <a:gd name="connsiteX118-40083" fmla="*/ 2758723 w 18982931"/>
              <a:gd name="connsiteY118-40084" fmla="*/ 4018692 h 4449429"/>
              <a:gd name="connsiteX119-40085" fmla="*/ 2701890 w 18982931"/>
              <a:gd name="connsiteY119-40086" fmla="*/ 4018692 h 4449429"/>
              <a:gd name="connsiteX120-40087" fmla="*/ 2589843 w 18982931"/>
              <a:gd name="connsiteY120-40088" fmla="*/ 4018692 h 4449429"/>
              <a:gd name="connsiteX121-40089" fmla="*/ 2589843 w 18982931"/>
              <a:gd name="connsiteY121-40090" fmla="*/ 4075526 h 4449429"/>
              <a:gd name="connsiteX122-40091" fmla="*/ 2646669 w 18982931"/>
              <a:gd name="connsiteY122-40092" fmla="*/ 4075526 h 4449429"/>
              <a:gd name="connsiteX123-40093" fmla="*/ 2646669 w 18982931"/>
              <a:gd name="connsiteY123-40094" fmla="*/ 4018692 h 4449429"/>
              <a:gd name="connsiteX124-40095" fmla="*/ 2589843 w 18982931"/>
              <a:gd name="connsiteY124-40096" fmla="*/ 4018692 h 4449429"/>
              <a:gd name="connsiteX125-40097" fmla="*/ 16404499 w 18982931"/>
              <a:gd name="connsiteY125-40098" fmla="*/ 3873406 h 4449429"/>
              <a:gd name="connsiteX126-40099" fmla="*/ 16404499 w 18982931"/>
              <a:gd name="connsiteY126-40100" fmla="*/ 3930240 h 4449429"/>
              <a:gd name="connsiteX127-40101" fmla="*/ 16461332 w 18982931"/>
              <a:gd name="connsiteY127-40102" fmla="*/ 3930240 h 4449429"/>
              <a:gd name="connsiteX128-40103" fmla="*/ 16461332 w 18982931"/>
              <a:gd name="connsiteY128-40104" fmla="*/ 3873406 h 4449429"/>
              <a:gd name="connsiteX129-40105" fmla="*/ 16404499 w 18982931"/>
              <a:gd name="connsiteY129-40106" fmla="*/ 3873406 h 4449429"/>
              <a:gd name="connsiteX130-40107" fmla="*/ 16292444 w 18982931"/>
              <a:gd name="connsiteY130-40108" fmla="*/ 3873406 h 4449429"/>
              <a:gd name="connsiteX131-40109" fmla="*/ 16292444 w 18982931"/>
              <a:gd name="connsiteY131-40110" fmla="*/ 3930240 h 4449429"/>
              <a:gd name="connsiteX132-40111" fmla="*/ 16349278 w 18982931"/>
              <a:gd name="connsiteY132-40112" fmla="*/ 3930240 h 4449429"/>
              <a:gd name="connsiteX133-40113" fmla="*/ 16349278 w 18982931"/>
              <a:gd name="connsiteY133-40114" fmla="*/ 3873406 h 4449429"/>
              <a:gd name="connsiteX134-40115" fmla="*/ 16292444 w 18982931"/>
              <a:gd name="connsiteY134-40116" fmla="*/ 3873406 h 4449429"/>
              <a:gd name="connsiteX135-40117" fmla="*/ 16180390 w 18982931"/>
              <a:gd name="connsiteY135-40118" fmla="*/ 3873406 h 4449429"/>
              <a:gd name="connsiteX136-40119" fmla="*/ 16180390 w 18982931"/>
              <a:gd name="connsiteY136-40120" fmla="*/ 3930240 h 4449429"/>
              <a:gd name="connsiteX137-40121" fmla="*/ 16237224 w 18982931"/>
              <a:gd name="connsiteY137-40122" fmla="*/ 3930240 h 4449429"/>
              <a:gd name="connsiteX138-40123" fmla="*/ 16237224 w 18982931"/>
              <a:gd name="connsiteY138-40124" fmla="*/ 3873406 h 4449429"/>
              <a:gd name="connsiteX139-40125" fmla="*/ 16180390 w 18982931"/>
              <a:gd name="connsiteY139-40126" fmla="*/ 3873406 h 4449429"/>
              <a:gd name="connsiteX140-40127" fmla="*/ 2813944 w 18982931"/>
              <a:gd name="connsiteY140-40128" fmla="*/ 3873404 h 4449429"/>
              <a:gd name="connsiteX141-40129" fmla="*/ 2813944 w 18982931"/>
              <a:gd name="connsiteY141-40130" fmla="*/ 3930238 h 4449429"/>
              <a:gd name="connsiteX142-40131" fmla="*/ 2870780 w 18982931"/>
              <a:gd name="connsiteY142-40132" fmla="*/ 3930238 h 4449429"/>
              <a:gd name="connsiteX143-40133" fmla="*/ 2870780 w 18982931"/>
              <a:gd name="connsiteY143-40134" fmla="*/ 3873404 h 4449429"/>
              <a:gd name="connsiteX144-40135" fmla="*/ 2813944 w 18982931"/>
              <a:gd name="connsiteY144-40136" fmla="*/ 3873404 h 4449429"/>
              <a:gd name="connsiteX145-40137" fmla="*/ 2701890 w 18982931"/>
              <a:gd name="connsiteY145-40138" fmla="*/ 3873404 h 4449429"/>
              <a:gd name="connsiteX146-40139" fmla="*/ 2701890 w 18982931"/>
              <a:gd name="connsiteY146-40140" fmla="*/ 3930238 h 4449429"/>
              <a:gd name="connsiteX147-40141" fmla="*/ 2758723 w 18982931"/>
              <a:gd name="connsiteY147-40142" fmla="*/ 3930238 h 4449429"/>
              <a:gd name="connsiteX148-40143" fmla="*/ 2758723 w 18982931"/>
              <a:gd name="connsiteY148-40144" fmla="*/ 3873404 h 4449429"/>
              <a:gd name="connsiteX149-40145" fmla="*/ 2701890 w 18982931"/>
              <a:gd name="connsiteY149-40146" fmla="*/ 3873404 h 4449429"/>
              <a:gd name="connsiteX150-40147" fmla="*/ 2589843 w 18982931"/>
              <a:gd name="connsiteY150-40148" fmla="*/ 3873404 h 4449429"/>
              <a:gd name="connsiteX151-40149" fmla="*/ 2589843 w 18982931"/>
              <a:gd name="connsiteY151-40150" fmla="*/ 3930238 h 4449429"/>
              <a:gd name="connsiteX152-40151" fmla="*/ 2646669 w 18982931"/>
              <a:gd name="connsiteY152-40152" fmla="*/ 3930238 h 4449429"/>
              <a:gd name="connsiteX153-40153" fmla="*/ 2646669 w 18982931"/>
              <a:gd name="connsiteY153-40154" fmla="*/ 3873404 h 4449429"/>
              <a:gd name="connsiteX154-40155" fmla="*/ 2589843 w 18982931"/>
              <a:gd name="connsiteY154-40156" fmla="*/ 3873404 h 4449429"/>
              <a:gd name="connsiteX155-40157" fmla="*/ 17351339 w 18982931"/>
              <a:gd name="connsiteY155-40158" fmla="*/ 3769299 h 4449429"/>
              <a:gd name="connsiteX156-40159" fmla="*/ 17351339 w 18982931"/>
              <a:gd name="connsiteY156-40160" fmla="*/ 3815000 h 4449429"/>
              <a:gd name="connsiteX157-40161" fmla="*/ 17560187 w 18982931"/>
              <a:gd name="connsiteY157-40162" fmla="*/ 3815000 h 4449429"/>
              <a:gd name="connsiteX158-40163" fmla="*/ 17560187 w 18982931"/>
              <a:gd name="connsiteY158-40164" fmla="*/ 3769299 h 4449429"/>
              <a:gd name="connsiteX159-40165" fmla="*/ 17351339 w 18982931"/>
              <a:gd name="connsiteY159-40166" fmla="*/ 3769299 h 4449429"/>
              <a:gd name="connsiteX160-40167" fmla="*/ 16404499 w 18982931"/>
              <a:gd name="connsiteY160-40168" fmla="*/ 3728118 h 4449429"/>
              <a:gd name="connsiteX161-40169" fmla="*/ 16404499 w 18982931"/>
              <a:gd name="connsiteY161-40170" fmla="*/ 3784951 h 4449429"/>
              <a:gd name="connsiteX162-40171" fmla="*/ 16461332 w 18982931"/>
              <a:gd name="connsiteY162-40172" fmla="*/ 3784951 h 4449429"/>
              <a:gd name="connsiteX163-40173" fmla="*/ 16461332 w 18982931"/>
              <a:gd name="connsiteY163-40174" fmla="*/ 3728118 h 4449429"/>
              <a:gd name="connsiteX164-40175" fmla="*/ 16404499 w 18982931"/>
              <a:gd name="connsiteY164-40176" fmla="*/ 3728118 h 4449429"/>
              <a:gd name="connsiteX165-40177" fmla="*/ 16292444 w 18982931"/>
              <a:gd name="connsiteY165-40178" fmla="*/ 3728118 h 4449429"/>
              <a:gd name="connsiteX166-40179" fmla="*/ 16292444 w 18982931"/>
              <a:gd name="connsiteY166-40180" fmla="*/ 3784951 h 4449429"/>
              <a:gd name="connsiteX167-40181" fmla="*/ 16349278 w 18982931"/>
              <a:gd name="connsiteY167-40182" fmla="*/ 3784951 h 4449429"/>
              <a:gd name="connsiteX168-40183" fmla="*/ 16349278 w 18982931"/>
              <a:gd name="connsiteY168-40184" fmla="*/ 3728118 h 4449429"/>
              <a:gd name="connsiteX169-40185" fmla="*/ 16292444 w 18982931"/>
              <a:gd name="connsiteY169-40186" fmla="*/ 3728118 h 4449429"/>
              <a:gd name="connsiteX170-40187" fmla="*/ 16180390 w 18982931"/>
              <a:gd name="connsiteY170-40188" fmla="*/ 3728118 h 4449429"/>
              <a:gd name="connsiteX171-40189" fmla="*/ 16180390 w 18982931"/>
              <a:gd name="connsiteY171-40190" fmla="*/ 3784951 h 4449429"/>
              <a:gd name="connsiteX172-40191" fmla="*/ 16237224 w 18982931"/>
              <a:gd name="connsiteY172-40192" fmla="*/ 3784951 h 4449429"/>
              <a:gd name="connsiteX173-40193" fmla="*/ 16237224 w 18982931"/>
              <a:gd name="connsiteY173-40194" fmla="*/ 3728118 h 4449429"/>
              <a:gd name="connsiteX174-40195" fmla="*/ 16180390 w 18982931"/>
              <a:gd name="connsiteY174-40196" fmla="*/ 3728118 h 4449429"/>
              <a:gd name="connsiteX175-40197" fmla="*/ 2813944 w 18982931"/>
              <a:gd name="connsiteY175-40198" fmla="*/ 3728116 h 4449429"/>
              <a:gd name="connsiteX176-40199" fmla="*/ 2813944 w 18982931"/>
              <a:gd name="connsiteY176-40200" fmla="*/ 3784950 h 4449429"/>
              <a:gd name="connsiteX177-40201" fmla="*/ 2870780 w 18982931"/>
              <a:gd name="connsiteY177-40202" fmla="*/ 3784950 h 4449429"/>
              <a:gd name="connsiteX178-40203" fmla="*/ 2870780 w 18982931"/>
              <a:gd name="connsiteY178-40204" fmla="*/ 3728116 h 4449429"/>
              <a:gd name="connsiteX179-40205" fmla="*/ 2813944 w 18982931"/>
              <a:gd name="connsiteY179-40206" fmla="*/ 3728116 h 4449429"/>
              <a:gd name="connsiteX180-40207" fmla="*/ 2701891 w 18982931"/>
              <a:gd name="connsiteY180-40208" fmla="*/ 3728116 h 4449429"/>
              <a:gd name="connsiteX181-40209" fmla="*/ 2701891 w 18982931"/>
              <a:gd name="connsiteY181-40210" fmla="*/ 3784950 h 4449429"/>
              <a:gd name="connsiteX182-40211" fmla="*/ 2758730 w 18982931"/>
              <a:gd name="connsiteY182-40212" fmla="*/ 3784950 h 4449429"/>
              <a:gd name="connsiteX183-40213" fmla="*/ 2758730 w 18982931"/>
              <a:gd name="connsiteY183-40214" fmla="*/ 3728116 h 4449429"/>
              <a:gd name="connsiteX184-40215" fmla="*/ 2701891 w 18982931"/>
              <a:gd name="connsiteY184-40216" fmla="*/ 3728116 h 4449429"/>
              <a:gd name="connsiteX185-40217" fmla="*/ 2589845 w 18982931"/>
              <a:gd name="connsiteY185-40218" fmla="*/ 3728116 h 4449429"/>
              <a:gd name="connsiteX186-40219" fmla="*/ 2589845 w 18982931"/>
              <a:gd name="connsiteY186-40220" fmla="*/ 3784950 h 4449429"/>
              <a:gd name="connsiteX187-40221" fmla="*/ 2646671 w 18982931"/>
              <a:gd name="connsiteY187-40222" fmla="*/ 3784950 h 4449429"/>
              <a:gd name="connsiteX188-40223" fmla="*/ 2646671 w 18982931"/>
              <a:gd name="connsiteY188-40224" fmla="*/ 3728116 h 4449429"/>
              <a:gd name="connsiteX189-40225" fmla="*/ 2589845 w 18982931"/>
              <a:gd name="connsiteY189-40226" fmla="*/ 3728116 h 4449429"/>
              <a:gd name="connsiteX190-40227" fmla="*/ 17351339 w 18982931"/>
              <a:gd name="connsiteY190-40228" fmla="*/ 3677667 h 4449429"/>
              <a:gd name="connsiteX191-40229" fmla="*/ 17351339 w 18982931"/>
              <a:gd name="connsiteY191-40230" fmla="*/ 3723368 h 4449429"/>
              <a:gd name="connsiteX192-40231" fmla="*/ 17560187 w 18982931"/>
              <a:gd name="connsiteY192-40232" fmla="*/ 3723368 h 4449429"/>
              <a:gd name="connsiteX193-40233" fmla="*/ 17560187 w 18982931"/>
              <a:gd name="connsiteY193-40234" fmla="*/ 3677667 h 4449429"/>
              <a:gd name="connsiteX194-40235" fmla="*/ 17351339 w 18982931"/>
              <a:gd name="connsiteY194-40236" fmla="*/ 3677667 h 4449429"/>
              <a:gd name="connsiteX195-40237" fmla="*/ 12612246 w 18982931"/>
              <a:gd name="connsiteY195-40238" fmla="*/ 3645952 h 4449429"/>
              <a:gd name="connsiteX196-40239" fmla="*/ 12612246 w 18982931"/>
              <a:gd name="connsiteY196-40240" fmla="*/ 3702785 h 4449429"/>
              <a:gd name="connsiteX197-40241" fmla="*/ 12669079 w 18982931"/>
              <a:gd name="connsiteY197-40242" fmla="*/ 3702785 h 4449429"/>
              <a:gd name="connsiteX198-40243" fmla="*/ 12669079 w 18982931"/>
              <a:gd name="connsiteY198-40244" fmla="*/ 3645952 h 4449429"/>
              <a:gd name="connsiteX199-40245" fmla="*/ 12612246 w 18982931"/>
              <a:gd name="connsiteY199-40246" fmla="*/ 3645952 h 4449429"/>
              <a:gd name="connsiteX200-40247" fmla="*/ 12500191 w 18982931"/>
              <a:gd name="connsiteY200-40248" fmla="*/ 3645952 h 4449429"/>
              <a:gd name="connsiteX201-40249" fmla="*/ 12500191 w 18982931"/>
              <a:gd name="connsiteY201-40250" fmla="*/ 3702785 h 4449429"/>
              <a:gd name="connsiteX202-40251" fmla="*/ 12557025 w 18982931"/>
              <a:gd name="connsiteY202-40252" fmla="*/ 3702785 h 4449429"/>
              <a:gd name="connsiteX203-40253" fmla="*/ 12557025 w 18982931"/>
              <a:gd name="connsiteY203-40254" fmla="*/ 3645952 h 4449429"/>
              <a:gd name="connsiteX204-40255" fmla="*/ 12500191 w 18982931"/>
              <a:gd name="connsiteY204-40256" fmla="*/ 3645952 h 4449429"/>
              <a:gd name="connsiteX205-40257" fmla="*/ 12388137 w 18982931"/>
              <a:gd name="connsiteY205-40258" fmla="*/ 3645952 h 4449429"/>
              <a:gd name="connsiteX206-40259" fmla="*/ 12388137 w 18982931"/>
              <a:gd name="connsiteY206-40260" fmla="*/ 3702785 h 4449429"/>
              <a:gd name="connsiteX207-40261" fmla="*/ 12444971 w 18982931"/>
              <a:gd name="connsiteY207-40262" fmla="*/ 3702785 h 4449429"/>
              <a:gd name="connsiteX208-40263" fmla="*/ 12444971 w 18982931"/>
              <a:gd name="connsiteY208-40264" fmla="*/ 3645952 h 4449429"/>
              <a:gd name="connsiteX209-40265" fmla="*/ 12388137 w 18982931"/>
              <a:gd name="connsiteY209-40266" fmla="*/ 3645952 h 4449429"/>
              <a:gd name="connsiteX210-40267" fmla="*/ 17351339 w 18982931"/>
              <a:gd name="connsiteY210-40268" fmla="*/ 3586038 h 4449429"/>
              <a:gd name="connsiteX211-40269" fmla="*/ 17351339 w 18982931"/>
              <a:gd name="connsiteY211-40270" fmla="*/ 3631739 h 4449429"/>
              <a:gd name="connsiteX212-40271" fmla="*/ 17560187 w 18982931"/>
              <a:gd name="connsiteY212-40272" fmla="*/ 3631739 h 4449429"/>
              <a:gd name="connsiteX213-40273" fmla="*/ 17560187 w 18982931"/>
              <a:gd name="connsiteY213-40274" fmla="*/ 3586038 h 4449429"/>
              <a:gd name="connsiteX214-40275" fmla="*/ 17351339 w 18982931"/>
              <a:gd name="connsiteY214-40276" fmla="*/ 3586038 h 4449429"/>
              <a:gd name="connsiteX215-40277" fmla="*/ 16404499 w 18982931"/>
              <a:gd name="connsiteY215-40278" fmla="*/ 3582830 h 4449429"/>
              <a:gd name="connsiteX216-40279" fmla="*/ 16404499 w 18982931"/>
              <a:gd name="connsiteY216-40280" fmla="*/ 3639663 h 4449429"/>
              <a:gd name="connsiteX217-40281" fmla="*/ 16461332 w 18982931"/>
              <a:gd name="connsiteY217-40282" fmla="*/ 3639663 h 4449429"/>
              <a:gd name="connsiteX218-40283" fmla="*/ 16461332 w 18982931"/>
              <a:gd name="connsiteY218-40284" fmla="*/ 3582830 h 4449429"/>
              <a:gd name="connsiteX219-40285" fmla="*/ 16404499 w 18982931"/>
              <a:gd name="connsiteY219-40286" fmla="*/ 3582830 h 4449429"/>
              <a:gd name="connsiteX220-40287" fmla="*/ 16292444 w 18982931"/>
              <a:gd name="connsiteY220-40288" fmla="*/ 3582830 h 4449429"/>
              <a:gd name="connsiteX221-40289" fmla="*/ 16292444 w 18982931"/>
              <a:gd name="connsiteY221-40290" fmla="*/ 3639663 h 4449429"/>
              <a:gd name="connsiteX222-40291" fmla="*/ 16349278 w 18982931"/>
              <a:gd name="connsiteY222-40292" fmla="*/ 3639663 h 4449429"/>
              <a:gd name="connsiteX223-40293" fmla="*/ 16349278 w 18982931"/>
              <a:gd name="connsiteY223-40294" fmla="*/ 3582830 h 4449429"/>
              <a:gd name="connsiteX224-40295" fmla="*/ 16292444 w 18982931"/>
              <a:gd name="connsiteY224-40296" fmla="*/ 3582830 h 4449429"/>
              <a:gd name="connsiteX225-40297" fmla="*/ 16180390 w 18982931"/>
              <a:gd name="connsiteY225-40298" fmla="*/ 3582830 h 4449429"/>
              <a:gd name="connsiteX226-40299" fmla="*/ 16180390 w 18982931"/>
              <a:gd name="connsiteY226-40300" fmla="*/ 3639663 h 4449429"/>
              <a:gd name="connsiteX227-40301" fmla="*/ 16237224 w 18982931"/>
              <a:gd name="connsiteY227-40302" fmla="*/ 3639663 h 4449429"/>
              <a:gd name="connsiteX228-40303" fmla="*/ 16237224 w 18982931"/>
              <a:gd name="connsiteY228-40304" fmla="*/ 3582830 h 4449429"/>
              <a:gd name="connsiteX229-40305" fmla="*/ 16180390 w 18982931"/>
              <a:gd name="connsiteY229-40306" fmla="*/ 3582830 h 4449429"/>
              <a:gd name="connsiteX230-40307" fmla="*/ 2813944 w 18982931"/>
              <a:gd name="connsiteY230-40308" fmla="*/ 3582828 h 4449429"/>
              <a:gd name="connsiteX231-40309" fmla="*/ 2813944 w 18982931"/>
              <a:gd name="connsiteY231-40310" fmla="*/ 3639662 h 4449429"/>
              <a:gd name="connsiteX232-40311" fmla="*/ 2870780 w 18982931"/>
              <a:gd name="connsiteY232-40312" fmla="*/ 3639662 h 4449429"/>
              <a:gd name="connsiteX233-40313" fmla="*/ 2870780 w 18982931"/>
              <a:gd name="connsiteY233-40314" fmla="*/ 3582828 h 4449429"/>
              <a:gd name="connsiteX234-40315" fmla="*/ 2813944 w 18982931"/>
              <a:gd name="connsiteY234-40316" fmla="*/ 3582828 h 4449429"/>
              <a:gd name="connsiteX235-40317" fmla="*/ 2701891 w 18982931"/>
              <a:gd name="connsiteY235-40318" fmla="*/ 3582828 h 4449429"/>
              <a:gd name="connsiteX236-40319" fmla="*/ 2701891 w 18982931"/>
              <a:gd name="connsiteY236-40320" fmla="*/ 3639662 h 4449429"/>
              <a:gd name="connsiteX237-40321" fmla="*/ 2758730 w 18982931"/>
              <a:gd name="connsiteY237-40322" fmla="*/ 3639662 h 4449429"/>
              <a:gd name="connsiteX238-40323" fmla="*/ 2758730 w 18982931"/>
              <a:gd name="connsiteY238-40324" fmla="*/ 3582828 h 4449429"/>
              <a:gd name="connsiteX239-40325" fmla="*/ 2701891 w 18982931"/>
              <a:gd name="connsiteY239-40326" fmla="*/ 3582828 h 4449429"/>
              <a:gd name="connsiteX240-40327" fmla="*/ 2589845 w 18982931"/>
              <a:gd name="connsiteY240-40328" fmla="*/ 3582828 h 4449429"/>
              <a:gd name="connsiteX241-40329" fmla="*/ 2589845 w 18982931"/>
              <a:gd name="connsiteY241-40330" fmla="*/ 3639662 h 4449429"/>
              <a:gd name="connsiteX242-40331" fmla="*/ 2646671 w 18982931"/>
              <a:gd name="connsiteY242-40332" fmla="*/ 3639662 h 4449429"/>
              <a:gd name="connsiteX243-40333" fmla="*/ 2646671 w 18982931"/>
              <a:gd name="connsiteY243-40334" fmla="*/ 3582828 h 4449429"/>
              <a:gd name="connsiteX244-40335" fmla="*/ 2589845 w 18982931"/>
              <a:gd name="connsiteY244-40336" fmla="*/ 3582828 h 4449429"/>
              <a:gd name="connsiteX245-40337" fmla="*/ 12612246 w 18982931"/>
              <a:gd name="connsiteY245-40338" fmla="*/ 3500664 h 4449429"/>
              <a:gd name="connsiteX246-40339" fmla="*/ 12612246 w 18982931"/>
              <a:gd name="connsiteY246-40340" fmla="*/ 3557497 h 4449429"/>
              <a:gd name="connsiteX247-40341" fmla="*/ 12669079 w 18982931"/>
              <a:gd name="connsiteY247-40342" fmla="*/ 3557497 h 4449429"/>
              <a:gd name="connsiteX248-40343" fmla="*/ 12669079 w 18982931"/>
              <a:gd name="connsiteY248-40344" fmla="*/ 3500664 h 4449429"/>
              <a:gd name="connsiteX249-40345" fmla="*/ 12612246 w 18982931"/>
              <a:gd name="connsiteY249-40346" fmla="*/ 3500664 h 4449429"/>
              <a:gd name="connsiteX250-40347" fmla="*/ 12500191 w 18982931"/>
              <a:gd name="connsiteY250-40348" fmla="*/ 3500664 h 4449429"/>
              <a:gd name="connsiteX251-40349" fmla="*/ 12500191 w 18982931"/>
              <a:gd name="connsiteY251-40350" fmla="*/ 3557497 h 4449429"/>
              <a:gd name="connsiteX252-40351" fmla="*/ 12557025 w 18982931"/>
              <a:gd name="connsiteY252-40352" fmla="*/ 3557497 h 4449429"/>
              <a:gd name="connsiteX253-40353" fmla="*/ 12557025 w 18982931"/>
              <a:gd name="connsiteY253-40354" fmla="*/ 3500664 h 4449429"/>
              <a:gd name="connsiteX254-40355" fmla="*/ 12500191 w 18982931"/>
              <a:gd name="connsiteY254-40356" fmla="*/ 3500664 h 4449429"/>
              <a:gd name="connsiteX255-40357" fmla="*/ 12388137 w 18982931"/>
              <a:gd name="connsiteY255-40358" fmla="*/ 3500664 h 4449429"/>
              <a:gd name="connsiteX256-40359" fmla="*/ 12388137 w 18982931"/>
              <a:gd name="connsiteY256-40360" fmla="*/ 3557497 h 4449429"/>
              <a:gd name="connsiteX257-40361" fmla="*/ 12444971 w 18982931"/>
              <a:gd name="connsiteY257-40362" fmla="*/ 3557497 h 4449429"/>
              <a:gd name="connsiteX258-40363" fmla="*/ 12444971 w 18982931"/>
              <a:gd name="connsiteY258-40364" fmla="*/ 3500664 h 4449429"/>
              <a:gd name="connsiteX259-40365" fmla="*/ 12388137 w 18982931"/>
              <a:gd name="connsiteY259-40366" fmla="*/ 3500664 h 4449429"/>
              <a:gd name="connsiteX260-40367" fmla="*/ 17351339 w 18982931"/>
              <a:gd name="connsiteY260-40368" fmla="*/ 3492933 h 4449429"/>
              <a:gd name="connsiteX261-40369" fmla="*/ 17351339 w 18982931"/>
              <a:gd name="connsiteY261-40370" fmla="*/ 3538633 h 4449429"/>
              <a:gd name="connsiteX262-40371" fmla="*/ 17560187 w 18982931"/>
              <a:gd name="connsiteY262-40372" fmla="*/ 3538633 h 4449429"/>
              <a:gd name="connsiteX263-40373" fmla="*/ 17560187 w 18982931"/>
              <a:gd name="connsiteY263-40374" fmla="*/ 3492933 h 4449429"/>
              <a:gd name="connsiteX264-40375" fmla="*/ 17351339 w 18982931"/>
              <a:gd name="connsiteY264-40376" fmla="*/ 3492933 h 4449429"/>
              <a:gd name="connsiteX265-40377" fmla="*/ 17351339 w 18982931"/>
              <a:gd name="connsiteY265-40378" fmla="*/ 3401301 h 4449429"/>
              <a:gd name="connsiteX266-40379" fmla="*/ 17351339 w 18982931"/>
              <a:gd name="connsiteY266-40380" fmla="*/ 3447001 h 4449429"/>
              <a:gd name="connsiteX267-40381" fmla="*/ 17560187 w 18982931"/>
              <a:gd name="connsiteY267-40382" fmla="*/ 3447001 h 4449429"/>
              <a:gd name="connsiteX268-40383" fmla="*/ 17560187 w 18982931"/>
              <a:gd name="connsiteY268-40384" fmla="*/ 3401301 h 4449429"/>
              <a:gd name="connsiteX269-40385" fmla="*/ 17351339 w 18982931"/>
              <a:gd name="connsiteY269-40386" fmla="*/ 3401301 h 4449429"/>
              <a:gd name="connsiteX270-40387" fmla="*/ 1596781 w 18982931"/>
              <a:gd name="connsiteY270-40388" fmla="*/ 3357078 h 4449429"/>
              <a:gd name="connsiteX271-40389" fmla="*/ 1596781 w 18982931"/>
              <a:gd name="connsiteY271-40390" fmla="*/ 3402779 h 4449429"/>
              <a:gd name="connsiteX272-40391" fmla="*/ 1805629 w 18982931"/>
              <a:gd name="connsiteY272-40392" fmla="*/ 3402779 h 4449429"/>
              <a:gd name="connsiteX273-40393" fmla="*/ 1805629 w 18982931"/>
              <a:gd name="connsiteY273-40394" fmla="*/ 3357078 h 4449429"/>
              <a:gd name="connsiteX274-40395" fmla="*/ 1596781 w 18982931"/>
              <a:gd name="connsiteY274-40396" fmla="*/ 3357078 h 4449429"/>
              <a:gd name="connsiteX275-40397" fmla="*/ 12612246 w 18982931"/>
              <a:gd name="connsiteY275-40398" fmla="*/ 3355375 h 4449429"/>
              <a:gd name="connsiteX276-40399" fmla="*/ 12612246 w 18982931"/>
              <a:gd name="connsiteY276-40400" fmla="*/ 3412209 h 4449429"/>
              <a:gd name="connsiteX277-40401" fmla="*/ 12669079 w 18982931"/>
              <a:gd name="connsiteY277-40402" fmla="*/ 3412209 h 4449429"/>
              <a:gd name="connsiteX278-40403" fmla="*/ 12669079 w 18982931"/>
              <a:gd name="connsiteY278-40404" fmla="*/ 3355375 h 4449429"/>
              <a:gd name="connsiteX279-40405" fmla="*/ 12612246 w 18982931"/>
              <a:gd name="connsiteY279-40406" fmla="*/ 3355375 h 4449429"/>
              <a:gd name="connsiteX280-40407" fmla="*/ 12500191 w 18982931"/>
              <a:gd name="connsiteY280-40408" fmla="*/ 3355375 h 4449429"/>
              <a:gd name="connsiteX281-40409" fmla="*/ 12500191 w 18982931"/>
              <a:gd name="connsiteY281-40410" fmla="*/ 3412209 h 4449429"/>
              <a:gd name="connsiteX282-40411" fmla="*/ 12557025 w 18982931"/>
              <a:gd name="connsiteY282-40412" fmla="*/ 3412209 h 4449429"/>
              <a:gd name="connsiteX283-40413" fmla="*/ 12557025 w 18982931"/>
              <a:gd name="connsiteY283-40414" fmla="*/ 3355375 h 4449429"/>
              <a:gd name="connsiteX284-40415" fmla="*/ 12500191 w 18982931"/>
              <a:gd name="connsiteY284-40416" fmla="*/ 3355375 h 4449429"/>
              <a:gd name="connsiteX285-40417" fmla="*/ 12388137 w 18982931"/>
              <a:gd name="connsiteY285-40418" fmla="*/ 3355375 h 4449429"/>
              <a:gd name="connsiteX286-40419" fmla="*/ 12388137 w 18982931"/>
              <a:gd name="connsiteY286-40420" fmla="*/ 3412209 h 4449429"/>
              <a:gd name="connsiteX287-40421" fmla="*/ 12444971 w 18982931"/>
              <a:gd name="connsiteY287-40422" fmla="*/ 3412209 h 4449429"/>
              <a:gd name="connsiteX288-40423" fmla="*/ 12444971 w 18982931"/>
              <a:gd name="connsiteY288-40424" fmla="*/ 3355375 h 4449429"/>
              <a:gd name="connsiteX289-40425" fmla="*/ 12388137 w 18982931"/>
              <a:gd name="connsiteY289-40426" fmla="*/ 3355375 h 4449429"/>
              <a:gd name="connsiteX290-40427" fmla="*/ 17351339 w 18982931"/>
              <a:gd name="connsiteY290-40428" fmla="*/ 3309670 h 4449429"/>
              <a:gd name="connsiteX291-40429" fmla="*/ 17351339 w 18982931"/>
              <a:gd name="connsiteY291-40430" fmla="*/ 3355371 h 4449429"/>
              <a:gd name="connsiteX292-40431" fmla="*/ 17560187 w 18982931"/>
              <a:gd name="connsiteY292-40432" fmla="*/ 3355371 h 4449429"/>
              <a:gd name="connsiteX293-40433" fmla="*/ 17560187 w 18982931"/>
              <a:gd name="connsiteY293-40434" fmla="*/ 3309670 h 4449429"/>
              <a:gd name="connsiteX294-40435" fmla="*/ 17351339 w 18982931"/>
              <a:gd name="connsiteY294-40436" fmla="*/ 3309670 h 4449429"/>
              <a:gd name="connsiteX295-40437" fmla="*/ 1596781 w 18982931"/>
              <a:gd name="connsiteY295-40438" fmla="*/ 3265446 h 4449429"/>
              <a:gd name="connsiteX296-40439" fmla="*/ 1596781 w 18982931"/>
              <a:gd name="connsiteY296-40440" fmla="*/ 3311147 h 4449429"/>
              <a:gd name="connsiteX297-40441" fmla="*/ 1805629 w 18982931"/>
              <a:gd name="connsiteY297-40442" fmla="*/ 3311147 h 4449429"/>
              <a:gd name="connsiteX298-40443" fmla="*/ 1805629 w 18982931"/>
              <a:gd name="connsiteY298-40444" fmla="*/ 3265446 h 4449429"/>
              <a:gd name="connsiteX299-40445" fmla="*/ 1596781 w 18982931"/>
              <a:gd name="connsiteY299-40446" fmla="*/ 3265446 h 4449429"/>
              <a:gd name="connsiteX300-40447" fmla="*/ 17351339 w 18982931"/>
              <a:gd name="connsiteY300-40448" fmla="*/ 3218041 h 4449429"/>
              <a:gd name="connsiteX301-40449" fmla="*/ 17351339 w 18982931"/>
              <a:gd name="connsiteY301-40450" fmla="*/ 3263742 h 4449429"/>
              <a:gd name="connsiteX302-40451" fmla="*/ 17560187 w 18982931"/>
              <a:gd name="connsiteY302-40452" fmla="*/ 3263742 h 4449429"/>
              <a:gd name="connsiteX303-40453" fmla="*/ 17560187 w 18982931"/>
              <a:gd name="connsiteY303-40454" fmla="*/ 3218041 h 4449429"/>
              <a:gd name="connsiteX304-40455" fmla="*/ 17351339 w 18982931"/>
              <a:gd name="connsiteY304-40456" fmla="*/ 3218041 h 4449429"/>
              <a:gd name="connsiteX305-40457" fmla="*/ 12612246 w 18982931"/>
              <a:gd name="connsiteY305-40458" fmla="*/ 3210087 h 4449429"/>
              <a:gd name="connsiteX306-40459" fmla="*/ 12612246 w 18982931"/>
              <a:gd name="connsiteY306-40460" fmla="*/ 3266921 h 4449429"/>
              <a:gd name="connsiteX307-40461" fmla="*/ 12669079 w 18982931"/>
              <a:gd name="connsiteY307-40462" fmla="*/ 3266921 h 4449429"/>
              <a:gd name="connsiteX308-40463" fmla="*/ 12669079 w 18982931"/>
              <a:gd name="connsiteY308-40464" fmla="*/ 3210087 h 4449429"/>
              <a:gd name="connsiteX309-40465" fmla="*/ 12612246 w 18982931"/>
              <a:gd name="connsiteY309-40466" fmla="*/ 3210087 h 4449429"/>
              <a:gd name="connsiteX310-40467" fmla="*/ 12500191 w 18982931"/>
              <a:gd name="connsiteY310-40468" fmla="*/ 3210087 h 4449429"/>
              <a:gd name="connsiteX311-40469" fmla="*/ 12500191 w 18982931"/>
              <a:gd name="connsiteY311-40470" fmla="*/ 3266921 h 4449429"/>
              <a:gd name="connsiteX312-40471" fmla="*/ 12557025 w 18982931"/>
              <a:gd name="connsiteY312-40472" fmla="*/ 3266921 h 4449429"/>
              <a:gd name="connsiteX313-40473" fmla="*/ 12557025 w 18982931"/>
              <a:gd name="connsiteY313-40474" fmla="*/ 3210087 h 4449429"/>
              <a:gd name="connsiteX314-40475" fmla="*/ 12500191 w 18982931"/>
              <a:gd name="connsiteY314-40476" fmla="*/ 3210087 h 4449429"/>
              <a:gd name="connsiteX315-40477" fmla="*/ 12388137 w 18982931"/>
              <a:gd name="connsiteY315-40478" fmla="*/ 3210087 h 4449429"/>
              <a:gd name="connsiteX316-40479" fmla="*/ 12388137 w 18982931"/>
              <a:gd name="connsiteY316-40480" fmla="*/ 3266921 h 4449429"/>
              <a:gd name="connsiteX317-40481" fmla="*/ 12444971 w 18982931"/>
              <a:gd name="connsiteY317-40482" fmla="*/ 3266921 h 4449429"/>
              <a:gd name="connsiteX318-40483" fmla="*/ 12444971 w 18982931"/>
              <a:gd name="connsiteY318-40484" fmla="*/ 3210087 h 4449429"/>
              <a:gd name="connsiteX319-40485" fmla="*/ 12388137 w 18982931"/>
              <a:gd name="connsiteY319-40486" fmla="*/ 3210087 h 4449429"/>
              <a:gd name="connsiteX320-40487" fmla="*/ 1596781 w 18982931"/>
              <a:gd name="connsiteY320-40488" fmla="*/ 3173817 h 4449429"/>
              <a:gd name="connsiteX321-40489" fmla="*/ 1596781 w 18982931"/>
              <a:gd name="connsiteY321-40490" fmla="*/ 3219518 h 4449429"/>
              <a:gd name="connsiteX322-40491" fmla="*/ 1805629 w 18982931"/>
              <a:gd name="connsiteY322-40492" fmla="*/ 3219518 h 4449429"/>
              <a:gd name="connsiteX323-40493" fmla="*/ 1805629 w 18982931"/>
              <a:gd name="connsiteY323-40494" fmla="*/ 3173817 h 4449429"/>
              <a:gd name="connsiteX324-40495" fmla="*/ 1596781 w 18982931"/>
              <a:gd name="connsiteY324-40496" fmla="*/ 3173817 h 4449429"/>
              <a:gd name="connsiteX325-40497" fmla="*/ 17351339 w 18982931"/>
              <a:gd name="connsiteY325-40498" fmla="*/ 3126412 h 4449429"/>
              <a:gd name="connsiteX326-40499" fmla="*/ 17351339 w 18982931"/>
              <a:gd name="connsiteY326-40500" fmla="*/ 3172113 h 4449429"/>
              <a:gd name="connsiteX327-40501" fmla="*/ 17560187 w 18982931"/>
              <a:gd name="connsiteY327-40502" fmla="*/ 3172113 h 4449429"/>
              <a:gd name="connsiteX328-40503" fmla="*/ 17560187 w 18982931"/>
              <a:gd name="connsiteY328-40504" fmla="*/ 3126412 h 4449429"/>
              <a:gd name="connsiteX329-40505" fmla="*/ 17351339 w 18982931"/>
              <a:gd name="connsiteY329-40506" fmla="*/ 3126412 h 4449429"/>
              <a:gd name="connsiteX330-40507" fmla="*/ 1596781 w 18982931"/>
              <a:gd name="connsiteY330-40508" fmla="*/ 3080712 h 4449429"/>
              <a:gd name="connsiteX331-40509" fmla="*/ 1596781 w 18982931"/>
              <a:gd name="connsiteY331-40510" fmla="*/ 3126412 h 4449429"/>
              <a:gd name="connsiteX332-40511" fmla="*/ 1805629 w 18982931"/>
              <a:gd name="connsiteY332-40512" fmla="*/ 3126412 h 4449429"/>
              <a:gd name="connsiteX333-40513" fmla="*/ 1805629 w 18982931"/>
              <a:gd name="connsiteY333-40514" fmla="*/ 3080712 h 4449429"/>
              <a:gd name="connsiteX334-40515" fmla="*/ 1596781 w 18982931"/>
              <a:gd name="connsiteY334-40516" fmla="*/ 3080712 h 4449429"/>
              <a:gd name="connsiteX335-40517" fmla="*/ 12612246 w 18982931"/>
              <a:gd name="connsiteY335-40518" fmla="*/ 3064799 h 4449429"/>
              <a:gd name="connsiteX336-40519" fmla="*/ 12612246 w 18982931"/>
              <a:gd name="connsiteY336-40520" fmla="*/ 3121633 h 4449429"/>
              <a:gd name="connsiteX337-40521" fmla="*/ 12669079 w 18982931"/>
              <a:gd name="connsiteY337-40522" fmla="*/ 3121633 h 4449429"/>
              <a:gd name="connsiteX338-40523" fmla="*/ 12669079 w 18982931"/>
              <a:gd name="connsiteY338-40524" fmla="*/ 3064799 h 4449429"/>
              <a:gd name="connsiteX339-40525" fmla="*/ 12612246 w 18982931"/>
              <a:gd name="connsiteY339-40526" fmla="*/ 3064799 h 4449429"/>
              <a:gd name="connsiteX340-40527" fmla="*/ 12500191 w 18982931"/>
              <a:gd name="connsiteY340-40528" fmla="*/ 3064799 h 4449429"/>
              <a:gd name="connsiteX341-40529" fmla="*/ 12500191 w 18982931"/>
              <a:gd name="connsiteY341-40530" fmla="*/ 3121633 h 4449429"/>
              <a:gd name="connsiteX342-40531" fmla="*/ 12557025 w 18982931"/>
              <a:gd name="connsiteY342-40532" fmla="*/ 3121633 h 4449429"/>
              <a:gd name="connsiteX343-40533" fmla="*/ 12557025 w 18982931"/>
              <a:gd name="connsiteY343-40534" fmla="*/ 3064799 h 4449429"/>
              <a:gd name="connsiteX344-40535" fmla="*/ 12500191 w 18982931"/>
              <a:gd name="connsiteY344-40536" fmla="*/ 3064799 h 4449429"/>
              <a:gd name="connsiteX345-40537" fmla="*/ 12388137 w 18982931"/>
              <a:gd name="connsiteY345-40538" fmla="*/ 3064799 h 4449429"/>
              <a:gd name="connsiteX346-40539" fmla="*/ 12388137 w 18982931"/>
              <a:gd name="connsiteY346-40540" fmla="*/ 3121633 h 4449429"/>
              <a:gd name="connsiteX347-40541" fmla="*/ 12444971 w 18982931"/>
              <a:gd name="connsiteY347-40542" fmla="*/ 3121633 h 4449429"/>
              <a:gd name="connsiteX348-40543" fmla="*/ 12444971 w 18982931"/>
              <a:gd name="connsiteY348-40544" fmla="*/ 3064799 h 4449429"/>
              <a:gd name="connsiteX349-40545" fmla="*/ 12388137 w 18982931"/>
              <a:gd name="connsiteY349-40546" fmla="*/ 3064799 h 4449429"/>
              <a:gd name="connsiteX350-40547" fmla="*/ 17351339 w 18982931"/>
              <a:gd name="connsiteY350-40548" fmla="*/ 3034782 h 4449429"/>
              <a:gd name="connsiteX351-40549" fmla="*/ 17351339 w 18982931"/>
              <a:gd name="connsiteY351-40550" fmla="*/ 3080482 h 4449429"/>
              <a:gd name="connsiteX352-40551" fmla="*/ 17560187 w 18982931"/>
              <a:gd name="connsiteY352-40552" fmla="*/ 3080482 h 4449429"/>
              <a:gd name="connsiteX353-40553" fmla="*/ 17560187 w 18982931"/>
              <a:gd name="connsiteY353-40554" fmla="*/ 3034782 h 4449429"/>
              <a:gd name="connsiteX354-40555" fmla="*/ 17351339 w 18982931"/>
              <a:gd name="connsiteY354-40556" fmla="*/ 3034782 h 4449429"/>
              <a:gd name="connsiteX355-40557" fmla="*/ 1596781 w 18982931"/>
              <a:gd name="connsiteY355-40558" fmla="*/ 2989080 h 4449429"/>
              <a:gd name="connsiteX356-40559" fmla="*/ 1596781 w 18982931"/>
              <a:gd name="connsiteY356-40560" fmla="*/ 3034780 h 4449429"/>
              <a:gd name="connsiteX357-40561" fmla="*/ 1805629 w 18982931"/>
              <a:gd name="connsiteY357-40562" fmla="*/ 3034780 h 4449429"/>
              <a:gd name="connsiteX358-40563" fmla="*/ 1805629 w 18982931"/>
              <a:gd name="connsiteY358-40564" fmla="*/ 2989080 h 4449429"/>
              <a:gd name="connsiteX359-40565" fmla="*/ 1596781 w 18982931"/>
              <a:gd name="connsiteY359-40566" fmla="*/ 2989080 h 4449429"/>
              <a:gd name="connsiteX360-40567" fmla="*/ 17351339 w 18982931"/>
              <a:gd name="connsiteY360-40568" fmla="*/ 2943153 h 4449429"/>
              <a:gd name="connsiteX361-40569" fmla="*/ 17351339 w 18982931"/>
              <a:gd name="connsiteY361-40570" fmla="*/ 2988853 h 4449429"/>
              <a:gd name="connsiteX362-40571" fmla="*/ 17560187 w 18982931"/>
              <a:gd name="connsiteY362-40572" fmla="*/ 2988853 h 4449429"/>
              <a:gd name="connsiteX363-40573" fmla="*/ 17560187 w 18982931"/>
              <a:gd name="connsiteY363-40574" fmla="*/ 2943153 h 4449429"/>
              <a:gd name="connsiteX364-40575" fmla="*/ 17351339 w 18982931"/>
              <a:gd name="connsiteY364-40576" fmla="*/ 2943153 h 4449429"/>
              <a:gd name="connsiteX365-40577" fmla="*/ 12612246 w 18982931"/>
              <a:gd name="connsiteY365-40578" fmla="*/ 2919511 h 4449429"/>
              <a:gd name="connsiteX366-40579" fmla="*/ 12612246 w 18982931"/>
              <a:gd name="connsiteY366-40580" fmla="*/ 2976345 h 4449429"/>
              <a:gd name="connsiteX367-40581" fmla="*/ 12669079 w 18982931"/>
              <a:gd name="connsiteY367-40582" fmla="*/ 2976345 h 4449429"/>
              <a:gd name="connsiteX368-40583" fmla="*/ 12669079 w 18982931"/>
              <a:gd name="connsiteY368-40584" fmla="*/ 2919511 h 4449429"/>
              <a:gd name="connsiteX369-40585" fmla="*/ 12612246 w 18982931"/>
              <a:gd name="connsiteY369-40586" fmla="*/ 2919511 h 4449429"/>
              <a:gd name="connsiteX370-40587" fmla="*/ 12500191 w 18982931"/>
              <a:gd name="connsiteY370-40588" fmla="*/ 2919511 h 4449429"/>
              <a:gd name="connsiteX371-40589" fmla="*/ 12500191 w 18982931"/>
              <a:gd name="connsiteY371-40590" fmla="*/ 2976345 h 4449429"/>
              <a:gd name="connsiteX372-40591" fmla="*/ 12557025 w 18982931"/>
              <a:gd name="connsiteY372-40592" fmla="*/ 2976345 h 4449429"/>
              <a:gd name="connsiteX373-40593" fmla="*/ 12557025 w 18982931"/>
              <a:gd name="connsiteY373-40594" fmla="*/ 2919511 h 4449429"/>
              <a:gd name="connsiteX374-40595" fmla="*/ 12500191 w 18982931"/>
              <a:gd name="connsiteY374-40596" fmla="*/ 2919511 h 4449429"/>
              <a:gd name="connsiteX375-40597" fmla="*/ 12388137 w 18982931"/>
              <a:gd name="connsiteY375-40598" fmla="*/ 2919511 h 4449429"/>
              <a:gd name="connsiteX376-40599" fmla="*/ 12388137 w 18982931"/>
              <a:gd name="connsiteY376-40600" fmla="*/ 2976345 h 4449429"/>
              <a:gd name="connsiteX377-40601" fmla="*/ 12444971 w 18982931"/>
              <a:gd name="connsiteY377-40602" fmla="*/ 2976345 h 4449429"/>
              <a:gd name="connsiteX378-40603" fmla="*/ 12444971 w 18982931"/>
              <a:gd name="connsiteY378-40604" fmla="*/ 2919511 h 4449429"/>
              <a:gd name="connsiteX379-40605" fmla="*/ 12388137 w 18982931"/>
              <a:gd name="connsiteY379-40606" fmla="*/ 2919511 h 4449429"/>
              <a:gd name="connsiteX380-40607" fmla="*/ 1596781 w 18982931"/>
              <a:gd name="connsiteY380-40608" fmla="*/ 2897450 h 4449429"/>
              <a:gd name="connsiteX381-40609" fmla="*/ 1596781 w 18982931"/>
              <a:gd name="connsiteY381-40610" fmla="*/ 2943150 h 4449429"/>
              <a:gd name="connsiteX382-40611" fmla="*/ 1805629 w 18982931"/>
              <a:gd name="connsiteY382-40612" fmla="*/ 2943150 h 4449429"/>
              <a:gd name="connsiteX383-40613" fmla="*/ 1805629 w 18982931"/>
              <a:gd name="connsiteY383-40614" fmla="*/ 2897450 h 4449429"/>
              <a:gd name="connsiteX384-40615" fmla="*/ 1596781 w 18982931"/>
              <a:gd name="connsiteY384-40616" fmla="*/ 2897450 h 4449429"/>
              <a:gd name="connsiteX385-40617" fmla="*/ 17351339 w 18982931"/>
              <a:gd name="connsiteY385-40618" fmla="*/ 2851522 h 4449429"/>
              <a:gd name="connsiteX386-40619" fmla="*/ 17351339 w 18982931"/>
              <a:gd name="connsiteY386-40620" fmla="*/ 2897223 h 4449429"/>
              <a:gd name="connsiteX387-40621" fmla="*/ 17560187 w 18982931"/>
              <a:gd name="connsiteY387-40622" fmla="*/ 2897223 h 4449429"/>
              <a:gd name="connsiteX388-40623" fmla="*/ 17560187 w 18982931"/>
              <a:gd name="connsiteY388-40624" fmla="*/ 2851522 h 4449429"/>
              <a:gd name="connsiteX389-40625" fmla="*/ 17351339 w 18982931"/>
              <a:gd name="connsiteY389-40626" fmla="*/ 2851522 h 4449429"/>
              <a:gd name="connsiteX390-40627" fmla="*/ 1596781 w 18982931"/>
              <a:gd name="connsiteY390-40628" fmla="*/ 2805821 h 4449429"/>
              <a:gd name="connsiteX391-40629" fmla="*/ 1596781 w 18982931"/>
              <a:gd name="connsiteY391-40630" fmla="*/ 2851521 h 4449429"/>
              <a:gd name="connsiteX392-40631" fmla="*/ 1805629 w 18982931"/>
              <a:gd name="connsiteY392-40632" fmla="*/ 2851521 h 4449429"/>
              <a:gd name="connsiteX393-40633" fmla="*/ 1805629 w 18982931"/>
              <a:gd name="connsiteY393-40634" fmla="*/ 2805821 h 4449429"/>
              <a:gd name="connsiteX394-40635" fmla="*/ 1596781 w 18982931"/>
              <a:gd name="connsiteY394-40636" fmla="*/ 2805821 h 4449429"/>
              <a:gd name="connsiteX395-40637" fmla="*/ 1596781 w 18982931"/>
              <a:gd name="connsiteY395-40638" fmla="*/ 2714192 h 4449429"/>
              <a:gd name="connsiteX396-40639" fmla="*/ 1596781 w 18982931"/>
              <a:gd name="connsiteY396-40640" fmla="*/ 2759892 h 4449429"/>
              <a:gd name="connsiteX397-40641" fmla="*/ 1805629 w 18982931"/>
              <a:gd name="connsiteY397-40642" fmla="*/ 2759892 h 4449429"/>
              <a:gd name="connsiteX398-40643" fmla="*/ 1805629 w 18982931"/>
              <a:gd name="connsiteY398-40644" fmla="*/ 2714192 h 4449429"/>
              <a:gd name="connsiteX399-40645" fmla="*/ 1596781 w 18982931"/>
              <a:gd name="connsiteY399-40646" fmla="*/ 2714192 h 4449429"/>
              <a:gd name="connsiteX400-40647" fmla="*/ 4422120 w 18982931"/>
              <a:gd name="connsiteY400-40648" fmla="*/ 2688604 h 4449429"/>
              <a:gd name="connsiteX401-40649" fmla="*/ 4422120 w 18982931"/>
              <a:gd name="connsiteY401-40650" fmla="*/ 2851522 h 4449429"/>
              <a:gd name="connsiteX402-40651" fmla="*/ 4459897 w 18982931"/>
              <a:gd name="connsiteY402-40652" fmla="*/ 2851522 h 4449429"/>
              <a:gd name="connsiteX403-40653" fmla="*/ 4459897 w 18982931"/>
              <a:gd name="connsiteY403-40654" fmla="*/ 2688604 h 4449429"/>
              <a:gd name="connsiteX404-40655" fmla="*/ 4422120 w 18982931"/>
              <a:gd name="connsiteY404-40656" fmla="*/ 2688604 h 4449429"/>
              <a:gd name="connsiteX405-40657" fmla="*/ 4346370 w 18982931"/>
              <a:gd name="connsiteY405-40658" fmla="*/ 2688604 h 4449429"/>
              <a:gd name="connsiteX406-40659" fmla="*/ 4346370 w 18982931"/>
              <a:gd name="connsiteY406-40660" fmla="*/ 2851522 h 4449429"/>
              <a:gd name="connsiteX407-40661" fmla="*/ 4384149 w 18982931"/>
              <a:gd name="connsiteY407-40662" fmla="*/ 2851522 h 4449429"/>
              <a:gd name="connsiteX408-40663" fmla="*/ 4384149 w 18982931"/>
              <a:gd name="connsiteY408-40664" fmla="*/ 2688604 h 4449429"/>
              <a:gd name="connsiteX409-40665" fmla="*/ 4346370 w 18982931"/>
              <a:gd name="connsiteY409-40666" fmla="*/ 2688604 h 4449429"/>
              <a:gd name="connsiteX410-40667" fmla="*/ 4270624 w 18982931"/>
              <a:gd name="connsiteY410-40668" fmla="*/ 2688604 h 4449429"/>
              <a:gd name="connsiteX411-40669" fmla="*/ 4270624 w 18982931"/>
              <a:gd name="connsiteY411-40670" fmla="*/ 2851522 h 4449429"/>
              <a:gd name="connsiteX412-40671" fmla="*/ 4308407 w 18982931"/>
              <a:gd name="connsiteY412-40672" fmla="*/ 2851522 h 4449429"/>
              <a:gd name="connsiteX413-40673" fmla="*/ 4308407 w 18982931"/>
              <a:gd name="connsiteY413-40674" fmla="*/ 2688604 h 4449429"/>
              <a:gd name="connsiteX414-40675" fmla="*/ 4270624 w 18982931"/>
              <a:gd name="connsiteY414-40676" fmla="*/ 2688604 h 4449429"/>
              <a:gd name="connsiteX415-40677" fmla="*/ 4194881 w 18982931"/>
              <a:gd name="connsiteY415-40678" fmla="*/ 2688604 h 4449429"/>
              <a:gd name="connsiteX416-40679" fmla="*/ 4194881 w 18982931"/>
              <a:gd name="connsiteY416-40680" fmla="*/ 2851522 h 4449429"/>
              <a:gd name="connsiteX417-40681" fmla="*/ 4232658 w 18982931"/>
              <a:gd name="connsiteY417-40682" fmla="*/ 2851522 h 4449429"/>
              <a:gd name="connsiteX418-40683" fmla="*/ 4232658 w 18982931"/>
              <a:gd name="connsiteY418-40684" fmla="*/ 2688604 h 4449429"/>
              <a:gd name="connsiteX419-40685" fmla="*/ 4194881 w 18982931"/>
              <a:gd name="connsiteY419-40686" fmla="*/ 2688604 h 4449429"/>
              <a:gd name="connsiteX420-40687" fmla="*/ 4119132 w 18982931"/>
              <a:gd name="connsiteY420-40688" fmla="*/ 2688604 h 4449429"/>
              <a:gd name="connsiteX421-40689" fmla="*/ 4119132 w 18982931"/>
              <a:gd name="connsiteY421-40690" fmla="*/ 2851522 h 4449429"/>
              <a:gd name="connsiteX422-40691" fmla="*/ 4156909 w 18982931"/>
              <a:gd name="connsiteY422-40692" fmla="*/ 2851522 h 4449429"/>
              <a:gd name="connsiteX423-40693" fmla="*/ 4156909 w 18982931"/>
              <a:gd name="connsiteY423-40694" fmla="*/ 2688604 h 4449429"/>
              <a:gd name="connsiteX424-40695" fmla="*/ 4119132 w 18982931"/>
              <a:gd name="connsiteY424-40696" fmla="*/ 2688604 h 4449429"/>
              <a:gd name="connsiteX425-40697" fmla="*/ 4043383 w 18982931"/>
              <a:gd name="connsiteY425-40698" fmla="*/ 2688604 h 4449429"/>
              <a:gd name="connsiteX426-40699" fmla="*/ 4043383 w 18982931"/>
              <a:gd name="connsiteY426-40700" fmla="*/ 2851522 h 4449429"/>
              <a:gd name="connsiteX427-40701" fmla="*/ 4081160 w 18982931"/>
              <a:gd name="connsiteY427-40702" fmla="*/ 2851522 h 4449429"/>
              <a:gd name="connsiteX428-40703" fmla="*/ 4081160 w 18982931"/>
              <a:gd name="connsiteY428-40704" fmla="*/ 2688604 h 4449429"/>
              <a:gd name="connsiteX429-40705" fmla="*/ 4043383 w 18982931"/>
              <a:gd name="connsiteY429-40706" fmla="*/ 2688604 h 4449429"/>
              <a:gd name="connsiteX430-40707" fmla="*/ 3967636 w 18982931"/>
              <a:gd name="connsiteY430-40708" fmla="*/ 2688604 h 4449429"/>
              <a:gd name="connsiteX431-40709" fmla="*/ 3967636 w 18982931"/>
              <a:gd name="connsiteY431-40710" fmla="*/ 2851522 h 4449429"/>
              <a:gd name="connsiteX432-40711" fmla="*/ 4005415 w 18982931"/>
              <a:gd name="connsiteY432-40712" fmla="*/ 2851522 h 4449429"/>
              <a:gd name="connsiteX433-40713" fmla="*/ 4005415 w 18982931"/>
              <a:gd name="connsiteY433-40714" fmla="*/ 2688604 h 4449429"/>
              <a:gd name="connsiteX434-40715" fmla="*/ 3967636 w 18982931"/>
              <a:gd name="connsiteY434-40716" fmla="*/ 2688604 h 4449429"/>
              <a:gd name="connsiteX435-40717" fmla="*/ 3891895 w 18982931"/>
              <a:gd name="connsiteY435-40718" fmla="*/ 2688604 h 4449429"/>
              <a:gd name="connsiteX436-40719" fmla="*/ 3891895 w 18982931"/>
              <a:gd name="connsiteY436-40720" fmla="*/ 2851522 h 4449429"/>
              <a:gd name="connsiteX437-40721" fmla="*/ 3929672 w 18982931"/>
              <a:gd name="connsiteY437-40722" fmla="*/ 2851522 h 4449429"/>
              <a:gd name="connsiteX438-40723" fmla="*/ 3929672 w 18982931"/>
              <a:gd name="connsiteY438-40724" fmla="*/ 2688604 h 4449429"/>
              <a:gd name="connsiteX439-40725" fmla="*/ 3891895 w 18982931"/>
              <a:gd name="connsiteY439-40726" fmla="*/ 2688604 h 4449429"/>
              <a:gd name="connsiteX440-40727" fmla="*/ 15043403 w 18982931"/>
              <a:gd name="connsiteY440-40728" fmla="*/ 2685661 h 4449429"/>
              <a:gd name="connsiteX441-40729" fmla="*/ 15043403 w 18982931"/>
              <a:gd name="connsiteY441-40730" fmla="*/ 2894508 h 4449429"/>
              <a:gd name="connsiteX442-40731" fmla="*/ 15089105 w 18982931"/>
              <a:gd name="connsiteY442-40732" fmla="*/ 2894508 h 4449429"/>
              <a:gd name="connsiteX443-40733" fmla="*/ 15089105 w 18982931"/>
              <a:gd name="connsiteY443-40734" fmla="*/ 2685661 h 4449429"/>
              <a:gd name="connsiteX444-40735" fmla="*/ 15043403 w 18982931"/>
              <a:gd name="connsiteY444-40736" fmla="*/ 2685661 h 4449429"/>
              <a:gd name="connsiteX445-40737" fmla="*/ 14951773 w 18982931"/>
              <a:gd name="connsiteY445-40738" fmla="*/ 2685661 h 4449429"/>
              <a:gd name="connsiteX446-40739" fmla="*/ 14951773 w 18982931"/>
              <a:gd name="connsiteY446-40740" fmla="*/ 2894508 h 4449429"/>
              <a:gd name="connsiteX447-40741" fmla="*/ 14997475 w 18982931"/>
              <a:gd name="connsiteY447-40742" fmla="*/ 2894508 h 4449429"/>
              <a:gd name="connsiteX448-40743" fmla="*/ 14997475 w 18982931"/>
              <a:gd name="connsiteY448-40744" fmla="*/ 2685661 h 4449429"/>
              <a:gd name="connsiteX449-40745" fmla="*/ 14951773 w 18982931"/>
              <a:gd name="connsiteY449-40746" fmla="*/ 2685661 h 4449429"/>
              <a:gd name="connsiteX450-40747" fmla="*/ 14860145 w 18982931"/>
              <a:gd name="connsiteY450-40748" fmla="*/ 2685661 h 4449429"/>
              <a:gd name="connsiteX451-40749" fmla="*/ 14860145 w 18982931"/>
              <a:gd name="connsiteY451-40750" fmla="*/ 2894508 h 4449429"/>
              <a:gd name="connsiteX452-40751" fmla="*/ 14905844 w 18982931"/>
              <a:gd name="connsiteY452-40752" fmla="*/ 2894508 h 4449429"/>
              <a:gd name="connsiteX453-40753" fmla="*/ 14905844 w 18982931"/>
              <a:gd name="connsiteY453-40754" fmla="*/ 2685661 h 4449429"/>
              <a:gd name="connsiteX454-40755" fmla="*/ 14860145 w 18982931"/>
              <a:gd name="connsiteY454-40756" fmla="*/ 2685661 h 4449429"/>
              <a:gd name="connsiteX455-40757" fmla="*/ 14768515 w 18982931"/>
              <a:gd name="connsiteY455-40758" fmla="*/ 2685661 h 4449429"/>
              <a:gd name="connsiteX456-40759" fmla="*/ 14768515 w 18982931"/>
              <a:gd name="connsiteY456-40760" fmla="*/ 2894508 h 4449429"/>
              <a:gd name="connsiteX457-40761" fmla="*/ 14814217 w 18982931"/>
              <a:gd name="connsiteY457-40762" fmla="*/ 2894508 h 4449429"/>
              <a:gd name="connsiteX458-40763" fmla="*/ 14814217 w 18982931"/>
              <a:gd name="connsiteY458-40764" fmla="*/ 2685661 h 4449429"/>
              <a:gd name="connsiteX459-40765" fmla="*/ 14768515 w 18982931"/>
              <a:gd name="connsiteY459-40766" fmla="*/ 2685661 h 4449429"/>
              <a:gd name="connsiteX460-40767" fmla="*/ 14676884 w 18982931"/>
              <a:gd name="connsiteY460-40768" fmla="*/ 2685661 h 4449429"/>
              <a:gd name="connsiteX461-40769" fmla="*/ 14676884 w 18982931"/>
              <a:gd name="connsiteY461-40770" fmla="*/ 2894508 h 4449429"/>
              <a:gd name="connsiteX462-40771" fmla="*/ 14722586 w 18982931"/>
              <a:gd name="connsiteY462-40772" fmla="*/ 2894508 h 4449429"/>
              <a:gd name="connsiteX463-40773" fmla="*/ 14722586 w 18982931"/>
              <a:gd name="connsiteY463-40774" fmla="*/ 2685661 h 4449429"/>
              <a:gd name="connsiteX464-40775" fmla="*/ 14676884 w 18982931"/>
              <a:gd name="connsiteY464-40776" fmla="*/ 2685661 h 4449429"/>
              <a:gd name="connsiteX465-40777" fmla="*/ 14585255 w 18982931"/>
              <a:gd name="connsiteY465-40778" fmla="*/ 2685661 h 4449429"/>
              <a:gd name="connsiteX466-40779" fmla="*/ 14585255 w 18982931"/>
              <a:gd name="connsiteY466-40780" fmla="*/ 2894508 h 4449429"/>
              <a:gd name="connsiteX467-40781" fmla="*/ 14630955 w 18982931"/>
              <a:gd name="connsiteY467-40782" fmla="*/ 2894508 h 4449429"/>
              <a:gd name="connsiteX468-40783" fmla="*/ 14630955 w 18982931"/>
              <a:gd name="connsiteY468-40784" fmla="*/ 2685661 h 4449429"/>
              <a:gd name="connsiteX469-40785" fmla="*/ 14585255 w 18982931"/>
              <a:gd name="connsiteY469-40786" fmla="*/ 2685661 h 4449429"/>
              <a:gd name="connsiteX470-40787" fmla="*/ 14493625 w 18982931"/>
              <a:gd name="connsiteY470-40788" fmla="*/ 2685661 h 4449429"/>
              <a:gd name="connsiteX471-40789" fmla="*/ 14493625 w 18982931"/>
              <a:gd name="connsiteY471-40790" fmla="*/ 2894508 h 4449429"/>
              <a:gd name="connsiteX472-40791" fmla="*/ 14539325 w 18982931"/>
              <a:gd name="connsiteY472-40792" fmla="*/ 2894508 h 4449429"/>
              <a:gd name="connsiteX473-40793" fmla="*/ 14539325 w 18982931"/>
              <a:gd name="connsiteY473-40794" fmla="*/ 2685661 h 4449429"/>
              <a:gd name="connsiteX474-40795" fmla="*/ 14493625 w 18982931"/>
              <a:gd name="connsiteY474-40796" fmla="*/ 2685661 h 4449429"/>
              <a:gd name="connsiteX475-40797" fmla="*/ 2875284 w 18982931"/>
              <a:gd name="connsiteY475-40798" fmla="*/ 2661196 h 4449429"/>
              <a:gd name="connsiteX476-40799" fmla="*/ 2875284 w 18982931"/>
              <a:gd name="connsiteY476-40800" fmla="*/ 3265443 h 4449429"/>
              <a:gd name="connsiteX477-40801" fmla="*/ 2913063 w 18982931"/>
              <a:gd name="connsiteY477-40802" fmla="*/ 3265443 h 4449429"/>
              <a:gd name="connsiteX478-40803" fmla="*/ 2913063 w 18982931"/>
              <a:gd name="connsiteY478-40804" fmla="*/ 2661196 h 4449429"/>
              <a:gd name="connsiteX479-40805" fmla="*/ 2875284 w 18982931"/>
              <a:gd name="connsiteY479-40806" fmla="*/ 2661196 h 4449429"/>
              <a:gd name="connsiteX480-40807" fmla="*/ 2769698 w 18982931"/>
              <a:gd name="connsiteY480-40808" fmla="*/ 2661196 h 4449429"/>
              <a:gd name="connsiteX481-40809" fmla="*/ 2769698 w 18982931"/>
              <a:gd name="connsiteY481-40810" fmla="*/ 3265443 h 4449429"/>
              <a:gd name="connsiteX482-40811" fmla="*/ 2807479 w 18982931"/>
              <a:gd name="connsiteY482-40812" fmla="*/ 3265443 h 4449429"/>
              <a:gd name="connsiteX483-40813" fmla="*/ 2807479 w 18982931"/>
              <a:gd name="connsiteY483-40814" fmla="*/ 2661196 h 4449429"/>
              <a:gd name="connsiteX484-40815" fmla="*/ 2769698 w 18982931"/>
              <a:gd name="connsiteY484-40816" fmla="*/ 2661196 h 4449429"/>
              <a:gd name="connsiteX485-40817" fmla="*/ 2664114 w 18982931"/>
              <a:gd name="connsiteY485-40818" fmla="*/ 2661196 h 4449429"/>
              <a:gd name="connsiteX486-40819" fmla="*/ 2664114 w 18982931"/>
              <a:gd name="connsiteY486-40820" fmla="*/ 3265443 h 4449429"/>
              <a:gd name="connsiteX487-40821" fmla="*/ 2701891 w 18982931"/>
              <a:gd name="connsiteY487-40822" fmla="*/ 3265443 h 4449429"/>
              <a:gd name="connsiteX488-40823" fmla="*/ 2701891 w 18982931"/>
              <a:gd name="connsiteY488-40824" fmla="*/ 2661196 h 4449429"/>
              <a:gd name="connsiteX489-40825" fmla="*/ 2664114 w 18982931"/>
              <a:gd name="connsiteY489-40826" fmla="*/ 2661196 h 4449429"/>
              <a:gd name="connsiteX490-40827" fmla="*/ 2558534 w 18982931"/>
              <a:gd name="connsiteY490-40828" fmla="*/ 2661196 h 4449429"/>
              <a:gd name="connsiteX491-40829" fmla="*/ 2558534 w 18982931"/>
              <a:gd name="connsiteY491-40830" fmla="*/ 3265443 h 4449429"/>
              <a:gd name="connsiteX492-40831" fmla="*/ 2596306 w 18982931"/>
              <a:gd name="connsiteY492-40832" fmla="*/ 3265443 h 4449429"/>
              <a:gd name="connsiteX493-40833" fmla="*/ 2596306 w 18982931"/>
              <a:gd name="connsiteY493-40834" fmla="*/ 2661196 h 4449429"/>
              <a:gd name="connsiteX494-40835" fmla="*/ 2558534 w 18982931"/>
              <a:gd name="connsiteY494-40836" fmla="*/ 2661196 h 4449429"/>
              <a:gd name="connsiteX495-40837" fmla="*/ 2980870 w 18982931"/>
              <a:gd name="connsiteY495-40838" fmla="*/ 2661194 h 4449429"/>
              <a:gd name="connsiteX496-40839" fmla="*/ 2980870 w 18982931"/>
              <a:gd name="connsiteY496-40840" fmla="*/ 3265442 h 4449429"/>
              <a:gd name="connsiteX497-40841" fmla="*/ 3018648 w 18982931"/>
              <a:gd name="connsiteY497-40842" fmla="*/ 3265442 h 4449429"/>
              <a:gd name="connsiteX498-40843" fmla="*/ 3018648 w 18982931"/>
              <a:gd name="connsiteY498-40844" fmla="*/ 2661194 h 4449429"/>
              <a:gd name="connsiteX499-40845" fmla="*/ 2980870 w 18982931"/>
              <a:gd name="connsiteY499-40846" fmla="*/ 2661194 h 4449429"/>
              <a:gd name="connsiteX500-40847" fmla="*/ 16374516 w 18982931"/>
              <a:gd name="connsiteY500-40848" fmla="*/ 2632791 h 4449429"/>
              <a:gd name="connsiteX501-40849" fmla="*/ 16374516 w 18982931"/>
              <a:gd name="connsiteY501-40850" fmla="*/ 3237039 h 4449429"/>
              <a:gd name="connsiteX502-40851" fmla="*/ 16412296 w 18982931"/>
              <a:gd name="connsiteY502-40852" fmla="*/ 3237039 h 4449429"/>
              <a:gd name="connsiteX503-40853" fmla="*/ 16412296 w 18982931"/>
              <a:gd name="connsiteY503-40854" fmla="*/ 2632791 h 4449429"/>
              <a:gd name="connsiteX504-40855" fmla="*/ 16374516 w 18982931"/>
              <a:gd name="connsiteY504-40856" fmla="*/ 2632791 h 4449429"/>
              <a:gd name="connsiteX505-40857" fmla="*/ 16268931 w 18982931"/>
              <a:gd name="connsiteY505-40858" fmla="*/ 2632791 h 4449429"/>
              <a:gd name="connsiteX506-40859" fmla="*/ 16268931 w 18982931"/>
              <a:gd name="connsiteY506-40860" fmla="*/ 3237039 h 4449429"/>
              <a:gd name="connsiteX507-40861" fmla="*/ 16306709 w 18982931"/>
              <a:gd name="connsiteY507-40862" fmla="*/ 3237039 h 4449429"/>
              <a:gd name="connsiteX508-40863" fmla="*/ 16306709 w 18982931"/>
              <a:gd name="connsiteY508-40864" fmla="*/ 2632791 h 4449429"/>
              <a:gd name="connsiteX509-40865" fmla="*/ 16268931 w 18982931"/>
              <a:gd name="connsiteY509-40866" fmla="*/ 2632791 h 4449429"/>
              <a:gd name="connsiteX510-40867" fmla="*/ 16163344 w 18982931"/>
              <a:gd name="connsiteY510-40868" fmla="*/ 2632791 h 4449429"/>
              <a:gd name="connsiteX511-40869" fmla="*/ 16163344 w 18982931"/>
              <a:gd name="connsiteY511-40870" fmla="*/ 3237039 h 4449429"/>
              <a:gd name="connsiteX512-40871" fmla="*/ 16201125 w 18982931"/>
              <a:gd name="connsiteY512-40872" fmla="*/ 3237039 h 4449429"/>
              <a:gd name="connsiteX513-40873" fmla="*/ 16201125 w 18982931"/>
              <a:gd name="connsiteY513-40874" fmla="*/ 2632791 h 4449429"/>
              <a:gd name="connsiteX514-40875" fmla="*/ 16163344 w 18982931"/>
              <a:gd name="connsiteY514-40876" fmla="*/ 2632791 h 4449429"/>
              <a:gd name="connsiteX515-40877" fmla="*/ 16057760 w 18982931"/>
              <a:gd name="connsiteY515-40878" fmla="*/ 2632791 h 4449429"/>
              <a:gd name="connsiteX516-40879" fmla="*/ 16057760 w 18982931"/>
              <a:gd name="connsiteY516-40880" fmla="*/ 3237039 h 4449429"/>
              <a:gd name="connsiteX517-40881" fmla="*/ 16095537 w 18982931"/>
              <a:gd name="connsiteY517-40882" fmla="*/ 3237039 h 4449429"/>
              <a:gd name="connsiteX518-40883" fmla="*/ 16095537 w 18982931"/>
              <a:gd name="connsiteY518-40884" fmla="*/ 2632791 h 4449429"/>
              <a:gd name="connsiteX519-40885" fmla="*/ 16057760 w 18982931"/>
              <a:gd name="connsiteY519-40886" fmla="*/ 2632791 h 4449429"/>
              <a:gd name="connsiteX520-40887" fmla="*/ 16480103 w 18982931"/>
              <a:gd name="connsiteY520-40888" fmla="*/ 2632790 h 4449429"/>
              <a:gd name="connsiteX521-40889" fmla="*/ 16480103 w 18982931"/>
              <a:gd name="connsiteY521-40890" fmla="*/ 3237037 h 4449429"/>
              <a:gd name="connsiteX522-40891" fmla="*/ 16517880 w 18982931"/>
              <a:gd name="connsiteY522-40892" fmla="*/ 3237037 h 4449429"/>
              <a:gd name="connsiteX523-40893" fmla="*/ 16517880 w 18982931"/>
              <a:gd name="connsiteY523-40894" fmla="*/ 2632790 h 4449429"/>
              <a:gd name="connsiteX524-40895" fmla="*/ 16480103 w 18982931"/>
              <a:gd name="connsiteY524-40896" fmla="*/ 2632790 h 4449429"/>
              <a:gd name="connsiteX525-40897" fmla="*/ 1596781 w 18982931"/>
              <a:gd name="connsiteY525-40898" fmla="*/ 2622561 h 4449429"/>
              <a:gd name="connsiteX526-40899" fmla="*/ 1596781 w 18982931"/>
              <a:gd name="connsiteY526-40900" fmla="*/ 2668261 h 4449429"/>
              <a:gd name="connsiteX527-40901" fmla="*/ 1805629 w 18982931"/>
              <a:gd name="connsiteY527-40902" fmla="*/ 2668261 h 4449429"/>
              <a:gd name="connsiteX528-40903" fmla="*/ 1805629 w 18982931"/>
              <a:gd name="connsiteY528-40904" fmla="*/ 2622561 h 4449429"/>
              <a:gd name="connsiteX529-40905" fmla="*/ 1596781 w 18982931"/>
              <a:gd name="connsiteY529-40906" fmla="*/ 2622561 h 4449429"/>
              <a:gd name="connsiteX530-40907" fmla="*/ 1596781 w 18982931"/>
              <a:gd name="connsiteY530-40908" fmla="*/ 2530932 h 4449429"/>
              <a:gd name="connsiteX531-40909" fmla="*/ 1596781 w 18982931"/>
              <a:gd name="connsiteY531-40910" fmla="*/ 2576632 h 4449429"/>
              <a:gd name="connsiteX532-40911" fmla="*/ 1805629 w 18982931"/>
              <a:gd name="connsiteY532-40912" fmla="*/ 2576632 h 4449429"/>
              <a:gd name="connsiteX533-40913" fmla="*/ 1805629 w 18982931"/>
              <a:gd name="connsiteY533-40914" fmla="*/ 2530932 h 4449429"/>
              <a:gd name="connsiteX534-40915" fmla="*/ 1596781 w 18982931"/>
              <a:gd name="connsiteY534-40916" fmla="*/ 2530932 h 4449429"/>
              <a:gd name="connsiteX535-40917" fmla="*/ 1596781 w 18982931"/>
              <a:gd name="connsiteY535-40918" fmla="*/ 2439301 h 4449429"/>
              <a:gd name="connsiteX536-40919" fmla="*/ 1596781 w 18982931"/>
              <a:gd name="connsiteY536-40920" fmla="*/ 2485002 h 4449429"/>
              <a:gd name="connsiteX537-40921" fmla="*/ 1805629 w 18982931"/>
              <a:gd name="connsiteY537-40922" fmla="*/ 2485002 h 4449429"/>
              <a:gd name="connsiteX538-40923" fmla="*/ 1805629 w 18982931"/>
              <a:gd name="connsiteY538-40924" fmla="*/ 2439301 h 4449429"/>
              <a:gd name="connsiteX539-40925" fmla="*/ 1596781 w 18982931"/>
              <a:gd name="connsiteY539-40926" fmla="*/ 2439301 h 4449429"/>
              <a:gd name="connsiteX540-40927" fmla="*/ 17217171 w 18982931"/>
              <a:gd name="connsiteY540-40928" fmla="*/ 2397981 h 4449429"/>
              <a:gd name="connsiteX541-40929" fmla="*/ 17217171 w 18982931"/>
              <a:gd name="connsiteY541-40930" fmla="*/ 2434557 h 4449429"/>
              <a:gd name="connsiteX542-40931" fmla="*/ 17582931 w 18982931"/>
              <a:gd name="connsiteY542-40932" fmla="*/ 2434557 h 4449429"/>
              <a:gd name="connsiteX543-40933" fmla="*/ 17582931 w 18982931"/>
              <a:gd name="connsiteY543-40934" fmla="*/ 2397981 h 4449429"/>
              <a:gd name="connsiteX544-40935" fmla="*/ 17217171 w 18982931"/>
              <a:gd name="connsiteY544-40936" fmla="*/ 2397981 h 4449429"/>
              <a:gd name="connsiteX545-40937" fmla="*/ 9762349 w 18982931"/>
              <a:gd name="connsiteY545-40938" fmla="*/ 2057780 h 4449429"/>
              <a:gd name="connsiteX546-40939" fmla="*/ 9762349 w 18982931"/>
              <a:gd name="connsiteY546-40940" fmla="*/ 2266627 h 4449429"/>
              <a:gd name="connsiteX547-40941" fmla="*/ 9808049 w 18982931"/>
              <a:gd name="connsiteY547-40942" fmla="*/ 2266627 h 4449429"/>
              <a:gd name="connsiteX548-40943" fmla="*/ 9808049 w 18982931"/>
              <a:gd name="connsiteY548-40944" fmla="*/ 2057780 h 4449429"/>
              <a:gd name="connsiteX549-40945" fmla="*/ 9762349 w 18982931"/>
              <a:gd name="connsiteY549-40946" fmla="*/ 2057780 h 4449429"/>
              <a:gd name="connsiteX550-40947" fmla="*/ 9670720 w 18982931"/>
              <a:gd name="connsiteY550-40948" fmla="*/ 2057780 h 4449429"/>
              <a:gd name="connsiteX551-40949" fmla="*/ 9670720 w 18982931"/>
              <a:gd name="connsiteY551-40950" fmla="*/ 2266627 h 4449429"/>
              <a:gd name="connsiteX552-40951" fmla="*/ 9716420 w 18982931"/>
              <a:gd name="connsiteY552-40952" fmla="*/ 2266627 h 4449429"/>
              <a:gd name="connsiteX553-40953" fmla="*/ 9716420 w 18982931"/>
              <a:gd name="connsiteY553-40954" fmla="*/ 2057780 h 4449429"/>
              <a:gd name="connsiteX554-40955" fmla="*/ 9670720 w 18982931"/>
              <a:gd name="connsiteY554-40956" fmla="*/ 2057780 h 4449429"/>
              <a:gd name="connsiteX555-40957" fmla="*/ 9579089 w 18982931"/>
              <a:gd name="connsiteY555-40958" fmla="*/ 2057780 h 4449429"/>
              <a:gd name="connsiteX556-40959" fmla="*/ 9579089 w 18982931"/>
              <a:gd name="connsiteY556-40960" fmla="*/ 2266627 h 4449429"/>
              <a:gd name="connsiteX557-40961" fmla="*/ 9624790 w 18982931"/>
              <a:gd name="connsiteY557-40962" fmla="*/ 2266627 h 4449429"/>
              <a:gd name="connsiteX558-40963" fmla="*/ 9624790 w 18982931"/>
              <a:gd name="connsiteY558-40964" fmla="*/ 2057780 h 4449429"/>
              <a:gd name="connsiteX559-40965" fmla="*/ 9579089 w 18982931"/>
              <a:gd name="connsiteY559-40966" fmla="*/ 2057780 h 4449429"/>
              <a:gd name="connsiteX560-40967" fmla="*/ 9487461 w 18982931"/>
              <a:gd name="connsiteY560-40968" fmla="*/ 2057780 h 4449429"/>
              <a:gd name="connsiteX561-40969" fmla="*/ 9487461 w 18982931"/>
              <a:gd name="connsiteY561-40970" fmla="*/ 2266627 h 4449429"/>
              <a:gd name="connsiteX562-40971" fmla="*/ 9533161 w 18982931"/>
              <a:gd name="connsiteY562-40972" fmla="*/ 2266627 h 4449429"/>
              <a:gd name="connsiteX563-40973" fmla="*/ 9533161 w 18982931"/>
              <a:gd name="connsiteY563-40974" fmla="*/ 2057780 h 4449429"/>
              <a:gd name="connsiteX564-40975" fmla="*/ 9487461 w 18982931"/>
              <a:gd name="connsiteY564-40976" fmla="*/ 2057780 h 4449429"/>
              <a:gd name="connsiteX565-40977" fmla="*/ 9395836 w 18982931"/>
              <a:gd name="connsiteY565-40978" fmla="*/ 2057780 h 4449429"/>
              <a:gd name="connsiteX566-40979" fmla="*/ 9395836 w 18982931"/>
              <a:gd name="connsiteY566-40980" fmla="*/ 2266627 h 4449429"/>
              <a:gd name="connsiteX567-40981" fmla="*/ 9441534 w 18982931"/>
              <a:gd name="connsiteY567-40982" fmla="*/ 2266627 h 4449429"/>
              <a:gd name="connsiteX568-40983" fmla="*/ 9441534 w 18982931"/>
              <a:gd name="connsiteY568-40984" fmla="*/ 2057780 h 4449429"/>
              <a:gd name="connsiteX569-40985" fmla="*/ 9395836 w 18982931"/>
              <a:gd name="connsiteY569-40986" fmla="*/ 2057780 h 4449429"/>
              <a:gd name="connsiteX570-40987" fmla="*/ 9304202 w 18982931"/>
              <a:gd name="connsiteY570-40988" fmla="*/ 2057780 h 4449429"/>
              <a:gd name="connsiteX571-40989" fmla="*/ 9304202 w 18982931"/>
              <a:gd name="connsiteY571-40990" fmla="*/ 2266627 h 4449429"/>
              <a:gd name="connsiteX572-40991" fmla="*/ 9349902 w 18982931"/>
              <a:gd name="connsiteY572-40992" fmla="*/ 2266627 h 4449429"/>
              <a:gd name="connsiteX573-40993" fmla="*/ 9349902 w 18982931"/>
              <a:gd name="connsiteY573-40994" fmla="*/ 2057780 h 4449429"/>
              <a:gd name="connsiteX574-40995" fmla="*/ 9304202 w 18982931"/>
              <a:gd name="connsiteY574-40996" fmla="*/ 2057780 h 4449429"/>
              <a:gd name="connsiteX575-40997" fmla="*/ 9212570 w 18982931"/>
              <a:gd name="connsiteY575-40998" fmla="*/ 2057780 h 4449429"/>
              <a:gd name="connsiteX576-40999" fmla="*/ 9212570 w 18982931"/>
              <a:gd name="connsiteY576-41000" fmla="*/ 2266627 h 4449429"/>
              <a:gd name="connsiteX577-41001" fmla="*/ 9258270 w 18982931"/>
              <a:gd name="connsiteY577-41002" fmla="*/ 2266627 h 4449429"/>
              <a:gd name="connsiteX578-41003" fmla="*/ 9258270 w 18982931"/>
              <a:gd name="connsiteY578-41004" fmla="*/ 2057780 h 4449429"/>
              <a:gd name="connsiteX579-41005" fmla="*/ 9212570 w 18982931"/>
              <a:gd name="connsiteY579-41006" fmla="*/ 2057780 h 4449429"/>
              <a:gd name="connsiteX580-41007" fmla="*/ 14092702 w 18982931"/>
              <a:gd name="connsiteY580-41008" fmla="*/ 1859157 h 4449429"/>
              <a:gd name="connsiteX581-41009" fmla="*/ 14092702 w 18982931"/>
              <a:gd name="connsiteY581-41010" fmla="*/ 1895733 h 4449429"/>
              <a:gd name="connsiteX582-41011" fmla="*/ 14458462 w 18982931"/>
              <a:gd name="connsiteY582-41012" fmla="*/ 1895733 h 4449429"/>
              <a:gd name="connsiteX583-41013" fmla="*/ 14458462 w 18982931"/>
              <a:gd name="connsiteY583-41014" fmla="*/ 1859157 h 4449429"/>
              <a:gd name="connsiteX584-41015" fmla="*/ 14092702 w 18982931"/>
              <a:gd name="connsiteY584-41016" fmla="*/ 1859157 h 4449429"/>
              <a:gd name="connsiteX585-41017" fmla="*/ 17871603 w 18982931"/>
              <a:gd name="connsiteY585-41018" fmla="*/ 1806939 h 4449429"/>
              <a:gd name="connsiteX586-41019" fmla="*/ 17871603 w 18982931"/>
              <a:gd name="connsiteY586-41020" fmla="*/ 1809649 h 4449429"/>
              <a:gd name="connsiteX587-41021" fmla="*/ 17871627 w 18982931"/>
              <a:gd name="connsiteY587-41022" fmla="*/ 1809649 h 4449429"/>
              <a:gd name="connsiteX588-41023" fmla="*/ 17871603 w 18982931"/>
              <a:gd name="connsiteY588-41024" fmla="*/ 1806939 h 4449429"/>
              <a:gd name="connsiteX589-41025" fmla="*/ 18172695 w 18982931"/>
              <a:gd name="connsiteY589-41026" fmla="*/ 1733739 h 4449429"/>
              <a:gd name="connsiteX590-41027" fmla="*/ 18172695 w 18982931"/>
              <a:gd name="connsiteY590-41028" fmla="*/ 1870899 h 4449429"/>
              <a:gd name="connsiteX591-41029" fmla="*/ 18209271 w 18982931"/>
              <a:gd name="connsiteY591-41030" fmla="*/ 1870899 h 4449429"/>
              <a:gd name="connsiteX592-41031" fmla="*/ 18209271 w 18982931"/>
              <a:gd name="connsiteY592-41032" fmla="*/ 1733739 h 4449429"/>
              <a:gd name="connsiteX593-41033" fmla="*/ 18172695 w 18982931"/>
              <a:gd name="connsiteY593-41034" fmla="*/ 1733739 h 4449429"/>
              <a:gd name="connsiteX594-41035" fmla="*/ 18104295 w 18982931"/>
              <a:gd name="connsiteY594-41036" fmla="*/ 1733739 h 4449429"/>
              <a:gd name="connsiteX595-41037" fmla="*/ 18104295 w 18982931"/>
              <a:gd name="connsiteY595-41038" fmla="*/ 1870899 h 4449429"/>
              <a:gd name="connsiteX596-41039" fmla="*/ 18140871 w 18982931"/>
              <a:gd name="connsiteY596-41040" fmla="*/ 1870899 h 4449429"/>
              <a:gd name="connsiteX597-41041" fmla="*/ 18140871 w 18982931"/>
              <a:gd name="connsiteY597-41042" fmla="*/ 1733739 h 4449429"/>
              <a:gd name="connsiteX598-41043" fmla="*/ 18104295 w 18982931"/>
              <a:gd name="connsiteY598-41044" fmla="*/ 1733739 h 4449429"/>
              <a:gd name="connsiteX599-41045" fmla="*/ 18035895 w 18982931"/>
              <a:gd name="connsiteY599-41046" fmla="*/ 1733739 h 4449429"/>
              <a:gd name="connsiteX600-41047" fmla="*/ 18035895 w 18982931"/>
              <a:gd name="connsiteY600-41048" fmla="*/ 1870899 h 4449429"/>
              <a:gd name="connsiteX601-41049" fmla="*/ 18072471 w 18982931"/>
              <a:gd name="connsiteY601-41050" fmla="*/ 1870899 h 4449429"/>
              <a:gd name="connsiteX602-41051" fmla="*/ 18072471 w 18982931"/>
              <a:gd name="connsiteY602-41052" fmla="*/ 1733739 h 4449429"/>
              <a:gd name="connsiteX603-41053" fmla="*/ 18035895 w 18982931"/>
              <a:gd name="connsiteY603-41054" fmla="*/ 1733739 h 4449429"/>
              <a:gd name="connsiteX604-41055" fmla="*/ 17967493 w 18982931"/>
              <a:gd name="connsiteY604-41056" fmla="*/ 1733739 h 4449429"/>
              <a:gd name="connsiteX605-41057" fmla="*/ 17967493 w 18982931"/>
              <a:gd name="connsiteY605-41058" fmla="*/ 1870899 h 4449429"/>
              <a:gd name="connsiteX606-41059" fmla="*/ 18004069 w 18982931"/>
              <a:gd name="connsiteY606-41060" fmla="*/ 1870899 h 4449429"/>
              <a:gd name="connsiteX607-41061" fmla="*/ 18004069 w 18982931"/>
              <a:gd name="connsiteY607-41062" fmla="*/ 1733739 h 4449429"/>
              <a:gd name="connsiteX608-41063" fmla="*/ 17967493 w 18982931"/>
              <a:gd name="connsiteY608-41064" fmla="*/ 1733739 h 4449429"/>
              <a:gd name="connsiteX609-41065" fmla="*/ 14251161 w 18982931"/>
              <a:gd name="connsiteY609-41066" fmla="*/ 868400 h 4449429"/>
              <a:gd name="connsiteX610-41067" fmla="*/ 14251161 w 18982931"/>
              <a:gd name="connsiteY610-41068" fmla="*/ 1005560 h 4449429"/>
              <a:gd name="connsiteX611-41069" fmla="*/ 14287737 w 18982931"/>
              <a:gd name="connsiteY611-41070" fmla="*/ 1005560 h 4449429"/>
              <a:gd name="connsiteX612-41071" fmla="*/ 14287737 w 18982931"/>
              <a:gd name="connsiteY612-41072" fmla="*/ 868400 h 4449429"/>
              <a:gd name="connsiteX613-41073" fmla="*/ 14251161 w 18982931"/>
              <a:gd name="connsiteY613-41074" fmla="*/ 868400 h 4449429"/>
              <a:gd name="connsiteX614-41075" fmla="*/ 14182760 w 18982931"/>
              <a:gd name="connsiteY614-41076" fmla="*/ 868400 h 4449429"/>
              <a:gd name="connsiteX615-41077" fmla="*/ 14182760 w 18982931"/>
              <a:gd name="connsiteY615-41078" fmla="*/ 1005560 h 4449429"/>
              <a:gd name="connsiteX616-41079" fmla="*/ 14219336 w 18982931"/>
              <a:gd name="connsiteY616-41080" fmla="*/ 1005560 h 4449429"/>
              <a:gd name="connsiteX617-41081" fmla="*/ 14219336 w 18982931"/>
              <a:gd name="connsiteY617-41082" fmla="*/ 868400 h 4449429"/>
              <a:gd name="connsiteX618-41083" fmla="*/ 14182760 w 18982931"/>
              <a:gd name="connsiteY618-41084" fmla="*/ 868400 h 4449429"/>
              <a:gd name="connsiteX619-41085" fmla="*/ 14114359 w 18982931"/>
              <a:gd name="connsiteY619-41086" fmla="*/ 868400 h 4449429"/>
              <a:gd name="connsiteX620-41087" fmla="*/ 14114359 w 18982931"/>
              <a:gd name="connsiteY620-41088" fmla="*/ 1005560 h 4449429"/>
              <a:gd name="connsiteX621-41089" fmla="*/ 14150935 w 18982931"/>
              <a:gd name="connsiteY621-41090" fmla="*/ 1005560 h 4449429"/>
              <a:gd name="connsiteX622-41091" fmla="*/ 14150935 w 18982931"/>
              <a:gd name="connsiteY622-41092" fmla="*/ 868400 h 4449429"/>
              <a:gd name="connsiteX623-41093" fmla="*/ 14114359 w 18982931"/>
              <a:gd name="connsiteY623-41094" fmla="*/ 868400 h 4449429"/>
              <a:gd name="connsiteX624-41095" fmla="*/ 4788216 w 18982931"/>
              <a:gd name="connsiteY624-41096" fmla="*/ 807315 h 4449429"/>
              <a:gd name="connsiteX625-41097" fmla="*/ 4788216 w 18982931"/>
              <a:gd name="connsiteY625-41098" fmla="*/ 944475 h 4449429"/>
              <a:gd name="connsiteX626-41099" fmla="*/ 4824792 w 18982931"/>
              <a:gd name="connsiteY626-41100" fmla="*/ 944475 h 4449429"/>
              <a:gd name="connsiteX627-41101" fmla="*/ 4824792 w 18982931"/>
              <a:gd name="connsiteY627-41102" fmla="*/ 807315 h 4449429"/>
              <a:gd name="connsiteX628-41103" fmla="*/ 4788216 w 18982931"/>
              <a:gd name="connsiteY628-41104" fmla="*/ 807315 h 4449429"/>
              <a:gd name="connsiteX629-41105" fmla="*/ 4719815 w 18982931"/>
              <a:gd name="connsiteY629-41106" fmla="*/ 807315 h 4449429"/>
              <a:gd name="connsiteX630-41107" fmla="*/ 4719815 w 18982931"/>
              <a:gd name="connsiteY630-41108" fmla="*/ 944475 h 4449429"/>
              <a:gd name="connsiteX631-41109" fmla="*/ 4756391 w 18982931"/>
              <a:gd name="connsiteY631-41110" fmla="*/ 944475 h 4449429"/>
              <a:gd name="connsiteX632-41111" fmla="*/ 4756391 w 18982931"/>
              <a:gd name="connsiteY632-41112" fmla="*/ 807315 h 4449429"/>
              <a:gd name="connsiteX633-41113" fmla="*/ 4719815 w 18982931"/>
              <a:gd name="connsiteY633-41114" fmla="*/ 807315 h 4449429"/>
              <a:gd name="connsiteX634-41115" fmla="*/ 4651414 w 18982931"/>
              <a:gd name="connsiteY634-41116" fmla="*/ 807315 h 4449429"/>
              <a:gd name="connsiteX635-41117" fmla="*/ 4651414 w 18982931"/>
              <a:gd name="connsiteY635-41118" fmla="*/ 944475 h 4449429"/>
              <a:gd name="connsiteX636-41119" fmla="*/ 4687992 w 18982931"/>
              <a:gd name="connsiteY636-41120" fmla="*/ 944475 h 4449429"/>
              <a:gd name="connsiteX637-41121" fmla="*/ 4687992 w 18982931"/>
              <a:gd name="connsiteY637-41122" fmla="*/ 807315 h 4449429"/>
              <a:gd name="connsiteX638-41123" fmla="*/ 4651414 w 18982931"/>
              <a:gd name="connsiteY638-41124" fmla="*/ 807315 h 4449429"/>
              <a:gd name="connsiteX639-41125" fmla="*/ 2212838 w 18982931"/>
              <a:gd name="connsiteY639-41126" fmla="*/ 748887 h 4449429"/>
              <a:gd name="connsiteX640-41127" fmla="*/ 2212838 w 18982931"/>
              <a:gd name="connsiteY640-41128" fmla="*/ 886047 h 4449429"/>
              <a:gd name="connsiteX641-41129" fmla="*/ 2249414 w 18982931"/>
              <a:gd name="connsiteY641-41130" fmla="*/ 886047 h 4449429"/>
              <a:gd name="connsiteX642-41131" fmla="*/ 2249414 w 18982931"/>
              <a:gd name="connsiteY642-41132" fmla="*/ 748887 h 4449429"/>
              <a:gd name="connsiteX643-41133" fmla="*/ 2212838 w 18982931"/>
              <a:gd name="connsiteY643-41134" fmla="*/ 748887 h 4449429"/>
              <a:gd name="connsiteX644-41135" fmla="*/ 2144438 w 18982931"/>
              <a:gd name="connsiteY644-41136" fmla="*/ 748887 h 4449429"/>
              <a:gd name="connsiteX645-41137" fmla="*/ 2144438 w 18982931"/>
              <a:gd name="connsiteY645-41138" fmla="*/ 886047 h 4449429"/>
              <a:gd name="connsiteX646-41139" fmla="*/ 2181014 w 18982931"/>
              <a:gd name="connsiteY646-41140" fmla="*/ 886047 h 4449429"/>
              <a:gd name="connsiteX647-41141" fmla="*/ 2181014 w 18982931"/>
              <a:gd name="connsiteY647-41142" fmla="*/ 748887 h 4449429"/>
              <a:gd name="connsiteX648-41143" fmla="*/ 2144438 w 18982931"/>
              <a:gd name="connsiteY648-41144" fmla="*/ 748887 h 4449429"/>
              <a:gd name="connsiteX649-41145" fmla="*/ 2076037 w 18982931"/>
              <a:gd name="connsiteY649-41146" fmla="*/ 748887 h 4449429"/>
              <a:gd name="connsiteX650-41147" fmla="*/ 2076037 w 18982931"/>
              <a:gd name="connsiteY650-41148" fmla="*/ 886047 h 4449429"/>
              <a:gd name="connsiteX651-41149" fmla="*/ 2112612 w 18982931"/>
              <a:gd name="connsiteY651-41150" fmla="*/ 886047 h 4449429"/>
              <a:gd name="connsiteX652-41151" fmla="*/ 2112612 w 18982931"/>
              <a:gd name="connsiteY652-41152" fmla="*/ 748887 h 4449429"/>
              <a:gd name="connsiteX653-41153" fmla="*/ 2076037 w 18982931"/>
              <a:gd name="connsiteY653-41154" fmla="*/ 748887 h 4449429"/>
              <a:gd name="connsiteX654-41155" fmla="*/ 2007635 w 18982931"/>
              <a:gd name="connsiteY654-41156" fmla="*/ 748887 h 4449429"/>
              <a:gd name="connsiteX655-41157" fmla="*/ 2007635 w 18982931"/>
              <a:gd name="connsiteY655-41158" fmla="*/ 886047 h 4449429"/>
              <a:gd name="connsiteX656-41159" fmla="*/ 2044211 w 18982931"/>
              <a:gd name="connsiteY656-41160" fmla="*/ 886047 h 4449429"/>
              <a:gd name="connsiteX657-41161" fmla="*/ 2044211 w 18982931"/>
              <a:gd name="connsiteY657-41162" fmla="*/ 748887 h 4449429"/>
              <a:gd name="connsiteX658-41163" fmla="*/ 2007635 w 18982931"/>
              <a:gd name="connsiteY658-41164" fmla="*/ 748887 h 4449429"/>
              <a:gd name="connsiteX659-41165" fmla="*/ 17088019 w 18982931"/>
              <a:gd name="connsiteY659-41166" fmla="*/ 737716 h 4449429"/>
              <a:gd name="connsiteX660-41167" fmla="*/ 17088019 w 18982931"/>
              <a:gd name="connsiteY660-41168" fmla="*/ 825107 h 4449429"/>
              <a:gd name="connsiteX661-41169" fmla="*/ 17124595 w 18982931"/>
              <a:gd name="connsiteY661-41170" fmla="*/ 825107 h 4449429"/>
              <a:gd name="connsiteX662-41171" fmla="*/ 17124595 w 18982931"/>
              <a:gd name="connsiteY662-41172" fmla="*/ 737716 h 4449429"/>
              <a:gd name="connsiteX663-41173" fmla="*/ 17088019 w 18982931"/>
              <a:gd name="connsiteY663-41174" fmla="*/ 737716 h 4449429"/>
              <a:gd name="connsiteX664-41175" fmla="*/ 17021803 w 18982931"/>
              <a:gd name="connsiteY664-41176" fmla="*/ 737716 h 4449429"/>
              <a:gd name="connsiteX665-41177" fmla="*/ 17021803 w 18982931"/>
              <a:gd name="connsiteY665-41178" fmla="*/ 825107 h 4449429"/>
              <a:gd name="connsiteX666-41179" fmla="*/ 17058379 w 18982931"/>
              <a:gd name="connsiteY666-41180" fmla="*/ 825107 h 4449429"/>
              <a:gd name="connsiteX667-41181" fmla="*/ 17058379 w 18982931"/>
              <a:gd name="connsiteY667-41182" fmla="*/ 737716 h 4449429"/>
              <a:gd name="connsiteX668-41183" fmla="*/ 17021803 w 18982931"/>
              <a:gd name="connsiteY668-41184" fmla="*/ 737716 h 4449429"/>
              <a:gd name="connsiteX669-41185" fmla="*/ 16955591 w 18982931"/>
              <a:gd name="connsiteY669-41186" fmla="*/ 737716 h 4449429"/>
              <a:gd name="connsiteX670-41187" fmla="*/ 16955591 w 18982931"/>
              <a:gd name="connsiteY670-41188" fmla="*/ 825107 h 4449429"/>
              <a:gd name="connsiteX671-41189" fmla="*/ 16992167 w 18982931"/>
              <a:gd name="connsiteY671-41190" fmla="*/ 825107 h 4449429"/>
              <a:gd name="connsiteX672-41191" fmla="*/ 16992167 w 18982931"/>
              <a:gd name="connsiteY672-41192" fmla="*/ 737716 h 4449429"/>
              <a:gd name="connsiteX673-41193" fmla="*/ 16955591 w 18982931"/>
              <a:gd name="connsiteY673-41194" fmla="*/ 737716 h 4449429"/>
              <a:gd name="connsiteX674-41195" fmla="*/ 16889375 w 18982931"/>
              <a:gd name="connsiteY674-41196" fmla="*/ 737716 h 4449429"/>
              <a:gd name="connsiteX675-41197" fmla="*/ 16889375 w 18982931"/>
              <a:gd name="connsiteY675-41198" fmla="*/ 825107 h 4449429"/>
              <a:gd name="connsiteX676-41199" fmla="*/ 16925951 w 18982931"/>
              <a:gd name="connsiteY676-41200" fmla="*/ 825107 h 4449429"/>
              <a:gd name="connsiteX677-41201" fmla="*/ 16925951 w 18982931"/>
              <a:gd name="connsiteY677-41202" fmla="*/ 737716 h 4449429"/>
              <a:gd name="connsiteX678-41203" fmla="*/ 16889375 w 18982931"/>
              <a:gd name="connsiteY678-41204" fmla="*/ 737716 h 4449429"/>
              <a:gd name="connsiteX679-41205" fmla="*/ 16823163 w 18982931"/>
              <a:gd name="connsiteY679-41206" fmla="*/ 737716 h 4449429"/>
              <a:gd name="connsiteX680-41207" fmla="*/ 16823163 w 18982931"/>
              <a:gd name="connsiteY680-41208" fmla="*/ 825107 h 4449429"/>
              <a:gd name="connsiteX681-41209" fmla="*/ 16859739 w 18982931"/>
              <a:gd name="connsiteY681-41210" fmla="*/ 825107 h 4449429"/>
              <a:gd name="connsiteX682-41211" fmla="*/ 16859739 w 18982931"/>
              <a:gd name="connsiteY682-41212" fmla="*/ 737716 h 4449429"/>
              <a:gd name="connsiteX683-41213" fmla="*/ 16823163 w 18982931"/>
              <a:gd name="connsiteY683-41214" fmla="*/ 737716 h 4449429"/>
              <a:gd name="connsiteX684-41215" fmla="*/ 16756948 w 18982931"/>
              <a:gd name="connsiteY684-41216" fmla="*/ 737716 h 4449429"/>
              <a:gd name="connsiteX685-41217" fmla="*/ 16756948 w 18982931"/>
              <a:gd name="connsiteY685-41218" fmla="*/ 825107 h 4449429"/>
              <a:gd name="connsiteX686-41219" fmla="*/ 16793523 w 18982931"/>
              <a:gd name="connsiteY686-41220" fmla="*/ 825107 h 4449429"/>
              <a:gd name="connsiteX687-41221" fmla="*/ 16793523 w 18982931"/>
              <a:gd name="connsiteY687-41222" fmla="*/ 737716 h 4449429"/>
              <a:gd name="connsiteX688-41223" fmla="*/ 16756948 w 18982931"/>
              <a:gd name="connsiteY688-41224" fmla="*/ 737716 h 4449429"/>
              <a:gd name="connsiteX689-41225" fmla="*/ 13739104 w 18982931"/>
              <a:gd name="connsiteY689-41226" fmla="*/ 0 h 4449429"/>
              <a:gd name="connsiteX690-41227" fmla="*/ 13842002 w 18982931"/>
              <a:gd name="connsiteY690-41228" fmla="*/ 0 h 4449429"/>
              <a:gd name="connsiteX691-41229" fmla="*/ 13883163 w 18982931"/>
              <a:gd name="connsiteY691-41230" fmla="*/ 428067 h 4449429"/>
              <a:gd name="connsiteX692-41231" fmla="*/ 13883163 w 18982931"/>
              <a:gd name="connsiteY692-41232" fmla="*/ 456882 h 4449429"/>
              <a:gd name="connsiteX693-41233" fmla="*/ 13907863 w 18982931"/>
              <a:gd name="connsiteY693-41234" fmla="*/ 954919 h 4449429"/>
              <a:gd name="connsiteX694-41235" fmla="*/ 13911978 w 18982931"/>
              <a:gd name="connsiteY694-41236" fmla="*/ 1679340 h 4449429"/>
              <a:gd name="connsiteX695-41237" fmla="*/ 13916091 w 18982931"/>
              <a:gd name="connsiteY695-41238" fmla="*/ 2058015 h 4449429"/>
              <a:gd name="connsiteX696-41239" fmla="*/ 13936673 w 18982931"/>
              <a:gd name="connsiteY696-41240" fmla="*/ 2086829 h 4449429"/>
              <a:gd name="connsiteX697-41241" fmla="*/ 13953138 w 18982931"/>
              <a:gd name="connsiteY697-41242" fmla="*/ 2058015 h 4449429"/>
              <a:gd name="connsiteX698-41243" fmla="*/ 13953138 w 18982931"/>
              <a:gd name="connsiteY698-41244" fmla="*/ 1955115 h 4449429"/>
              <a:gd name="connsiteX699-41245" fmla="*/ 13965483 w 18982931"/>
              <a:gd name="connsiteY699-41246" fmla="*/ 1922188 h 4449429"/>
              <a:gd name="connsiteX700-41247" fmla="*/ 13986066 w 18982931"/>
              <a:gd name="connsiteY700-41248" fmla="*/ 1876909 h 4449429"/>
              <a:gd name="connsiteX701-41249" fmla="*/ 13986066 w 18982931"/>
              <a:gd name="connsiteY701-41250" fmla="*/ 1625834 h 4449429"/>
              <a:gd name="connsiteX702-41251" fmla="*/ 14051922 w 18982931"/>
              <a:gd name="connsiteY702-41252" fmla="*/ 1617602 h 4449429"/>
              <a:gd name="connsiteX703-41253" fmla="*/ 14047992 w 18982931"/>
              <a:gd name="connsiteY703-41254" fmla="*/ 1005560 h 4449429"/>
              <a:gd name="connsiteX704-41255" fmla="*/ 14082534 w 18982931"/>
              <a:gd name="connsiteY704-41256" fmla="*/ 1005560 h 4449429"/>
              <a:gd name="connsiteX705-41257" fmla="*/ 14082534 w 18982931"/>
              <a:gd name="connsiteY705-41258" fmla="*/ 868400 h 4449429"/>
              <a:gd name="connsiteX706-41259" fmla="*/ 14047111 w 18982931"/>
              <a:gd name="connsiteY706-41260" fmla="*/ 868400 h 4449429"/>
              <a:gd name="connsiteX707-41261" fmla="*/ 14046442 w 18982931"/>
              <a:gd name="connsiteY707-41262" fmla="*/ 764191 h 4449429"/>
              <a:gd name="connsiteX708-41263" fmla="*/ 14187749 w 18982931"/>
              <a:gd name="connsiteY708-41264" fmla="*/ 436300 h 4449429"/>
              <a:gd name="connsiteX709-41265" fmla="*/ 14212445 w 18982931"/>
              <a:gd name="connsiteY709-41266" fmla="*/ 411603 h 4449429"/>
              <a:gd name="connsiteX710-41267" fmla="*/ 14410015 w 18982931"/>
              <a:gd name="connsiteY710-41268" fmla="*/ 444532 h 4449429"/>
              <a:gd name="connsiteX711-41269" fmla="*/ 14442947 w 18982931"/>
              <a:gd name="connsiteY711-41270" fmla="*/ 275776 h 4449429"/>
              <a:gd name="connsiteX712-41271" fmla="*/ 14479990 w 18982931"/>
              <a:gd name="connsiteY712-41272" fmla="*/ 246961 h 4449429"/>
              <a:gd name="connsiteX713-41273" fmla="*/ 14517032 w 18982931"/>
              <a:gd name="connsiteY713-41274" fmla="*/ 271658 h 4449429"/>
              <a:gd name="connsiteX714-41275" fmla="*/ 14574655 w 18982931"/>
              <a:gd name="connsiteY714-41276" fmla="*/ 522739 h 4449429"/>
              <a:gd name="connsiteX715-41277" fmla="*/ 14603469 w 18982931"/>
              <a:gd name="connsiteY715-41278" fmla="*/ 1123678 h 4449429"/>
              <a:gd name="connsiteX716-41279" fmla="*/ 14603469 w 18982931"/>
              <a:gd name="connsiteY716-41280" fmla="*/ 1617602 h 4449429"/>
              <a:gd name="connsiteX717-41281" fmla="*/ 14595237 w 18982931"/>
              <a:gd name="connsiteY717-41282" fmla="*/ 1683457 h 4449429"/>
              <a:gd name="connsiteX718-41283" fmla="*/ 14607589 w 18982931"/>
              <a:gd name="connsiteY718-41284" fmla="*/ 1753429 h 4449429"/>
              <a:gd name="connsiteX719-41285" fmla="*/ 14656976 w 18982931"/>
              <a:gd name="connsiteY719-41286" fmla="*/ 1753429 h 4449429"/>
              <a:gd name="connsiteX720-41287" fmla="*/ 14706369 w 18982931"/>
              <a:gd name="connsiteY720-41288" fmla="*/ 1568210 h 4449429"/>
              <a:gd name="connsiteX721-41289" fmla="*/ 14722833 w 18982931"/>
              <a:gd name="connsiteY721-41290" fmla="*/ 1568210 h 4449429"/>
              <a:gd name="connsiteX722-41291" fmla="*/ 14768111 w 18982931"/>
              <a:gd name="connsiteY722-41292" fmla="*/ 1753429 h 4449429"/>
              <a:gd name="connsiteX723-41293" fmla="*/ 14875128 w 18982931"/>
              <a:gd name="connsiteY723-41294" fmla="*/ 1753429 h 4449429"/>
              <a:gd name="connsiteX724-41295" fmla="*/ 14883360 w 18982931"/>
              <a:gd name="connsiteY724-41296" fmla="*/ 1827516 h 4449429"/>
              <a:gd name="connsiteX725-41297" fmla="*/ 14940984 w 18982931"/>
              <a:gd name="connsiteY725-41298" fmla="*/ 1827516 h 4449429"/>
              <a:gd name="connsiteX726-41299" fmla="*/ 15019191 w 18982931"/>
              <a:gd name="connsiteY726-41300" fmla="*/ 1625834 h 4449429"/>
              <a:gd name="connsiteX727-41301" fmla="*/ 15043883 w 18982931"/>
              <a:gd name="connsiteY727-41302" fmla="*/ 1090750 h 4449429"/>
              <a:gd name="connsiteX728-41303" fmla="*/ 15134436 w 18982931"/>
              <a:gd name="connsiteY728-41304" fmla="*/ 1000197 h 4449429"/>
              <a:gd name="connsiteX729-41305" fmla="*/ 15212643 w 18982931"/>
              <a:gd name="connsiteY729-41306" fmla="*/ 1078400 h 4449429"/>
              <a:gd name="connsiteX730-41307" fmla="*/ 15212643 w 18982931"/>
              <a:gd name="connsiteY730-41308" fmla="*/ 1152488 h 4449429"/>
              <a:gd name="connsiteX731-41309" fmla="*/ 15224993 w 18982931"/>
              <a:gd name="connsiteY731-41310" fmla="*/ 1119560 h 4449429"/>
              <a:gd name="connsiteX732-41311" fmla="*/ 15237338 w 18982931"/>
              <a:gd name="connsiteY732-41312" fmla="*/ 563899 h 4449429"/>
              <a:gd name="connsiteX733-41313" fmla="*/ 15290845 w 18982931"/>
              <a:gd name="connsiteY733-41314" fmla="*/ 382793 h 4449429"/>
              <a:gd name="connsiteX734-41315" fmla="*/ 15323772 w 18982931"/>
              <a:gd name="connsiteY734-41316" fmla="*/ 300473 h 4449429"/>
              <a:gd name="connsiteX735-41317" fmla="*/ 15364932 w 18982931"/>
              <a:gd name="connsiteY735-41318" fmla="*/ 259313 h 4449429"/>
              <a:gd name="connsiteX736-41319" fmla="*/ 15389634 w 18982931"/>
              <a:gd name="connsiteY736-41320" fmla="*/ 296354 h 4449429"/>
              <a:gd name="connsiteX737-41321" fmla="*/ 15401979 w 18982931"/>
              <a:gd name="connsiteY737-41322" fmla="*/ 411603 h 4449429"/>
              <a:gd name="connsiteX738-41323" fmla="*/ 15451371 w 18982931"/>
              <a:gd name="connsiteY738-41324" fmla="*/ 703843 h 4449429"/>
              <a:gd name="connsiteX739-41325" fmla="*/ 15455486 w 18982931"/>
              <a:gd name="connsiteY739-41326" fmla="*/ 1173070 h 4449429"/>
              <a:gd name="connsiteX740-41327" fmla="*/ 15455486 w 18982931"/>
              <a:gd name="connsiteY740-41328" fmla="*/ 1238927 h 4449429"/>
              <a:gd name="connsiteX741-41329" fmla="*/ 15727143 w 18982931"/>
              <a:gd name="connsiteY741-41330" fmla="*/ 1238927 h 4449429"/>
              <a:gd name="connsiteX742-41331" fmla="*/ 15727143 w 18982931"/>
              <a:gd name="connsiteY742-41332" fmla="*/ 1465306 h 4449429"/>
              <a:gd name="connsiteX743-41333" fmla="*/ 15772422 w 18982931"/>
              <a:gd name="connsiteY743-41334" fmla="*/ 1469425 h 4449429"/>
              <a:gd name="connsiteX744-41335" fmla="*/ 15850624 w 18982931"/>
              <a:gd name="connsiteY744-41336" fmla="*/ 1551745 h 4449429"/>
              <a:gd name="connsiteX745-41337" fmla="*/ 15850624 w 18982931"/>
              <a:gd name="connsiteY745-41338" fmla="*/ 2224712 h 4449429"/>
              <a:gd name="connsiteX746-41339" fmla="*/ 15923336 w 18982931"/>
              <a:gd name="connsiteY746-41340" fmla="*/ 2224712 h 4449429"/>
              <a:gd name="connsiteX747-41341" fmla="*/ 15924718 w 18982931"/>
              <a:gd name="connsiteY747-41342" fmla="*/ 2177381 h 4449429"/>
              <a:gd name="connsiteX748-41343" fmla="*/ 15982338 w 18982931"/>
              <a:gd name="connsiteY748-41344" fmla="*/ 2103294 h 4449429"/>
              <a:gd name="connsiteX749-41345" fmla="*/ 15986455 w 18982931"/>
              <a:gd name="connsiteY749-41346" fmla="*/ 2045669 h 4449429"/>
              <a:gd name="connsiteX750-41347" fmla="*/ 16002920 w 18982931"/>
              <a:gd name="connsiteY750-41348" fmla="*/ 2033319 h 4449429"/>
              <a:gd name="connsiteX751-41349" fmla="*/ 16015265 w 18982931"/>
              <a:gd name="connsiteY751-41350" fmla="*/ 2041550 h 4449429"/>
              <a:gd name="connsiteX752-41351" fmla="*/ 16056425 w 18982931"/>
              <a:gd name="connsiteY752-41352" fmla="*/ 2210310 h 4449429"/>
              <a:gd name="connsiteX753-41353" fmla="*/ 16056425 w 18982931"/>
              <a:gd name="connsiteY753-41354" fmla="*/ 2276166 h 4449429"/>
              <a:gd name="connsiteX754-41355" fmla="*/ 16077008 w 18982931"/>
              <a:gd name="connsiteY754-41356" fmla="*/ 2276166 h 4449429"/>
              <a:gd name="connsiteX755-41357" fmla="*/ 16097587 w 18982931"/>
              <a:gd name="connsiteY755-41358" fmla="*/ 1938652 h 4449429"/>
              <a:gd name="connsiteX756-41359" fmla="*/ 16122282 w 18982931"/>
              <a:gd name="connsiteY756-41360" fmla="*/ 1934533 h 4449429"/>
              <a:gd name="connsiteX757-41361" fmla="*/ 16155210 w 18982931"/>
              <a:gd name="connsiteY757-41362" fmla="*/ 1938652 h 4449429"/>
              <a:gd name="connsiteX758-41363" fmla="*/ 16155210 w 18982931"/>
              <a:gd name="connsiteY758-41364" fmla="*/ 2272048 h 4449429"/>
              <a:gd name="connsiteX759-41365" fmla="*/ 16175792 w 18982931"/>
              <a:gd name="connsiteY759-41366" fmla="*/ 2276166 h 4449429"/>
              <a:gd name="connsiteX760-41367" fmla="*/ 16192257 w 18982931"/>
              <a:gd name="connsiteY760-41368" fmla="*/ 2243238 h 4449429"/>
              <a:gd name="connsiteX761-41369" fmla="*/ 16192257 w 18982931"/>
              <a:gd name="connsiteY761-41370" fmla="*/ 1992158 h 4449429"/>
              <a:gd name="connsiteX762-41371" fmla="*/ 16192257 w 18982931"/>
              <a:gd name="connsiteY762-41372" fmla="*/ 1774011 h 4449429"/>
              <a:gd name="connsiteX763-41373" fmla="*/ 16488610 w 18982931"/>
              <a:gd name="connsiteY763-41374" fmla="*/ 1774011 h 4449429"/>
              <a:gd name="connsiteX764-41375" fmla="*/ 16538004 w 18982931"/>
              <a:gd name="connsiteY764-41376" fmla="*/ 1823403 h 4449429"/>
              <a:gd name="connsiteX765-41377" fmla="*/ 16538004 w 18982931"/>
              <a:gd name="connsiteY765-41378" fmla="*/ 2029205 h 4449429"/>
              <a:gd name="connsiteX766-41379" fmla="*/ 16550349 w 18982931"/>
              <a:gd name="connsiteY766-41380" fmla="*/ 2033319 h 4449429"/>
              <a:gd name="connsiteX767-41381" fmla="*/ 16566812 w 18982931"/>
              <a:gd name="connsiteY767-41382" fmla="*/ 1992158 h 4449429"/>
              <a:gd name="connsiteX768-41383" fmla="*/ 16570932 w 18982931"/>
              <a:gd name="connsiteY768-41384" fmla="*/ 1695804 h 4449429"/>
              <a:gd name="connsiteX769-41385" fmla="*/ 16566812 w 18982931"/>
              <a:gd name="connsiteY769-41386" fmla="*/ 773813 h 4449429"/>
              <a:gd name="connsiteX770-41387" fmla="*/ 16636788 w 18982931"/>
              <a:gd name="connsiteY770-41388" fmla="*/ 646219 h 4449429"/>
              <a:gd name="connsiteX771-41389" fmla="*/ 16723226 w 18982931"/>
              <a:gd name="connsiteY771-41390" fmla="*/ 514506 h 4449429"/>
              <a:gd name="connsiteX772-41391" fmla="*/ 16743805 w 18982931"/>
              <a:gd name="connsiteY772-41392" fmla="*/ 481577 h 4449429"/>
              <a:gd name="connsiteX773-41393" fmla="*/ 16817899 w 18982931"/>
              <a:gd name="connsiteY773-41394" fmla="*/ 329283 h 4449429"/>
              <a:gd name="connsiteX774-41395" fmla="*/ 16842595 w 18982931"/>
              <a:gd name="connsiteY774-41396" fmla="*/ 275776 h 4449429"/>
              <a:gd name="connsiteX775-41397" fmla="*/ 16859059 w 18982931"/>
              <a:gd name="connsiteY775-41398" fmla="*/ 279891 h 4449429"/>
              <a:gd name="connsiteX776-41399" fmla="*/ 16859059 w 18982931"/>
              <a:gd name="connsiteY776-41400" fmla="*/ 337515 h 4449429"/>
              <a:gd name="connsiteX777-41401" fmla="*/ 16867291 w 18982931"/>
              <a:gd name="connsiteY777-41402" fmla="*/ 382793 h 4449429"/>
              <a:gd name="connsiteX778-41403" fmla="*/ 16966075 w 18982931"/>
              <a:gd name="connsiteY778-41404" fmla="*/ 436300 h 4449429"/>
              <a:gd name="connsiteX779-41405" fmla="*/ 17031935 w 18982931"/>
              <a:gd name="connsiteY779-41406" fmla="*/ 526852 h 4449429"/>
              <a:gd name="connsiteX780-41407" fmla="*/ 17031935 w 18982931"/>
              <a:gd name="connsiteY780-41408" fmla="*/ 596826 h 4449429"/>
              <a:gd name="connsiteX781-41409" fmla="*/ 17060743 w 18982931"/>
              <a:gd name="connsiteY781-41410" fmla="*/ 600941 h 4449429"/>
              <a:gd name="connsiteX782-41411" fmla="*/ 17147183 w 18982931"/>
              <a:gd name="connsiteY782-41412" fmla="*/ 691493 h 4449429"/>
              <a:gd name="connsiteX783-41413" fmla="*/ 17147219 w 18982931"/>
              <a:gd name="connsiteY783-41414" fmla="*/ 704240 h 4449429"/>
              <a:gd name="connsiteX784-41415" fmla="*/ 17148515 w 18982931"/>
              <a:gd name="connsiteY784-41416" fmla="*/ 704240 h 4449429"/>
              <a:gd name="connsiteX785-41417" fmla="*/ 17148515 w 18982931"/>
              <a:gd name="connsiteY785-41418" fmla="*/ 880086 h 4449429"/>
              <a:gd name="connsiteX786-41419" fmla="*/ 17147731 w 18982931"/>
              <a:gd name="connsiteY786-41420" fmla="*/ 880086 h 4449429"/>
              <a:gd name="connsiteX787-41421" fmla="*/ 17151295 w 18982931"/>
              <a:gd name="connsiteY787-41422" fmla="*/ 2103294 h 4449429"/>
              <a:gd name="connsiteX788-41423" fmla="*/ 17151295 w 18982931"/>
              <a:gd name="connsiteY788-41424" fmla="*/ 2152686 h 4449429"/>
              <a:gd name="connsiteX789-41425" fmla="*/ 17225383 w 18982931"/>
              <a:gd name="connsiteY789-41426" fmla="*/ 2152686 h 4449429"/>
              <a:gd name="connsiteX790-41427" fmla="*/ 17225383 w 18982931"/>
              <a:gd name="connsiteY790-41428" fmla="*/ 1811053 h 4449429"/>
              <a:gd name="connsiteX791-41429" fmla="*/ 17307703 w 18982931"/>
              <a:gd name="connsiteY791-41430" fmla="*/ 1757546 h 4449429"/>
              <a:gd name="connsiteX792-41431" fmla="*/ 17307703 w 18982931"/>
              <a:gd name="connsiteY792-41432" fmla="*/ 1889260 h 4449429"/>
              <a:gd name="connsiteX793-41433" fmla="*/ 17336519 w 18982931"/>
              <a:gd name="connsiteY793-41434" fmla="*/ 1926302 h 4449429"/>
              <a:gd name="connsiteX794-41435" fmla="*/ 17381799 w 18982931"/>
              <a:gd name="connsiteY794-41436" fmla="*/ 1975695 h 4449429"/>
              <a:gd name="connsiteX795-41437" fmla="*/ 17381799 w 18982931"/>
              <a:gd name="connsiteY795-41438" fmla="*/ 2165031 h 4449429"/>
              <a:gd name="connsiteX796-41439" fmla="*/ 17562899 w 18982931"/>
              <a:gd name="connsiteY796-41440" fmla="*/ 2165031 h 4449429"/>
              <a:gd name="connsiteX797-41441" fmla="*/ 17562899 w 18982931"/>
              <a:gd name="connsiteY797-41442" fmla="*/ 2329673 h 4449429"/>
              <a:gd name="connsiteX798-41443" fmla="*/ 17575251 w 18982931"/>
              <a:gd name="connsiteY798-41444" fmla="*/ 2329673 h 4449429"/>
              <a:gd name="connsiteX799-41445" fmla="*/ 17575251 w 18982931"/>
              <a:gd name="connsiteY799-41446" fmla="*/ 2127989 h 4449429"/>
              <a:gd name="connsiteX800-41447" fmla="*/ 17591711 w 18982931"/>
              <a:gd name="connsiteY800-41448" fmla="*/ 1609370 h 4449429"/>
              <a:gd name="connsiteX801-41449" fmla="*/ 17604059 w 18982931"/>
              <a:gd name="connsiteY801-41450" fmla="*/ 1584673 h 4449429"/>
              <a:gd name="connsiteX802-41451" fmla="*/ 17711083 w 18982931"/>
              <a:gd name="connsiteY802-41452" fmla="*/ 1580555 h 4449429"/>
              <a:gd name="connsiteX803-41453" fmla="*/ 17735775 w 18982931"/>
              <a:gd name="connsiteY803-41454" fmla="*/ 1609370 h 4449429"/>
              <a:gd name="connsiteX804-41455" fmla="*/ 17772819 w 18982931"/>
              <a:gd name="connsiteY804-41456" fmla="*/ 1613483 h 4449429"/>
              <a:gd name="connsiteX805-41457" fmla="*/ 17768699 w 18982931"/>
              <a:gd name="connsiteY805-41458" fmla="*/ 1559977 h 4449429"/>
              <a:gd name="connsiteX806-41459" fmla="*/ 17772819 w 18982931"/>
              <a:gd name="connsiteY806-41460" fmla="*/ 1531163 h 4449429"/>
              <a:gd name="connsiteX807-41461" fmla="*/ 17797515 w 18982931"/>
              <a:gd name="connsiteY807-41462" fmla="*/ 1469425 h 4449429"/>
              <a:gd name="connsiteX808-41463" fmla="*/ 17797515 w 18982931"/>
              <a:gd name="connsiteY808-41464" fmla="*/ 1374754 h 4449429"/>
              <a:gd name="connsiteX809-41465" fmla="*/ 17813979 w 18982931"/>
              <a:gd name="connsiteY809-41466" fmla="*/ 1374754 h 4449429"/>
              <a:gd name="connsiteX810-41467" fmla="*/ 17834559 w 18982931"/>
              <a:gd name="connsiteY810-41468" fmla="*/ 1424146 h 4449429"/>
              <a:gd name="connsiteX811-41469" fmla="*/ 17912763 w 18982931"/>
              <a:gd name="connsiteY811-41470" fmla="*/ 1378872 h 4449429"/>
              <a:gd name="connsiteX812-41471" fmla="*/ 18069171 w 18982931"/>
              <a:gd name="connsiteY812-41472" fmla="*/ 1415914 h 4449429"/>
              <a:gd name="connsiteX813-41473" fmla="*/ 18069171 w 18982931"/>
              <a:gd name="connsiteY813-41474" fmla="*/ 1576442 h 4449429"/>
              <a:gd name="connsiteX814-41475" fmla="*/ 18237927 w 18982931"/>
              <a:gd name="connsiteY814-41476" fmla="*/ 1576442 h 4449429"/>
              <a:gd name="connsiteX815-41477" fmla="*/ 18237927 w 18982931"/>
              <a:gd name="connsiteY815-41478" fmla="*/ 1642297 h 4449429"/>
              <a:gd name="connsiteX816-41479" fmla="*/ 18270859 w 18982931"/>
              <a:gd name="connsiteY816-41480" fmla="*/ 1691690 h 4449429"/>
              <a:gd name="connsiteX817-41481" fmla="*/ 18270859 w 18982931"/>
              <a:gd name="connsiteY817-41482" fmla="*/ 1704036 h 4449429"/>
              <a:gd name="connsiteX818-41483" fmla="*/ 18274975 w 18982931"/>
              <a:gd name="connsiteY818-41484" fmla="*/ 1926302 h 4449429"/>
              <a:gd name="connsiteX819-41485" fmla="*/ 18279087 w 18982931"/>
              <a:gd name="connsiteY819-41486" fmla="*/ 1938652 h 4449429"/>
              <a:gd name="connsiteX820-41487" fmla="*/ 18320247 w 18982931"/>
              <a:gd name="connsiteY820-41488" fmla="*/ 1934533 h 4449429"/>
              <a:gd name="connsiteX821-41489" fmla="*/ 18320247 w 18982931"/>
              <a:gd name="connsiteY821-41490" fmla="*/ 1144256 h 4449429"/>
              <a:gd name="connsiteX822-41491" fmla="*/ 18303783 w 18982931"/>
              <a:gd name="connsiteY822-41492" fmla="*/ 1111328 h 4449429"/>
              <a:gd name="connsiteX823-41493" fmla="*/ 18287323 w 18982931"/>
              <a:gd name="connsiteY823-41494" fmla="*/ 1024893 h 4449429"/>
              <a:gd name="connsiteX824-41495" fmla="*/ 18336711 w 18982931"/>
              <a:gd name="connsiteY824-41496" fmla="*/ 1000197 h 4449429"/>
              <a:gd name="connsiteX825-41497" fmla="*/ 18361407 w 18982931"/>
              <a:gd name="connsiteY825-41498" fmla="*/ 996079 h 4449429"/>
              <a:gd name="connsiteX826-41499" fmla="*/ 18373759 w 18982931"/>
              <a:gd name="connsiteY826-41500" fmla="*/ 946687 h 4449429"/>
              <a:gd name="connsiteX827-41501" fmla="*/ 18534287 w 18982931"/>
              <a:gd name="connsiteY827-41502" fmla="*/ 946687 h 4449429"/>
              <a:gd name="connsiteX828-41503" fmla="*/ 18563095 w 18982931"/>
              <a:gd name="connsiteY828-41504" fmla="*/ 798510 h 4449429"/>
              <a:gd name="connsiteX829-41505" fmla="*/ 18731851 w 18982931"/>
              <a:gd name="connsiteY829-41506" fmla="*/ 806742 h 4449429"/>
              <a:gd name="connsiteX830-41507" fmla="*/ 18773011 w 18982931"/>
              <a:gd name="connsiteY830-41508" fmla="*/ 798510 h 4449429"/>
              <a:gd name="connsiteX831-41509" fmla="*/ 18822407 w 18982931"/>
              <a:gd name="connsiteY831-41510" fmla="*/ 893180 h 4449429"/>
              <a:gd name="connsiteX832-41511" fmla="*/ 18822407 w 18982931"/>
              <a:gd name="connsiteY832-41512" fmla="*/ 963151 h 4449429"/>
              <a:gd name="connsiteX833-41513" fmla="*/ 18982931 w 18982931"/>
              <a:gd name="connsiteY833-41514" fmla="*/ 983734 h 4449429"/>
              <a:gd name="connsiteX834-41515" fmla="*/ 18982931 w 18982931"/>
              <a:gd name="connsiteY834-41516" fmla="*/ 4449429 h 4449429"/>
              <a:gd name="connsiteX835-41517" fmla="*/ 11998023 w 18982931"/>
              <a:gd name="connsiteY835-41518" fmla="*/ 4449429 h 4449429"/>
              <a:gd name="connsiteX836-41519" fmla="*/ 11995198 w 18982931"/>
              <a:gd name="connsiteY836-41520" fmla="*/ 4429646 h 4449429"/>
              <a:gd name="connsiteX837-41521" fmla="*/ 11992726 w 18982931"/>
              <a:gd name="connsiteY837-41522" fmla="*/ 4449425 h 4449429"/>
              <a:gd name="connsiteX838-41523" fmla="*/ 8153658 w 18982931"/>
              <a:gd name="connsiteY838-41524" fmla="*/ 4449425 h 4449429"/>
              <a:gd name="connsiteX839-41525" fmla="*/ 8153658 w 18982931"/>
              <a:gd name="connsiteY839-41526" fmla="*/ 4449429 h 4449429"/>
              <a:gd name="connsiteX840-41527" fmla="*/ 6861227 w 18982931"/>
              <a:gd name="connsiteY840-41528" fmla="*/ 4449429 h 4449429"/>
              <a:gd name="connsiteX841-41529" fmla="*/ 6859697 w 18982931"/>
              <a:gd name="connsiteY841-41530" fmla="*/ 4432598 h 4449429"/>
              <a:gd name="connsiteX842-41531" fmla="*/ 6858292 w 18982931"/>
              <a:gd name="connsiteY842-41532" fmla="*/ 4449425 h 4449429"/>
              <a:gd name="connsiteX843-41533" fmla="*/ 7922 w 18982931"/>
              <a:gd name="connsiteY843-41534" fmla="*/ 4440866 h 4449429"/>
              <a:gd name="connsiteX844-41535" fmla="*/ 0 w 18982931"/>
              <a:gd name="connsiteY844-41536" fmla="*/ 1181446 h 4449429"/>
              <a:gd name="connsiteX845-41537" fmla="*/ 169756 w 18982931"/>
              <a:gd name="connsiteY845-41538" fmla="*/ 979616 h 4449429"/>
              <a:gd name="connsiteX846-41539" fmla="*/ 301466 w 18982931"/>
              <a:gd name="connsiteY846-41540" fmla="*/ 971384 h 4449429"/>
              <a:gd name="connsiteX847-41541" fmla="*/ 301466 w 18982931"/>
              <a:gd name="connsiteY847-41542" fmla="*/ 909640 h 4449429"/>
              <a:gd name="connsiteX848-41543" fmla="*/ 346746 w 18982931"/>
              <a:gd name="connsiteY848-41544" fmla="*/ 810855 h 4449429"/>
              <a:gd name="connsiteX849-41545" fmla="*/ 571541 w 18982931"/>
              <a:gd name="connsiteY849-41546" fmla="*/ 799909 h 4449429"/>
              <a:gd name="connsiteX850-41547" fmla="*/ 581356 w 18982931"/>
              <a:gd name="connsiteY850-41548" fmla="*/ 963151 h 4449429"/>
              <a:gd name="connsiteX851-41549" fmla="*/ 737766 w 18982931"/>
              <a:gd name="connsiteY851-41550" fmla="*/ 963151 h 4449429"/>
              <a:gd name="connsiteX852-41551" fmla="*/ 750116 w 18982931"/>
              <a:gd name="connsiteY852-41552" fmla="*/ 1012543 h 4449429"/>
              <a:gd name="connsiteX853-41553" fmla="*/ 778926 w 18982931"/>
              <a:gd name="connsiteY853-41554" fmla="*/ 1016657 h 4449429"/>
              <a:gd name="connsiteX854-41555" fmla="*/ 820087 w 18982931"/>
              <a:gd name="connsiteY854-41556" fmla="*/ 1041353 h 4449429"/>
              <a:gd name="connsiteX855-41557" fmla="*/ 820087 w 18982931"/>
              <a:gd name="connsiteY855-41558" fmla="*/ 1119560 h 4449429"/>
              <a:gd name="connsiteX856-41559" fmla="*/ 791276 w 18982931"/>
              <a:gd name="connsiteY856-41560" fmla="*/ 1193648 h 4449429"/>
              <a:gd name="connsiteX857-41561" fmla="*/ 791276 w 18982931"/>
              <a:gd name="connsiteY857-41562" fmla="*/ 1580555 h 4449429"/>
              <a:gd name="connsiteX858-41563" fmla="*/ 791276 w 18982931"/>
              <a:gd name="connsiteY858-41564" fmla="*/ 1955112 h 4449429"/>
              <a:gd name="connsiteX859-41565" fmla="*/ 840669 w 18982931"/>
              <a:gd name="connsiteY859-41566" fmla="*/ 1950998 h 4449429"/>
              <a:gd name="connsiteX860-41567" fmla="*/ 844783 w 18982931"/>
              <a:gd name="connsiteY860-41568" fmla="*/ 1720500 h 4449429"/>
              <a:gd name="connsiteX861-41569" fmla="*/ 873596 w 18982931"/>
              <a:gd name="connsiteY861-41570" fmla="*/ 1597020 h 4449429"/>
              <a:gd name="connsiteX862-41571" fmla="*/ 906526 w 18982931"/>
              <a:gd name="connsiteY862-41572" fmla="*/ 1584670 h 4449429"/>
              <a:gd name="connsiteX863-41573" fmla="*/ 1034120 w 18982931"/>
              <a:gd name="connsiteY863-41574" fmla="*/ 1584670 h 4449429"/>
              <a:gd name="connsiteX864-41575" fmla="*/ 1034120 w 18982931"/>
              <a:gd name="connsiteY864-41576" fmla="*/ 1420028 h 4449429"/>
              <a:gd name="connsiteX865-41577" fmla="*/ 1320382 w 18982931"/>
              <a:gd name="connsiteY865-41578" fmla="*/ 1408806 h 4449429"/>
              <a:gd name="connsiteX866-41579" fmla="*/ 1318126 w 18982931"/>
              <a:gd name="connsiteY866-41580" fmla="*/ 1576437 h 4449429"/>
              <a:gd name="connsiteX867-41581" fmla="*/ 1486884 w 18982931"/>
              <a:gd name="connsiteY867-41582" fmla="*/ 1588787 h 4449429"/>
              <a:gd name="connsiteX868-41583" fmla="*/ 1507466 w 18982931"/>
              <a:gd name="connsiteY868-41584" fmla="*/ 2337905 h 4449429"/>
              <a:gd name="connsiteX869-41585" fmla="*/ 1523929 w 18982931"/>
              <a:gd name="connsiteY869-41586" fmla="*/ 2337905 h 4449429"/>
              <a:gd name="connsiteX870-41587" fmla="*/ 1523929 w 18982931"/>
              <a:gd name="connsiteY870-41588" fmla="*/ 2169146 h 4449429"/>
              <a:gd name="connsiteX871-41589" fmla="*/ 1692685 w 18982931"/>
              <a:gd name="connsiteY871-41590" fmla="*/ 2169146 h 4449429"/>
              <a:gd name="connsiteX872-41591" fmla="*/ 1692685 w 18982931"/>
              <a:gd name="connsiteY872-41592" fmla="*/ 2020968 h 4449429"/>
              <a:gd name="connsiteX873-41593" fmla="*/ 1766772 w 18982931"/>
              <a:gd name="connsiteY873-41594" fmla="*/ 1922183 h 4449429"/>
              <a:gd name="connsiteX874-41595" fmla="*/ 1766772 w 18982931"/>
              <a:gd name="connsiteY874-41596" fmla="*/ 1757542 h 4449429"/>
              <a:gd name="connsiteX875-41597" fmla="*/ 1849095 w 18982931"/>
              <a:gd name="connsiteY875-41598" fmla="*/ 1757542 h 4449429"/>
              <a:gd name="connsiteX876-41599" fmla="*/ 1849095 w 18982931"/>
              <a:gd name="connsiteY876-41600" fmla="*/ 2156799 h 4449429"/>
              <a:gd name="connsiteX877-41601" fmla="*/ 1919070 w 18982931"/>
              <a:gd name="connsiteY877-41602" fmla="*/ 2156799 h 4449429"/>
              <a:gd name="connsiteX878-41603" fmla="*/ 1919070 w 18982931"/>
              <a:gd name="connsiteY878-41604" fmla="*/ 1864559 h 4449429"/>
              <a:gd name="connsiteX879-41605" fmla="*/ 1919070 w 18982931"/>
              <a:gd name="connsiteY879-41606" fmla="*/ 695608 h 4449429"/>
              <a:gd name="connsiteX880-41607" fmla="*/ 2005504 w 18982931"/>
              <a:gd name="connsiteY880-41608" fmla="*/ 609173 h 4449429"/>
              <a:gd name="connsiteX881-41609" fmla="*/ 2026085 w 18982931"/>
              <a:gd name="connsiteY881-41610" fmla="*/ 605054 h 4449429"/>
              <a:gd name="connsiteX882-41611" fmla="*/ 2100174 w 18982931"/>
              <a:gd name="connsiteY882-41612" fmla="*/ 448645 h 4449429"/>
              <a:gd name="connsiteX883-41613" fmla="*/ 2137215 w 18982931"/>
              <a:gd name="connsiteY883-41614" fmla="*/ 407485 h 4449429"/>
              <a:gd name="connsiteX884-41615" fmla="*/ 2194840 w 18982931"/>
              <a:gd name="connsiteY884-41616" fmla="*/ 337515 h 4449429"/>
              <a:gd name="connsiteX885-41617" fmla="*/ 2198958 w 18982931"/>
              <a:gd name="connsiteY885-41618" fmla="*/ 292236 h 4449429"/>
              <a:gd name="connsiteX886-41619" fmla="*/ 2240121 w 18982931"/>
              <a:gd name="connsiteY886-41620" fmla="*/ 358093 h 4449429"/>
              <a:gd name="connsiteX887-41621" fmla="*/ 2273047 w 18982931"/>
              <a:gd name="connsiteY887-41622" fmla="*/ 444532 h 4449429"/>
              <a:gd name="connsiteX888-41623" fmla="*/ 2330670 w 18982931"/>
              <a:gd name="connsiteY888-41624" fmla="*/ 563894 h 4449429"/>
              <a:gd name="connsiteX889-41625" fmla="*/ 2351248 w 18982931"/>
              <a:gd name="connsiteY889-41626" fmla="*/ 613286 h 4449429"/>
              <a:gd name="connsiteX890-41627" fmla="*/ 2429455 w 18982931"/>
              <a:gd name="connsiteY890-41628" fmla="*/ 675029 h 4449429"/>
              <a:gd name="connsiteX891-41629" fmla="*/ 2470614 w 18982931"/>
              <a:gd name="connsiteY891-41630" fmla="*/ 757350 h 4449429"/>
              <a:gd name="connsiteX892-41631" fmla="*/ 2470614 w 18982931"/>
              <a:gd name="connsiteY892-41632" fmla="*/ 1086631 h 4449429"/>
              <a:gd name="connsiteX893-41633" fmla="*/ 2470614 w 18982931"/>
              <a:gd name="connsiteY893-41634" fmla="*/ 2008622 h 4449429"/>
              <a:gd name="connsiteX894-41635" fmla="*/ 2487080 w 18982931"/>
              <a:gd name="connsiteY894-41636" fmla="*/ 2053897 h 4449429"/>
              <a:gd name="connsiteX895-41637" fmla="*/ 2499426 w 18982931"/>
              <a:gd name="connsiteY895-41638" fmla="*/ 1897488 h 4449429"/>
              <a:gd name="connsiteX896-41639" fmla="*/ 2602322 w 18982931"/>
              <a:gd name="connsiteY896-41640" fmla="*/ 1798703 h 4449429"/>
              <a:gd name="connsiteX897-41641" fmla="*/ 2836935 w 18982931"/>
              <a:gd name="connsiteY897-41642" fmla="*/ 1798703 h 4449429"/>
              <a:gd name="connsiteX898-41643" fmla="*/ 2836935 w 18982931"/>
              <a:gd name="connsiteY898-41644" fmla="*/ 1860446 h 4449429"/>
              <a:gd name="connsiteX899-41645" fmla="*/ 2836935 w 18982931"/>
              <a:gd name="connsiteY899-41646" fmla="*/ 2263816 h 4449429"/>
              <a:gd name="connsiteX900-41647" fmla="*/ 2845169 w 18982931"/>
              <a:gd name="connsiteY900-41648" fmla="*/ 2304976 h 4449429"/>
              <a:gd name="connsiteX901-41649" fmla="*/ 2861629 w 18982931"/>
              <a:gd name="connsiteY901-41650" fmla="*/ 2300858 h 4449429"/>
              <a:gd name="connsiteX902-41651" fmla="*/ 2861629 w 18982931"/>
              <a:gd name="connsiteY902-41652" fmla="*/ 2247351 h 4449429"/>
              <a:gd name="connsiteX903-41653" fmla="*/ 2869861 w 18982931"/>
              <a:gd name="connsiteY903-41654" fmla="*/ 1996272 h 4449429"/>
              <a:gd name="connsiteX904-41655" fmla="*/ 2923374 w 18982931"/>
              <a:gd name="connsiteY904-41656" fmla="*/ 1967462 h 4449429"/>
              <a:gd name="connsiteX905-41657" fmla="*/ 2939836 w 18982931"/>
              <a:gd name="connsiteY905-41658" fmla="*/ 2300858 h 4449429"/>
              <a:gd name="connsiteX906-41659" fmla="*/ 2956300 w 18982931"/>
              <a:gd name="connsiteY906-41660" fmla="*/ 2300858 h 4449429"/>
              <a:gd name="connsiteX907-41661" fmla="*/ 2989230 w 18982931"/>
              <a:gd name="connsiteY907-41662" fmla="*/ 2111521 h 4449429"/>
              <a:gd name="connsiteX908-41663" fmla="*/ 3018038 w 18982931"/>
              <a:gd name="connsiteY908-41664" fmla="*/ 2058015 h 4449429"/>
              <a:gd name="connsiteX909-41665" fmla="*/ 3034502 w 18982931"/>
              <a:gd name="connsiteY909-41666" fmla="*/ 2123871 h 4449429"/>
              <a:gd name="connsiteX910-41667" fmla="*/ 3038620 w 18982931"/>
              <a:gd name="connsiteY910-41668" fmla="*/ 2132104 h 4449429"/>
              <a:gd name="connsiteX911-41669" fmla="*/ 3088018 w 18982931"/>
              <a:gd name="connsiteY911-41670" fmla="*/ 2140336 h 4449429"/>
              <a:gd name="connsiteX912-41671" fmla="*/ 3095320 w 18982931"/>
              <a:gd name="connsiteY912-41672" fmla="*/ 2275334 h 4449429"/>
              <a:gd name="connsiteX913-41673" fmla="*/ 3162101 w 18982931"/>
              <a:gd name="connsiteY913-41674" fmla="*/ 2275334 h 4449429"/>
              <a:gd name="connsiteX914-41675" fmla="*/ 3162101 w 18982931"/>
              <a:gd name="connsiteY914-41676" fmla="*/ 1580555 h 4449429"/>
              <a:gd name="connsiteX915-41677" fmla="*/ 3162101 w 18982931"/>
              <a:gd name="connsiteY915-41678" fmla="*/ 1531163 h 4449429"/>
              <a:gd name="connsiteX916-41679" fmla="*/ 3199146 w 18982931"/>
              <a:gd name="connsiteY916-41680" fmla="*/ 1498235 h 4449429"/>
              <a:gd name="connsiteX917-41681" fmla="*/ 3281469 w 18982931"/>
              <a:gd name="connsiteY917-41682" fmla="*/ 1498235 h 4449429"/>
              <a:gd name="connsiteX918-41683" fmla="*/ 3281469 w 18982931"/>
              <a:gd name="connsiteY918-41684" fmla="*/ 1325362 h 4449429"/>
              <a:gd name="connsiteX919-41685" fmla="*/ 3343207 w 18982931"/>
              <a:gd name="connsiteY919-41686" fmla="*/ 1263619 h 4449429"/>
              <a:gd name="connsiteX920-41687" fmla="*/ 3544891 w 18982931"/>
              <a:gd name="connsiteY920-41688" fmla="*/ 1263619 h 4449429"/>
              <a:gd name="connsiteX921-41689" fmla="*/ 3544891 w 18982931"/>
              <a:gd name="connsiteY921-41690" fmla="*/ 712071 h 4449429"/>
              <a:gd name="connsiteX922-41691" fmla="*/ 3561357 w 18982931"/>
              <a:gd name="connsiteY922-41692" fmla="*/ 555662 h 4449429"/>
              <a:gd name="connsiteX923-41693" fmla="*/ 3606633 w 18982931"/>
              <a:gd name="connsiteY923-41694" fmla="*/ 316933 h 4449429"/>
              <a:gd name="connsiteX924-41695" fmla="*/ 3614865 w 18982931"/>
              <a:gd name="connsiteY924-41696" fmla="*/ 279891 h 4449429"/>
              <a:gd name="connsiteX925-41697" fmla="*/ 3676603 w 18982931"/>
              <a:gd name="connsiteY925-41698" fmla="*/ 341628 h 4449429"/>
              <a:gd name="connsiteX926-41699" fmla="*/ 3684835 w 18982931"/>
              <a:gd name="connsiteY926-41700" fmla="*/ 386907 h 4449429"/>
              <a:gd name="connsiteX927-41701" fmla="*/ 3742460 w 18982931"/>
              <a:gd name="connsiteY927-41702" fmla="*/ 481574 h 4449429"/>
              <a:gd name="connsiteX928-41703" fmla="*/ 3763042 w 18982931"/>
              <a:gd name="connsiteY928-41704" fmla="*/ 703838 h 4449429"/>
              <a:gd name="connsiteX929-41705" fmla="*/ 3763042 w 18982931"/>
              <a:gd name="connsiteY929-41706" fmla="*/ 1144256 h 4449429"/>
              <a:gd name="connsiteX930-41707" fmla="*/ 3771275 w 18982931"/>
              <a:gd name="connsiteY930-41708" fmla="*/ 1181298 h 4449429"/>
              <a:gd name="connsiteX931-41709" fmla="*/ 3775390 w 18982931"/>
              <a:gd name="connsiteY931-41710" fmla="*/ 1115443 h 4449429"/>
              <a:gd name="connsiteX932-41711" fmla="*/ 3923568 w 18982931"/>
              <a:gd name="connsiteY932-41712" fmla="*/ 996079 h 4449429"/>
              <a:gd name="connsiteX933-41713" fmla="*/ 3940029 w 18982931"/>
              <a:gd name="connsiteY933-41714" fmla="*/ 1020776 h 4449429"/>
              <a:gd name="connsiteX934-41715" fmla="*/ 3960611 w 18982931"/>
              <a:gd name="connsiteY934-41716" fmla="*/ 1321244 h 4449429"/>
              <a:gd name="connsiteX935-41717" fmla="*/ 3960611 w 18982931"/>
              <a:gd name="connsiteY935-41718" fmla="*/ 1584670 h 4449429"/>
              <a:gd name="connsiteX936-41719" fmla="*/ 3977076 w 18982931"/>
              <a:gd name="connsiteY936-41720" fmla="*/ 1625830 h 4449429"/>
              <a:gd name="connsiteX937-41721" fmla="*/ 4010007 w 18982931"/>
              <a:gd name="connsiteY937-41722" fmla="*/ 1666990 h 4449429"/>
              <a:gd name="connsiteX938-41723" fmla="*/ 4055279 w 18982931"/>
              <a:gd name="connsiteY938-41724" fmla="*/ 1819286 h 4449429"/>
              <a:gd name="connsiteX939-41725" fmla="*/ 4104670 w 18982931"/>
              <a:gd name="connsiteY939-41726" fmla="*/ 1819286 h 4449429"/>
              <a:gd name="connsiteX940-41727" fmla="*/ 4108788 w 18982931"/>
              <a:gd name="connsiteY940-41728" fmla="*/ 1741079 h 4449429"/>
              <a:gd name="connsiteX941-41729" fmla="*/ 4211689 w 18982931"/>
              <a:gd name="connsiteY941-41730" fmla="*/ 1741079 h 4449429"/>
              <a:gd name="connsiteX942-41731" fmla="*/ 4252847 w 18982931"/>
              <a:gd name="connsiteY942-41732" fmla="*/ 1559973 h 4449429"/>
              <a:gd name="connsiteX943-41733" fmla="*/ 4265197 w 18982931"/>
              <a:gd name="connsiteY943-41734" fmla="*/ 1559973 h 4449429"/>
              <a:gd name="connsiteX944-41735" fmla="*/ 4277546 w 18982931"/>
              <a:gd name="connsiteY944-41736" fmla="*/ 1592900 h 4449429"/>
              <a:gd name="connsiteX945-41737" fmla="*/ 4302239 w 18982931"/>
              <a:gd name="connsiteY945-41738" fmla="*/ 1708150 h 4449429"/>
              <a:gd name="connsiteX946-41739" fmla="*/ 4368100 w 18982931"/>
              <a:gd name="connsiteY946-41740" fmla="*/ 1741079 h 4449429"/>
              <a:gd name="connsiteX947-41741" fmla="*/ 4363984 w 18982931"/>
              <a:gd name="connsiteY947-41742" fmla="*/ 1634062 h 4449429"/>
              <a:gd name="connsiteX948-41743" fmla="*/ 4372218 w 18982931"/>
              <a:gd name="connsiteY948-41744" fmla="*/ 839670 h 4449429"/>
              <a:gd name="connsiteX949-41745" fmla="*/ 4442184 w 18982931"/>
              <a:gd name="connsiteY949-41746" fmla="*/ 279891 h 4449429"/>
              <a:gd name="connsiteX950-41747" fmla="*/ 4479230 w 18982931"/>
              <a:gd name="connsiteY950-41748" fmla="*/ 234611 h 4449429"/>
              <a:gd name="connsiteX951-41749" fmla="*/ 4520394 w 18982931"/>
              <a:gd name="connsiteY951-41750" fmla="*/ 284004 h 4449429"/>
              <a:gd name="connsiteX952-41751" fmla="*/ 4549200 w 18982931"/>
              <a:gd name="connsiteY952-41752" fmla="*/ 440413 h 4449429"/>
              <a:gd name="connsiteX953-41753" fmla="*/ 4680914 w 18982931"/>
              <a:gd name="connsiteY953-41754" fmla="*/ 395140 h 4449429"/>
              <a:gd name="connsiteX954-41755" fmla="*/ 4759121 w 18982931"/>
              <a:gd name="connsiteY954-41756" fmla="*/ 460995 h 4449429"/>
              <a:gd name="connsiteX955-41757" fmla="*/ 4771466 w 18982931"/>
              <a:gd name="connsiteY955-41758" fmla="*/ 493924 h 4449429"/>
              <a:gd name="connsiteX956-41759" fmla="*/ 4888657 w 18982931"/>
              <a:gd name="connsiteY956-41760" fmla="*/ 747622 h 4449429"/>
              <a:gd name="connsiteX957-41761" fmla="*/ 4888893 w 18982931"/>
              <a:gd name="connsiteY957-41762" fmla="*/ 807315 h 4449429"/>
              <a:gd name="connsiteX958-41763" fmla="*/ 4856617 w 18982931"/>
              <a:gd name="connsiteY958-41764" fmla="*/ 807315 h 4449429"/>
              <a:gd name="connsiteX959-41765" fmla="*/ 4856617 w 18982931"/>
              <a:gd name="connsiteY959-41766" fmla="*/ 944475 h 4449429"/>
              <a:gd name="connsiteX960-41767" fmla="*/ 4888332 w 18982931"/>
              <a:gd name="connsiteY960-41768" fmla="*/ 944475 h 4449429"/>
              <a:gd name="connsiteX961-41769" fmla="*/ 4888325 w 18982931"/>
              <a:gd name="connsiteY961-41770" fmla="*/ 945600 h 4449429"/>
              <a:gd name="connsiteX962-41771" fmla="*/ 4890835 w 18982931"/>
              <a:gd name="connsiteY962-41772" fmla="*/ 1609365 h 4449429"/>
              <a:gd name="connsiteX963-41773" fmla="*/ 4952574 w 18982931"/>
              <a:gd name="connsiteY963-41774" fmla="*/ 1617597 h 4449429"/>
              <a:gd name="connsiteX964-41775" fmla="*/ 4952574 w 18982931"/>
              <a:gd name="connsiteY964-41776" fmla="*/ 1868678 h 4449429"/>
              <a:gd name="connsiteX965-41777" fmla="*/ 4956691 w 18982931"/>
              <a:gd name="connsiteY965-41778" fmla="*/ 1905720 h 4449429"/>
              <a:gd name="connsiteX966-41779" fmla="*/ 4981387 w 18982931"/>
              <a:gd name="connsiteY966-41780" fmla="*/ 1967462 h 4449429"/>
              <a:gd name="connsiteX967-41781" fmla="*/ 4981387 w 18982931"/>
              <a:gd name="connsiteY967-41782" fmla="*/ 2058015 h 4449429"/>
              <a:gd name="connsiteX968-41783" fmla="*/ 5001966 w 18982931"/>
              <a:gd name="connsiteY968-41784" fmla="*/ 2086824 h 4449429"/>
              <a:gd name="connsiteX969-41785" fmla="*/ 5018429 w 18982931"/>
              <a:gd name="connsiteY969-41786" fmla="*/ 2078592 h 4449429"/>
              <a:gd name="connsiteX970-41787" fmla="*/ 5018429 w 18982931"/>
              <a:gd name="connsiteY970-41788" fmla="*/ 1881023 h 4449429"/>
              <a:gd name="connsiteX971-41789" fmla="*/ 5018429 w 18982931"/>
              <a:gd name="connsiteY971-41790" fmla="*/ 1366522 h 4449429"/>
              <a:gd name="connsiteX972-41791" fmla="*/ 5034894 w 18982931"/>
              <a:gd name="connsiteY972-41792" fmla="*/ 864367 h 4449429"/>
              <a:gd name="connsiteX973-41793" fmla="*/ 5067821 w 18982931"/>
              <a:gd name="connsiteY973-41794" fmla="*/ 197569 h 4449429"/>
              <a:gd name="connsiteX974-41795" fmla="*/ 5080173 w 18982931"/>
              <a:gd name="connsiteY974-41796" fmla="*/ 102899 h 4449429"/>
              <a:gd name="connsiteX975-41797" fmla="*/ 5216000 w 18982931"/>
              <a:gd name="connsiteY975-41798" fmla="*/ 37042 h 4449429"/>
              <a:gd name="connsiteX976-41799" fmla="*/ 5248927 w 18982931"/>
              <a:gd name="connsiteY976-41800" fmla="*/ 69972 h 4449429"/>
              <a:gd name="connsiteX977-41801" fmla="*/ 5372409 w 18982931"/>
              <a:gd name="connsiteY977-41802" fmla="*/ 69972 h 4449429"/>
              <a:gd name="connsiteX978-41803" fmla="*/ 5434151 w 18982931"/>
              <a:gd name="connsiteY978-41804" fmla="*/ 131714 h 4449429"/>
              <a:gd name="connsiteX979-41805" fmla="*/ 5434151 w 18982931"/>
              <a:gd name="connsiteY979-41806" fmla="*/ 382788 h 4449429"/>
              <a:gd name="connsiteX980-41807" fmla="*/ 5434151 w 18982931"/>
              <a:gd name="connsiteY980-41808" fmla="*/ 683261 h 4449429"/>
              <a:gd name="connsiteX981-41809" fmla="*/ 5545282 w 18982931"/>
              <a:gd name="connsiteY981-41810" fmla="*/ 687375 h 4449429"/>
              <a:gd name="connsiteX982-41811" fmla="*/ 5545282 w 18982931"/>
              <a:gd name="connsiteY982-41812" fmla="*/ 1045471 h 4449429"/>
              <a:gd name="connsiteX983-41813" fmla="*/ 5676994 w 18982931"/>
              <a:gd name="connsiteY983-41814" fmla="*/ 1045471 h 4449429"/>
              <a:gd name="connsiteX984-41815" fmla="*/ 5685227 w 18982931"/>
              <a:gd name="connsiteY984-41816" fmla="*/ 1103096 h 4449429"/>
              <a:gd name="connsiteX985-41817" fmla="*/ 5759314 w 18982931"/>
              <a:gd name="connsiteY985-41818" fmla="*/ 1193648 h 4449429"/>
              <a:gd name="connsiteX986-41819" fmla="*/ 5759314 w 18982931"/>
              <a:gd name="connsiteY986-41820" fmla="*/ 1395331 h 4449429"/>
              <a:gd name="connsiteX987-41821" fmla="*/ 5825171 w 18982931"/>
              <a:gd name="connsiteY987-41822" fmla="*/ 1395331 h 4449429"/>
              <a:gd name="connsiteX988-41823" fmla="*/ 5903378 w 18982931"/>
              <a:gd name="connsiteY988-41824" fmla="*/ 1477653 h 4449429"/>
              <a:gd name="connsiteX989-41825" fmla="*/ 5903378 w 18982931"/>
              <a:gd name="connsiteY989-41826" fmla="*/ 1918070 h 4449429"/>
              <a:gd name="connsiteX990-41827" fmla="*/ 5936306 w 18982931"/>
              <a:gd name="connsiteY990-41828" fmla="*/ 1975695 h 4449429"/>
              <a:gd name="connsiteX991-41829" fmla="*/ 5965115 w 18982931"/>
              <a:gd name="connsiteY991-41830" fmla="*/ 1275969 h 4449429"/>
              <a:gd name="connsiteX992-41831" fmla="*/ 5969235 w 18982931"/>
              <a:gd name="connsiteY992-41832" fmla="*/ 1238922 h 4449429"/>
              <a:gd name="connsiteX993-41833" fmla="*/ 6166804 w 18982931"/>
              <a:gd name="connsiteY993-41834" fmla="*/ 1238922 h 4449429"/>
              <a:gd name="connsiteX994-41835" fmla="*/ 6216196 w 18982931"/>
              <a:gd name="connsiteY994-41836" fmla="*/ 1288315 h 4449429"/>
              <a:gd name="connsiteX995-41837" fmla="*/ 6236774 w 18982931"/>
              <a:gd name="connsiteY995-41838" fmla="*/ 1428261 h 4449429"/>
              <a:gd name="connsiteX996-41839" fmla="*/ 6273821 w 18982931"/>
              <a:gd name="connsiteY996-41840" fmla="*/ 1498235 h 4449429"/>
              <a:gd name="connsiteX997-41841" fmla="*/ 6273821 w 18982931"/>
              <a:gd name="connsiteY997-41842" fmla="*/ 2230888 h 4449429"/>
              <a:gd name="connsiteX998-41843" fmla="*/ 6277935 w 18982931"/>
              <a:gd name="connsiteY998-41844" fmla="*/ 2280280 h 4449429"/>
              <a:gd name="connsiteX999-41845" fmla="*/ 6319095 w 18982931"/>
              <a:gd name="connsiteY999-41846" fmla="*/ 2193841 h 4449429"/>
              <a:gd name="connsiteX1000-41847" fmla="*/ 6364373 w 18982931"/>
              <a:gd name="connsiteY1000-41848" fmla="*/ 2288513 h 4449429"/>
              <a:gd name="connsiteX1001-41849" fmla="*/ 6389068 w 18982931"/>
              <a:gd name="connsiteY1001-41850" fmla="*/ 2313208 h 4449429"/>
              <a:gd name="connsiteX1002-41851" fmla="*/ 6541355 w 18982931"/>
              <a:gd name="connsiteY1002-41852" fmla="*/ 2313208 h 4449429"/>
              <a:gd name="connsiteX1003-41853" fmla="*/ 6541355 w 18982931"/>
              <a:gd name="connsiteY1003-41854" fmla="*/ 2148567 h 4449429"/>
              <a:gd name="connsiteX1004-41855" fmla="*/ 6660723 w 18982931"/>
              <a:gd name="connsiteY1004-41856" fmla="*/ 2148567 h 4449429"/>
              <a:gd name="connsiteX1005-41857" fmla="*/ 6660723 w 18982931"/>
              <a:gd name="connsiteY1005-41858" fmla="*/ 2259698 h 4449429"/>
              <a:gd name="connsiteX1006-41859" fmla="*/ 6705999 w 18982931"/>
              <a:gd name="connsiteY1006-41860" fmla="*/ 2551938 h 4449429"/>
              <a:gd name="connsiteX1007-41861" fmla="*/ 6714228 w 18982931"/>
              <a:gd name="connsiteY1007-41862" fmla="*/ 2580748 h 4449429"/>
              <a:gd name="connsiteX1008-41863" fmla="*/ 6722461 w 18982931"/>
              <a:gd name="connsiteY1008-41864" fmla="*/ 2576634 h 4449429"/>
              <a:gd name="connsiteX1009-41865" fmla="*/ 6751278 w 18982931"/>
              <a:gd name="connsiteY1009-41866" fmla="*/ 2263816 h 4449429"/>
              <a:gd name="connsiteX1010-41867" fmla="*/ 6800669 w 18982931"/>
              <a:gd name="connsiteY1010-41868" fmla="*/ 2255583 h 4449429"/>
              <a:gd name="connsiteX1011-41869" fmla="*/ 6837709 w 18982931"/>
              <a:gd name="connsiteY1011-41870" fmla="*/ 2181496 h 4449429"/>
              <a:gd name="connsiteX1012-41871" fmla="*/ 6841831 w 18982931"/>
              <a:gd name="connsiteY1012-41872" fmla="*/ 2152681 h 4449429"/>
              <a:gd name="connsiteX1013-41873" fmla="*/ 6845941 w 18982931"/>
              <a:gd name="connsiteY1013-41874" fmla="*/ 2115639 h 4449429"/>
              <a:gd name="connsiteX1014-41875" fmla="*/ 6857139 w 18982931"/>
              <a:gd name="connsiteY1014-41876" fmla="*/ 2115639 h 4449429"/>
              <a:gd name="connsiteX1015-41877" fmla="*/ 6899298 w 18982931"/>
              <a:gd name="connsiteY1015-41878" fmla="*/ 2109470 h 4449429"/>
              <a:gd name="connsiteX1016-41879" fmla="*/ 6922965 w 18982931"/>
              <a:gd name="connsiteY1016-41880" fmla="*/ 2140339 h 4449429"/>
              <a:gd name="connsiteX1017-41881" fmla="*/ 7009406 w 18982931"/>
              <a:gd name="connsiteY1017-41882" fmla="*/ 2070365 h 4449429"/>
              <a:gd name="connsiteX1018-41883" fmla="*/ 7145231 w 18982931"/>
              <a:gd name="connsiteY1018-41884" fmla="*/ 2066247 h 4449429"/>
              <a:gd name="connsiteX1019-41885" fmla="*/ 7145231 w 18982931"/>
              <a:gd name="connsiteY1019-41886" fmla="*/ 1901605 h 4449429"/>
              <a:gd name="connsiteX1020-41887" fmla="*/ 7145231 w 18982931"/>
              <a:gd name="connsiteY1020-41888" fmla="*/ 1769896 h 4449429"/>
              <a:gd name="connsiteX1021-41889" fmla="*/ 7215204 w 18982931"/>
              <a:gd name="connsiteY1021-41890" fmla="*/ 1597024 h 4449429"/>
              <a:gd name="connsiteX1022-41891" fmla="*/ 7285174 w 18982931"/>
              <a:gd name="connsiteY1022-41892" fmla="*/ 1753433 h 4449429"/>
              <a:gd name="connsiteX1023-41893" fmla="*/ 7297524 w 18982931"/>
              <a:gd name="connsiteY1023-41894" fmla="*/ 2062134 h 4449429"/>
              <a:gd name="connsiteX1024-41895" fmla="*/ 7367494 w 18982931"/>
              <a:gd name="connsiteY1024-41896" fmla="*/ 2066247 h 4449429"/>
              <a:gd name="connsiteX1025-41897" fmla="*/ 7371610 w 18982931"/>
              <a:gd name="connsiteY1025-41898" fmla="*/ 2148567 h 4449429"/>
              <a:gd name="connsiteX1026-41899" fmla="*/ 7462167 w 18982931"/>
              <a:gd name="connsiteY1026-41900" fmla="*/ 2148567 h 4449429"/>
              <a:gd name="connsiteX1027-41901" fmla="*/ 7462167 w 18982931"/>
              <a:gd name="connsiteY1027-41902" fmla="*/ 2095061 h 4449429"/>
              <a:gd name="connsiteX1028-41903" fmla="*/ 7462167 w 18982931"/>
              <a:gd name="connsiteY1028-41904" fmla="*/ 1597024 h 4449429"/>
              <a:gd name="connsiteX1029-41905" fmla="*/ 7482743 w 18982931"/>
              <a:gd name="connsiteY1029-41906" fmla="*/ 1008430 h 4449429"/>
              <a:gd name="connsiteX1030-41907" fmla="*/ 7495096 w 18982931"/>
              <a:gd name="connsiteY1030-41908" fmla="*/ 921991 h 4449429"/>
              <a:gd name="connsiteX1031-41909" fmla="*/ 7536254 w 18982931"/>
              <a:gd name="connsiteY1031-41910" fmla="*/ 934341 h 4449429"/>
              <a:gd name="connsiteX1032-41911" fmla="*/ 7577416 w 18982931"/>
              <a:gd name="connsiteY1032-41912" fmla="*/ 563899 h 4449429"/>
              <a:gd name="connsiteX1033-41913" fmla="*/ 7589759 w 18982931"/>
              <a:gd name="connsiteY1033-41914" fmla="*/ 563899 h 4449429"/>
              <a:gd name="connsiteX1034-41915" fmla="*/ 7639153 w 18982931"/>
              <a:gd name="connsiteY1034-41916" fmla="*/ 975501 h 4449429"/>
              <a:gd name="connsiteX1035-41917" fmla="*/ 7655614 w 18982931"/>
              <a:gd name="connsiteY1035-41918" fmla="*/ 926109 h 4449429"/>
              <a:gd name="connsiteX1036-41919" fmla="*/ 7667968 w 18982931"/>
              <a:gd name="connsiteY1036-41920" fmla="*/ 926109 h 4449429"/>
              <a:gd name="connsiteX1037-41921" fmla="*/ 7676196 w 18982931"/>
              <a:gd name="connsiteY1037-41922" fmla="*/ 1037243 h 4449429"/>
              <a:gd name="connsiteX1038-41923" fmla="*/ 7676196 w 18982931"/>
              <a:gd name="connsiteY1038-41924" fmla="*/ 2049787 h 4449429"/>
              <a:gd name="connsiteX1039-41925" fmla="*/ 7705009 w 18982931"/>
              <a:gd name="connsiteY1039-41926" fmla="*/ 2267935 h 4449429"/>
              <a:gd name="connsiteX1040-41927" fmla="*/ 7750287 w 18982931"/>
              <a:gd name="connsiteY1040-41928" fmla="*/ 2469622 h 4449429"/>
              <a:gd name="connsiteX1041-41929" fmla="*/ 7849072 w 18982931"/>
              <a:gd name="connsiteY1041-41930" fmla="*/ 2469622 h 4449429"/>
              <a:gd name="connsiteX1042-41931" fmla="*/ 7849072 w 18982931"/>
              <a:gd name="connsiteY1042-41932" fmla="*/ 2284398 h 4449429"/>
              <a:gd name="connsiteX1043-41933" fmla="*/ 7919042 w 18982931"/>
              <a:gd name="connsiteY1043-41934" fmla="*/ 2284398 h 4449429"/>
              <a:gd name="connsiteX1044-41935" fmla="*/ 7919042 w 18982931"/>
              <a:gd name="connsiteY1044-41936" fmla="*/ 2473736 h 4449429"/>
              <a:gd name="connsiteX1045-41937" fmla="*/ 8108380 w 18982931"/>
              <a:gd name="connsiteY1045-41938" fmla="*/ 2473736 h 4449429"/>
              <a:gd name="connsiteX1046-41939" fmla="*/ 8142338 w 18982931"/>
              <a:gd name="connsiteY1046-41940" fmla="*/ 2481454 h 4449429"/>
              <a:gd name="connsiteX1047-41941" fmla="*/ 8144242 w 18982931"/>
              <a:gd name="connsiteY1047-41942" fmla="*/ 2485067 h 4449429"/>
              <a:gd name="connsiteX1048-41943" fmla="*/ 8144242 w 18982931"/>
              <a:gd name="connsiteY1048-41944" fmla="*/ 1280084 h 4449429"/>
              <a:gd name="connsiteX1049-41945" fmla="*/ 8189518 w 18982931"/>
              <a:gd name="connsiteY1049-41946" fmla="*/ 1115443 h 4449429"/>
              <a:gd name="connsiteX1050-41947" fmla="*/ 8230679 w 18982931"/>
              <a:gd name="connsiteY1050-41948" fmla="*/ 1090746 h 4449429"/>
              <a:gd name="connsiteX1051-41949" fmla="*/ 8477642 w 18982931"/>
              <a:gd name="connsiteY1051-41950" fmla="*/ 1090746 h 4449429"/>
              <a:gd name="connsiteX1052-41951" fmla="*/ 8518799 w 18982931"/>
              <a:gd name="connsiteY1052-41952" fmla="*/ 1111328 h 4449429"/>
              <a:gd name="connsiteX1053-41953" fmla="*/ 8568194 w 18982931"/>
              <a:gd name="connsiteY1053-41954" fmla="*/ 1288315 h 4449429"/>
              <a:gd name="connsiteX1054-41955" fmla="*/ 8572304 w 18982931"/>
              <a:gd name="connsiteY1054-41956" fmla="*/ 2152681 h 4449429"/>
              <a:gd name="connsiteX1055-41957" fmla="*/ 8572304 w 18982931"/>
              <a:gd name="connsiteY1055-41958" fmla="*/ 2222656 h 4449429"/>
              <a:gd name="connsiteX1056-41959" fmla="*/ 8827499 w 18982931"/>
              <a:gd name="connsiteY1056-41960" fmla="*/ 2222656 h 4449429"/>
              <a:gd name="connsiteX1057-41961" fmla="*/ 8827499 w 18982931"/>
              <a:gd name="connsiteY1057-41962" fmla="*/ 2053897 h 4449429"/>
              <a:gd name="connsiteX1058-41963" fmla="*/ 8827499 w 18982931"/>
              <a:gd name="connsiteY1058-41964" fmla="*/ 1996272 h 4449429"/>
              <a:gd name="connsiteX1059-41965" fmla="*/ 8926285 w 18982931"/>
              <a:gd name="connsiteY1059-41966" fmla="*/ 1876910 h 4449429"/>
              <a:gd name="connsiteX1060-41967" fmla="*/ 8926285 w 18982931"/>
              <a:gd name="connsiteY1060-41968" fmla="*/ 1757542 h 4449429"/>
              <a:gd name="connsiteX1061-41969" fmla="*/ 8926285 w 18982931"/>
              <a:gd name="connsiteY1061-41970" fmla="*/ 1527045 h 4449429"/>
              <a:gd name="connsiteX1062-41971" fmla="*/ 8950980 w 18982931"/>
              <a:gd name="connsiteY1062-41972" fmla="*/ 1432378 h 4449429"/>
              <a:gd name="connsiteX1063-41973" fmla="*/ 8950980 w 18982931"/>
              <a:gd name="connsiteY1063-41974" fmla="*/ 1424146 h 4449429"/>
              <a:gd name="connsiteX1064-41975" fmla="*/ 8983911 w 18982931"/>
              <a:gd name="connsiteY1064-41976" fmla="*/ 1107210 h 4449429"/>
              <a:gd name="connsiteX1065-41977" fmla="*/ 8992140 w 18982931"/>
              <a:gd name="connsiteY1065-41978" fmla="*/ 1049586 h 4449429"/>
              <a:gd name="connsiteX1066-41979" fmla="*/ 9012723 w 18982931"/>
              <a:gd name="connsiteY1066-41980" fmla="*/ 1049586 h 4449429"/>
              <a:gd name="connsiteX1067-41981" fmla="*/ 9049767 w 18982931"/>
              <a:gd name="connsiteY1067-41982" fmla="*/ 1325362 h 4449429"/>
              <a:gd name="connsiteX1068-41983" fmla="*/ 9115624 w 18982931"/>
              <a:gd name="connsiteY1068-41984" fmla="*/ 1329476 h 4449429"/>
              <a:gd name="connsiteX1069-41985" fmla="*/ 9165014 w 18982931"/>
              <a:gd name="connsiteY1069-41986" fmla="*/ 1436493 h 4449429"/>
              <a:gd name="connsiteX1070-41987" fmla="*/ 9181479 w 18982931"/>
              <a:gd name="connsiteY1070-41988" fmla="*/ 1494116 h 4449429"/>
              <a:gd name="connsiteX1071-41989" fmla="*/ 9181479 w 18982931"/>
              <a:gd name="connsiteY1071-41990" fmla="*/ 1823399 h 4449429"/>
              <a:gd name="connsiteX1072-41991" fmla="*/ 9181479 w 18982931"/>
              <a:gd name="connsiteY1072-41992" fmla="*/ 1881023 h 4449429"/>
              <a:gd name="connsiteX1073-41993" fmla="*/ 9280267 w 18982931"/>
              <a:gd name="connsiteY1073-41994" fmla="*/ 1881023 h 4449429"/>
              <a:gd name="connsiteX1074-41995" fmla="*/ 9280267 w 18982931"/>
              <a:gd name="connsiteY1074-41996" fmla="*/ 1815166 h 4449429"/>
              <a:gd name="connsiteX1075-41997" fmla="*/ 9280267 w 18982931"/>
              <a:gd name="connsiteY1075-41998" fmla="*/ 304587 h 4449429"/>
              <a:gd name="connsiteX1076-41999" fmla="*/ 9346122 w 18982931"/>
              <a:gd name="connsiteY1076-42000" fmla="*/ 238731 h 4449429"/>
              <a:gd name="connsiteX1077-42001" fmla="*/ 9453137 w 18982931"/>
              <a:gd name="connsiteY1077-42002" fmla="*/ 341628 h 4449429"/>
              <a:gd name="connsiteX1078-42003" fmla="*/ 9453137 w 18982931"/>
              <a:gd name="connsiteY1078-42004" fmla="*/ 1815166 h 4449429"/>
              <a:gd name="connsiteX1079-42005" fmla="*/ 9453137 w 18982931"/>
              <a:gd name="connsiteY1079-42006" fmla="*/ 1876910 h 4449429"/>
              <a:gd name="connsiteX1080-42007" fmla="*/ 9551919 w 18982931"/>
              <a:gd name="connsiteY1080-42008" fmla="*/ 1876910 h 4449429"/>
              <a:gd name="connsiteX1081-42009" fmla="*/ 9551919 w 18982931"/>
              <a:gd name="connsiteY1081-42010" fmla="*/ 1724614 h 4449429"/>
              <a:gd name="connsiteX1082-42011" fmla="*/ 9551919 w 18982931"/>
              <a:gd name="connsiteY1082-42012" fmla="*/ 1481771 h 4449429"/>
              <a:gd name="connsiteX1083-42013" fmla="*/ 9597198 w 18982931"/>
              <a:gd name="connsiteY1083-42014" fmla="*/ 1374754 h 4449429"/>
              <a:gd name="connsiteX1084-42015" fmla="*/ 9613662 w 18982931"/>
              <a:gd name="connsiteY1084-42016" fmla="*/ 1325362 h 4449429"/>
              <a:gd name="connsiteX1085-42017" fmla="*/ 9683632 w 18982931"/>
              <a:gd name="connsiteY1085-42018" fmla="*/ 1325362 h 4449429"/>
              <a:gd name="connsiteX1086-42019" fmla="*/ 9683632 w 18982931"/>
              <a:gd name="connsiteY1086-42020" fmla="*/ 1522931 h 4449429"/>
              <a:gd name="connsiteX1087-42021" fmla="*/ 9819464 w 18982931"/>
              <a:gd name="connsiteY1087-42022" fmla="*/ 1522931 h 4449429"/>
              <a:gd name="connsiteX1088-42023" fmla="*/ 9819464 w 18982931"/>
              <a:gd name="connsiteY1088-42024" fmla="*/ 1720501 h 4449429"/>
              <a:gd name="connsiteX1089-42025" fmla="*/ 9819464 w 18982931"/>
              <a:gd name="connsiteY1089-42026" fmla="*/ 1835749 h 4449429"/>
              <a:gd name="connsiteX1090-42027" fmla="*/ 9868856 w 18982931"/>
              <a:gd name="connsiteY1090-42028" fmla="*/ 1885142 h 4449429"/>
              <a:gd name="connsiteX1091-42029" fmla="*/ 9922361 w 18982931"/>
              <a:gd name="connsiteY1091-42030" fmla="*/ 1938648 h 4449429"/>
              <a:gd name="connsiteX1092-42031" fmla="*/ 9922361 w 18982931"/>
              <a:gd name="connsiteY1092-42032" fmla="*/ 2226770 h 4449429"/>
              <a:gd name="connsiteX1093-42033" fmla="*/ 10189906 w 18982931"/>
              <a:gd name="connsiteY1093-42034" fmla="*/ 2226770 h 4449429"/>
              <a:gd name="connsiteX1094-42035" fmla="*/ 10189906 w 18982931"/>
              <a:gd name="connsiteY1094-42036" fmla="*/ 1864559 h 4449429"/>
              <a:gd name="connsiteX1095-42037" fmla="*/ 10251644 w 18982931"/>
              <a:gd name="connsiteY1095-42038" fmla="*/ 1852213 h 4449429"/>
              <a:gd name="connsiteX1096-42039" fmla="*/ 10251644 w 18982931"/>
              <a:gd name="connsiteY1096-42040" fmla="*/ 1465306 h 4449429"/>
              <a:gd name="connsiteX1097-42041" fmla="*/ 10198137 w 18982931"/>
              <a:gd name="connsiteY1097-42042" fmla="*/ 1461188 h 4449429"/>
              <a:gd name="connsiteX1098-42043" fmla="*/ 10198137 w 18982931"/>
              <a:gd name="connsiteY1098-42044" fmla="*/ 1317129 h 4449429"/>
              <a:gd name="connsiteX1099-42045" fmla="*/ 10572694 w 18982931"/>
              <a:gd name="connsiteY1099-42046" fmla="*/ 1317129 h 4449429"/>
              <a:gd name="connsiteX1100-42047" fmla="*/ 10572694 w 18982931"/>
              <a:gd name="connsiteY1100-42048" fmla="*/ 2140336 h 4449429"/>
              <a:gd name="connsiteX1101-42049" fmla="*/ 10642669 w 18982931"/>
              <a:gd name="connsiteY1101-42050" fmla="*/ 2144449 h 4449429"/>
              <a:gd name="connsiteX1102-42051" fmla="*/ 10642669 w 18982931"/>
              <a:gd name="connsiteY1102-42052" fmla="*/ 2477849 h 4449429"/>
              <a:gd name="connsiteX1103-42053" fmla="*/ 10885512 w 18982931"/>
              <a:gd name="connsiteY1103-42054" fmla="*/ 2477849 h 4449429"/>
              <a:gd name="connsiteX1104-42055" fmla="*/ 10885512 w 18982931"/>
              <a:gd name="connsiteY1104-42056" fmla="*/ 2292626 h 4449429"/>
              <a:gd name="connsiteX1105-42057" fmla="*/ 10959601 w 18982931"/>
              <a:gd name="connsiteY1105-42058" fmla="*/ 2292626 h 4449429"/>
              <a:gd name="connsiteX1106-42059" fmla="*/ 10959601 w 18982931"/>
              <a:gd name="connsiteY1106-42060" fmla="*/ 2477849 h 4449429"/>
              <a:gd name="connsiteX1107-42061" fmla="*/ 11066618 w 18982931"/>
              <a:gd name="connsiteY1107-42062" fmla="*/ 2477849 h 4449429"/>
              <a:gd name="connsiteX1108-42063" fmla="*/ 11107778 w 18982931"/>
              <a:gd name="connsiteY1108-42064" fmla="*/ 2284395 h 4449429"/>
              <a:gd name="connsiteX1109-42065" fmla="*/ 11136593 w 18982931"/>
              <a:gd name="connsiteY1109-42066" fmla="*/ 2053897 h 4449429"/>
              <a:gd name="connsiteX1110-42067" fmla="*/ 11136593 w 18982931"/>
              <a:gd name="connsiteY1110-42068" fmla="*/ 1061936 h 4449429"/>
              <a:gd name="connsiteX1111-42069" fmla="*/ 11148938 w 18982931"/>
              <a:gd name="connsiteY1111-42070" fmla="*/ 938454 h 4449429"/>
              <a:gd name="connsiteX1112-42071" fmla="*/ 11161288 w 18982931"/>
              <a:gd name="connsiteY1112-42072" fmla="*/ 938454 h 4449429"/>
              <a:gd name="connsiteX1113-42073" fmla="*/ 11177753 w 18982931"/>
              <a:gd name="connsiteY1113-42074" fmla="*/ 983729 h 4449429"/>
              <a:gd name="connsiteX1114-42075" fmla="*/ 11231258 w 18982931"/>
              <a:gd name="connsiteY1114-42076" fmla="*/ 572126 h 4449429"/>
              <a:gd name="connsiteX1115-42077" fmla="*/ 11243610 w 18982931"/>
              <a:gd name="connsiteY1115-42078" fmla="*/ 572126 h 4449429"/>
              <a:gd name="connsiteX1116-42079" fmla="*/ 11284770 w 18982931"/>
              <a:gd name="connsiteY1116-42080" fmla="*/ 946687 h 4449429"/>
              <a:gd name="connsiteX1117-42081" fmla="*/ 11325929 w 18982931"/>
              <a:gd name="connsiteY1117-42082" fmla="*/ 934337 h 4449429"/>
              <a:gd name="connsiteX1118-42083" fmla="*/ 11342394 w 18982931"/>
              <a:gd name="connsiteY1118-42084" fmla="*/ 1061936 h 4449429"/>
              <a:gd name="connsiteX1119-42085" fmla="*/ 11342394 w 18982931"/>
              <a:gd name="connsiteY1119-42086" fmla="*/ 1300666 h 4449429"/>
              <a:gd name="connsiteX1120-42087" fmla="*/ 11358857 w 18982931"/>
              <a:gd name="connsiteY1120-42088" fmla="*/ 2132104 h 4449429"/>
              <a:gd name="connsiteX1121-42089" fmla="*/ 11362976 w 18982931"/>
              <a:gd name="connsiteY1121-42090" fmla="*/ 2165031 h 4449429"/>
              <a:gd name="connsiteX1122-42091" fmla="*/ 11453524 w 18982931"/>
              <a:gd name="connsiteY1122-42092" fmla="*/ 2165031 h 4449429"/>
              <a:gd name="connsiteX1123-42093" fmla="*/ 11457643 w 18982931"/>
              <a:gd name="connsiteY1123-42094" fmla="*/ 2082711 h 4449429"/>
              <a:gd name="connsiteX1124-42095" fmla="*/ 11535845 w 18982931"/>
              <a:gd name="connsiteY1124-42096" fmla="*/ 2078592 h 4449429"/>
              <a:gd name="connsiteX1125-42097" fmla="*/ 11535845 w 18982931"/>
              <a:gd name="connsiteY1125-42098" fmla="*/ 2004505 h 4449429"/>
              <a:gd name="connsiteX1126-42099" fmla="*/ 11548195 w 18982931"/>
              <a:gd name="connsiteY1126-42100" fmla="*/ 1736964 h 4449429"/>
              <a:gd name="connsiteX1127-42101" fmla="*/ 11609938 w 18982931"/>
              <a:gd name="connsiteY1127-42102" fmla="*/ 1609365 h 4449429"/>
              <a:gd name="connsiteX1128-42103" fmla="*/ 11688140 w 18982931"/>
              <a:gd name="connsiteY1128-42104" fmla="*/ 1765774 h 4449429"/>
              <a:gd name="connsiteX1129-42105" fmla="*/ 11688140 w 18982931"/>
              <a:gd name="connsiteY1129-42106" fmla="*/ 2082711 h 4449429"/>
              <a:gd name="connsiteX1130-42107" fmla="*/ 11910406 w 18982931"/>
              <a:gd name="connsiteY1130-42108" fmla="*/ 2148567 h 4449429"/>
              <a:gd name="connsiteX1131-42109" fmla="*/ 11988608 w 18982931"/>
              <a:gd name="connsiteY1131-42110" fmla="*/ 2119754 h 4449429"/>
              <a:gd name="connsiteX1132-42111" fmla="*/ 11991181 w 18982931"/>
              <a:gd name="connsiteY1132-42112" fmla="*/ 2153197 h 4449429"/>
              <a:gd name="connsiteX1133-42113" fmla="*/ 11993908 w 18982931"/>
              <a:gd name="connsiteY1133-42114" fmla="*/ 2158900 h 4449429"/>
              <a:gd name="connsiteX1134-42115" fmla="*/ 11993908 w 18982931"/>
              <a:gd name="connsiteY1134-42116" fmla="*/ 2156799 h 4449429"/>
              <a:gd name="connsiteX1135-42117" fmla="*/ 11998023 w 18982931"/>
              <a:gd name="connsiteY1135-42118" fmla="*/ 2115639 h 4449429"/>
              <a:gd name="connsiteX1136-42119" fmla="*/ 12010373 w 18982931"/>
              <a:gd name="connsiteY1136-42120" fmla="*/ 2115639 h 4449429"/>
              <a:gd name="connsiteX1137-42121" fmla="*/ 12014490 w 18982931"/>
              <a:gd name="connsiteY1137-42122" fmla="*/ 2185614 h 4449429"/>
              <a:gd name="connsiteX1138-42123" fmla="*/ 12055650 w 18982931"/>
              <a:gd name="connsiteY1138-42124" fmla="*/ 2259703 h 4449429"/>
              <a:gd name="connsiteX1139-42125" fmla="*/ 12109157 w 18982931"/>
              <a:gd name="connsiteY1139-42126" fmla="*/ 2267933 h 4449429"/>
              <a:gd name="connsiteX1140-42127" fmla="*/ 12137972 w 18982931"/>
              <a:gd name="connsiteY1140-42128" fmla="*/ 2580753 h 4449429"/>
              <a:gd name="connsiteX1141-42129" fmla="*/ 12150317 w 18982931"/>
              <a:gd name="connsiteY1141-42130" fmla="*/ 2580753 h 4449429"/>
              <a:gd name="connsiteX1142-42131" fmla="*/ 12179132 w 18982931"/>
              <a:gd name="connsiteY1142-42132" fmla="*/ 2411992 h 4449429"/>
              <a:gd name="connsiteX1143-42133" fmla="*/ 12207942 w 18982931"/>
              <a:gd name="connsiteY1143-42134" fmla="*/ 2160917 h 4449429"/>
              <a:gd name="connsiteX1144-42135" fmla="*/ 12216174 w 18982931"/>
              <a:gd name="connsiteY1144-42136" fmla="*/ 2152686 h 4449429"/>
              <a:gd name="connsiteX1145-42137" fmla="*/ 12331423 w 18982931"/>
              <a:gd name="connsiteY1145-42138" fmla="*/ 2152686 h 4449429"/>
              <a:gd name="connsiteX1146-42139" fmla="*/ 12331423 w 18982931"/>
              <a:gd name="connsiteY1146-42140" fmla="*/ 2317327 h 4449429"/>
              <a:gd name="connsiteX1147-42141" fmla="*/ 12496064 w 18982931"/>
              <a:gd name="connsiteY1147-42142" fmla="*/ 2313208 h 4449429"/>
              <a:gd name="connsiteX1148-42143" fmla="*/ 12557802 w 18982931"/>
              <a:gd name="connsiteY1148-42144" fmla="*/ 2210310 h 4449429"/>
              <a:gd name="connsiteX1149-42145" fmla="*/ 12566034 w 18982931"/>
              <a:gd name="connsiteY1149-42146" fmla="*/ 2206191 h 4449429"/>
              <a:gd name="connsiteX1150-42147" fmla="*/ 12598962 w 18982931"/>
              <a:gd name="connsiteY1150-42148" fmla="*/ 2267933 h 4449429"/>
              <a:gd name="connsiteX1151-42149" fmla="*/ 12607194 w 18982931"/>
              <a:gd name="connsiteY1151-42150" fmla="*/ 2263816 h 4449429"/>
              <a:gd name="connsiteX1152-42151" fmla="*/ 12607194 w 18982931"/>
              <a:gd name="connsiteY1152-42152" fmla="*/ 1461193 h 4449429"/>
              <a:gd name="connsiteX1153-42153" fmla="*/ 12677169 w 18982931"/>
              <a:gd name="connsiteY1153-42154" fmla="*/ 1230695 h 4449429"/>
              <a:gd name="connsiteX1154-42155" fmla="*/ 12920017 w 18982931"/>
              <a:gd name="connsiteY1154-42156" fmla="*/ 1230695 h 4449429"/>
              <a:gd name="connsiteX1155-42157" fmla="*/ 12948827 w 18982931"/>
              <a:gd name="connsiteY1155-42158" fmla="*/ 1490003 h 4449429"/>
              <a:gd name="connsiteX1156-42159" fmla="*/ 12948827 w 18982931"/>
              <a:gd name="connsiteY1156-42160" fmla="*/ 1909838 h 4449429"/>
              <a:gd name="connsiteX1157-42161" fmla="*/ 12948827 w 18982931"/>
              <a:gd name="connsiteY1157-42162" fmla="*/ 1975695 h 4449429"/>
              <a:gd name="connsiteX1158-42163" fmla="*/ 12969405 w 18982931"/>
              <a:gd name="connsiteY1158-42164" fmla="*/ 1979812 h 4449429"/>
              <a:gd name="connsiteX1159-42165" fmla="*/ 12989987 w 18982931"/>
              <a:gd name="connsiteY1159-42166" fmla="*/ 1913955 h 4449429"/>
              <a:gd name="connsiteX1160-42167" fmla="*/ 12989987 w 18982931"/>
              <a:gd name="connsiteY1160-42168" fmla="*/ 1469425 h 4449429"/>
              <a:gd name="connsiteX1161-42169" fmla="*/ 13064076 w 18982931"/>
              <a:gd name="connsiteY1161-42170" fmla="*/ 1395336 h 4449429"/>
              <a:gd name="connsiteX1162-42171" fmla="*/ 13146396 w 18982931"/>
              <a:gd name="connsiteY1162-42172" fmla="*/ 1395336 h 4449429"/>
              <a:gd name="connsiteX1163-42173" fmla="*/ 13146396 w 18982931"/>
              <a:gd name="connsiteY1163-42174" fmla="*/ 1111328 h 4449429"/>
              <a:gd name="connsiteX1164-42175" fmla="*/ 13216366 w 18982931"/>
              <a:gd name="connsiteY1164-42176" fmla="*/ 1103096 h 4449429"/>
              <a:gd name="connsiteX1165-42177" fmla="*/ 13228716 w 18982931"/>
              <a:gd name="connsiteY1165-42178" fmla="*/ 1041358 h 4449429"/>
              <a:gd name="connsiteX1166-42179" fmla="*/ 13368662 w 18982931"/>
              <a:gd name="connsiteY1166-42180" fmla="*/ 1041358 h 4449429"/>
              <a:gd name="connsiteX1167-42181" fmla="*/ 13368662 w 18982931"/>
              <a:gd name="connsiteY1167-42182" fmla="*/ 687379 h 4449429"/>
              <a:gd name="connsiteX1168-42183" fmla="*/ 13483911 w 18982931"/>
              <a:gd name="connsiteY1168-42184" fmla="*/ 687379 h 4449429"/>
              <a:gd name="connsiteX1169-42185" fmla="*/ 13483911 w 18982931"/>
              <a:gd name="connsiteY1169-42186" fmla="*/ 617404 h 4449429"/>
              <a:gd name="connsiteX1170-42187" fmla="*/ 13483911 w 18982931"/>
              <a:gd name="connsiteY1170-42188" fmla="*/ 131714 h 4449429"/>
              <a:gd name="connsiteX1171-42189" fmla="*/ 13541534 w 18982931"/>
              <a:gd name="connsiteY1171-42190" fmla="*/ 74089 h 4449429"/>
              <a:gd name="connsiteX1172-42191" fmla="*/ 13685593 w 18982931"/>
              <a:gd name="connsiteY1172-42192" fmla="*/ 74089 h 4449429"/>
              <a:gd name="connsiteX1173-42193" fmla="*/ 13730872 w 18982931"/>
              <a:gd name="connsiteY1173-42194" fmla="*/ 49392 h 4449429"/>
              <a:gd name="connsiteX1174-42195" fmla="*/ 13739104 w 18982931"/>
              <a:gd name="connsiteY1174-42196" fmla="*/ 0 h 4449429"/>
              <a:gd name="connsiteX0-42197" fmla="*/ 16404499 w 18982931"/>
              <a:gd name="connsiteY0-42198" fmla="*/ 4309270 h 4449429"/>
              <a:gd name="connsiteX1-42199" fmla="*/ 16404499 w 18982931"/>
              <a:gd name="connsiteY1-42200" fmla="*/ 4366104 h 4449429"/>
              <a:gd name="connsiteX2-42201" fmla="*/ 16461332 w 18982931"/>
              <a:gd name="connsiteY2-42202" fmla="*/ 4366104 h 4449429"/>
              <a:gd name="connsiteX3-42203" fmla="*/ 16461332 w 18982931"/>
              <a:gd name="connsiteY3-42204" fmla="*/ 4309270 h 4449429"/>
              <a:gd name="connsiteX4-42205" fmla="*/ 16404499 w 18982931"/>
              <a:gd name="connsiteY4-42206" fmla="*/ 4309270 h 4449429"/>
              <a:gd name="connsiteX5-42207" fmla="*/ 16292444 w 18982931"/>
              <a:gd name="connsiteY5-42208" fmla="*/ 4309270 h 4449429"/>
              <a:gd name="connsiteX6-42209" fmla="*/ 16292444 w 18982931"/>
              <a:gd name="connsiteY6-42210" fmla="*/ 4366104 h 4449429"/>
              <a:gd name="connsiteX7-42211" fmla="*/ 16349278 w 18982931"/>
              <a:gd name="connsiteY7-42212" fmla="*/ 4366104 h 4449429"/>
              <a:gd name="connsiteX8-42213" fmla="*/ 16349278 w 18982931"/>
              <a:gd name="connsiteY8-42214" fmla="*/ 4309270 h 4449429"/>
              <a:gd name="connsiteX9-42215" fmla="*/ 16292444 w 18982931"/>
              <a:gd name="connsiteY9-42216" fmla="*/ 4309270 h 4449429"/>
              <a:gd name="connsiteX10-42217" fmla="*/ 16180390 w 18982931"/>
              <a:gd name="connsiteY10-42218" fmla="*/ 4309270 h 4449429"/>
              <a:gd name="connsiteX11-42219" fmla="*/ 16180390 w 18982931"/>
              <a:gd name="connsiteY11-42220" fmla="*/ 4366104 h 4449429"/>
              <a:gd name="connsiteX12-42221" fmla="*/ 16237224 w 18982931"/>
              <a:gd name="connsiteY12-42222" fmla="*/ 4366104 h 4449429"/>
              <a:gd name="connsiteX13-42223" fmla="*/ 16237224 w 18982931"/>
              <a:gd name="connsiteY13-42224" fmla="*/ 4309270 h 4449429"/>
              <a:gd name="connsiteX14-42225" fmla="*/ 16180390 w 18982931"/>
              <a:gd name="connsiteY14-42226" fmla="*/ 4309270 h 4449429"/>
              <a:gd name="connsiteX15-42227" fmla="*/ 2813944 w 18982931"/>
              <a:gd name="connsiteY15-42228" fmla="*/ 4309269 h 4449429"/>
              <a:gd name="connsiteX16-42229" fmla="*/ 2813944 w 18982931"/>
              <a:gd name="connsiteY16-42230" fmla="*/ 4366102 h 4449429"/>
              <a:gd name="connsiteX17-42231" fmla="*/ 2870780 w 18982931"/>
              <a:gd name="connsiteY17-42232" fmla="*/ 4366102 h 4449429"/>
              <a:gd name="connsiteX18-42233" fmla="*/ 2870780 w 18982931"/>
              <a:gd name="connsiteY18-42234" fmla="*/ 4309269 h 4449429"/>
              <a:gd name="connsiteX19-42235" fmla="*/ 2813944 w 18982931"/>
              <a:gd name="connsiteY19-42236" fmla="*/ 4309269 h 4449429"/>
              <a:gd name="connsiteX20-42237" fmla="*/ 2701890 w 18982931"/>
              <a:gd name="connsiteY20-42238" fmla="*/ 4309269 h 4449429"/>
              <a:gd name="connsiteX21-42239" fmla="*/ 2701890 w 18982931"/>
              <a:gd name="connsiteY21-42240" fmla="*/ 4366102 h 4449429"/>
              <a:gd name="connsiteX22-42241" fmla="*/ 2758723 w 18982931"/>
              <a:gd name="connsiteY22-42242" fmla="*/ 4366102 h 4449429"/>
              <a:gd name="connsiteX23-42243" fmla="*/ 2758723 w 18982931"/>
              <a:gd name="connsiteY23-42244" fmla="*/ 4309269 h 4449429"/>
              <a:gd name="connsiteX24-42245" fmla="*/ 2701890 w 18982931"/>
              <a:gd name="connsiteY24-42246" fmla="*/ 4309269 h 4449429"/>
              <a:gd name="connsiteX25-42247" fmla="*/ 2589843 w 18982931"/>
              <a:gd name="connsiteY25-42248" fmla="*/ 4309269 h 4449429"/>
              <a:gd name="connsiteX26-42249" fmla="*/ 2589843 w 18982931"/>
              <a:gd name="connsiteY26-42250" fmla="*/ 4366102 h 4449429"/>
              <a:gd name="connsiteX27-42251" fmla="*/ 2646669 w 18982931"/>
              <a:gd name="connsiteY27-42252" fmla="*/ 4366102 h 4449429"/>
              <a:gd name="connsiteX28-42253" fmla="*/ 2646669 w 18982931"/>
              <a:gd name="connsiteY28-42254" fmla="*/ 4309269 h 4449429"/>
              <a:gd name="connsiteX29-42255" fmla="*/ 2589843 w 18982931"/>
              <a:gd name="connsiteY29-42256" fmla="*/ 4309269 h 4449429"/>
              <a:gd name="connsiteX30-42257" fmla="*/ 16404499 w 18982931"/>
              <a:gd name="connsiteY30-42258" fmla="*/ 4163982 h 4449429"/>
              <a:gd name="connsiteX31-42259" fmla="*/ 16404499 w 18982931"/>
              <a:gd name="connsiteY31-42260" fmla="*/ 4220816 h 4449429"/>
              <a:gd name="connsiteX32-42261" fmla="*/ 16461332 w 18982931"/>
              <a:gd name="connsiteY32-42262" fmla="*/ 4220816 h 4449429"/>
              <a:gd name="connsiteX33-42263" fmla="*/ 16461332 w 18982931"/>
              <a:gd name="connsiteY33-42264" fmla="*/ 4163982 h 4449429"/>
              <a:gd name="connsiteX34-42265" fmla="*/ 16404499 w 18982931"/>
              <a:gd name="connsiteY34-42266" fmla="*/ 4163982 h 4449429"/>
              <a:gd name="connsiteX35-42267" fmla="*/ 16292444 w 18982931"/>
              <a:gd name="connsiteY35-42268" fmla="*/ 4163982 h 4449429"/>
              <a:gd name="connsiteX36-42269" fmla="*/ 16292444 w 18982931"/>
              <a:gd name="connsiteY36-42270" fmla="*/ 4220816 h 4449429"/>
              <a:gd name="connsiteX37-42271" fmla="*/ 16349278 w 18982931"/>
              <a:gd name="connsiteY37-42272" fmla="*/ 4220816 h 4449429"/>
              <a:gd name="connsiteX38-42273" fmla="*/ 16349278 w 18982931"/>
              <a:gd name="connsiteY38-42274" fmla="*/ 4163982 h 4449429"/>
              <a:gd name="connsiteX39-42275" fmla="*/ 16292444 w 18982931"/>
              <a:gd name="connsiteY39-42276" fmla="*/ 4163982 h 4449429"/>
              <a:gd name="connsiteX40-42277" fmla="*/ 16180390 w 18982931"/>
              <a:gd name="connsiteY40-42278" fmla="*/ 4163982 h 4449429"/>
              <a:gd name="connsiteX41-42279" fmla="*/ 16180390 w 18982931"/>
              <a:gd name="connsiteY41-42280" fmla="*/ 4220816 h 4449429"/>
              <a:gd name="connsiteX42-42281" fmla="*/ 16237224 w 18982931"/>
              <a:gd name="connsiteY42-42282" fmla="*/ 4220816 h 4449429"/>
              <a:gd name="connsiteX43-42283" fmla="*/ 16237224 w 18982931"/>
              <a:gd name="connsiteY43-42284" fmla="*/ 4163982 h 4449429"/>
              <a:gd name="connsiteX44-42285" fmla="*/ 16180390 w 18982931"/>
              <a:gd name="connsiteY44-42286" fmla="*/ 4163982 h 4449429"/>
              <a:gd name="connsiteX45-42287" fmla="*/ 2813944 w 18982931"/>
              <a:gd name="connsiteY45-42288" fmla="*/ 4163981 h 4449429"/>
              <a:gd name="connsiteX46-42289" fmla="*/ 2813944 w 18982931"/>
              <a:gd name="connsiteY46-42290" fmla="*/ 4220814 h 4449429"/>
              <a:gd name="connsiteX47-42291" fmla="*/ 2870780 w 18982931"/>
              <a:gd name="connsiteY47-42292" fmla="*/ 4220814 h 4449429"/>
              <a:gd name="connsiteX48-42293" fmla="*/ 2870780 w 18982931"/>
              <a:gd name="connsiteY48-42294" fmla="*/ 4163981 h 4449429"/>
              <a:gd name="connsiteX49-42295" fmla="*/ 2813944 w 18982931"/>
              <a:gd name="connsiteY49-42296" fmla="*/ 4163981 h 4449429"/>
              <a:gd name="connsiteX50-42297" fmla="*/ 2701890 w 18982931"/>
              <a:gd name="connsiteY50-42298" fmla="*/ 4163981 h 4449429"/>
              <a:gd name="connsiteX51-42299" fmla="*/ 2701890 w 18982931"/>
              <a:gd name="connsiteY51-42300" fmla="*/ 4220814 h 4449429"/>
              <a:gd name="connsiteX52-42301" fmla="*/ 2758723 w 18982931"/>
              <a:gd name="connsiteY52-42302" fmla="*/ 4220814 h 4449429"/>
              <a:gd name="connsiteX53-42303" fmla="*/ 2758723 w 18982931"/>
              <a:gd name="connsiteY53-42304" fmla="*/ 4163981 h 4449429"/>
              <a:gd name="connsiteX54-42305" fmla="*/ 2701890 w 18982931"/>
              <a:gd name="connsiteY54-42306" fmla="*/ 4163981 h 4449429"/>
              <a:gd name="connsiteX55-42307" fmla="*/ 2589843 w 18982931"/>
              <a:gd name="connsiteY55-42308" fmla="*/ 4163981 h 4449429"/>
              <a:gd name="connsiteX56-42309" fmla="*/ 2589843 w 18982931"/>
              <a:gd name="connsiteY56-42310" fmla="*/ 4220814 h 4449429"/>
              <a:gd name="connsiteX57-42311" fmla="*/ 2646669 w 18982931"/>
              <a:gd name="connsiteY57-42312" fmla="*/ 4220814 h 4449429"/>
              <a:gd name="connsiteX58-42313" fmla="*/ 2646669 w 18982931"/>
              <a:gd name="connsiteY58-42314" fmla="*/ 4163981 h 4449429"/>
              <a:gd name="connsiteX59-42315" fmla="*/ 2589843 w 18982931"/>
              <a:gd name="connsiteY59-42316" fmla="*/ 4163981 h 4449429"/>
              <a:gd name="connsiteX60-42317" fmla="*/ 9851983 w 18982931"/>
              <a:gd name="connsiteY60-42318" fmla="*/ 4073253 h 4449429"/>
              <a:gd name="connsiteX61-42319" fmla="*/ 9851983 w 18982931"/>
              <a:gd name="connsiteY61-42320" fmla="*/ 4282100 h 4449429"/>
              <a:gd name="connsiteX62-42321" fmla="*/ 9897683 w 18982931"/>
              <a:gd name="connsiteY62-42322" fmla="*/ 4282100 h 4449429"/>
              <a:gd name="connsiteX63-42323" fmla="*/ 9897683 w 18982931"/>
              <a:gd name="connsiteY63-42324" fmla="*/ 4073253 h 4449429"/>
              <a:gd name="connsiteX64-42325" fmla="*/ 9851983 w 18982931"/>
              <a:gd name="connsiteY64-42326" fmla="*/ 4073253 h 4449429"/>
              <a:gd name="connsiteX65-42327" fmla="*/ 9760354 w 18982931"/>
              <a:gd name="connsiteY65-42328" fmla="*/ 4073253 h 4449429"/>
              <a:gd name="connsiteX66-42329" fmla="*/ 9760354 w 18982931"/>
              <a:gd name="connsiteY66-42330" fmla="*/ 4282100 h 4449429"/>
              <a:gd name="connsiteX67-42331" fmla="*/ 9806054 w 18982931"/>
              <a:gd name="connsiteY67-42332" fmla="*/ 4282100 h 4449429"/>
              <a:gd name="connsiteX68-42333" fmla="*/ 9806054 w 18982931"/>
              <a:gd name="connsiteY68-42334" fmla="*/ 4073253 h 4449429"/>
              <a:gd name="connsiteX69-42335" fmla="*/ 9760354 w 18982931"/>
              <a:gd name="connsiteY69-42336" fmla="*/ 4073253 h 4449429"/>
              <a:gd name="connsiteX70-42337" fmla="*/ 9668723 w 18982931"/>
              <a:gd name="connsiteY70-42338" fmla="*/ 4073253 h 4449429"/>
              <a:gd name="connsiteX71-42339" fmla="*/ 9668723 w 18982931"/>
              <a:gd name="connsiteY71-42340" fmla="*/ 4282100 h 4449429"/>
              <a:gd name="connsiteX72-42341" fmla="*/ 9714423 w 18982931"/>
              <a:gd name="connsiteY72-42342" fmla="*/ 4282100 h 4449429"/>
              <a:gd name="connsiteX73-42343" fmla="*/ 9714423 w 18982931"/>
              <a:gd name="connsiteY73-42344" fmla="*/ 4073253 h 4449429"/>
              <a:gd name="connsiteX74-42345" fmla="*/ 9668723 w 18982931"/>
              <a:gd name="connsiteY74-42346" fmla="*/ 4073253 h 4449429"/>
              <a:gd name="connsiteX75-42347" fmla="*/ 9577094 w 18982931"/>
              <a:gd name="connsiteY75-42348" fmla="*/ 4073253 h 4449429"/>
              <a:gd name="connsiteX76-42349" fmla="*/ 9577094 w 18982931"/>
              <a:gd name="connsiteY76-42350" fmla="*/ 4282100 h 4449429"/>
              <a:gd name="connsiteX77-42351" fmla="*/ 9622794 w 18982931"/>
              <a:gd name="connsiteY77-42352" fmla="*/ 4282100 h 4449429"/>
              <a:gd name="connsiteX78-42353" fmla="*/ 9622794 w 18982931"/>
              <a:gd name="connsiteY78-42354" fmla="*/ 4073253 h 4449429"/>
              <a:gd name="connsiteX79-42355" fmla="*/ 9577094 w 18982931"/>
              <a:gd name="connsiteY79-42356" fmla="*/ 4073253 h 4449429"/>
              <a:gd name="connsiteX80-42357" fmla="*/ 9485470 w 18982931"/>
              <a:gd name="connsiteY80-42358" fmla="*/ 4073253 h 4449429"/>
              <a:gd name="connsiteX81-42359" fmla="*/ 9485470 w 18982931"/>
              <a:gd name="connsiteY81-42360" fmla="*/ 4282100 h 4449429"/>
              <a:gd name="connsiteX82-42361" fmla="*/ 9531165 w 18982931"/>
              <a:gd name="connsiteY82-42362" fmla="*/ 4282100 h 4449429"/>
              <a:gd name="connsiteX83-42363" fmla="*/ 9531165 w 18982931"/>
              <a:gd name="connsiteY83-42364" fmla="*/ 4073253 h 4449429"/>
              <a:gd name="connsiteX84-42365" fmla="*/ 9485470 w 18982931"/>
              <a:gd name="connsiteY84-42366" fmla="*/ 4073253 h 4449429"/>
              <a:gd name="connsiteX85-42367" fmla="*/ 9393836 w 18982931"/>
              <a:gd name="connsiteY85-42368" fmla="*/ 4073253 h 4449429"/>
              <a:gd name="connsiteX86-42369" fmla="*/ 9393836 w 18982931"/>
              <a:gd name="connsiteY86-42370" fmla="*/ 4282100 h 4449429"/>
              <a:gd name="connsiteX87-42371" fmla="*/ 9439536 w 18982931"/>
              <a:gd name="connsiteY87-42372" fmla="*/ 4282100 h 4449429"/>
              <a:gd name="connsiteX88-42373" fmla="*/ 9439536 w 18982931"/>
              <a:gd name="connsiteY88-42374" fmla="*/ 4073253 h 4449429"/>
              <a:gd name="connsiteX89-42375" fmla="*/ 9393836 w 18982931"/>
              <a:gd name="connsiteY89-42376" fmla="*/ 4073253 h 4449429"/>
              <a:gd name="connsiteX90-42377" fmla="*/ 9302203 w 18982931"/>
              <a:gd name="connsiteY90-42378" fmla="*/ 4073253 h 4449429"/>
              <a:gd name="connsiteX91-42379" fmla="*/ 9302203 w 18982931"/>
              <a:gd name="connsiteY91-42380" fmla="*/ 4282100 h 4449429"/>
              <a:gd name="connsiteX92-42381" fmla="*/ 9347904 w 18982931"/>
              <a:gd name="connsiteY92-42382" fmla="*/ 4282100 h 4449429"/>
              <a:gd name="connsiteX93-42383" fmla="*/ 9347904 w 18982931"/>
              <a:gd name="connsiteY93-42384" fmla="*/ 4073253 h 4449429"/>
              <a:gd name="connsiteX94-42385" fmla="*/ 9302203 w 18982931"/>
              <a:gd name="connsiteY94-42386" fmla="*/ 4073253 h 4449429"/>
              <a:gd name="connsiteX95-42387" fmla="*/ 16404499 w 18982931"/>
              <a:gd name="connsiteY95-42388" fmla="*/ 4018694 h 4449429"/>
              <a:gd name="connsiteX96-42389" fmla="*/ 16404499 w 18982931"/>
              <a:gd name="connsiteY96-42390" fmla="*/ 4075528 h 4449429"/>
              <a:gd name="connsiteX97-42391" fmla="*/ 16461332 w 18982931"/>
              <a:gd name="connsiteY97-42392" fmla="*/ 4075528 h 4449429"/>
              <a:gd name="connsiteX98-42393" fmla="*/ 16461332 w 18982931"/>
              <a:gd name="connsiteY98-42394" fmla="*/ 4018694 h 4449429"/>
              <a:gd name="connsiteX99-42395" fmla="*/ 16404499 w 18982931"/>
              <a:gd name="connsiteY99-42396" fmla="*/ 4018694 h 4449429"/>
              <a:gd name="connsiteX100-42397" fmla="*/ 16292444 w 18982931"/>
              <a:gd name="connsiteY100-42398" fmla="*/ 4018694 h 4449429"/>
              <a:gd name="connsiteX101-42399" fmla="*/ 16292444 w 18982931"/>
              <a:gd name="connsiteY101-42400" fmla="*/ 4075528 h 4449429"/>
              <a:gd name="connsiteX102-42401" fmla="*/ 16349278 w 18982931"/>
              <a:gd name="connsiteY102-42402" fmla="*/ 4075528 h 4449429"/>
              <a:gd name="connsiteX103-42403" fmla="*/ 16349278 w 18982931"/>
              <a:gd name="connsiteY103-42404" fmla="*/ 4018694 h 4449429"/>
              <a:gd name="connsiteX104-42405" fmla="*/ 16292444 w 18982931"/>
              <a:gd name="connsiteY104-42406" fmla="*/ 4018694 h 4449429"/>
              <a:gd name="connsiteX105-42407" fmla="*/ 16180390 w 18982931"/>
              <a:gd name="connsiteY105-42408" fmla="*/ 4018694 h 4449429"/>
              <a:gd name="connsiteX106-42409" fmla="*/ 16180390 w 18982931"/>
              <a:gd name="connsiteY106-42410" fmla="*/ 4075528 h 4449429"/>
              <a:gd name="connsiteX107-42411" fmla="*/ 16237224 w 18982931"/>
              <a:gd name="connsiteY107-42412" fmla="*/ 4075528 h 4449429"/>
              <a:gd name="connsiteX108-42413" fmla="*/ 16237224 w 18982931"/>
              <a:gd name="connsiteY108-42414" fmla="*/ 4018694 h 4449429"/>
              <a:gd name="connsiteX109-42415" fmla="*/ 16180390 w 18982931"/>
              <a:gd name="connsiteY109-42416" fmla="*/ 4018694 h 4449429"/>
              <a:gd name="connsiteX110-42417" fmla="*/ 2813944 w 18982931"/>
              <a:gd name="connsiteY110-42418" fmla="*/ 4018692 h 4449429"/>
              <a:gd name="connsiteX111-42419" fmla="*/ 2813944 w 18982931"/>
              <a:gd name="connsiteY111-42420" fmla="*/ 4075526 h 4449429"/>
              <a:gd name="connsiteX112-42421" fmla="*/ 2870780 w 18982931"/>
              <a:gd name="connsiteY112-42422" fmla="*/ 4075526 h 4449429"/>
              <a:gd name="connsiteX113-42423" fmla="*/ 2870780 w 18982931"/>
              <a:gd name="connsiteY113-42424" fmla="*/ 4018692 h 4449429"/>
              <a:gd name="connsiteX114-42425" fmla="*/ 2813944 w 18982931"/>
              <a:gd name="connsiteY114-42426" fmla="*/ 4018692 h 4449429"/>
              <a:gd name="connsiteX115-42427" fmla="*/ 2701890 w 18982931"/>
              <a:gd name="connsiteY115-42428" fmla="*/ 4018692 h 4449429"/>
              <a:gd name="connsiteX116-42429" fmla="*/ 2701890 w 18982931"/>
              <a:gd name="connsiteY116-42430" fmla="*/ 4075526 h 4449429"/>
              <a:gd name="connsiteX117-42431" fmla="*/ 2758723 w 18982931"/>
              <a:gd name="connsiteY117-42432" fmla="*/ 4075526 h 4449429"/>
              <a:gd name="connsiteX118-42433" fmla="*/ 2758723 w 18982931"/>
              <a:gd name="connsiteY118-42434" fmla="*/ 4018692 h 4449429"/>
              <a:gd name="connsiteX119-42435" fmla="*/ 2701890 w 18982931"/>
              <a:gd name="connsiteY119-42436" fmla="*/ 4018692 h 4449429"/>
              <a:gd name="connsiteX120-42437" fmla="*/ 2589843 w 18982931"/>
              <a:gd name="connsiteY120-42438" fmla="*/ 4018692 h 4449429"/>
              <a:gd name="connsiteX121-42439" fmla="*/ 2589843 w 18982931"/>
              <a:gd name="connsiteY121-42440" fmla="*/ 4075526 h 4449429"/>
              <a:gd name="connsiteX122-42441" fmla="*/ 2646669 w 18982931"/>
              <a:gd name="connsiteY122-42442" fmla="*/ 4075526 h 4449429"/>
              <a:gd name="connsiteX123-42443" fmla="*/ 2646669 w 18982931"/>
              <a:gd name="connsiteY123-42444" fmla="*/ 4018692 h 4449429"/>
              <a:gd name="connsiteX124-42445" fmla="*/ 2589843 w 18982931"/>
              <a:gd name="connsiteY124-42446" fmla="*/ 4018692 h 4449429"/>
              <a:gd name="connsiteX125-42447" fmla="*/ 16404499 w 18982931"/>
              <a:gd name="connsiteY125-42448" fmla="*/ 3873406 h 4449429"/>
              <a:gd name="connsiteX126-42449" fmla="*/ 16404499 w 18982931"/>
              <a:gd name="connsiteY126-42450" fmla="*/ 3930240 h 4449429"/>
              <a:gd name="connsiteX127-42451" fmla="*/ 16461332 w 18982931"/>
              <a:gd name="connsiteY127-42452" fmla="*/ 3930240 h 4449429"/>
              <a:gd name="connsiteX128-42453" fmla="*/ 16461332 w 18982931"/>
              <a:gd name="connsiteY128-42454" fmla="*/ 3873406 h 4449429"/>
              <a:gd name="connsiteX129-42455" fmla="*/ 16404499 w 18982931"/>
              <a:gd name="connsiteY129-42456" fmla="*/ 3873406 h 4449429"/>
              <a:gd name="connsiteX130-42457" fmla="*/ 16292444 w 18982931"/>
              <a:gd name="connsiteY130-42458" fmla="*/ 3873406 h 4449429"/>
              <a:gd name="connsiteX131-42459" fmla="*/ 16292444 w 18982931"/>
              <a:gd name="connsiteY131-42460" fmla="*/ 3930240 h 4449429"/>
              <a:gd name="connsiteX132-42461" fmla="*/ 16349278 w 18982931"/>
              <a:gd name="connsiteY132-42462" fmla="*/ 3930240 h 4449429"/>
              <a:gd name="connsiteX133-42463" fmla="*/ 16349278 w 18982931"/>
              <a:gd name="connsiteY133-42464" fmla="*/ 3873406 h 4449429"/>
              <a:gd name="connsiteX134-42465" fmla="*/ 16292444 w 18982931"/>
              <a:gd name="connsiteY134-42466" fmla="*/ 3873406 h 4449429"/>
              <a:gd name="connsiteX135-42467" fmla="*/ 16180390 w 18982931"/>
              <a:gd name="connsiteY135-42468" fmla="*/ 3873406 h 4449429"/>
              <a:gd name="connsiteX136-42469" fmla="*/ 16180390 w 18982931"/>
              <a:gd name="connsiteY136-42470" fmla="*/ 3930240 h 4449429"/>
              <a:gd name="connsiteX137-42471" fmla="*/ 16237224 w 18982931"/>
              <a:gd name="connsiteY137-42472" fmla="*/ 3930240 h 4449429"/>
              <a:gd name="connsiteX138-42473" fmla="*/ 16237224 w 18982931"/>
              <a:gd name="connsiteY138-42474" fmla="*/ 3873406 h 4449429"/>
              <a:gd name="connsiteX139-42475" fmla="*/ 16180390 w 18982931"/>
              <a:gd name="connsiteY139-42476" fmla="*/ 3873406 h 4449429"/>
              <a:gd name="connsiteX140-42477" fmla="*/ 2813944 w 18982931"/>
              <a:gd name="connsiteY140-42478" fmla="*/ 3873404 h 4449429"/>
              <a:gd name="connsiteX141-42479" fmla="*/ 2813944 w 18982931"/>
              <a:gd name="connsiteY141-42480" fmla="*/ 3930238 h 4449429"/>
              <a:gd name="connsiteX142-42481" fmla="*/ 2870780 w 18982931"/>
              <a:gd name="connsiteY142-42482" fmla="*/ 3930238 h 4449429"/>
              <a:gd name="connsiteX143-42483" fmla="*/ 2870780 w 18982931"/>
              <a:gd name="connsiteY143-42484" fmla="*/ 3873404 h 4449429"/>
              <a:gd name="connsiteX144-42485" fmla="*/ 2813944 w 18982931"/>
              <a:gd name="connsiteY144-42486" fmla="*/ 3873404 h 4449429"/>
              <a:gd name="connsiteX145-42487" fmla="*/ 2701890 w 18982931"/>
              <a:gd name="connsiteY145-42488" fmla="*/ 3873404 h 4449429"/>
              <a:gd name="connsiteX146-42489" fmla="*/ 2701890 w 18982931"/>
              <a:gd name="connsiteY146-42490" fmla="*/ 3930238 h 4449429"/>
              <a:gd name="connsiteX147-42491" fmla="*/ 2758723 w 18982931"/>
              <a:gd name="connsiteY147-42492" fmla="*/ 3930238 h 4449429"/>
              <a:gd name="connsiteX148-42493" fmla="*/ 2758723 w 18982931"/>
              <a:gd name="connsiteY148-42494" fmla="*/ 3873404 h 4449429"/>
              <a:gd name="connsiteX149-42495" fmla="*/ 2701890 w 18982931"/>
              <a:gd name="connsiteY149-42496" fmla="*/ 3873404 h 4449429"/>
              <a:gd name="connsiteX150-42497" fmla="*/ 2589843 w 18982931"/>
              <a:gd name="connsiteY150-42498" fmla="*/ 3873404 h 4449429"/>
              <a:gd name="connsiteX151-42499" fmla="*/ 2589843 w 18982931"/>
              <a:gd name="connsiteY151-42500" fmla="*/ 3930238 h 4449429"/>
              <a:gd name="connsiteX152-42501" fmla="*/ 2646669 w 18982931"/>
              <a:gd name="connsiteY152-42502" fmla="*/ 3930238 h 4449429"/>
              <a:gd name="connsiteX153-42503" fmla="*/ 2646669 w 18982931"/>
              <a:gd name="connsiteY153-42504" fmla="*/ 3873404 h 4449429"/>
              <a:gd name="connsiteX154-42505" fmla="*/ 2589843 w 18982931"/>
              <a:gd name="connsiteY154-42506" fmla="*/ 3873404 h 4449429"/>
              <a:gd name="connsiteX155-42507" fmla="*/ 17351339 w 18982931"/>
              <a:gd name="connsiteY155-42508" fmla="*/ 3769299 h 4449429"/>
              <a:gd name="connsiteX156-42509" fmla="*/ 17351339 w 18982931"/>
              <a:gd name="connsiteY156-42510" fmla="*/ 3815000 h 4449429"/>
              <a:gd name="connsiteX157-42511" fmla="*/ 17560187 w 18982931"/>
              <a:gd name="connsiteY157-42512" fmla="*/ 3815000 h 4449429"/>
              <a:gd name="connsiteX158-42513" fmla="*/ 17560187 w 18982931"/>
              <a:gd name="connsiteY158-42514" fmla="*/ 3769299 h 4449429"/>
              <a:gd name="connsiteX159-42515" fmla="*/ 17351339 w 18982931"/>
              <a:gd name="connsiteY159-42516" fmla="*/ 3769299 h 4449429"/>
              <a:gd name="connsiteX160-42517" fmla="*/ 16404499 w 18982931"/>
              <a:gd name="connsiteY160-42518" fmla="*/ 3728118 h 4449429"/>
              <a:gd name="connsiteX161-42519" fmla="*/ 16404499 w 18982931"/>
              <a:gd name="connsiteY161-42520" fmla="*/ 3784951 h 4449429"/>
              <a:gd name="connsiteX162-42521" fmla="*/ 16461332 w 18982931"/>
              <a:gd name="connsiteY162-42522" fmla="*/ 3784951 h 4449429"/>
              <a:gd name="connsiteX163-42523" fmla="*/ 16461332 w 18982931"/>
              <a:gd name="connsiteY163-42524" fmla="*/ 3728118 h 4449429"/>
              <a:gd name="connsiteX164-42525" fmla="*/ 16404499 w 18982931"/>
              <a:gd name="connsiteY164-42526" fmla="*/ 3728118 h 4449429"/>
              <a:gd name="connsiteX165-42527" fmla="*/ 16292444 w 18982931"/>
              <a:gd name="connsiteY165-42528" fmla="*/ 3728118 h 4449429"/>
              <a:gd name="connsiteX166-42529" fmla="*/ 16292444 w 18982931"/>
              <a:gd name="connsiteY166-42530" fmla="*/ 3784951 h 4449429"/>
              <a:gd name="connsiteX167-42531" fmla="*/ 16349278 w 18982931"/>
              <a:gd name="connsiteY167-42532" fmla="*/ 3784951 h 4449429"/>
              <a:gd name="connsiteX168-42533" fmla="*/ 16349278 w 18982931"/>
              <a:gd name="connsiteY168-42534" fmla="*/ 3728118 h 4449429"/>
              <a:gd name="connsiteX169-42535" fmla="*/ 16292444 w 18982931"/>
              <a:gd name="connsiteY169-42536" fmla="*/ 3728118 h 4449429"/>
              <a:gd name="connsiteX170-42537" fmla="*/ 16180390 w 18982931"/>
              <a:gd name="connsiteY170-42538" fmla="*/ 3728118 h 4449429"/>
              <a:gd name="connsiteX171-42539" fmla="*/ 16180390 w 18982931"/>
              <a:gd name="connsiteY171-42540" fmla="*/ 3784951 h 4449429"/>
              <a:gd name="connsiteX172-42541" fmla="*/ 16237224 w 18982931"/>
              <a:gd name="connsiteY172-42542" fmla="*/ 3784951 h 4449429"/>
              <a:gd name="connsiteX173-42543" fmla="*/ 16237224 w 18982931"/>
              <a:gd name="connsiteY173-42544" fmla="*/ 3728118 h 4449429"/>
              <a:gd name="connsiteX174-42545" fmla="*/ 16180390 w 18982931"/>
              <a:gd name="connsiteY174-42546" fmla="*/ 3728118 h 4449429"/>
              <a:gd name="connsiteX175-42547" fmla="*/ 2813944 w 18982931"/>
              <a:gd name="connsiteY175-42548" fmla="*/ 3728116 h 4449429"/>
              <a:gd name="connsiteX176-42549" fmla="*/ 2813944 w 18982931"/>
              <a:gd name="connsiteY176-42550" fmla="*/ 3784950 h 4449429"/>
              <a:gd name="connsiteX177-42551" fmla="*/ 2870780 w 18982931"/>
              <a:gd name="connsiteY177-42552" fmla="*/ 3784950 h 4449429"/>
              <a:gd name="connsiteX178-42553" fmla="*/ 2870780 w 18982931"/>
              <a:gd name="connsiteY178-42554" fmla="*/ 3728116 h 4449429"/>
              <a:gd name="connsiteX179-42555" fmla="*/ 2813944 w 18982931"/>
              <a:gd name="connsiteY179-42556" fmla="*/ 3728116 h 4449429"/>
              <a:gd name="connsiteX180-42557" fmla="*/ 2701891 w 18982931"/>
              <a:gd name="connsiteY180-42558" fmla="*/ 3728116 h 4449429"/>
              <a:gd name="connsiteX181-42559" fmla="*/ 2701891 w 18982931"/>
              <a:gd name="connsiteY181-42560" fmla="*/ 3784950 h 4449429"/>
              <a:gd name="connsiteX182-42561" fmla="*/ 2758730 w 18982931"/>
              <a:gd name="connsiteY182-42562" fmla="*/ 3784950 h 4449429"/>
              <a:gd name="connsiteX183-42563" fmla="*/ 2758730 w 18982931"/>
              <a:gd name="connsiteY183-42564" fmla="*/ 3728116 h 4449429"/>
              <a:gd name="connsiteX184-42565" fmla="*/ 2701891 w 18982931"/>
              <a:gd name="connsiteY184-42566" fmla="*/ 3728116 h 4449429"/>
              <a:gd name="connsiteX185-42567" fmla="*/ 2589845 w 18982931"/>
              <a:gd name="connsiteY185-42568" fmla="*/ 3728116 h 4449429"/>
              <a:gd name="connsiteX186-42569" fmla="*/ 2589845 w 18982931"/>
              <a:gd name="connsiteY186-42570" fmla="*/ 3784950 h 4449429"/>
              <a:gd name="connsiteX187-42571" fmla="*/ 2646671 w 18982931"/>
              <a:gd name="connsiteY187-42572" fmla="*/ 3784950 h 4449429"/>
              <a:gd name="connsiteX188-42573" fmla="*/ 2646671 w 18982931"/>
              <a:gd name="connsiteY188-42574" fmla="*/ 3728116 h 4449429"/>
              <a:gd name="connsiteX189-42575" fmla="*/ 2589845 w 18982931"/>
              <a:gd name="connsiteY189-42576" fmla="*/ 3728116 h 4449429"/>
              <a:gd name="connsiteX190-42577" fmla="*/ 17351339 w 18982931"/>
              <a:gd name="connsiteY190-42578" fmla="*/ 3677667 h 4449429"/>
              <a:gd name="connsiteX191-42579" fmla="*/ 17351339 w 18982931"/>
              <a:gd name="connsiteY191-42580" fmla="*/ 3723368 h 4449429"/>
              <a:gd name="connsiteX192-42581" fmla="*/ 17560187 w 18982931"/>
              <a:gd name="connsiteY192-42582" fmla="*/ 3723368 h 4449429"/>
              <a:gd name="connsiteX193-42583" fmla="*/ 17560187 w 18982931"/>
              <a:gd name="connsiteY193-42584" fmla="*/ 3677667 h 4449429"/>
              <a:gd name="connsiteX194-42585" fmla="*/ 17351339 w 18982931"/>
              <a:gd name="connsiteY194-42586" fmla="*/ 3677667 h 4449429"/>
              <a:gd name="connsiteX195-42587" fmla="*/ 12612246 w 18982931"/>
              <a:gd name="connsiteY195-42588" fmla="*/ 3645952 h 4449429"/>
              <a:gd name="connsiteX196-42589" fmla="*/ 12612246 w 18982931"/>
              <a:gd name="connsiteY196-42590" fmla="*/ 3702785 h 4449429"/>
              <a:gd name="connsiteX197-42591" fmla="*/ 12669079 w 18982931"/>
              <a:gd name="connsiteY197-42592" fmla="*/ 3702785 h 4449429"/>
              <a:gd name="connsiteX198-42593" fmla="*/ 12669079 w 18982931"/>
              <a:gd name="connsiteY198-42594" fmla="*/ 3645952 h 4449429"/>
              <a:gd name="connsiteX199-42595" fmla="*/ 12612246 w 18982931"/>
              <a:gd name="connsiteY199-42596" fmla="*/ 3645952 h 4449429"/>
              <a:gd name="connsiteX200-42597" fmla="*/ 12500191 w 18982931"/>
              <a:gd name="connsiteY200-42598" fmla="*/ 3645952 h 4449429"/>
              <a:gd name="connsiteX201-42599" fmla="*/ 12500191 w 18982931"/>
              <a:gd name="connsiteY201-42600" fmla="*/ 3702785 h 4449429"/>
              <a:gd name="connsiteX202-42601" fmla="*/ 12557025 w 18982931"/>
              <a:gd name="connsiteY202-42602" fmla="*/ 3702785 h 4449429"/>
              <a:gd name="connsiteX203-42603" fmla="*/ 12557025 w 18982931"/>
              <a:gd name="connsiteY203-42604" fmla="*/ 3645952 h 4449429"/>
              <a:gd name="connsiteX204-42605" fmla="*/ 12500191 w 18982931"/>
              <a:gd name="connsiteY204-42606" fmla="*/ 3645952 h 4449429"/>
              <a:gd name="connsiteX205-42607" fmla="*/ 12388137 w 18982931"/>
              <a:gd name="connsiteY205-42608" fmla="*/ 3645952 h 4449429"/>
              <a:gd name="connsiteX206-42609" fmla="*/ 12388137 w 18982931"/>
              <a:gd name="connsiteY206-42610" fmla="*/ 3702785 h 4449429"/>
              <a:gd name="connsiteX207-42611" fmla="*/ 12444971 w 18982931"/>
              <a:gd name="connsiteY207-42612" fmla="*/ 3702785 h 4449429"/>
              <a:gd name="connsiteX208-42613" fmla="*/ 12444971 w 18982931"/>
              <a:gd name="connsiteY208-42614" fmla="*/ 3645952 h 4449429"/>
              <a:gd name="connsiteX209-42615" fmla="*/ 12388137 w 18982931"/>
              <a:gd name="connsiteY209-42616" fmla="*/ 3645952 h 4449429"/>
              <a:gd name="connsiteX210-42617" fmla="*/ 17351339 w 18982931"/>
              <a:gd name="connsiteY210-42618" fmla="*/ 3586038 h 4449429"/>
              <a:gd name="connsiteX211-42619" fmla="*/ 17351339 w 18982931"/>
              <a:gd name="connsiteY211-42620" fmla="*/ 3631739 h 4449429"/>
              <a:gd name="connsiteX212-42621" fmla="*/ 17560187 w 18982931"/>
              <a:gd name="connsiteY212-42622" fmla="*/ 3631739 h 4449429"/>
              <a:gd name="connsiteX213-42623" fmla="*/ 17560187 w 18982931"/>
              <a:gd name="connsiteY213-42624" fmla="*/ 3586038 h 4449429"/>
              <a:gd name="connsiteX214-42625" fmla="*/ 17351339 w 18982931"/>
              <a:gd name="connsiteY214-42626" fmla="*/ 3586038 h 4449429"/>
              <a:gd name="connsiteX215-42627" fmla="*/ 16404499 w 18982931"/>
              <a:gd name="connsiteY215-42628" fmla="*/ 3582830 h 4449429"/>
              <a:gd name="connsiteX216-42629" fmla="*/ 16404499 w 18982931"/>
              <a:gd name="connsiteY216-42630" fmla="*/ 3639663 h 4449429"/>
              <a:gd name="connsiteX217-42631" fmla="*/ 16461332 w 18982931"/>
              <a:gd name="connsiteY217-42632" fmla="*/ 3639663 h 4449429"/>
              <a:gd name="connsiteX218-42633" fmla="*/ 16461332 w 18982931"/>
              <a:gd name="connsiteY218-42634" fmla="*/ 3582830 h 4449429"/>
              <a:gd name="connsiteX219-42635" fmla="*/ 16404499 w 18982931"/>
              <a:gd name="connsiteY219-42636" fmla="*/ 3582830 h 4449429"/>
              <a:gd name="connsiteX220-42637" fmla="*/ 16292444 w 18982931"/>
              <a:gd name="connsiteY220-42638" fmla="*/ 3582830 h 4449429"/>
              <a:gd name="connsiteX221-42639" fmla="*/ 16292444 w 18982931"/>
              <a:gd name="connsiteY221-42640" fmla="*/ 3639663 h 4449429"/>
              <a:gd name="connsiteX222-42641" fmla="*/ 16349278 w 18982931"/>
              <a:gd name="connsiteY222-42642" fmla="*/ 3639663 h 4449429"/>
              <a:gd name="connsiteX223-42643" fmla="*/ 16349278 w 18982931"/>
              <a:gd name="connsiteY223-42644" fmla="*/ 3582830 h 4449429"/>
              <a:gd name="connsiteX224-42645" fmla="*/ 16292444 w 18982931"/>
              <a:gd name="connsiteY224-42646" fmla="*/ 3582830 h 4449429"/>
              <a:gd name="connsiteX225-42647" fmla="*/ 16180390 w 18982931"/>
              <a:gd name="connsiteY225-42648" fmla="*/ 3582830 h 4449429"/>
              <a:gd name="connsiteX226-42649" fmla="*/ 16180390 w 18982931"/>
              <a:gd name="connsiteY226-42650" fmla="*/ 3639663 h 4449429"/>
              <a:gd name="connsiteX227-42651" fmla="*/ 16237224 w 18982931"/>
              <a:gd name="connsiteY227-42652" fmla="*/ 3639663 h 4449429"/>
              <a:gd name="connsiteX228-42653" fmla="*/ 16237224 w 18982931"/>
              <a:gd name="connsiteY228-42654" fmla="*/ 3582830 h 4449429"/>
              <a:gd name="connsiteX229-42655" fmla="*/ 16180390 w 18982931"/>
              <a:gd name="connsiteY229-42656" fmla="*/ 3582830 h 4449429"/>
              <a:gd name="connsiteX230-42657" fmla="*/ 2813944 w 18982931"/>
              <a:gd name="connsiteY230-42658" fmla="*/ 3582828 h 4449429"/>
              <a:gd name="connsiteX231-42659" fmla="*/ 2813944 w 18982931"/>
              <a:gd name="connsiteY231-42660" fmla="*/ 3639662 h 4449429"/>
              <a:gd name="connsiteX232-42661" fmla="*/ 2870780 w 18982931"/>
              <a:gd name="connsiteY232-42662" fmla="*/ 3639662 h 4449429"/>
              <a:gd name="connsiteX233-42663" fmla="*/ 2870780 w 18982931"/>
              <a:gd name="connsiteY233-42664" fmla="*/ 3582828 h 4449429"/>
              <a:gd name="connsiteX234-42665" fmla="*/ 2813944 w 18982931"/>
              <a:gd name="connsiteY234-42666" fmla="*/ 3582828 h 4449429"/>
              <a:gd name="connsiteX235-42667" fmla="*/ 2701891 w 18982931"/>
              <a:gd name="connsiteY235-42668" fmla="*/ 3582828 h 4449429"/>
              <a:gd name="connsiteX236-42669" fmla="*/ 2701891 w 18982931"/>
              <a:gd name="connsiteY236-42670" fmla="*/ 3639662 h 4449429"/>
              <a:gd name="connsiteX237-42671" fmla="*/ 2758730 w 18982931"/>
              <a:gd name="connsiteY237-42672" fmla="*/ 3639662 h 4449429"/>
              <a:gd name="connsiteX238-42673" fmla="*/ 2758730 w 18982931"/>
              <a:gd name="connsiteY238-42674" fmla="*/ 3582828 h 4449429"/>
              <a:gd name="connsiteX239-42675" fmla="*/ 2701891 w 18982931"/>
              <a:gd name="connsiteY239-42676" fmla="*/ 3582828 h 4449429"/>
              <a:gd name="connsiteX240-42677" fmla="*/ 2589845 w 18982931"/>
              <a:gd name="connsiteY240-42678" fmla="*/ 3582828 h 4449429"/>
              <a:gd name="connsiteX241-42679" fmla="*/ 2589845 w 18982931"/>
              <a:gd name="connsiteY241-42680" fmla="*/ 3639662 h 4449429"/>
              <a:gd name="connsiteX242-42681" fmla="*/ 2646671 w 18982931"/>
              <a:gd name="connsiteY242-42682" fmla="*/ 3639662 h 4449429"/>
              <a:gd name="connsiteX243-42683" fmla="*/ 2646671 w 18982931"/>
              <a:gd name="connsiteY243-42684" fmla="*/ 3582828 h 4449429"/>
              <a:gd name="connsiteX244-42685" fmla="*/ 2589845 w 18982931"/>
              <a:gd name="connsiteY244-42686" fmla="*/ 3582828 h 4449429"/>
              <a:gd name="connsiteX245-42687" fmla="*/ 12612246 w 18982931"/>
              <a:gd name="connsiteY245-42688" fmla="*/ 3500664 h 4449429"/>
              <a:gd name="connsiteX246-42689" fmla="*/ 12612246 w 18982931"/>
              <a:gd name="connsiteY246-42690" fmla="*/ 3557497 h 4449429"/>
              <a:gd name="connsiteX247-42691" fmla="*/ 12669079 w 18982931"/>
              <a:gd name="connsiteY247-42692" fmla="*/ 3557497 h 4449429"/>
              <a:gd name="connsiteX248-42693" fmla="*/ 12669079 w 18982931"/>
              <a:gd name="connsiteY248-42694" fmla="*/ 3500664 h 4449429"/>
              <a:gd name="connsiteX249-42695" fmla="*/ 12612246 w 18982931"/>
              <a:gd name="connsiteY249-42696" fmla="*/ 3500664 h 4449429"/>
              <a:gd name="connsiteX250-42697" fmla="*/ 12500191 w 18982931"/>
              <a:gd name="connsiteY250-42698" fmla="*/ 3500664 h 4449429"/>
              <a:gd name="connsiteX251-42699" fmla="*/ 12500191 w 18982931"/>
              <a:gd name="connsiteY251-42700" fmla="*/ 3557497 h 4449429"/>
              <a:gd name="connsiteX252-42701" fmla="*/ 12557025 w 18982931"/>
              <a:gd name="connsiteY252-42702" fmla="*/ 3557497 h 4449429"/>
              <a:gd name="connsiteX253-42703" fmla="*/ 12557025 w 18982931"/>
              <a:gd name="connsiteY253-42704" fmla="*/ 3500664 h 4449429"/>
              <a:gd name="connsiteX254-42705" fmla="*/ 12500191 w 18982931"/>
              <a:gd name="connsiteY254-42706" fmla="*/ 3500664 h 4449429"/>
              <a:gd name="connsiteX255-42707" fmla="*/ 12388137 w 18982931"/>
              <a:gd name="connsiteY255-42708" fmla="*/ 3500664 h 4449429"/>
              <a:gd name="connsiteX256-42709" fmla="*/ 12388137 w 18982931"/>
              <a:gd name="connsiteY256-42710" fmla="*/ 3557497 h 4449429"/>
              <a:gd name="connsiteX257-42711" fmla="*/ 12444971 w 18982931"/>
              <a:gd name="connsiteY257-42712" fmla="*/ 3557497 h 4449429"/>
              <a:gd name="connsiteX258-42713" fmla="*/ 12444971 w 18982931"/>
              <a:gd name="connsiteY258-42714" fmla="*/ 3500664 h 4449429"/>
              <a:gd name="connsiteX259-42715" fmla="*/ 12388137 w 18982931"/>
              <a:gd name="connsiteY259-42716" fmla="*/ 3500664 h 4449429"/>
              <a:gd name="connsiteX260-42717" fmla="*/ 17351339 w 18982931"/>
              <a:gd name="connsiteY260-42718" fmla="*/ 3492933 h 4449429"/>
              <a:gd name="connsiteX261-42719" fmla="*/ 17351339 w 18982931"/>
              <a:gd name="connsiteY261-42720" fmla="*/ 3538633 h 4449429"/>
              <a:gd name="connsiteX262-42721" fmla="*/ 17560187 w 18982931"/>
              <a:gd name="connsiteY262-42722" fmla="*/ 3538633 h 4449429"/>
              <a:gd name="connsiteX263-42723" fmla="*/ 17560187 w 18982931"/>
              <a:gd name="connsiteY263-42724" fmla="*/ 3492933 h 4449429"/>
              <a:gd name="connsiteX264-42725" fmla="*/ 17351339 w 18982931"/>
              <a:gd name="connsiteY264-42726" fmla="*/ 3492933 h 4449429"/>
              <a:gd name="connsiteX265-42727" fmla="*/ 17351339 w 18982931"/>
              <a:gd name="connsiteY265-42728" fmla="*/ 3401301 h 4449429"/>
              <a:gd name="connsiteX266-42729" fmla="*/ 17351339 w 18982931"/>
              <a:gd name="connsiteY266-42730" fmla="*/ 3447001 h 4449429"/>
              <a:gd name="connsiteX267-42731" fmla="*/ 17560187 w 18982931"/>
              <a:gd name="connsiteY267-42732" fmla="*/ 3447001 h 4449429"/>
              <a:gd name="connsiteX268-42733" fmla="*/ 17560187 w 18982931"/>
              <a:gd name="connsiteY268-42734" fmla="*/ 3401301 h 4449429"/>
              <a:gd name="connsiteX269-42735" fmla="*/ 17351339 w 18982931"/>
              <a:gd name="connsiteY269-42736" fmla="*/ 3401301 h 4449429"/>
              <a:gd name="connsiteX270-42737" fmla="*/ 1596781 w 18982931"/>
              <a:gd name="connsiteY270-42738" fmla="*/ 3357078 h 4449429"/>
              <a:gd name="connsiteX271-42739" fmla="*/ 1596781 w 18982931"/>
              <a:gd name="connsiteY271-42740" fmla="*/ 3402779 h 4449429"/>
              <a:gd name="connsiteX272-42741" fmla="*/ 1805629 w 18982931"/>
              <a:gd name="connsiteY272-42742" fmla="*/ 3402779 h 4449429"/>
              <a:gd name="connsiteX273-42743" fmla="*/ 1805629 w 18982931"/>
              <a:gd name="connsiteY273-42744" fmla="*/ 3357078 h 4449429"/>
              <a:gd name="connsiteX274-42745" fmla="*/ 1596781 w 18982931"/>
              <a:gd name="connsiteY274-42746" fmla="*/ 3357078 h 4449429"/>
              <a:gd name="connsiteX275-42747" fmla="*/ 12612246 w 18982931"/>
              <a:gd name="connsiteY275-42748" fmla="*/ 3355375 h 4449429"/>
              <a:gd name="connsiteX276-42749" fmla="*/ 12612246 w 18982931"/>
              <a:gd name="connsiteY276-42750" fmla="*/ 3412209 h 4449429"/>
              <a:gd name="connsiteX277-42751" fmla="*/ 12669079 w 18982931"/>
              <a:gd name="connsiteY277-42752" fmla="*/ 3412209 h 4449429"/>
              <a:gd name="connsiteX278-42753" fmla="*/ 12669079 w 18982931"/>
              <a:gd name="connsiteY278-42754" fmla="*/ 3355375 h 4449429"/>
              <a:gd name="connsiteX279-42755" fmla="*/ 12612246 w 18982931"/>
              <a:gd name="connsiteY279-42756" fmla="*/ 3355375 h 4449429"/>
              <a:gd name="connsiteX280-42757" fmla="*/ 12500191 w 18982931"/>
              <a:gd name="connsiteY280-42758" fmla="*/ 3355375 h 4449429"/>
              <a:gd name="connsiteX281-42759" fmla="*/ 12500191 w 18982931"/>
              <a:gd name="connsiteY281-42760" fmla="*/ 3412209 h 4449429"/>
              <a:gd name="connsiteX282-42761" fmla="*/ 12557025 w 18982931"/>
              <a:gd name="connsiteY282-42762" fmla="*/ 3412209 h 4449429"/>
              <a:gd name="connsiteX283-42763" fmla="*/ 12557025 w 18982931"/>
              <a:gd name="connsiteY283-42764" fmla="*/ 3355375 h 4449429"/>
              <a:gd name="connsiteX284-42765" fmla="*/ 12500191 w 18982931"/>
              <a:gd name="connsiteY284-42766" fmla="*/ 3355375 h 4449429"/>
              <a:gd name="connsiteX285-42767" fmla="*/ 12388137 w 18982931"/>
              <a:gd name="connsiteY285-42768" fmla="*/ 3355375 h 4449429"/>
              <a:gd name="connsiteX286-42769" fmla="*/ 12388137 w 18982931"/>
              <a:gd name="connsiteY286-42770" fmla="*/ 3412209 h 4449429"/>
              <a:gd name="connsiteX287-42771" fmla="*/ 12444971 w 18982931"/>
              <a:gd name="connsiteY287-42772" fmla="*/ 3412209 h 4449429"/>
              <a:gd name="connsiteX288-42773" fmla="*/ 12444971 w 18982931"/>
              <a:gd name="connsiteY288-42774" fmla="*/ 3355375 h 4449429"/>
              <a:gd name="connsiteX289-42775" fmla="*/ 12388137 w 18982931"/>
              <a:gd name="connsiteY289-42776" fmla="*/ 3355375 h 4449429"/>
              <a:gd name="connsiteX290-42777" fmla="*/ 17351339 w 18982931"/>
              <a:gd name="connsiteY290-42778" fmla="*/ 3309670 h 4449429"/>
              <a:gd name="connsiteX291-42779" fmla="*/ 17351339 w 18982931"/>
              <a:gd name="connsiteY291-42780" fmla="*/ 3355371 h 4449429"/>
              <a:gd name="connsiteX292-42781" fmla="*/ 17560187 w 18982931"/>
              <a:gd name="connsiteY292-42782" fmla="*/ 3355371 h 4449429"/>
              <a:gd name="connsiteX293-42783" fmla="*/ 17560187 w 18982931"/>
              <a:gd name="connsiteY293-42784" fmla="*/ 3309670 h 4449429"/>
              <a:gd name="connsiteX294-42785" fmla="*/ 17351339 w 18982931"/>
              <a:gd name="connsiteY294-42786" fmla="*/ 3309670 h 4449429"/>
              <a:gd name="connsiteX295-42787" fmla="*/ 1596781 w 18982931"/>
              <a:gd name="connsiteY295-42788" fmla="*/ 3265446 h 4449429"/>
              <a:gd name="connsiteX296-42789" fmla="*/ 1596781 w 18982931"/>
              <a:gd name="connsiteY296-42790" fmla="*/ 3311147 h 4449429"/>
              <a:gd name="connsiteX297-42791" fmla="*/ 1805629 w 18982931"/>
              <a:gd name="connsiteY297-42792" fmla="*/ 3311147 h 4449429"/>
              <a:gd name="connsiteX298-42793" fmla="*/ 1805629 w 18982931"/>
              <a:gd name="connsiteY298-42794" fmla="*/ 3265446 h 4449429"/>
              <a:gd name="connsiteX299-42795" fmla="*/ 1596781 w 18982931"/>
              <a:gd name="connsiteY299-42796" fmla="*/ 3265446 h 4449429"/>
              <a:gd name="connsiteX300-42797" fmla="*/ 17351339 w 18982931"/>
              <a:gd name="connsiteY300-42798" fmla="*/ 3218041 h 4449429"/>
              <a:gd name="connsiteX301-42799" fmla="*/ 17351339 w 18982931"/>
              <a:gd name="connsiteY301-42800" fmla="*/ 3263742 h 4449429"/>
              <a:gd name="connsiteX302-42801" fmla="*/ 17560187 w 18982931"/>
              <a:gd name="connsiteY302-42802" fmla="*/ 3263742 h 4449429"/>
              <a:gd name="connsiteX303-42803" fmla="*/ 17560187 w 18982931"/>
              <a:gd name="connsiteY303-42804" fmla="*/ 3218041 h 4449429"/>
              <a:gd name="connsiteX304-42805" fmla="*/ 17351339 w 18982931"/>
              <a:gd name="connsiteY304-42806" fmla="*/ 3218041 h 4449429"/>
              <a:gd name="connsiteX305-42807" fmla="*/ 12612246 w 18982931"/>
              <a:gd name="connsiteY305-42808" fmla="*/ 3210087 h 4449429"/>
              <a:gd name="connsiteX306-42809" fmla="*/ 12612246 w 18982931"/>
              <a:gd name="connsiteY306-42810" fmla="*/ 3266921 h 4449429"/>
              <a:gd name="connsiteX307-42811" fmla="*/ 12669079 w 18982931"/>
              <a:gd name="connsiteY307-42812" fmla="*/ 3266921 h 4449429"/>
              <a:gd name="connsiteX308-42813" fmla="*/ 12669079 w 18982931"/>
              <a:gd name="connsiteY308-42814" fmla="*/ 3210087 h 4449429"/>
              <a:gd name="connsiteX309-42815" fmla="*/ 12612246 w 18982931"/>
              <a:gd name="connsiteY309-42816" fmla="*/ 3210087 h 4449429"/>
              <a:gd name="connsiteX310-42817" fmla="*/ 12500191 w 18982931"/>
              <a:gd name="connsiteY310-42818" fmla="*/ 3210087 h 4449429"/>
              <a:gd name="connsiteX311-42819" fmla="*/ 12500191 w 18982931"/>
              <a:gd name="connsiteY311-42820" fmla="*/ 3266921 h 4449429"/>
              <a:gd name="connsiteX312-42821" fmla="*/ 12557025 w 18982931"/>
              <a:gd name="connsiteY312-42822" fmla="*/ 3266921 h 4449429"/>
              <a:gd name="connsiteX313-42823" fmla="*/ 12557025 w 18982931"/>
              <a:gd name="connsiteY313-42824" fmla="*/ 3210087 h 4449429"/>
              <a:gd name="connsiteX314-42825" fmla="*/ 12500191 w 18982931"/>
              <a:gd name="connsiteY314-42826" fmla="*/ 3210087 h 4449429"/>
              <a:gd name="connsiteX315-42827" fmla="*/ 12388137 w 18982931"/>
              <a:gd name="connsiteY315-42828" fmla="*/ 3210087 h 4449429"/>
              <a:gd name="connsiteX316-42829" fmla="*/ 12388137 w 18982931"/>
              <a:gd name="connsiteY316-42830" fmla="*/ 3266921 h 4449429"/>
              <a:gd name="connsiteX317-42831" fmla="*/ 12444971 w 18982931"/>
              <a:gd name="connsiteY317-42832" fmla="*/ 3266921 h 4449429"/>
              <a:gd name="connsiteX318-42833" fmla="*/ 12444971 w 18982931"/>
              <a:gd name="connsiteY318-42834" fmla="*/ 3210087 h 4449429"/>
              <a:gd name="connsiteX319-42835" fmla="*/ 12388137 w 18982931"/>
              <a:gd name="connsiteY319-42836" fmla="*/ 3210087 h 4449429"/>
              <a:gd name="connsiteX320-42837" fmla="*/ 1596781 w 18982931"/>
              <a:gd name="connsiteY320-42838" fmla="*/ 3173817 h 4449429"/>
              <a:gd name="connsiteX321-42839" fmla="*/ 1596781 w 18982931"/>
              <a:gd name="connsiteY321-42840" fmla="*/ 3219518 h 4449429"/>
              <a:gd name="connsiteX322-42841" fmla="*/ 1805629 w 18982931"/>
              <a:gd name="connsiteY322-42842" fmla="*/ 3219518 h 4449429"/>
              <a:gd name="connsiteX323-42843" fmla="*/ 1805629 w 18982931"/>
              <a:gd name="connsiteY323-42844" fmla="*/ 3173817 h 4449429"/>
              <a:gd name="connsiteX324-42845" fmla="*/ 1596781 w 18982931"/>
              <a:gd name="connsiteY324-42846" fmla="*/ 3173817 h 4449429"/>
              <a:gd name="connsiteX325-42847" fmla="*/ 17351339 w 18982931"/>
              <a:gd name="connsiteY325-42848" fmla="*/ 3126412 h 4449429"/>
              <a:gd name="connsiteX326-42849" fmla="*/ 17351339 w 18982931"/>
              <a:gd name="connsiteY326-42850" fmla="*/ 3172113 h 4449429"/>
              <a:gd name="connsiteX327-42851" fmla="*/ 17560187 w 18982931"/>
              <a:gd name="connsiteY327-42852" fmla="*/ 3172113 h 4449429"/>
              <a:gd name="connsiteX328-42853" fmla="*/ 17560187 w 18982931"/>
              <a:gd name="connsiteY328-42854" fmla="*/ 3126412 h 4449429"/>
              <a:gd name="connsiteX329-42855" fmla="*/ 17351339 w 18982931"/>
              <a:gd name="connsiteY329-42856" fmla="*/ 3126412 h 4449429"/>
              <a:gd name="connsiteX330-42857" fmla="*/ 1596781 w 18982931"/>
              <a:gd name="connsiteY330-42858" fmla="*/ 3080712 h 4449429"/>
              <a:gd name="connsiteX331-42859" fmla="*/ 1596781 w 18982931"/>
              <a:gd name="connsiteY331-42860" fmla="*/ 3126412 h 4449429"/>
              <a:gd name="connsiteX332-42861" fmla="*/ 1805629 w 18982931"/>
              <a:gd name="connsiteY332-42862" fmla="*/ 3126412 h 4449429"/>
              <a:gd name="connsiteX333-42863" fmla="*/ 1805629 w 18982931"/>
              <a:gd name="connsiteY333-42864" fmla="*/ 3080712 h 4449429"/>
              <a:gd name="connsiteX334-42865" fmla="*/ 1596781 w 18982931"/>
              <a:gd name="connsiteY334-42866" fmla="*/ 3080712 h 4449429"/>
              <a:gd name="connsiteX335-42867" fmla="*/ 12612246 w 18982931"/>
              <a:gd name="connsiteY335-42868" fmla="*/ 3064799 h 4449429"/>
              <a:gd name="connsiteX336-42869" fmla="*/ 12612246 w 18982931"/>
              <a:gd name="connsiteY336-42870" fmla="*/ 3121633 h 4449429"/>
              <a:gd name="connsiteX337-42871" fmla="*/ 12669079 w 18982931"/>
              <a:gd name="connsiteY337-42872" fmla="*/ 3121633 h 4449429"/>
              <a:gd name="connsiteX338-42873" fmla="*/ 12669079 w 18982931"/>
              <a:gd name="connsiteY338-42874" fmla="*/ 3064799 h 4449429"/>
              <a:gd name="connsiteX339-42875" fmla="*/ 12612246 w 18982931"/>
              <a:gd name="connsiteY339-42876" fmla="*/ 3064799 h 4449429"/>
              <a:gd name="connsiteX340-42877" fmla="*/ 12500191 w 18982931"/>
              <a:gd name="connsiteY340-42878" fmla="*/ 3064799 h 4449429"/>
              <a:gd name="connsiteX341-42879" fmla="*/ 12500191 w 18982931"/>
              <a:gd name="connsiteY341-42880" fmla="*/ 3121633 h 4449429"/>
              <a:gd name="connsiteX342-42881" fmla="*/ 12557025 w 18982931"/>
              <a:gd name="connsiteY342-42882" fmla="*/ 3121633 h 4449429"/>
              <a:gd name="connsiteX343-42883" fmla="*/ 12557025 w 18982931"/>
              <a:gd name="connsiteY343-42884" fmla="*/ 3064799 h 4449429"/>
              <a:gd name="connsiteX344-42885" fmla="*/ 12500191 w 18982931"/>
              <a:gd name="connsiteY344-42886" fmla="*/ 3064799 h 4449429"/>
              <a:gd name="connsiteX345-42887" fmla="*/ 12388137 w 18982931"/>
              <a:gd name="connsiteY345-42888" fmla="*/ 3064799 h 4449429"/>
              <a:gd name="connsiteX346-42889" fmla="*/ 12388137 w 18982931"/>
              <a:gd name="connsiteY346-42890" fmla="*/ 3121633 h 4449429"/>
              <a:gd name="connsiteX347-42891" fmla="*/ 12444971 w 18982931"/>
              <a:gd name="connsiteY347-42892" fmla="*/ 3121633 h 4449429"/>
              <a:gd name="connsiteX348-42893" fmla="*/ 12444971 w 18982931"/>
              <a:gd name="connsiteY348-42894" fmla="*/ 3064799 h 4449429"/>
              <a:gd name="connsiteX349-42895" fmla="*/ 12388137 w 18982931"/>
              <a:gd name="connsiteY349-42896" fmla="*/ 3064799 h 4449429"/>
              <a:gd name="connsiteX350-42897" fmla="*/ 17351339 w 18982931"/>
              <a:gd name="connsiteY350-42898" fmla="*/ 3034782 h 4449429"/>
              <a:gd name="connsiteX351-42899" fmla="*/ 17351339 w 18982931"/>
              <a:gd name="connsiteY351-42900" fmla="*/ 3080482 h 4449429"/>
              <a:gd name="connsiteX352-42901" fmla="*/ 17560187 w 18982931"/>
              <a:gd name="connsiteY352-42902" fmla="*/ 3080482 h 4449429"/>
              <a:gd name="connsiteX353-42903" fmla="*/ 17560187 w 18982931"/>
              <a:gd name="connsiteY353-42904" fmla="*/ 3034782 h 4449429"/>
              <a:gd name="connsiteX354-42905" fmla="*/ 17351339 w 18982931"/>
              <a:gd name="connsiteY354-42906" fmla="*/ 3034782 h 4449429"/>
              <a:gd name="connsiteX355-42907" fmla="*/ 1596781 w 18982931"/>
              <a:gd name="connsiteY355-42908" fmla="*/ 2989080 h 4449429"/>
              <a:gd name="connsiteX356-42909" fmla="*/ 1596781 w 18982931"/>
              <a:gd name="connsiteY356-42910" fmla="*/ 3034780 h 4449429"/>
              <a:gd name="connsiteX357-42911" fmla="*/ 1805629 w 18982931"/>
              <a:gd name="connsiteY357-42912" fmla="*/ 3034780 h 4449429"/>
              <a:gd name="connsiteX358-42913" fmla="*/ 1805629 w 18982931"/>
              <a:gd name="connsiteY358-42914" fmla="*/ 2989080 h 4449429"/>
              <a:gd name="connsiteX359-42915" fmla="*/ 1596781 w 18982931"/>
              <a:gd name="connsiteY359-42916" fmla="*/ 2989080 h 4449429"/>
              <a:gd name="connsiteX360-42917" fmla="*/ 17351339 w 18982931"/>
              <a:gd name="connsiteY360-42918" fmla="*/ 2943153 h 4449429"/>
              <a:gd name="connsiteX361-42919" fmla="*/ 17351339 w 18982931"/>
              <a:gd name="connsiteY361-42920" fmla="*/ 2988853 h 4449429"/>
              <a:gd name="connsiteX362-42921" fmla="*/ 17560187 w 18982931"/>
              <a:gd name="connsiteY362-42922" fmla="*/ 2988853 h 4449429"/>
              <a:gd name="connsiteX363-42923" fmla="*/ 17560187 w 18982931"/>
              <a:gd name="connsiteY363-42924" fmla="*/ 2943153 h 4449429"/>
              <a:gd name="connsiteX364-42925" fmla="*/ 17351339 w 18982931"/>
              <a:gd name="connsiteY364-42926" fmla="*/ 2943153 h 4449429"/>
              <a:gd name="connsiteX365-42927" fmla="*/ 12612246 w 18982931"/>
              <a:gd name="connsiteY365-42928" fmla="*/ 2919511 h 4449429"/>
              <a:gd name="connsiteX366-42929" fmla="*/ 12612246 w 18982931"/>
              <a:gd name="connsiteY366-42930" fmla="*/ 2976345 h 4449429"/>
              <a:gd name="connsiteX367-42931" fmla="*/ 12669079 w 18982931"/>
              <a:gd name="connsiteY367-42932" fmla="*/ 2976345 h 4449429"/>
              <a:gd name="connsiteX368-42933" fmla="*/ 12669079 w 18982931"/>
              <a:gd name="connsiteY368-42934" fmla="*/ 2919511 h 4449429"/>
              <a:gd name="connsiteX369-42935" fmla="*/ 12612246 w 18982931"/>
              <a:gd name="connsiteY369-42936" fmla="*/ 2919511 h 4449429"/>
              <a:gd name="connsiteX370-42937" fmla="*/ 12500191 w 18982931"/>
              <a:gd name="connsiteY370-42938" fmla="*/ 2919511 h 4449429"/>
              <a:gd name="connsiteX371-42939" fmla="*/ 12500191 w 18982931"/>
              <a:gd name="connsiteY371-42940" fmla="*/ 2976345 h 4449429"/>
              <a:gd name="connsiteX372-42941" fmla="*/ 12557025 w 18982931"/>
              <a:gd name="connsiteY372-42942" fmla="*/ 2976345 h 4449429"/>
              <a:gd name="connsiteX373-42943" fmla="*/ 12557025 w 18982931"/>
              <a:gd name="connsiteY373-42944" fmla="*/ 2919511 h 4449429"/>
              <a:gd name="connsiteX374-42945" fmla="*/ 12500191 w 18982931"/>
              <a:gd name="connsiteY374-42946" fmla="*/ 2919511 h 4449429"/>
              <a:gd name="connsiteX375-42947" fmla="*/ 12388137 w 18982931"/>
              <a:gd name="connsiteY375-42948" fmla="*/ 2919511 h 4449429"/>
              <a:gd name="connsiteX376-42949" fmla="*/ 12388137 w 18982931"/>
              <a:gd name="connsiteY376-42950" fmla="*/ 2976345 h 4449429"/>
              <a:gd name="connsiteX377-42951" fmla="*/ 12444971 w 18982931"/>
              <a:gd name="connsiteY377-42952" fmla="*/ 2976345 h 4449429"/>
              <a:gd name="connsiteX378-42953" fmla="*/ 12444971 w 18982931"/>
              <a:gd name="connsiteY378-42954" fmla="*/ 2919511 h 4449429"/>
              <a:gd name="connsiteX379-42955" fmla="*/ 12388137 w 18982931"/>
              <a:gd name="connsiteY379-42956" fmla="*/ 2919511 h 4449429"/>
              <a:gd name="connsiteX380-42957" fmla="*/ 1596781 w 18982931"/>
              <a:gd name="connsiteY380-42958" fmla="*/ 2897450 h 4449429"/>
              <a:gd name="connsiteX381-42959" fmla="*/ 1596781 w 18982931"/>
              <a:gd name="connsiteY381-42960" fmla="*/ 2943150 h 4449429"/>
              <a:gd name="connsiteX382-42961" fmla="*/ 1805629 w 18982931"/>
              <a:gd name="connsiteY382-42962" fmla="*/ 2943150 h 4449429"/>
              <a:gd name="connsiteX383-42963" fmla="*/ 1805629 w 18982931"/>
              <a:gd name="connsiteY383-42964" fmla="*/ 2897450 h 4449429"/>
              <a:gd name="connsiteX384-42965" fmla="*/ 1596781 w 18982931"/>
              <a:gd name="connsiteY384-42966" fmla="*/ 2897450 h 4449429"/>
              <a:gd name="connsiteX385-42967" fmla="*/ 17351339 w 18982931"/>
              <a:gd name="connsiteY385-42968" fmla="*/ 2851522 h 4449429"/>
              <a:gd name="connsiteX386-42969" fmla="*/ 17351339 w 18982931"/>
              <a:gd name="connsiteY386-42970" fmla="*/ 2897223 h 4449429"/>
              <a:gd name="connsiteX387-42971" fmla="*/ 17560187 w 18982931"/>
              <a:gd name="connsiteY387-42972" fmla="*/ 2897223 h 4449429"/>
              <a:gd name="connsiteX388-42973" fmla="*/ 17560187 w 18982931"/>
              <a:gd name="connsiteY388-42974" fmla="*/ 2851522 h 4449429"/>
              <a:gd name="connsiteX389-42975" fmla="*/ 17351339 w 18982931"/>
              <a:gd name="connsiteY389-42976" fmla="*/ 2851522 h 4449429"/>
              <a:gd name="connsiteX390-42977" fmla="*/ 1596781 w 18982931"/>
              <a:gd name="connsiteY390-42978" fmla="*/ 2805821 h 4449429"/>
              <a:gd name="connsiteX391-42979" fmla="*/ 1596781 w 18982931"/>
              <a:gd name="connsiteY391-42980" fmla="*/ 2851521 h 4449429"/>
              <a:gd name="connsiteX392-42981" fmla="*/ 1805629 w 18982931"/>
              <a:gd name="connsiteY392-42982" fmla="*/ 2851521 h 4449429"/>
              <a:gd name="connsiteX393-42983" fmla="*/ 1805629 w 18982931"/>
              <a:gd name="connsiteY393-42984" fmla="*/ 2805821 h 4449429"/>
              <a:gd name="connsiteX394-42985" fmla="*/ 1596781 w 18982931"/>
              <a:gd name="connsiteY394-42986" fmla="*/ 2805821 h 4449429"/>
              <a:gd name="connsiteX395-42987" fmla="*/ 1596781 w 18982931"/>
              <a:gd name="connsiteY395-42988" fmla="*/ 2714192 h 4449429"/>
              <a:gd name="connsiteX396-42989" fmla="*/ 1596781 w 18982931"/>
              <a:gd name="connsiteY396-42990" fmla="*/ 2759892 h 4449429"/>
              <a:gd name="connsiteX397-42991" fmla="*/ 1805629 w 18982931"/>
              <a:gd name="connsiteY397-42992" fmla="*/ 2759892 h 4449429"/>
              <a:gd name="connsiteX398-42993" fmla="*/ 1805629 w 18982931"/>
              <a:gd name="connsiteY398-42994" fmla="*/ 2714192 h 4449429"/>
              <a:gd name="connsiteX399-42995" fmla="*/ 1596781 w 18982931"/>
              <a:gd name="connsiteY399-42996" fmla="*/ 2714192 h 4449429"/>
              <a:gd name="connsiteX400-42997" fmla="*/ 4422120 w 18982931"/>
              <a:gd name="connsiteY400-42998" fmla="*/ 2688604 h 4449429"/>
              <a:gd name="connsiteX401-42999" fmla="*/ 4422120 w 18982931"/>
              <a:gd name="connsiteY401-43000" fmla="*/ 2851522 h 4449429"/>
              <a:gd name="connsiteX402-43001" fmla="*/ 4459897 w 18982931"/>
              <a:gd name="connsiteY402-43002" fmla="*/ 2851522 h 4449429"/>
              <a:gd name="connsiteX403-43003" fmla="*/ 4459897 w 18982931"/>
              <a:gd name="connsiteY403-43004" fmla="*/ 2688604 h 4449429"/>
              <a:gd name="connsiteX404-43005" fmla="*/ 4422120 w 18982931"/>
              <a:gd name="connsiteY404-43006" fmla="*/ 2688604 h 4449429"/>
              <a:gd name="connsiteX405-43007" fmla="*/ 4346370 w 18982931"/>
              <a:gd name="connsiteY405-43008" fmla="*/ 2688604 h 4449429"/>
              <a:gd name="connsiteX406-43009" fmla="*/ 4346370 w 18982931"/>
              <a:gd name="connsiteY406-43010" fmla="*/ 2851522 h 4449429"/>
              <a:gd name="connsiteX407-43011" fmla="*/ 4384149 w 18982931"/>
              <a:gd name="connsiteY407-43012" fmla="*/ 2851522 h 4449429"/>
              <a:gd name="connsiteX408-43013" fmla="*/ 4384149 w 18982931"/>
              <a:gd name="connsiteY408-43014" fmla="*/ 2688604 h 4449429"/>
              <a:gd name="connsiteX409-43015" fmla="*/ 4346370 w 18982931"/>
              <a:gd name="connsiteY409-43016" fmla="*/ 2688604 h 4449429"/>
              <a:gd name="connsiteX410-43017" fmla="*/ 4270624 w 18982931"/>
              <a:gd name="connsiteY410-43018" fmla="*/ 2688604 h 4449429"/>
              <a:gd name="connsiteX411-43019" fmla="*/ 4270624 w 18982931"/>
              <a:gd name="connsiteY411-43020" fmla="*/ 2851522 h 4449429"/>
              <a:gd name="connsiteX412-43021" fmla="*/ 4308407 w 18982931"/>
              <a:gd name="connsiteY412-43022" fmla="*/ 2851522 h 4449429"/>
              <a:gd name="connsiteX413-43023" fmla="*/ 4308407 w 18982931"/>
              <a:gd name="connsiteY413-43024" fmla="*/ 2688604 h 4449429"/>
              <a:gd name="connsiteX414-43025" fmla="*/ 4270624 w 18982931"/>
              <a:gd name="connsiteY414-43026" fmla="*/ 2688604 h 4449429"/>
              <a:gd name="connsiteX415-43027" fmla="*/ 4194881 w 18982931"/>
              <a:gd name="connsiteY415-43028" fmla="*/ 2688604 h 4449429"/>
              <a:gd name="connsiteX416-43029" fmla="*/ 4194881 w 18982931"/>
              <a:gd name="connsiteY416-43030" fmla="*/ 2851522 h 4449429"/>
              <a:gd name="connsiteX417-43031" fmla="*/ 4232658 w 18982931"/>
              <a:gd name="connsiteY417-43032" fmla="*/ 2851522 h 4449429"/>
              <a:gd name="connsiteX418-43033" fmla="*/ 4232658 w 18982931"/>
              <a:gd name="connsiteY418-43034" fmla="*/ 2688604 h 4449429"/>
              <a:gd name="connsiteX419-43035" fmla="*/ 4194881 w 18982931"/>
              <a:gd name="connsiteY419-43036" fmla="*/ 2688604 h 4449429"/>
              <a:gd name="connsiteX420-43037" fmla="*/ 4119132 w 18982931"/>
              <a:gd name="connsiteY420-43038" fmla="*/ 2688604 h 4449429"/>
              <a:gd name="connsiteX421-43039" fmla="*/ 4119132 w 18982931"/>
              <a:gd name="connsiteY421-43040" fmla="*/ 2851522 h 4449429"/>
              <a:gd name="connsiteX422-43041" fmla="*/ 4156909 w 18982931"/>
              <a:gd name="connsiteY422-43042" fmla="*/ 2851522 h 4449429"/>
              <a:gd name="connsiteX423-43043" fmla="*/ 4156909 w 18982931"/>
              <a:gd name="connsiteY423-43044" fmla="*/ 2688604 h 4449429"/>
              <a:gd name="connsiteX424-43045" fmla="*/ 4119132 w 18982931"/>
              <a:gd name="connsiteY424-43046" fmla="*/ 2688604 h 4449429"/>
              <a:gd name="connsiteX425-43047" fmla="*/ 4043383 w 18982931"/>
              <a:gd name="connsiteY425-43048" fmla="*/ 2688604 h 4449429"/>
              <a:gd name="connsiteX426-43049" fmla="*/ 4043383 w 18982931"/>
              <a:gd name="connsiteY426-43050" fmla="*/ 2851522 h 4449429"/>
              <a:gd name="connsiteX427-43051" fmla="*/ 4081160 w 18982931"/>
              <a:gd name="connsiteY427-43052" fmla="*/ 2851522 h 4449429"/>
              <a:gd name="connsiteX428-43053" fmla="*/ 4081160 w 18982931"/>
              <a:gd name="connsiteY428-43054" fmla="*/ 2688604 h 4449429"/>
              <a:gd name="connsiteX429-43055" fmla="*/ 4043383 w 18982931"/>
              <a:gd name="connsiteY429-43056" fmla="*/ 2688604 h 4449429"/>
              <a:gd name="connsiteX430-43057" fmla="*/ 3967636 w 18982931"/>
              <a:gd name="connsiteY430-43058" fmla="*/ 2688604 h 4449429"/>
              <a:gd name="connsiteX431-43059" fmla="*/ 3967636 w 18982931"/>
              <a:gd name="connsiteY431-43060" fmla="*/ 2851522 h 4449429"/>
              <a:gd name="connsiteX432-43061" fmla="*/ 4005415 w 18982931"/>
              <a:gd name="connsiteY432-43062" fmla="*/ 2851522 h 4449429"/>
              <a:gd name="connsiteX433-43063" fmla="*/ 4005415 w 18982931"/>
              <a:gd name="connsiteY433-43064" fmla="*/ 2688604 h 4449429"/>
              <a:gd name="connsiteX434-43065" fmla="*/ 3967636 w 18982931"/>
              <a:gd name="connsiteY434-43066" fmla="*/ 2688604 h 4449429"/>
              <a:gd name="connsiteX435-43067" fmla="*/ 3891895 w 18982931"/>
              <a:gd name="connsiteY435-43068" fmla="*/ 2688604 h 4449429"/>
              <a:gd name="connsiteX436-43069" fmla="*/ 3891895 w 18982931"/>
              <a:gd name="connsiteY436-43070" fmla="*/ 2851522 h 4449429"/>
              <a:gd name="connsiteX437-43071" fmla="*/ 3929672 w 18982931"/>
              <a:gd name="connsiteY437-43072" fmla="*/ 2851522 h 4449429"/>
              <a:gd name="connsiteX438-43073" fmla="*/ 3929672 w 18982931"/>
              <a:gd name="connsiteY438-43074" fmla="*/ 2688604 h 4449429"/>
              <a:gd name="connsiteX439-43075" fmla="*/ 3891895 w 18982931"/>
              <a:gd name="connsiteY439-43076" fmla="*/ 2688604 h 4449429"/>
              <a:gd name="connsiteX440-43077" fmla="*/ 15043403 w 18982931"/>
              <a:gd name="connsiteY440-43078" fmla="*/ 2685661 h 4449429"/>
              <a:gd name="connsiteX441-43079" fmla="*/ 15043403 w 18982931"/>
              <a:gd name="connsiteY441-43080" fmla="*/ 2894508 h 4449429"/>
              <a:gd name="connsiteX442-43081" fmla="*/ 15089105 w 18982931"/>
              <a:gd name="connsiteY442-43082" fmla="*/ 2894508 h 4449429"/>
              <a:gd name="connsiteX443-43083" fmla="*/ 15089105 w 18982931"/>
              <a:gd name="connsiteY443-43084" fmla="*/ 2685661 h 4449429"/>
              <a:gd name="connsiteX444-43085" fmla="*/ 15043403 w 18982931"/>
              <a:gd name="connsiteY444-43086" fmla="*/ 2685661 h 4449429"/>
              <a:gd name="connsiteX445-43087" fmla="*/ 14951773 w 18982931"/>
              <a:gd name="connsiteY445-43088" fmla="*/ 2685661 h 4449429"/>
              <a:gd name="connsiteX446-43089" fmla="*/ 14951773 w 18982931"/>
              <a:gd name="connsiteY446-43090" fmla="*/ 2894508 h 4449429"/>
              <a:gd name="connsiteX447-43091" fmla="*/ 14997475 w 18982931"/>
              <a:gd name="connsiteY447-43092" fmla="*/ 2894508 h 4449429"/>
              <a:gd name="connsiteX448-43093" fmla="*/ 14997475 w 18982931"/>
              <a:gd name="connsiteY448-43094" fmla="*/ 2685661 h 4449429"/>
              <a:gd name="connsiteX449-43095" fmla="*/ 14951773 w 18982931"/>
              <a:gd name="connsiteY449-43096" fmla="*/ 2685661 h 4449429"/>
              <a:gd name="connsiteX450-43097" fmla="*/ 14860145 w 18982931"/>
              <a:gd name="connsiteY450-43098" fmla="*/ 2685661 h 4449429"/>
              <a:gd name="connsiteX451-43099" fmla="*/ 14860145 w 18982931"/>
              <a:gd name="connsiteY451-43100" fmla="*/ 2894508 h 4449429"/>
              <a:gd name="connsiteX452-43101" fmla="*/ 14905844 w 18982931"/>
              <a:gd name="connsiteY452-43102" fmla="*/ 2894508 h 4449429"/>
              <a:gd name="connsiteX453-43103" fmla="*/ 14905844 w 18982931"/>
              <a:gd name="connsiteY453-43104" fmla="*/ 2685661 h 4449429"/>
              <a:gd name="connsiteX454-43105" fmla="*/ 14860145 w 18982931"/>
              <a:gd name="connsiteY454-43106" fmla="*/ 2685661 h 4449429"/>
              <a:gd name="connsiteX455-43107" fmla="*/ 14768515 w 18982931"/>
              <a:gd name="connsiteY455-43108" fmla="*/ 2685661 h 4449429"/>
              <a:gd name="connsiteX456-43109" fmla="*/ 14768515 w 18982931"/>
              <a:gd name="connsiteY456-43110" fmla="*/ 2894508 h 4449429"/>
              <a:gd name="connsiteX457-43111" fmla="*/ 14814217 w 18982931"/>
              <a:gd name="connsiteY457-43112" fmla="*/ 2894508 h 4449429"/>
              <a:gd name="connsiteX458-43113" fmla="*/ 14814217 w 18982931"/>
              <a:gd name="connsiteY458-43114" fmla="*/ 2685661 h 4449429"/>
              <a:gd name="connsiteX459-43115" fmla="*/ 14768515 w 18982931"/>
              <a:gd name="connsiteY459-43116" fmla="*/ 2685661 h 4449429"/>
              <a:gd name="connsiteX460-43117" fmla="*/ 14676884 w 18982931"/>
              <a:gd name="connsiteY460-43118" fmla="*/ 2685661 h 4449429"/>
              <a:gd name="connsiteX461-43119" fmla="*/ 14676884 w 18982931"/>
              <a:gd name="connsiteY461-43120" fmla="*/ 2894508 h 4449429"/>
              <a:gd name="connsiteX462-43121" fmla="*/ 14722586 w 18982931"/>
              <a:gd name="connsiteY462-43122" fmla="*/ 2894508 h 4449429"/>
              <a:gd name="connsiteX463-43123" fmla="*/ 14722586 w 18982931"/>
              <a:gd name="connsiteY463-43124" fmla="*/ 2685661 h 4449429"/>
              <a:gd name="connsiteX464-43125" fmla="*/ 14676884 w 18982931"/>
              <a:gd name="connsiteY464-43126" fmla="*/ 2685661 h 4449429"/>
              <a:gd name="connsiteX465-43127" fmla="*/ 14585255 w 18982931"/>
              <a:gd name="connsiteY465-43128" fmla="*/ 2685661 h 4449429"/>
              <a:gd name="connsiteX466-43129" fmla="*/ 14585255 w 18982931"/>
              <a:gd name="connsiteY466-43130" fmla="*/ 2894508 h 4449429"/>
              <a:gd name="connsiteX467-43131" fmla="*/ 14630955 w 18982931"/>
              <a:gd name="connsiteY467-43132" fmla="*/ 2894508 h 4449429"/>
              <a:gd name="connsiteX468-43133" fmla="*/ 14630955 w 18982931"/>
              <a:gd name="connsiteY468-43134" fmla="*/ 2685661 h 4449429"/>
              <a:gd name="connsiteX469-43135" fmla="*/ 14585255 w 18982931"/>
              <a:gd name="connsiteY469-43136" fmla="*/ 2685661 h 4449429"/>
              <a:gd name="connsiteX470-43137" fmla="*/ 14493625 w 18982931"/>
              <a:gd name="connsiteY470-43138" fmla="*/ 2685661 h 4449429"/>
              <a:gd name="connsiteX471-43139" fmla="*/ 14493625 w 18982931"/>
              <a:gd name="connsiteY471-43140" fmla="*/ 2894508 h 4449429"/>
              <a:gd name="connsiteX472-43141" fmla="*/ 14539325 w 18982931"/>
              <a:gd name="connsiteY472-43142" fmla="*/ 2894508 h 4449429"/>
              <a:gd name="connsiteX473-43143" fmla="*/ 14539325 w 18982931"/>
              <a:gd name="connsiteY473-43144" fmla="*/ 2685661 h 4449429"/>
              <a:gd name="connsiteX474-43145" fmla="*/ 14493625 w 18982931"/>
              <a:gd name="connsiteY474-43146" fmla="*/ 2685661 h 4449429"/>
              <a:gd name="connsiteX475-43147" fmla="*/ 2875284 w 18982931"/>
              <a:gd name="connsiteY475-43148" fmla="*/ 2661196 h 4449429"/>
              <a:gd name="connsiteX476-43149" fmla="*/ 2875284 w 18982931"/>
              <a:gd name="connsiteY476-43150" fmla="*/ 3265443 h 4449429"/>
              <a:gd name="connsiteX477-43151" fmla="*/ 2913063 w 18982931"/>
              <a:gd name="connsiteY477-43152" fmla="*/ 3265443 h 4449429"/>
              <a:gd name="connsiteX478-43153" fmla="*/ 2913063 w 18982931"/>
              <a:gd name="connsiteY478-43154" fmla="*/ 2661196 h 4449429"/>
              <a:gd name="connsiteX479-43155" fmla="*/ 2875284 w 18982931"/>
              <a:gd name="connsiteY479-43156" fmla="*/ 2661196 h 4449429"/>
              <a:gd name="connsiteX480-43157" fmla="*/ 2769698 w 18982931"/>
              <a:gd name="connsiteY480-43158" fmla="*/ 2661196 h 4449429"/>
              <a:gd name="connsiteX481-43159" fmla="*/ 2769698 w 18982931"/>
              <a:gd name="connsiteY481-43160" fmla="*/ 3265443 h 4449429"/>
              <a:gd name="connsiteX482-43161" fmla="*/ 2807479 w 18982931"/>
              <a:gd name="connsiteY482-43162" fmla="*/ 3265443 h 4449429"/>
              <a:gd name="connsiteX483-43163" fmla="*/ 2807479 w 18982931"/>
              <a:gd name="connsiteY483-43164" fmla="*/ 2661196 h 4449429"/>
              <a:gd name="connsiteX484-43165" fmla="*/ 2769698 w 18982931"/>
              <a:gd name="connsiteY484-43166" fmla="*/ 2661196 h 4449429"/>
              <a:gd name="connsiteX485-43167" fmla="*/ 2664114 w 18982931"/>
              <a:gd name="connsiteY485-43168" fmla="*/ 2661196 h 4449429"/>
              <a:gd name="connsiteX486-43169" fmla="*/ 2664114 w 18982931"/>
              <a:gd name="connsiteY486-43170" fmla="*/ 3265443 h 4449429"/>
              <a:gd name="connsiteX487-43171" fmla="*/ 2701891 w 18982931"/>
              <a:gd name="connsiteY487-43172" fmla="*/ 3265443 h 4449429"/>
              <a:gd name="connsiteX488-43173" fmla="*/ 2701891 w 18982931"/>
              <a:gd name="connsiteY488-43174" fmla="*/ 2661196 h 4449429"/>
              <a:gd name="connsiteX489-43175" fmla="*/ 2664114 w 18982931"/>
              <a:gd name="connsiteY489-43176" fmla="*/ 2661196 h 4449429"/>
              <a:gd name="connsiteX490-43177" fmla="*/ 2558534 w 18982931"/>
              <a:gd name="connsiteY490-43178" fmla="*/ 2661196 h 4449429"/>
              <a:gd name="connsiteX491-43179" fmla="*/ 2558534 w 18982931"/>
              <a:gd name="connsiteY491-43180" fmla="*/ 3265443 h 4449429"/>
              <a:gd name="connsiteX492-43181" fmla="*/ 2596306 w 18982931"/>
              <a:gd name="connsiteY492-43182" fmla="*/ 3265443 h 4449429"/>
              <a:gd name="connsiteX493-43183" fmla="*/ 2596306 w 18982931"/>
              <a:gd name="connsiteY493-43184" fmla="*/ 2661196 h 4449429"/>
              <a:gd name="connsiteX494-43185" fmla="*/ 2558534 w 18982931"/>
              <a:gd name="connsiteY494-43186" fmla="*/ 2661196 h 4449429"/>
              <a:gd name="connsiteX495-43187" fmla="*/ 2980870 w 18982931"/>
              <a:gd name="connsiteY495-43188" fmla="*/ 2661194 h 4449429"/>
              <a:gd name="connsiteX496-43189" fmla="*/ 2980870 w 18982931"/>
              <a:gd name="connsiteY496-43190" fmla="*/ 3265442 h 4449429"/>
              <a:gd name="connsiteX497-43191" fmla="*/ 3018648 w 18982931"/>
              <a:gd name="connsiteY497-43192" fmla="*/ 3265442 h 4449429"/>
              <a:gd name="connsiteX498-43193" fmla="*/ 3018648 w 18982931"/>
              <a:gd name="connsiteY498-43194" fmla="*/ 2661194 h 4449429"/>
              <a:gd name="connsiteX499-43195" fmla="*/ 2980870 w 18982931"/>
              <a:gd name="connsiteY499-43196" fmla="*/ 2661194 h 4449429"/>
              <a:gd name="connsiteX500-43197" fmla="*/ 16374516 w 18982931"/>
              <a:gd name="connsiteY500-43198" fmla="*/ 2632791 h 4449429"/>
              <a:gd name="connsiteX501-43199" fmla="*/ 16374516 w 18982931"/>
              <a:gd name="connsiteY501-43200" fmla="*/ 3237039 h 4449429"/>
              <a:gd name="connsiteX502-43201" fmla="*/ 16412296 w 18982931"/>
              <a:gd name="connsiteY502-43202" fmla="*/ 3237039 h 4449429"/>
              <a:gd name="connsiteX503-43203" fmla="*/ 16412296 w 18982931"/>
              <a:gd name="connsiteY503-43204" fmla="*/ 2632791 h 4449429"/>
              <a:gd name="connsiteX504-43205" fmla="*/ 16374516 w 18982931"/>
              <a:gd name="connsiteY504-43206" fmla="*/ 2632791 h 4449429"/>
              <a:gd name="connsiteX505-43207" fmla="*/ 16268931 w 18982931"/>
              <a:gd name="connsiteY505-43208" fmla="*/ 2632791 h 4449429"/>
              <a:gd name="connsiteX506-43209" fmla="*/ 16268931 w 18982931"/>
              <a:gd name="connsiteY506-43210" fmla="*/ 3237039 h 4449429"/>
              <a:gd name="connsiteX507-43211" fmla="*/ 16306709 w 18982931"/>
              <a:gd name="connsiteY507-43212" fmla="*/ 3237039 h 4449429"/>
              <a:gd name="connsiteX508-43213" fmla="*/ 16306709 w 18982931"/>
              <a:gd name="connsiteY508-43214" fmla="*/ 2632791 h 4449429"/>
              <a:gd name="connsiteX509-43215" fmla="*/ 16268931 w 18982931"/>
              <a:gd name="connsiteY509-43216" fmla="*/ 2632791 h 4449429"/>
              <a:gd name="connsiteX510-43217" fmla="*/ 16163344 w 18982931"/>
              <a:gd name="connsiteY510-43218" fmla="*/ 2632791 h 4449429"/>
              <a:gd name="connsiteX511-43219" fmla="*/ 16163344 w 18982931"/>
              <a:gd name="connsiteY511-43220" fmla="*/ 3237039 h 4449429"/>
              <a:gd name="connsiteX512-43221" fmla="*/ 16201125 w 18982931"/>
              <a:gd name="connsiteY512-43222" fmla="*/ 3237039 h 4449429"/>
              <a:gd name="connsiteX513-43223" fmla="*/ 16201125 w 18982931"/>
              <a:gd name="connsiteY513-43224" fmla="*/ 2632791 h 4449429"/>
              <a:gd name="connsiteX514-43225" fmla="*/ 16163344 w 18982931"/>
              <a:gd name="connsiteY514-43226" fmla="*/ 2632791 h 4449429"/>
              <a:gd name="connsiteX515-43227" fmla="*/ 16057760 w 18982931"/>
              <a:gd name="connsiteY515-43228" fmla="*/ 2632791 h 4449429"/>
              <a:gd name="connsiteX516-43229" fmla="*/ 16057760 w 18982931"/>
              <a:gd name="connsiteY516-43230" fmla="*/ 3237039 h 4449429"/>
              <a:gd name="connsiteX517-43231" fmla="*/ 16095537 w 18982931"/>
              <a:gd name="connsiteY517-43232" fmla="*/ 3237039 h 4449429"/>
              <a:gd name="connsiteX518-43233" fmla="*/ 16095537 w 18982931"/>
              <a:gd name="connsiteY518-43234" fmla="*/ 2632791 h 4449429"/>
              <a:gd name="connsiteX519-43235" fmla="*/ 16057760 w 18982931"/>
              <a:gd name="connsiteY519-43236" fmla="*/ 2632791 h 4449429"/>
              <a:gd name="connsiteX520-43237" fmla="*/ 16480103 w 18982931"/>
              <a:gd name="connsiteY520-43238" fmla="*/ 2632790 h 4449429"/>
              <a:gd name="connsiteX521-43239" fmla="*/ 16480103 w 18982931"/>
              <a:gd name="connsiteY521-43240" fmla="*/ 3237037 h 4449429"/>
              <a:gd name="connsiteX522-43241" fmla="*/ 16517880 w 18982931"/>
              <a:gd name="connsiteY522-43242" fmla="*/ 3237037 h 4449429"/>
              <a:gd name="connsiteX523-43243" fmla="*/ 16517880 w 18982931"/>
              <a:gd name="connsiteY523-43244" fmla="*/ 2632790 h 4449429"/>
              <a:gd name="connsiteX524-43245" fmla="*/ 16480103 w 18982931"/>
              <a:gd name="connsiteY524-43246" fmla="*/ 2632790 h 4449429"/>
              <a:gd name="connsiteX525-43247" fmla="*/ 1596781 w 18982931"/>
              <a:gd name="connsiteY525-43248" fmla="*/ 2622561 h 4449429"/>
              <a:gd name="connsiteX526-43249" fmla="*/ 1596781 w 18982931"/>
              <a:gd name="connsiteY526-43250" fmla="*/ 2668261 h 4449429"/>
              <a:gd name="connsiteX527-43251" fmla="*/ 1805629 w 18982931"/>
              <a:gd name="connsiteY527-43252" fmla="*/ 2668261 h 4449429"/>
              <a:gd name="connsiteX528-43253" fmla="*/ 1805629 w 18982931"/>
              <a:gd name="connsiteY528-43254" fmla="*/ 2622561 h 4449429"/>
              <a:gd name="connsiteX529-43255" fmla="*/ 1596781 w 18982931"/>
              <a:gd name="connsiteY529-43256" fmla="*/ 2622561 h 4449429"/>
              <a:gd name="connsiteX530-43257" fmla="*/ 1596781 w 18982931"/>
              <a:gd name="connsiteY530-43258" fmla="*/ 2530932 h 4449429"/>
              <a:gd name="connsiteX531-43259" fmla="*/ 1596781 w 18982931"/>
              <a:gd name="connsiteY531-43260" fmla="*/ 2576632 h 4449429"/>
              <a:gd name="connsiteX532-43261" fmla="*/ 1805629 w 18982931"/>
              <a:gd name="connsiteY532-43262" fmla="*/ 2576632 h 4449429"/>
              <a:gd name="connsiteX533-43263" fmla="*/ 1805629 w 18982931"/>
              <a:gd name="connsiteY533-43264" fmla="*/ 2530932 h 4449429"/>
              <a:gd name="connsiteX534-43265" fmla="*/ 1596781 w 18982931"/>
              <a:gd name="connsiteY534-43266" fmla="*/ 2530932 h 4449429"/>
              <a:gd name="connsiteX535-43267" fmla="*/ 1596781 w 18982931"/>
              <a:gd name="connsiteY535-43268" fmla="*/ 2439301 h 4449429"/>
              <a:gd name="connsiteX536-43269" fmla="*/ 1596781 w 18982931"/>
              <a:gd name="connsiteY536-43270" fmla="*/ 2485002 h 4449429"/>
              <a:gd name="connsiteX537-43271" fmla="*/ 1805629 w 18982931"/>
              <a:gd name="connsiteY537-43272" fmla="*/ 2485002 h 4449429"/>
              <a:gd name="connsiteX538-43273" fmla="*/ 1805629 w 18982931"/>
              <a:gd name="connsiteY538-43274" fmla="*/ 2439301 h 4449429"/>
              <a:gd name="connsiteX539-43275" fmla="*/ 1596781 w 18982931"/>
              <a:gd name="connsiteY539-43276" fmla="*/ 2439301 h 4449429"/>
              <a:gd name="connsiteX540-43277" fmla="*/ 17217171 w 18982931"/>
              <a:gd name="connsiteY540-43278" fmla="*/ 2397981 h 4449429"/>
              <a:gd name="connsiteX541-43279" fmla="*/ 17217171 w 18982931"/>
              <a:gd name="connsiteY541-43280" fmla="*/ 2434557 h 4449429"/>
              <a:gd name="connsiteX542-43281" fmla="*/ 17582931 w 18982931"/>
              <a:gd name="connsiteY542-43282" fmla="*/ 2434557 h 4449429"/>
              <a:gd name="connsiteX543-43283" fmla="*/ 17582931 w 18982931"/>
              <a:gd name="connsiteY543-43284" fmla="*/ 2397981 h 4449429"/>
              <a:gd name="connsiteX544-43285" fmla="*/ 17217171 w 18982931"/>
              <a:gd name="connsiteY544-43286" fmla="*/ 2397981 h 4449429"/>
              <a:gd name="connsiteX545-43287" fmla="*/ 9762349 w 18982931"/>
              <a:gd name="connsiteY545-43288" fmla="*/ 2057780 h 4449429"/>
              <a:gd name="connsiteX546-43289" fmla="*/ 9762349 w 18982931"/>
              <a:gd name="connsiteY546-43290" fmla="*/ 2266627 h 4449429"/>
              <a:gd name="connsiteX547-43291" fmla="*/ 9808049 w 18982931"/>
              <a:gd name="connsiteY547-43292" fmla="*/ 2266627 h 4449429"/>
              <a:gd name="connsiteX548-43293" fmla="*/ 9808049 w 18982931"/>
              <a:gd name="connsiteY548-43294" fmla="*/ 2057780 h 4449429"/>
              <a:gd name="connsiteX549-43295" fmla="*/ 9762349 w 18982931"/>
              <a:gd name="connsiteY549-43296" fmla="*/ 2057780 h 4449429"/>
              <a:gd name="connsiteX550-43297" fmla="*/ 9670720 w 18982931"/>
              <a:gd name="connsiteY550-43298" fmla="*/ 2057780 h 4449429"/>
              <a:gd name="connsiteX551-43299" fmla="*/ 9670720 w 18982931"/>
              <a:gd name="connsiteY551-43300" fmla="*/ 2266627 h 4449429"/>
              <a:gd name="connsiteX552-43301" fmla="*/ 9716420 w 18982931"/>
              <a:gd name="connsiteY552-43302" fmla="*/ 2266627 h 4449429"/>
              <a:gd name="connsiteX553-43303" fmla="*/ 9716420 w 18982931"/>
              <a:gd name="connsiteY553-43304" fmla="*/ 2057780 h 4449429"/>
              <a:gd name="connsiteX554-43305" fmla="*/ 9670720 w 18982931"/>
              <a:gd name="connsiteY554-43306" fmla="*/ 2057780 h 4449429"/>
              <a:gd name="connsiteX555-43307" fmla="*/ 9579089 w 18982931"/>
              <a:gd name="connsiteY555-43308" fmla="*/ 2057780 h 4449429"/>
              <a:gd name="connsiteX556-43309" fmla="*/ 9579089 w 18982931"/>
              <a:gd name="connsiteY556-43310" fmla="*/ 2266627 h 4449429"/>
              <a:gd name="connsiteX557-43311" fmla="*/ 9624790 w 18982931"/>
              <a:gd name="connsiteY557-43312" fmla="*/ 2266627 h 4449429"/>
              <a:gd name="connsiteX558-43313" fmla="*/ 9624790 w 18982931"/>
              <a:gd name="connsiteY558-43314" fmla="*/ 2057780 h 4449429"/>
              <a:gd name="connsiteX559-43315" fmla="*/ 9579089 w 18982931"/>
              <a:gd name="connsiteY559-43316" fmla="*/ 2057780 h 4449429"/>
              <a:gd name="connsiteX560-43317" fmla="*/ 9487461 w 18982931"/>
              <a:gd name="connsiteY560-43318" fmla="*/ 2057780 h 4449429"/>
              <a:gd name="connsiteX561-43319" fmla="*/ 9487461 w 18982931"/>
              <a:gd name="connsiteY561-43320" fmla="*/ 2266627 h 4449429"/>
              <a:gd name="connsiteX562-43321" fmla="*/ 9533161 w 18982931"/>
              <a:gd name="connsiteY562-43322" fmla="*/ 2266627 h 4449429"/>
              <a:gd name="connsiteX563-43323" fmla="*/ 9533161 w 18982931"/>
              <a:gd name="connsiteY563-43324" fmla="*/ 2057780 h 4449429"/>
              <a:gd name="connsiteX564-43325" fmla="*/ 9487461 w 18982931"/>
              <a:gd name="connsiteY564-43326" fmla="*/ 2057780 h 4449429"/>
              <a:gd name="connsiteX565-43327" fmla="*/ 9395836 w 18982931"/>
              <a:gd name="connsiteY565-43328" fmla="*/ 2057780 h 4449429"/>
              <a:gd name="connsiteX566-43329" fmla="*/ 9395836 w 18982931"/>
              <a:gd name="connsiteY566-43330" fmla="*/ 2266627 h 4449429"/>
              <a:gd name="connsiteX567-43331" fmla="*/ 9441534 w 18982931"/>
              <a:gd name="connsiteY567-43332" fmla="*/ 2266627 h 4449429"/>
              <a:gd name="connsiteX568-43333" fmla="*/ 9441534 w 18982931"/>
              <a:gd name="connsiteY568-43334" fmla="*/ 2057780 h 4449429"/>
              <a:gd name="connsiteX569-43335" fmla="*/ 9395836 w 18982931"/>
              <a:gd name="connsiteY569-43336" fmla="*/ 2057780 h 4449429"/>
              <a:gd name="connsiteX570-43337" fmla="*/ 9304202 w 18982931"/>
              <a:gd name="connsiteY570-43338" fmla="*/ 2057780 h 4449429"/>
              <a:gd name="connsiteX571-43339" fmla="*/ 9304202 w 18982931"/>
              <a:gd name="connsiteY571-43340" fmla="*/ 2266627 h 4449429"/>
              <a:gd name="connsiteX572-43341" fmla="*/ 9349902 w 18982931"/>
              <a:gd name="connsiteY572-43342" fmla="*/ 2266627 h 4449429"/>
              <a:gd name="connsiteX573-43343" fmla="*/ 9349902 w 18982931"/>
              <a:gd name="connsiteY573-43344" fmla="*/ 2057780 h 4449429"/>
              <a:gd name="connsiteX574-43345" fmla="*/ 9304202 w 18982931"/>
              <a:gd name="connsiteY574-43346" fmla="*/ 2057780 h 4449429"/>
              <a:gd name="connsiteX575-43347" fmla="*/ 9212570 w 18982931"/>
              <a:gd name="connsiteY575-43348" fmla="*/ 2057780 h 4449429"/>
              <a:gd name="connsiteX576-43349" fmla="*/ 9212570 w 18982931"/>
              <a:gd name="connsiteY576-43350" fmla="*/ 2266627 h 4449429"/>
              <a:gd name="connsiteX577-43351" fmla="*/ 9258270 w 18982931"/>
              <a:gd name="connsiteY577-43352" fmla="*/ 2266627 h 4449429"/>
              <a:gd name="connsiteX578-43353" fmla="*/ 9258270 w 18982931"/>
              <a:gd name="connsiteY578-43354" fmla="*/ 2057780 h 4449429"/>
              <a:gd name="connsiteX579-43355" fmla="*/ 9212570 w 18982931"/>
              <a:gd name="connsiteY579-43356" fmla="*/ 2057780 h 4449429"/>
              <a:gd name="connsiteX580-43357" fmla="*/ 14092702 w 18982931"/>
              <a:gd name="connsiteY580-43358" fmla="*/ 1859157 h 4449429"/>
              <a:gd name="connsiteX581-43359" fmla="*/ 14092702 w 18982931"/>
              <a:gd name="connsiteY581-43360" fmla="*/ 1895733 h 4449429"/>
              <a:gd name="connsiteX582-43361" fmla="*/ 14458462 w 18982931"/>
              <a:gd name="connsiteY582-43362" fmla="*/ 1895733 h 4449429"/>
              <a:gd name="connsiteX583-43363" fmla="*/ 14458462 w 18982931"/>
              <a:gd name="connsiteY583-43364" fmla="*/ 1859157 h 4449429"/>
              <a:gd name="connsiteX584-43365" fmla="*/ 14092702 w 18982931"/>
              <a:gd name="connsiteY584-43366" fmla="*/ 1859157 h 4449429"/>
              <a:gd name="connsiteX585-43367" fmla="*/ 17871603 w 18982931"/>
              <a:gd name="connsiteY585-43368" fmla="*/ 1806939 h 4449429"/>
              <a:gd name="connsiteX586-43369" fmla="*/ 17871603 w 18982931"/>
              <a:gd name="connsiteY586-43370" fmla="*/ 1809649 h 4449429"/>
              <a:gd name="connsiteX587-43371" fmla="*/ 17871627 w 18982931"/>
              <a:gd name="connsiteY587-43372" fmla="*/ 1809649 h 4449429"/>
              <a:gd name="connsiteX588-43373" fmla="*/ 17871603 w 18982931"/>
              <a:gd name="connsiteY588-43374" fmla="*/ 1806939 h 4449429"/>
              <a:gd name="connsiteX589-43375" fmla="*/ 18172695 w 18982931"/>
              <a:gd name="connsiteY589-43376" fmla="*/ 1733739 h 4449429"/>
              <a:gd name="connsiteX590-43377" fmla="*/ 18172695 w 18982931"/>
              <a:gd name="connsiteY590-43378" fmla="*/ 1870899 h 4449429"/>
              <a:gd name="connsiteX591-43379" fmla="*/ 18209271 w 18982931"/>
              <a:gd name="connsiteY591-43380" fmla="*/ 1870899 h 4449429"/>
              <a:gd name="connsiteX592-43381" fmla="*/ 18209271 w 18982931"/>
              <a:gd name="connsiteY592-43382" fmla="*/ 1733739 h 4449429"/>
              <a:gd name="connsiteX593-43383" fmla="*/ 18172695 w 18982931"/>
              <a:gd name="connsiteY593-43384" fmla="*/ 1733739 h 4449429"/>
              <a:gd name="connsiteX594-43385" fmla="*/ 18104295 w 18982931"/>
              <a:gd name="connsiteY594-43386" fmla="*/ 1733739 h 4449429"/>
              <a:gd name="connsiteX595-43387" fmla="*/ 18104295 w 18982931"/>
              <a:gd name="connsiteY595-43388" fmla="*/ 1870899 h 4449429"/>
              <a:gd name="connsiteX596-43389" fmla="*/ 18140871 w 18982931"/>
              <a:gd name="connsiteY596-43390" fmla="*/ 1870899 h 4449429"/>
              <a:gd name="connsiteX597-43391" fmla="*/ 18140871 w 18982931"/>
              <a:gd name="connsiteY597-43392" fmla="*/ 1733739 h 4449429"/>
              <a:gd name="connsiteX598-43393" fmla="*/ 18104295 w 18982931"/>
              <a:gd name="connsiteY598-43394" fmla="*/ 1733739 h 4449429"/>
              <a:gd name="connsiteX599-43395" fmla="*/ 18035895 w 18982931"/>
              <a:gd name="connsiteY599-43396" fmla="*/ 1733739 h 4449429"/>
              <a:gd name="connsiteX600-43397" fmla="*/ 18035895 w 18982931"/>
              <a:gd name="connsiteY600-43398" fmla="*/ 1870899 h 4449429"/>
              <a:gd name="connsiteX601-43399" fmla="*/ 18072471 w 18982931"/>
              <a:gd name="connsiteY601-43400" fmla="*/ 1870899 h 4449429"/>
              <a:gd name="connsiteX602-43401" fmla="*/ 18072471 w 18982931"/>
              <a:gd name="connsiteY602-43402" fmla="*/ 1733739 h 4449429"/>
              <a:gd name="connsiteX603-43403" fmla="*/ 18035895 w 18982931"/>
              <a:gd name="connsiteY603-43404" fmla="*/ 1733739 h 4449429"/>
              <a:gd name="connsiteX604-43405" fmla="*/ 17967493 w 18982931"/>
              <a:gd name="connsiteY604-43406" fmla="*/ 1733739 h 4449429"/>
              <a:gd name="connsiteX605-43407" fmla="*/ 17967493 w 18982931"/>
              <a:gd name="connsiteY605-43408" fmla="*/ 1870899 h 4449429"/>
              <a:gd name="connsiteX606-43409" fmla="*/ 18004069 w 18982931"/>
              <a:gd name="connsiteY606-43410" fmla="*/ 1870899 h 4449429"/>
              <a:gd name="connsiteX607-43411" fmla="*/ 18004069 w 18982931"/>
              <a:gd name="connsiteY607-43412" fmla="*/ 1733739 h 4449429"/>
              <a:gd name="connsiteX608-43413" fmla="*/ 17967493 w 18982931"/>
              <a:gd name="connsiteY608-43414" fmla="*/ 1733739 h 4449429"/>
              <a:gd name="connsiteX609-43415" fmla="*/ 14251161 w 18982931"/>
              <a:gd name="connsiteY609-43416" fmla="*/ 868400 h 4449429"/>
              <a:gd name="connsiteX610-43417" fmla="*/ 14251161 w 18982931"/>
              <a:gd name="connsiteY610-43418" fmla="*/ 1005560 h 4449429"/>
              <a:gd name="connsiteX611-43419" fmla="*/ 14287737 w 18982931"/>
              <a:gd name="connsiteY611-43420" fmla="*/ 1005560 h 4449429"/>
              <a:gd name="connsiteX612-43421" fmla="*/ 14287737 w 18982931"/>
              <a:gd name="connsiteY612-43422" fmla="*/ 868400 h 4449429"/>
              <a:gd name="connsiteX613-43423" fmla="*/ 14251161 w 18982931"/>
              <a:gd name="connsiteY613-43424" fmla="*/ 868400 h 4449429"/>
              <a:gd name="connsiteX614-43425" fmla="*/ 14182760 w 18982931"/>
              <a:gd name="connsiteY614-43426" fmla="*/ 868400 h 4449429"/>
              <a:gd name="connsiteX615-43427" fmla="*/ 14182760 w 18982931"/>
              <a:gd name="connsiteY615-43428" fmla="*/ 1005560 h 4449429"/>
              <a:gd name="connsiteX616-43429" fmla="*/ 14219336 w 18982931"/>
              <a:gd name="connsiteY616-43430" fmla="*/ 1005560 h 4449429"/>
              <a:gd name="connsiteX617-43431" fmla="*/ 14219336 w 18982931"/>
              <a:gd name="connsiteY617-43432" fmla="*/ 868400 h 4449429"/>
              <a:gd name="connsiteX618-43433" fmla="*/ 14182760 w 18982931"/>
              <a:gd name="connsiteY618-43434" fmla="*/ 868400 h 4449429"/>
              <a:gd name="connsiteX619-43435" fmla="*/ 14114359 w 18982931"/>
              <a:gd name="connsiteY619-43436" fmla="*/ 868400 h 4449429"/>
              <a:gd name="connsiteX620-43437" fmla="*/ 14114359 w 18982931"/>
              <a:gd name="connsiteY620-43438" fmla="*/ 1005560 h 4449429"/>
              <a:gd name="connsiteX621-43439" fmla="*/ 14150935 w 18982931"/>
              <a:gd name="connsiteY621-43440" fmla="*/ 1005560 h 4449429"/>
              <a:gd name="connsiteX622-43441" fmla="*/ 14150935 w 18982931"/>
              <a:gd name="connsiteY622-43442" fmla="*/ 868400 h 4449429"/>
              <a:gd name="connsiteX623-43443" fmla="*/ 14114359 w 18982931"/>
              <a:gd name="connsiteY623-43444" fmla="*/ 868400 h 4449429"/>
              <a:gd name="connsiteX624-43445" fmla="*/ 4788216 w 18982931"/>
              <a:gd name="connsiteY624-43446" fmla="*/ 807315 h 4449429"/>
              <a:gd name="connsiteX625-43447" fmla="*/ 4788216 w 18982931"/>
              <a:gd name="connsiteY625-43448" fmla="*/ 944475 h 4449429"/>
              <a:gd name="connsiteX626-43449" fmla="*/ 4824792 w 18982931"/>
              <a:gd name="connsiteY626-43450" fmla="*/ 944475 h 4449429"/>
              <a:gd name="connsiteX627-43451" fmla="*/ 4824792 w 18982931"/>
              <a:gd name="connsiteY627-43452" fmla="*/ 807315 h 4449429"/>
              <a:gd name="connsiteX628-43453" fmla="*/ 4788216 w 18982931"/>
              <a:gd name="connsiteY628-43454" fmla="*/ 807315 h 4449429"/>
              <a:gd name="connsiteX629-43455" fmla="*/ 4719815 w 18982931"/>
              <a:gd name="connsiteY629-43456" fmla="*/ 807315 h 4449429"/>
              <a:gd name="connsiteX630-43457" fmla="*/ 4719815 w 18982931"/>
              <a:gd name="connsiteY630-43458" fmla="*/ 944475 h 4449429"/>
              <a:gd name="connsiteX631-43459" fmla="*/ 4756391 w 18982931"/>
              <a:gd name="connsiteY631-43460" fmla="*/ 944475 h 4449429"/>
              <a:gd name="connsiteX632-43461" fmla="*/ 4756391 w 18982931"/>
              <a:gd name="connsiteY632-43462" fmla="*/ 807315 h 4449429"/>
              <a:gd name="connsiteX633-43463" fmla="*/ 4719815 w 18982931"/>
              <a:gd name="connsiteY633-43464" fmla="*/ 807315 h 4449429"/>
              <a:gd name="connsiteX634-43465" fmla="*/ 4651414 w 18982931"/>
              <a:gd name="connsiteY634-43466" fmla="*/ 807315 h 4449429"/>
              <a:gd name="connsiteX635-43467" fmla="*/ 4651414 w 18982931"/>
              <a:gd name="connsiteY635-43468" fmla="*/ 944475 h 4449429"/>
              <a:gd name="connsiteX636-43469" fmla="*/ 4687992 w 18982931"/>
              <a:gd name="connsiteY636-43470" fmla="*/ 944475 h 4449429"/>
              <a:gd name="connsiteX637-43471" fmla="*/ 4687992 w 18982931"/>
              <a:gd name="connsiteY637-43472" fmla="*/ 807315 h 4449429"/>
              <a:gd name="connsiteX638-43473" fmla="*/ 4651414 w 18982931"/>
              <a:gd name="connsiteY638-43474" fmla="*/ 807315 h 4449429"/>
              <a:gd name="connsiteX639-43475" fmla="*/ 2212838 w 18982931"/>
              <a:gd name="connsiteY639-43476" fmla="*/ 748887 h 4449429"/>
              <a:gd name="connsiteX640-43477" fmla="*/ 2212838 w 18982931"/>
              <a:gd name="connsiteY640-43478" fmla="*/ 886047 h 4449429"/>
              <a:gd name="connsiteX641-43479" fmla="*/ 2249414 w 18982931"/>
              <a:gd name="connsiteY641-43480" fmla="*/ 886047 h 4449429"/>
              <a:gd name="connsiteX642-43481" fmla="*/ 2249414 w 18982931"/>
              <a:gd name="connsiteY642-43482" fmla="*/ 748887 h 4449429"/>
              <a:gd name="connsiteX643-43483" fmla="*/ 2212838 w 18982931"/>
              <a:gd name="connsiteY643-43484" fmla="*/ 748887 h 4449429"/>
              <a:gd name="connsiteX644-43485" fmla="*/ 2144438 w 18982931"/>
              <a:gd name="connsiteY644-43486" fmla="*/ 748887 h 4449429"/>
              <a:gd name="connsiteX645-43487" fmla="*/ 2144438 w 18982931"/>
              <a:gd name="connsiteY645-43488" fmla="*/ 886047 h 4449429"/>
              <a:gd name="connsiteX646-43489" fmla="*/ 2181014 w 18982931"/>
              <a:gd name="connsiteY646-43490" fmla="*/ 886047 h 4449429"/>
              <a:gd name="connsiteX647-43491" fmla="*/ 2181014 w 18982931"/>
              <a:gd name="connsiteY647-43492" fmla="*/ 748887 h 4449429"/>
              <a:gd name="connsiteX648-43493" fmla="*/ 2144438 w 18982931"/>
              <a:gd name="connsiteY648-43494" fmla="*/ 748887 h 4449429"/>
              <a:gd name="connsiteX649-43495" fmla="*/ 2076037 w 18982931"/>
              <a:gd name="connsiteY649-43496" fmla="*/ 748887 h 4449429"/>
              <a:gd name="connsiteX650-43497" fmla="*/ 2076037 w 18982931"/>
              <a:gd name="connsiteY650-43498" fmla="*/ 886047 h 4449429"/>
              <a:gd name="connsiteX651-43499" fmla="*/ 2112612 w 18982931"/>
              <a:gd name="connsiteY651-43500" fmla="*/ 886047 h 4449429"/>
              <a:gd name="connsiteX652-43501" fmla="*/ 2112612 w 18982931"/>
              <a:gd name="connsiteY652-43502" fmla="*/ 748887 h 4449429"/>
              <a:gd name="connsiteX653-43503" fmla="*/ 2076037 w 18982931"/>
              <a:gd name="connsiteY653-43504" fmla="*/ 748887 h 4449429"/>
              <a:gd name="connsiteX654-43505" fmla="*/ 2007635 w 18982931"/>
              <a:gd name="connsiteY654-43506" fmla="*/ 748887 h 4449429"/>
              <a:gd name="connsiteX655-43507" fmla="*/ 2007635 w 18982931"/>
              <a:gd name="connsiteY655-43508" fmla="*/ 886047 h 4449429"/>
              <a:gd name="connsiteX656-43509" fmla="*/ 2044211 w 18982931"/>
              <a:gd name="connsiteY656-43510" fmla="*/ 886047 h 4449429"/>
              <a:gd name="connsiteX657-43511" fmla="*/ 2044211 w 18982931"/>
              <a:gd name="connsiteY657-43512" fmla="*/ 748887 h 4449429"/>
              <a:gd name="connsiteX658-43513" fmla="*/ 2007635 w 18982931"/>
              <a:gd name="connsiteY658-43514" fmla="*/ 748887 h 4449429"/>
              <a:gd name="connsiteX659-43515" fmla="*/ 17088019 w 18982931"/>
              <a:gd name="connsiteY659-43516" fmla="*/ 737716 h 4449429"/>
              <a:gd name="connsiteX660-43517" fmla="*/ 17088019 w 18982931"/>
              <a:gd name="connsiteY660-43518" fmla="*/ 825107 h 4449429"/>
              <a:gd name="connsiteX661-43519" fmla="*/ 17124595 w 18982931"/>
              <a:gd name="connsiteY661-43520" fmla="*/ 825107 h 4449429"/>
              <a:gd name="connsiteX662-43521" fmla="*/ 17124595 w 18982931"/>
              <a:gd name="connsiteY662-43522" fmla="*/ 737716 h 4449429"/>
              <a:gd name="connsiteX663-43523" fmla="*/ 17088019 w 18982931"/>
              <a:gd name="connsiteY663-43524" fmla="*/ 737716 h 4449429"/>
              <a:gd name="connsiteX664-43525" fmla="*/ 17021803 w 18982931"/>
              <a:gd name="connsiteY664-43526" fmla="*/ 737716 h 4449429"/>
              <a:gd name="connsiteX665-43527" fmla="*/ 17021803 w 18982931"/>
              <a:gd name="connsiteY665-43528" fmla="*/ 825107 h 4449429"/>
              <a:gd name="connsiteX666-43529" fmla="*/ 17058379 w 18982931"/>
              <a:gd name="connsiteY666-43530" fmla="*/ 825107 h 4449429"/>
              <a:gd name="connsiteX667-43531" fmla="*/ 17058379 w 18982931"/>
              <a:gd name="connsiteY667-43532" fmla="*/ 737716 h 4449429"/>
              <a:gd name="connsiteX668-43533" fmla="*/ 17021803 w 18982931"/>
              <a:gd name="connsiteY668-43534" fmla="*/ 737716 h 4449429"/>
              <a:gd name="connsiteX669-43535" fmla="*/ 16955591 w 18982931"/>
              <a:gd name="connsiteY669-43536" fmla="*/ 737716 h 4449429"/>
              <a:gd name="connsiteX670-43537" fmla="*/ 16955591 w 18982931"/>
              <a:gd name="connsiteY670-43538" fmla="*/ 825107 h 4449429"/>
              <a:gd name="connsiteX671-43539" fmla="*/ 16992167 w 18982931"/>
              <a:gd name="connsiteY671-43540" fmla="*/ 825107 h 4449429"/>
              <a:gd name="connsiteX672-43541" fmla="*/ 16992167 w 18982931"/>
              <a:gd name="connsiteY672-43542" fmla="*/ 737716 h 4449429"/>
              <a:gd name="connsiteX673-43543" fmla="*/ 16955591 w 18982931"/>
              <a:gd name="connsiteY673-43544" fmla="*/ 737716 h 4449429"/>
              <a:gd name="connsiteX674-43545" fmla="*/ 16889375 w 18982931"/>
              <a:gd name="connsiteY674-43546" fmla="*/ 737716 h 4449429"/>
              <a:gd name="connsiteX675-43547" fmla="*/ 16889375 w 18982931"/>
              <a:gd name="connsiteY675-43548" fmla="*/ 825107 h 4449429"/>
              <a:gd name="connsiteX676-43549" fmla="*/ 16925951 w 18982931"/>
              <a:gd name="connsiteY676-43550" fmla="*/ 825107 h 4449429"/>
              <a:gd name="connsiteX677-43551" fmla="*/ 16925951 w 18982931"/>
              <a:gd name="connsiteY677-43552" fmla="*/ 737716 h 4449429"/>
              <a:gd name="connsiteX678-43553" fmla="*/ 16889375 w 18982931"/>
              <a:gd name="connsiteY678-43554" fmla="*/ 737716 h 4449429"/>
              <a:gd name="connsiteX679-43555" fmla="*/ 16823163 w 18982931"/>
              <a:gd name="connsiteY679-43556" fmla="*/ 737716 h 4449429"/>
              <a:gd name="connsiteX680-43557" fmla="*/ 16823163 w 18982931"/>
              <a:gd name="connsiteY680-43558" fmla="*/ 825107 h 4449429"/>
              <a:gd name="connsiteX681-43559" fmla="*/ 16859739 w 18982931"/>
              <a:gd name="connsiteY681-43560" fmla="*/ 825107 h 4449429"/>
              <a:gd name="connsiteX682-43561" fmla="*/ 16859739 w 18982931"/>
              <a:gd name="connsiteY682-43562" fmla="*/ 737716 h 4449429"/>
              <a:gd name="connsiteX683-43563" fmla="*/ 16823163 w 18982931"/>
              <a:gd name="connsiteY683-43564" fmla="*/ 737716 h 4449429"/>
              <a:gd name="connsiteX684-43565" fmla="*/ 16756948 w 18982931"/>
              <a:gd name="connsiteY684-43566" fmla="*/ 737716 h 4449429"/>
              <a:gd name="connsiteX685-43567" fmla="*/ 16756948 w 18982931"/>
              <a:gd name="connsiteY685-43568" fmla="*/ 825107 h 4449429"/>
              <a:gd name="connsiteX686-43569" fmla="*/ 16793523 w 18982931"/>
              <a:gd name="connsiteY686-43570" fmla="*/ 825107 h 4449429"/>
              <a:gd name="connsiteX687-43571" fmla="*/ 16793523 w 18982931"/>
              <a:gd name="connsiteY687-43572" fmla="*/ 737716 h 4449429"/>
              <a:gd name="connsiteX688-43573" fmla="*/ 16756948 w 18982931"/>
              <a:gd name="connsiteY688-43574" fmla="*/ 737716 h 4449429"/>
              <a:gd name="connsiteX689-43575" fmla="*/ 13739104 w 18982931"/>
              <a:gd name="connsiteY689-43576" fmla="*/ 0 h 4449429"/>
              <a:gd name="connsiteX690-43577" fmla="*/ 13842002 w 18982931"/>
              <a:gd name="connsiteY690-43578" fmla="*/ 0 h 4449429"/>
              <a:gd name="connsiteX691-43579" fmla="*/ 13883163 w 18982931"/>
              <a:gd name="connsiteY691-43580" fmla="*/ 428067 h 4449429"/>
              <a:gd name="connsiteX692-43581" fmla="*/ 13883163 w 18982931"/>
              <a:gd name="connsiteY692-43582" fmla="*/ 456882 h 4449429"/>
              <a:gd name="connsiteX693-43583" fmla="*/ 13907863 w 18982931"/>
              <a:gd name="connsiteY693-43584" fmla="*/ 954919 h 4449429"/>
              <a:gd name="connsiteX694-43585" fmla="*/ 13911978 w 18982931"/>
              <a:gd name="connsiteY694-43586" fmla="*/ 1679340 h 4449429"/>
              <a:gd name="connsiteX695-43587" fmla="*/ 13916091 w 18982931"/>
              <a:gd name="connsiteY695-43588" fmla="*/ 2058015 h 4449429"/>
              <a:gd name="connsiteX696-43589" fmla="*/ 13936673 w 18982931"/>
              <a:gd name="connsiteY696-43590" fmla="*/ 2086829 h 4449429"/>
              <a:gd name="connsiteX697-43591" fmla="*/ 13953138 w 18982931"/>
              <a:gd name="connsiteY697-43592" fmla="*/ 2058015 h 4449429"/>
              <a:gd name="connsiteX698-43593" fmla="*/ 13953138 w 18982931"/>
              <a:gd name="connsiteY698-43594" fmla="*/ 1955115 h 4449429"/>
              <a:gd name="connsiteX699-43595" fmla="*/ 13965483 w 18982931"/>
              <a:gd name="connsiteY699-43596" fmla="*/ 1922188 h 4449429"/>
              <a:gd name="connsiteX700-43597" fmla="*/ 13986066 w 18982931"/>
              <a:gd name="connsiteY700-43598" fmla="*/ 1876909 h 4449429"/>
              <a:gd name="connsiteX701-43599" fmla="*/ 13986066 w 18982931"/>
              <a:gd name="connsiteY701-43600" fmla="*/ 1625834 h 4449429"/>
              <a:gd name="connsiteX702-43601" fmla="*/ 14051922 w 18982931"/>
              <a:gd name="connsiteY702-43602" fmla="*/ 1617602 h 4449429"/>
              <a:gd name="connsiteX703-43603" fmla="*/ 14047992 w 18982931"/>
              <a:gd name="connsiteY703-43604" fmla="*/ 1005560 h 4449429"/>
              <a:gd name="connsiteX704-43605" fmla="*/ 14082534 w 18982931"/>
              <a:gd name="connsiteY704-43606" fmla="*/ 1005560 h 4449429"/>
              <a:gd name="connsiteX705-43607" fmla="*/ 14082534 w 18982931"/>
              <a:gd name="connsiteY705-43608" fmla="*/ 868400 h 4449429"/>
              <a:gd name="connsiteX706-43609" fmla="*/ 14047111 w 18982931"/>
              <a:gd name="connsiteY706-43610" fmla="*/ 868400 h 4449429"/>
              <a:gd name="connsiteX707-43611" fmla="*/ 14046442 w 18982931"/>
              <a:gd name="connsiteY707-43612" fmla="*/ 764191 h 4449429"/>
              <a:gd name="connsiteX708-43613" fmla="*/ 14187749 w 18982931"/>
              <a:gd name="connsiteY708-43614" fmla="*/ 436300 h 4449429"/>
              <a:gd name="connsiteX709-43615" fmla="*/ 14212445 w 18982931"/>
              <a:gd name="connsiteY709-43616" fmla="*/ 411603 h 4449429"/>
              <a:gd name="connsiteX710-43617" fmla="*/ 14410015 w 18982931"/>
              <a:gd name="connsiteY710-43618" fmla="*/ 444532 h 4449429"/>
              <a:gd name="connsiteX711-43619" fmla="*/ 14442947 w 18982931"/>
              <a:gd name="connsiteY711-43620" fmla="*/ 275776 h 4449429"/>
              <a:gd name="connsiteX712-43621" fmla="*/ 14479990 w 18982931"/>
              <a:gd name="connsiteY712-43622" fmla="*/ 246961 h 4449429"/>
              <a:gd name="connsiteX713-43623" fmla="*/ 14517032 w 18982931"/>
              <a:gd name="connsiteY713-43624" fmla="*/ 271658 h 4449429"/>
              <a:gd name="connsiteX714-43625" fmla="*/ 14574655 w 18982931"/>
              <a:gd name="connsiteY714-43626" fmla="*/ 522739 h 4449429"/>
              <a:gd name="connsiteX715-43627" fmla="*/ 14603469 w 18982931"/>
              <a:gd name="connsiteY715-43628" fmla="*/ 1123678 h 4449429"/>
              <a:gd name="connsiteX716-43629" fmla="*/ 14603469 w 18982931"/>
              <a:gd name="connsiteY716-43630" fmla="*/ 1617602 h 4449429"/>
              <a:gd name="connsiteX717-43631" fmla="*/ 14595237 w 18982931"/>
              <a:gd name="connsiteY717-43632" fmla="*/ 1683457 h 4449429"/>
              <a:gd name="connsiteX718-43633" fmla="*/ 14607589 w 18982931"/>
              <a:gd name="connsiteY718-43634" fmla="*/ 1753429 h 4449429"/>
              <a:gd name="connsiteX719-43635" fmla="*/ 14656976 w 18982931"/>
              <a:gd name="connsiteY719-43636" fmla="*/ 1753429 h 4449429"/>
              <a:gd name="connsiteX720-43637" fmla="*/ 14706369 w 18982931"/>
              <a:gd name="connsiteY720-43638" fmla="*/ 1568210 h 4449429"/>
              <a:gd name="connsiteX721-43639" fmla="*/ 14722833 w 18982931"/>
              <a:gd name="connsiteY721-43640" fmla="*/ 1568210 h 4449429"/>
              <a:gd name="connsiteX722-43641" fmla="*/ 14768111 w 18982931"/>
              <a:gd name="connsiteY722-43642" fmla="*/ 1753429 h 4449429"/>
              <a:gd name="connsiteX723-43643" fmla="*/ 14875128 w 18982931"/>
              <a:gd name="connsiteY723-43644" fmla="*/ 1753429 h 4449429"/>
              <a:gd name="connsiteX724-43645" fmla="*/ 14883360 w 18982931"/>
              <a:gd name="connsiteY724-43646" fmla="*/ 1827516 h 4449429"/>
              <a:gd name="connsiteX725-43647" fmla="*/ 14940984 w 18982931"/>
              <a:gd name="connsiteY725-43648" fmla="*/ 1827516 h 4449429"/>
              <a:gd name="connsiteX726-43649" fmla="*/ 15019191 w 18982931"/>
              <a:gd name="connsiteY726-43650" fmla="*/ 1625834 h 4449429"/>
              <a:gd name="connsiteX727-43651" fmla="*/ 15043883 w 18982931"/>
              <a:gd name="connsiteY727-43652" fmla="*/ 1090750 h 4449429"/>
              <a:gd name="connsiteX728-43653" fmla="*/ 15134436 w 18982931"/>
              <a:gd name="connsiteY728-43654" fmla="*/ 1000197 h 4449429"/>
              <a:gd name="connsiteX729-43655" fmla="*/ 15212643 w 18982931"/>
              <a:gd name="connsiteY729-43656" fmla="*/ 1078400 h 4449429"/>
              <a:gd name="connsiteX730-43657" fmla="*/ 15212643 w 18982931"/>
              <a:gd name="connsiteY730-43658" fmla="*/ 1152488 h 4449429"/>
              <a:gd name="connsiteX731-43659" fmla="*/ 15224993 w 18982931"/>
              <a:gd name="connsiteY731-43660" fmla="*/ 1119560 h 4449429"/>
              <a:gd name="connsiteX732-43661" fmla="*/ 15237338 w 18982931"/>
              <a:gd name="connsiteY732-43662" fmla="*/ 563899 h 4449429"/>
              <a:gd name="connsiteX733-43663" fmla="*/ 15290845 w 18982931"/>
              <a:gd name="connsiteY733-43664" fmla="*/ 382793 h 4449429"/>
              <a:gd name="connsiteX734-43665" fmla="*/ 15323772 w 18982931"/>
              <a:gd name="connsiteY734-43666" fmla="*/ 300473 h 4449429"/>
              <a:gd name="connsiteX735-43667" fmla="*/ 15364932 w 18982931"/>
              <a:gd name="connsiteY735-43668" fmla="*/ 259313 h 4449429"/>
              <a:gd name="connsiteX736-43669" fmla="*/ 15389634 w 18982931"/>
              <a:gd name="connsiteY736-43670" fmla="*/ 296354 h 4449429"/>
              <a:gd name="connsiteX737-43671" fmla="*/ 15401979 w 18982931"/>
              <a:gd name="connsiteY737-43672" fmla="*/ 411603 h 4449429"/>
              <a:gd name="connsiteX738-43673" fmla="*/ 15451371 w 18982931"/>
              <a:gd name="connsiteY738-43674" fmla="*/ 703843 h 4449429"/>
              <a:gd name="connsiteX739-43675" fmla="*/ 15455486 w 18982931"/>
              <a:gd name="connsiteY739-43676" fmla="*/ 1173070 h 4449429"/>
              <a:gd name="connsiteX740-43677" fmla="*/ 15455486 w 18982931"/>
              <a:gd name="connsiteY740-43678" fmla="*/ 1238927 h 4449429"/>
              <a:gd name="connsiteX741-43679" fmla="*/ 15727143 w 18982931"/>
              <a:gd name="connsiteY741-43680" fmla="*/ 1238927 h 4449429"/>
              <a:gd name="connsiteX742-43681" fmla="*/ 15727143 w 18982931"/>
              <a:gd name="connsiteY742-43682" fmla="*/ 1465306 h 4449429"/>
              <a:gd name="connsiteX743-43683" fmla="*/ 15772422 w 18982931"/>
              <a:gd name="connsiteY743-43684" fmla="*/ 1469425 h 4449429"/>
              <a:gd name="connsiteX744-43685" fmla="*/ 15850624 w 18982931"/>
              <a:gd name="connsiteY744-43686" fmla="*/ 1551745 h 4449429"/>
              <a:gd name="connsiteX745-43687" fmla="*/ 15850624 w 18982931"/>
              <a:gd name="connsiteY745-43688" fmla="*/ 2224712 h 4449429"/>
              <a:gd name="connsiteX746-43689" fmla="*/ 15923336 w 18982931"/>
              <a:gd name="connsiteY746-43690" fmla="*/ 2224712 h 4449429"/>
              <a:gd name="connsiteX747-43691" fmla="*/ 15924718 w 18982931"/>
              <a:gd name="connsiteY747-43692" fmla="*/ 2177381 h 4449429"/>
              <a:gd name="connsiteX748-43693" fmla="*/ 15982338 w 18982931"/>
              <a:gd name="connsiteY748-43694" fmla="*/ 2103294 h 4449429"/>
              <a:gd name="connsiteX749-43695" fmla="*/ 15986455 w 18982931"/>
              <a:gd name="connsiteY749-43696" fmla="*/ 2045669 h 4449429"/>
              <a:gd name="connsiteX750-43697" fmla="*/ 16002920 w 18982931"/>
              <a:gd name="connsiteY750-43698" fmla="*/ 2033319 h 4449429"/>
              <a:gd name="connsiteX751-43699" fmla="*/ 16015265 w 18982931"/>
              <a:gd name="connsiteY751-43700" fmla="*/ 2041550 h 4449429"/>
              <a:gd name="connsiteX752-43701" fmla="*/ 16056425 w 18982931"/>
              <a:gd name="connsiteY752-43702" fmla="*/ 2210310 h 4449429"/>
              <a:gd name="connsiteX753-43703" fmla="*/ 16056425 w 18982931"/>
              <a:gd name="connsiteY753-43704" fmla="*/ 2276166 h 4449429"/>
              <a:gd name="connsiteX754-43705" fmla="*/ 16077008 w 18982931"/>
              <a:gd name="connsiteY754-43706" fmla="*/ 2276166 h 4449429"/>
              <a:gd name="connsiteX755-43707" fmla="*/ 16097587 w 18982931"/>
              <a:gd name="connsiteY755-43708" fmla="*/ 1938652 h 4449429"/>
              <a:gd name="connsiteX756-43709" fmla="*/ 16122282 w 18982931"/>
              <a:gd name="connsiteY756-43710" fmla="*/ 1934533 h 4449429"/>
              <a:gd name="connsiteX757-43711" fmla="*/ 16155210 w 18982931"/>
              <a:gd name="connsiteY757-43712" fmla="*/ 1938652 h 4449429"/>
              <a:gd name="connsiteX758-43713" fmla="*/ 16155210 w 18982931"/>
              <a:gd name="connsiteY758-43714" fmla="*/ 2272048 h 4449429"/>
              <a:gd name="connsiteX759-43715" fmla="*/ 16175792 w 18982931"/>
              <a:gd name="connsiteY759-43716" fmla="*/ 2276166 h 4449429"/>
              <a:gd name="connsiteX760-43717" fmla="*/ 16192257 w 18982931"/>
              <a:gd name="connsiteY760-43718" fmla="*/ 2243238 h 4449429"/>
              <a:gd name="connsiteX761-43719" fmla="*/ 16192257 w 18982931"/>
              <a:gd name="connsiteY761-43720" fmla="*/ 1992158 h 4449429"/>
              <a:gd name="connsiteX762-43721" fmla="*/ 16192257 w 18982931"/>
              <a:gd name="connsiteY762-43722" fmla="*/ 1774011 h 4449429"/>
              <a:gd name="connsiteX763-43723" fmla="*/ 16488610 w 18982931"/>
              <a:gd name="connsiteY763-43724" fmla="*/ 1774011 h 4449429"/>
              <a:gd name="connsiteX764-43725" fmla="*/ 16538004 w 18982931"/>
              <a:gd name="connsiteY764-43726" fmla="*/ 1823403 h 4449429"/>
              <a:gd name="connsiteX765-43727" fmla="*/ 16538004 w 18982931"/>
              <a:gd name="connsiteY765-43728" fmla="*/ 2029205 h 4449429"/>
              <a:gd name="connsiteX766-43729" fmla="*/ 16550349 w 18982931"/>
              <a:gd name="connsiteY766-43730" fmla="*/ 2033319 h 4449429"/>
              <a:gd name="connsiteX767-43731" fmla="*/ 16566812 w 18982931"/>
              <a:gd name="connsiteY767-43732" fmla="*/ 1992158 h 4449429"/>
              <a:gd name="connsiteX768-43733" fmla="*/ 16570932 w 18982931"/>
              <a:gd name="connsiteY768-43734" fmla="*/ 1695804 h 4449429"/>
              <a:gd name="connsiteX769-43735" fmla="*/ 16566812 w 18982931"/>
              <a:gd name="connsiteY769-43736" fmla="*/ 773813 h 4449429"/>
              <a:gd name="connsiteX770-43737" fmla="*/ 16636788 w 18982931"/>
              <a:gd name="connsiteY770-43738" fmla="*/ 646219 h 4449429"/>
              <a:gd name="connsiteX771-43739" fmla="*/ 16723226 w 18982931"/>
              <a:gd name="connsiteY771-43740" fmla="*/ 514506 h 4449429"/>
              <a:gd name="connsiteX772-43741" fmla="*/ 16743805 w 18982931"/>
              <a:gd name="connsiteY772-43742" fmla="*/ 481577 h 4449429"/>
              <a:gd name="connsiteX773-43743" fmla="*/ 16817899 w 18982931"/>
              <a:gd name="connsiteY773-43744" fmla="*/ 329283 h 4449429"/>
              <a:gd name="connsiteX774-43745" fmla="*/ 16842595 w 18982931"/>
              <a:gd name="connsiteY774-43746" fmla="*/ 275776 h 4449429"/>
              <a:gd name="connsiteX775-43747" fmla="*/ 16859059 w 18982931"/>
              <a:gd name="connsiteY775-43748" fmla="*/ 279891 h 4449429"/>
              <a:gd name="connsiteX776-43749" fmla="*/ 16859059 w 18982931"/>
              <a:gd name="connsiteY776-43750" fmla="*/ 337515 h 4449429"/>
              <a:gd name="connsiteX777-43751" fmla="*/ 16867291 w 18982931"/>
              <a:gd name="connsiteY777-43752" fmla="*/ 382793 h 4449429"/>
              <a:gd name="connsiteX778-43753" fmla="*/ 16966075 w 18982931"/>
              <a:gd name="connsiteY778-43754" fmla="*/ 436300 h 4449429"/>
              <a:gd name="connsiteX779-43755" fmla="*/ 17031935 w 18982931"/>
              <a:gd name="connsiteY779-43756" fmla="*/ 526852 h 4449429"/>
              <a:gd name="connsiteX780-43757" fmla="*/ 17031935 w 18982931"/>
              <a:gd name="connsiteY780-43758" fmla="*/ 596826 h 4449429"/>
              <a:gd name="connsiteX781-43759" fmla="*/ 17060743 w 18982931"/>
              <a:gd name="connsiteY781-43760" fmla="*/ 600941 h 4449429"/>
              <a:gd name="connsiteX782-43761" fmla="*/ 17147183 w 18982931"/>
              <a:gd name="connsiteY782-43762" fmla="*/ 691493 h 4449429"/>
              <a:gd name="connsiteX783-43763" fmla="*/ 17147219 w 18982931"/>
              <a:gd name="connsiteY783-43764" fmla="*/ 704240 h 4449429"/>
              <a:gd name="connsiteX784-43765" fmla="*/ 17148515 w 18982931"/>
              <a:gd name="connsiteY784-43766" fmla="*/ 704240 h 4449429"/>
              <a:gd name="connsiteX785-43767" fmla="*/ 17148515 w 18982931"/>
              <a:gd name="connsiteY785-43768" fmla="*/ 880086 h 4449429"/>
              <a:gd name="connsiteX786-43769" fmla="*/ 17147731 w 18982931"/>
              <a:gd name="connsiteY786-43770" fmla="*/ 880086 h 4449429"/>
              <a:gd name="connsiteX787-43771" fmla="*/ 17151295 w 18982931"/>
              <a:gd name="connsiteY787-43772" fmla="*/ 2103294 h 4449429"/>
              <a:gd name="connsiteX788-43773" fmla="*/ 17151295 w 18982931"/>
              <a:gd name="connsiteY788-43774" fmla="*/ 2152686 h 4449429"/>
              <a:gd name="connsiteX789-43775" fmla="*/ 17225383 w 18982931"/>
              <a:gd name="connsiteY789-43776" fmla="*/ 2152686 h 4449429"/>
              <a:gd name="connsiteX790-43777" fmla="*/ 17225383 w 18982931"/>
              <a:gd name="connsiteY790-43778" fmla="*/ 1811053 h 4449429"/>
              <a:gd name="connsiteX791-43779" fmla="*/ 17307703 w 18982931"/>
              <a:gd name="connsiteY791-43780" fmla="*/ 1757546 h 4449429"/>
              <a:gd name="connsiteX792-43781" fmla="*/ 17307703 w 18982931"/>
              <a:gd name="connsiteY792-43782" fmla="*/ 1889260 h 4449429"/>
              <a:gd name="connsiteX793-43783" fmla="*/ 17336519 w 18982931"/>
              <a:gd name="connsiteY793-43784" fmla="*/ 1926302 h 4449429"/>
              <a:gd name="connsiteX794-43785" fmla="*/ 17381799 w 18982931"/>
              <a:gd name="connsiteY794-43786" fmla="*/ 1975695 h 4449429"/>
              <a:gd name="connsiteX795-43787" fmla="*/ 17381799 w 18982931"/>
              <a:gd name="connsiteY795-43788" fmla="*/ 2165031 h 4449429"/>
              <a:gd name="connsiteX796-43789" fmla="*/ 17562899 w 18982931"/>
              <a:gd name="connsiteY796-43790" fmla="*/ 2165031 h 4449429"/>
              <a:gd name="connsiteX797-43791" fmla="*/ 17562899 w 18982931"/>
              <a:gd name="connsiteY797-43792" fmla="*/ 2329673 h 4449429"/>
              <a:gd name="connsiteX798-43793" fmla="*/ 17575251 w 18982931"/>
              <a:gd name="connsiteY798-43794" fmla="*/ 2329673 h 4449429"/>
              <a:gd name="connsiteX799-43795" fmla="*/ 17575251 w 18982931"/>
              <a:gd name="connsiteY799-43796" fmla="*/ 2127989 h 4449429"/>
              <a:gd name="connsiteX800-43797" fmla="*/ 17591711 w 18982931"/>
              <a:gd name="connsiteY800-43798" fmla="*/ 1609370 h 4449429"/>
              <a:gd name="connsiteX801-43799" fmla="*/ 17604059 w 18982931"/>
              <a:gd name="connsiteY801-43800" fmla="*/ 1584673 h 4449429"/>
              <a:gd name="connsiteX802-43801" fmla="*/ 17711083 w 18982931"/>
              <a:gd name="connsiteY802-43802" fmla="*/ 1580555 h 4449429"/>
              <a:gd name="connsiteX803-43803" fmla="*/ 17735775 w 18982931"/>
              <a:gd name="connsiteY803-43804" fmla="*/ 1609370 h 4449429"/>
              <a:gd name="connsiteX804-43805" fmla="*/ 17772819 w 18982931"/>
              <a:gd name="connsiteY804-43806" fmla="*/ 1613483 h 4449429"/>
              <a:gd name="connsiteX805-43807" fmla="*/ 17768699 w 18982931"/>
              <a:gd name="connsiteY805-43808" fmla="*/ 1559977 h 4449429"/>
              <a:gd name="connsiteX806-43809" fmla="*/ 17772819 w 18982931"/>
              <a:gd name="connsiteY806-43810" fmla="*/ 1531163 h 4449429"/>
              <a:gd name="connsiteX807-43811" fmla="*/ 17797515 w 18982931"/>
              <a:gd name="connsiteY807-43812" fmla="*/ 1469425 h 4449429"/>
              <a:gd name="connsiteX808-43813" fmla="*/ 17797515 w 18982931"/>
              <a:gd name="connsiteY808-43814" fmla="*/ 1374754 h 4449429"/>
              <a:gd name="connsiteX809-43815" fmla="*/ 17813979 w 18982931"/>
              <a:gd name="connsiteY809-43816" fmla="*/ 1374754 h 4449429"/>
              <a:gd name="connsiteX810-43817" fmla="*/ 17834559 w 18982931"/>
              <a:gd name="connsiteY810-43818" fmla="*/ 1424146 h 4449429"/>
              <a:gd name="connsiteX811-43819" fmla="*/ 17912763 w 18982931"/>
              <a:gd name="connsiteY811-43820" fmla="*/ 1378872 h 4449429"/>
              <a:gd name="connsiteX812-43821" fmla="*/ 18069171 w 18982931"/>
              <a:gd name="connsiteY812-43822" fmla="*/ 1415914 h 4449429"/>
              <a:gd name="connsiteX813-43823" fmla="*/ 18069171 w 18982931"/>
              <a:gd name="connsiteY813-43824" fmla="*/ 1576442 h 4449429"/>
              <a:gd name="connsiteX814-43825" fmla="*/ 18237927 w 18982931"/>
              <a:gd name="connsiteY814-43826" fmla="*/ 1576442 h 4449429"/>
              <a:gd name="connsiteX815-43827" fmla="*/ 18237927 w 18982931"/>
              <a:gd name="connsiteY815-43828" fmla="*/ 1642297 h 4449429"/>
              <a:gd name="connsiteX816-43829" fmla="*/ 18270859 w 18982931"/>
              <a:gd name="connsiteY816-43830" fmla="*/ 1691690 h 4449429"/>
              <a:gd name="connsiteX817-43831" fmla="*/ 18270859 w 18982931"/>
              <a:gd name="connsiteY817-43832" fmla="*/ 1704036 h 4449429"/>
              <a:gd name="connsiteX818-43833" fmla="*/ 18274975 w 18982931"/>
              <a:gd name="connsiteY818-43834" fmla="*/ 1926302 h 4449429"/>
              <a:gd name="connsiteX819-43835" fmla="*/ 18279087 w 18982931"/>
              <a:gd name="connsiteY819-43836" fmla="*/ 1938652 h 4449429"/>
              <a:gd name="connsiteX820-43837" fmla="*/ 18320247 w 18982931"/>
              <a:gd name="connsiteY820-43838" fmla="*/ 1934533 h 4449429"/>
              <a:gd name="connsiteX821-43839" fmla="*/ 18320247 w 18982931"/>
              <a:gd name="connsiteY821-43840" fmla="*/ 1144256 h 4449429"/>
              <a:gd name="connsiteX822-43841" fmla="*/ 18303783 w 18982931"/>
              <a:gd name="connsiteY822-43842" fmla="*/ 1111328 h 4449429"/>
              <a:gd name="connsiteX823-43843" fmla="*/ 18287323 w 18982931"/>
              <a:gd name="connsiteY823-43844" fmla="*/ 1024893 h 4449429"/>
              <a:gd name="connsiteX824-43845" fmla="*/ 18336711 w 18982931"/>
              <a:gd name="connsiteY824-43846" fmla="*/ 1000197 h 4449429"/>
              <a:gd name="connsiteX825-43847" fmla="*/ 18361407 w 18982931"/>
              <a:gd name="connsiteY825-43848" fmla="*/ 996079 h 4449429"/>
              <a:gd name="connsiteX826-43849" fmla="*/ 18373759 w 18982931"/>
              <a:gd name="connsiteY826-43850" fmla="*/ 946687 h 4449429"/>
              <a:gd name="connsiteX827-43851" fmla="*/ 18534287 w 18982931"/>
              <a:gd name="connsiteY827-43852" fmla="*/ 946687 h 4449429"/>
              <a:gd name="connsiteX828-43853" fmla="*/ 18563095 w 18982931"/>
              <a:gd name="connsiteY828-43854" fmla="*/ 798510 h 4449429"/>
              <a:gd name="connsiteX829-43855" fmla="*/ 18731851 w 18982931"/>
              <a:gd name="connsiteY829-43856" fmla="*/ 806742 h 4449429"/>
              <a:gd name="connsiteX830-43857" fmla="*/ 18773011 w 18982931"/>
              <a:gd name="connsiteY830-43858" fmla="*/ 798510 h 4449429"/>
              <a:gd name="connsiteX831-43859" fmla="*/ 18822407 w 18982931"/>
              <a:gd name="connsiteY831-43860" fmla="*/ 893180 h 4449429"/>
              <a:gd name="connsiteX832-43861" fmla="*/ 18822407 w 18982931"/>
              <a:gd name="connsiteY832-43862" fmla="*/ 963151 h 4449429"/>
              <a:gd name="connsiteX833-43863" fmla="*/ 18982931 w 18982931"/>
              <a:gd name="connsiteY833-43864" fmla="*/ 983734 h 4449429"/>
              <a:gd name="connsiteX834-43865" fmla="*/ 18982931 w 18982931"/>
              <a:gd name="connsiteY834-43866" fmla="*/ 4449429 h 4449429"/>
              <a:gd name="connsiteX835-43867" fmla="*/ 11998023 w 18982931"/>
              <a:gd name="connsiteY835-43868" fmla="*/ 4449429 h 4449429"/>
              <a:gd name="connsiteX836-43869" fmla="*/ 11995198 w 18982931"/>
              <a:gd name="connsiteY836-43870" fmla="*/ 4429646 h 4449429"/>
              <a:gd name="connsiteX837-43871" fmla="*/ 11992726 w 18982931"/>
              <a:gd name="connsiteY837-43872" fmla="*/ 4449425 h 4449429"/>
              <a:gd name="connsiteX838-43873" fmla="*/ 8153658 w 18982931"/>
              <a:gd name="connsiteY838-43874" fmla="*/ 4449425 h 4449429"/>
              <a:gd name="connsiteX839-43875" fmla="*/ 8153658 w 18982931"/>
              <a:gd name="connsiteY839-43876" fmla="*/ 4449429 h 4449429"/>
              <a:gd name="connsiteX840-43877" fmla="*/ 6861227 w 18982931"/>
              <a:gd name="connsiteY840-43878" fmla="*/ 4449429 h 4449429"/>
              <a:gd name="connsiteX841-43879" fmla="*/ 6859697 w 18982931"/>
              <a:gd name="connsiteY841-43880" fmla="*/ 4432598 h 4449429"/>
              <a:gd name="connsiteX842-43881" fmla="*/ 6858292 w 18982931"/>
              <a:gd name="connsiteY842-43882" fmla="*/ 4449425 h 4449429"/>
              <a:gd name="connsiteX843-43883" fmla="*/ 7922 w 18982931"/>
              <a:gd name="connsiteY843-43884" fmla="*/ 4440866 h 4449429"/>
              <a:gd name="connsiteX844-43885" fmla="*/ 0 w 18982931"/>
              <a:gd name="connsiteY844-43886" fmla="*/ 1181446 h 4449429"/>
              <a:gd name="connsiteX845-43887" fmla="*/ 169756 w 18982931"/>
              <a:gd name="connsiteY845-43888" fmla="*/ 979616 h 4449429"/>
              <a:gd name="connsiteX846-43889" fmla="*/ 301466 w 18982931"/>
              <a:gd name="connsiteY846-43890" fmla="*/ 971384 h 4449429"/>
              <a:gd name="connsiteX847-43891" fmla="*/ 301466 w 18982931"/>
              <a:gd name="connsiteY847-43892" fmla="*/ 909640 h 4449429"/>
              <a:gd name="connsiteX848-43893" fmla="*/ 346746 w 18982931"/>
              <a:gd name="connsiteY848-43894" fmla="*/ 810855 h 4449429"/>
              <a:gd name="connsiteX849-43895" fmla="*/ 571541 w 18982931"/>
              <a:gd name="connsiteY849-43896" fmla="*/ 799909 h 4449429"/>
              <a:gd name="connsiteX850-43897" fmla="*/ 581356 w 18982931"/>
              <a:gd name="connsiteY850-43898" fmla="*/ 963151 h 4449429"/>
              <a:gd name="connsiteX851-43899" fmla="*/ 737766 w 18982931"/>
              <a:gd name="connsiteY851-43900" fmla="*/ 963151 h 4449429"/>
              <a:gd name="connsiteX852-43901" fmla="*/ 750116 w 18982931"/>
              <a:gd name="connsiteY852-43902" fmla="*/ 1012543 h 4449429"/>
              <a:gd name="connsiteX853-43903" fmla="*/ 778926 w 18982931"/>
              <a:gd name="connsiteY853-43904" fmla="*/ 1016657 h 4449429"/>
              <a:gd name="connsiteX854-43905" fmla="*/ 820087 w 18982931"/>
              <a:gd name="connsiteY854-43906" fmla="*/ 1041353 h 4449429"/>
              <a:gd name="connsiteX855-43907" fmla="*/ 820087 w 18982931"/>
              <a:gd name="connsiteY855-43908" fmla="*/ 1119560 h 4449429"/>
              <a:gd name="connsiteX856-43909" fmla="*/ 791276 w 18982931"/>
              <a:gd name="connsiteY856-43910" fmla="*/ 1193648 h 4449429"/>
              <a:gd name="connsiteX857-43911" fmla="*/ 791276 w 18982931"/>
              <a:gd name="connsiteY857-43912" fmla="*/ 1580555 h 4449429"/>
              <a:gd name="connsiteX858-43913" fmla="*/ 791276 w 18982931"/>
              <a:gd name="connsiteY858-43914" fmla="*/ 1955112 h 4449429"/>
              <a:gd name="connsiteX859-43915" fmla="*/ 840669 w 18982931"/>
              <a:gd name="connsiteY859-43916" fmla="*/ 1950998 h 4449429"/>
              <a:gd name="connsiteX860-43917" fmla="*/ 844783 w 18982931"/>
              <a:gd name="connsiteY860-43918" fmla="*/ 1720500 h 4449429"/>
              <a:gd name="connsiteX861-43919" fmla="*/ 873596 w 18982931"/>
              <a:gd name="connsiteY861-43920" fmla="*/ 1597020 h 4449429"/>
              <a:gd name="connsiteX862-43921" fmla="*/ 906526 w 18982931"/>
              <a:gd name="connsiteY862-43922" fmla="*/ 1584670 h 4449429"/>
              <a:gd name="connsiteX863-43923" fmla="*/ 1034120 w 18982931"/>
              <a:gd name="connsiteY863-43924" fmla="*/ 1584670 h 4449429"/>
              <a:gd name="connsiteX864-43925" fmla="*/ 1034120 w 18982931"/>
              <a:gd name="connsiteY864-43926" fmla="*/ 1420028 h 4449429"/>
              <a:gd name="connsiteX865-43927" fmla="*/ 1320382 w 18982931"/>
              <a:gd name="connsiteY865-43928" fmla="*/ 1408806 h 4449429"/>
              <a:gd name="connsiteX866-43929" fmla="*/ 1318126 w 18982931"/>
              <a:gd name="connsiteY866-43930" fmla="*/ 1576437 h 4449429"/>
              <a:gd name="connsiteX867-43931" fmla="*/ 1486884 w 18982931"/>
              <a:gd name="connsiteY867-43932" fmla="*/ 1588787 h 4449429"/>
              <a:gd name="connsiteX868-43933" fmla="*/ 1507466 w 18982931"/>
              <a:gd name="connsiteY868-43934" fmla="*/ 2337905 h 4449429"/>
              <a:gd name="connsiteX869-43935" fmla="*/ 1523929 w 18982931"/>
              <a:gd name="connsiteY869-43936" fmla="*/ 2337905 h 4449429"/>
              <a:gd name="connsiteX870-43937" fmla="*/ 1523929 w 18982931"/>
              <a:gd name="connsiteY870-43938" fmla="*/ 2169146 h 4449429"/>
              <a:gd name="connsiteX871-43939" fmla="*/ 1692685 w 18982931"/>
              <a:gd name="connsiteY871-43940" fmla="*/ 2169146 h 4449429"/>
              <a:gd name="connsiteX872-43941" fmla="*/ 1692685 w 18982931"/>
              <a:gd name="connsiteY872-43942" fmla="*/ 2020968 h 4449429"/>
              <a:gd name="connsiteX873-43943" fmla="*/ 1766772 w 18982931"/>
              <a:gd name="connsiteY873-43944" fmla="*/ 1922183 h 4449429"/>
              <a:gd name="connsiteX874-43945" fmla="*/ 1766772 w 18982931"/>
              <a:gd name="connsiteY874-43946" fmla="*/ 1757542 h 4449429"/>
              <a:gd name="connsiteX875-43947" fmla="*/ 1849095 w 18982931"/>
              <a:gd name="connsiteY875-43948" fmla="*/ 1757542 h 4449429"/>
              <a:gd name="connsiteX876-43949" fmla="*/ 1849095 w 18982931"/>
              <a:gd name="connsiteY876-43950" fmla="*/ 2156799 h 4449429"/>
              <a:gd name="connsiteX877-43951" fmla="*/ 1919070 w 18982931"/>
              <a:gd name="connsiteY877-43952" fmla="*/ 2156799 h 4449429"/>
              <a:gd name="connsiteX878-43953" fmla="*/ 1919070 w 18982931"/>
              <a:gd name="connsiteY878-43954" fmla="*/ 1864559 h 4449429"/>
              <a:gd name="connsiteX879-43955" fmla="*/ 1919070 w 18982931"/>
              <a:gd name="connsiteY879-43956" fmla="*/ 695608 h 4449429"/>
              <a:gd name="connsiteX880-43957" fmla="*/ 2005504 w 18982931"/>
              <a:gd name="connsiteY880-43958" fmla="*/ 609173 h 4449429"/>
              <a:gd name="connsiteX881-43959" fmla="*/ 2026085 w 18982931"/>
              <a:gd name="connsiteY881-43960" fmla="*/ 605054 h 4449429"/>
              <a:gd name="connsiteX882-43961" fmla="*/ 2100174 w 18982931"/>
              <a:gd name="connsiteY882-43962" fmla="*/ 448645 h 4449429"/>
              <a:gd name="connsiteX883-43963" fmla="*/ 2137215 w 18982931"/>
              <a:gd name="connsiteY883-43964" fmla="*/ 407485 h 4449429"/>
              <a:gd name="connsiteX884-43965" fmla="*/ 2194840 w 18982931"/>
              <a:gd name="connsiteY884-43966" fmla="*/ 337515 h 4449429"/>
              <a:gd name="connsiteX885-43967" fmla="*/ 2198958 w 18982931"/>
              <a:gd name="connsiteY885-43968" fmla="*/ 292236 h 4449429"/>
              <a:gd name="connsiteX886-43969" fmla="*/ 2240121 w 18982931"/>
              <a:gd name="connsiteY886-43970" fmla="*/ 358093 h 4449429"/>
              <a:gd name="connsiteX887-43971" fmla="*/ 2273047 w 18982931"/>
              <a:gd name="connsiteY887-43972" fmla="*/ 444532 h 4449429"/>
              <a:gd name="connsiteX888-43973" fmla="*/ 2330670 w 18982931"/>
              <a:gd name="connsiteY888-43974" fmla="*/ 563894 h 4449429"/>
              <a:gd name="connsiteX889-43975" fmla="*/ 2351248 w 18982931"/>
              <a:gd name="connsiteY889-43976" fmla="*/ 613286 h 4449429"/>
              <a:gd name="connsiteX890-43977" fmla="*/ 2429455 w 18982931"/>
              <a:gd name="connsiteY890-43978" fmla="*/ 675029 h 4449429"/>
              <a:gd name="connsiteX891-43979" fmla="*/ 2470614 w 18982931"/>
              <a:gd name="connsiteY891-43980" fmla="*/ 757350 h 4449429"/>
              <a:gd name="connsiteX892-43981" fmla="*/ 2470614 w 18982931"/>
              <a:gd name="connsiteY892-43982" fmla="*/ 1086631 h 4449429"/>
              <a:gd name="connsiteX893-43983" fmla="*/ 2470614 w 18982931"/>
              <a:gd name="connsiteY893-43984" fmla="*/ 2008622 h 4449429"/>
              <a:gd name="connsiteX894-43985" fmla="*/ 2487080 w 18982931"/>
              <a:gd name="connsiteY894-43986" fmla="*/ 2053897 h 4449429"/>
              <a:gd name="connsiteX895-43987" fmla="*/ 2499426 w 18982931"/>
              <a:gd name="connsiteY895-43988" fmla="*/ 1897488 h 4449429"/>
              <a:gd name="connsiteX896-43989" fmla="*/ 2602322 w 18982931"/>
              <a:gd name="connsiteY896-43990" fmla="*/ 1798703 h 4449429"/>
              <a:gd name="connsiteX897-43991" fmla="*/ 2836935 w 18982931"/>
              <a:gd name="connsiteY897-43992" fmla="*/ 1798703 h 4449429"/>
              <a:gd name="connsiteX898-43993" fmla="*/ 2836935 w 18982931"/>
              <a:gd name="connsiteY898-43994" fmla="*/ 1860446 h 4449429"/>
              <a:gd name="connsiteX899-43995" fmla="*/ 2836935 w 18982931"/>
              <a:gd name="connsiteY899-43996" fmla="*/ 2263816 h 4449429"/>
              <a:gd name="connsiteX900-43997" fmla="*/ 2845169 w 18982931"/>
              <a:gd name="connsiteY900-43998" fmla="*/ 2304976 h 4449429"/>
              <a:gd name="connsiteX901-43999" fmla="*/ 2861629 w 18982931"/>
              <a:gd name="connsiteY901-44000" fmla="*/ 2300858 h 4449429"/>
              <a:gd name="connsiteX902-44001" fmla="*/ 2861629 w 18982931"/>
              <a:gd name="connsiteY902-44002" fmla="*/ 2247351 h 4449429"/>
              <a:gd name="connsiteX903-44003" fmla="*/ 2869861 w 18982931"/>
              <a:gd name="connsiteY903-44004" fmla="*/ 1996272 h 4449429"/>
              <a:gd name="connsiteX904-44005" fmla="*/ 2923374 w 18982931"/>
              <a:gd name="connsiteY904-44006" fmla="*/ 1967462 h 4449429"/>
              <a:gd name="connsiteX905-44007" fmla="*/ 2939836 w 18982931"/>
              <a:gd name="connsiteY905-44008" fmla="*/ 2300858 h 4449429"/>
              <a:gd name="connsiteX906-44009" fmla="*/ 2956300 w 18982931"/>
              <a:gd name="connsiteY906-44010" fmla="*/ 2300858 h 4449429"/>
              <a:gd name="connsiteX907-44011" fmla="*/ 2989230 w 18982931"/>
              <a:gd name="connsiteY907-44012" fmla="*/ 2111521 h 4449429"/>
              <a:gd name="connsiteX908-44013" fmla="*/ 3018038 w 18982931"/>
              <a:gd name="connsiteY908-44014" fmla="*/ 2058015 h 4449429"/>
              <a:gd name="connsiteX909-44015" fmla="*/ 3034502 w 18982931"/>
              <a:gd name="connsiteY909-44016" fmla="*/ 2123871 h 4449429"/>
              <a:gd name="connsiteX910-44017" fmla="*/ 3038620 w 18982931"/>
              <a:gd name="connsiteY910-44018" fmla="*/ 2132104 h 4449429"/>
              <a:gd name="connsiteX911-44019" fmla="*/ 3088018 w 18982931"/>
              <a:gd name="connsiteY911-44020" fmla="*/ 2140336 h 4449429"/>
              <a:gd name="connsiteX912-44021" fmla="*/ 3095320 w 18982931"/>
              <a:gd name="connsiteY912-44022" fmla="*/ 2275334 h 4449429"/>
              <a:gd name="connsiteX913-44023" fmla="*/ 3162101 w 18982931"/>
              <a:gd name="connsiteY913-44024" fmla="*/ 2275334 h 4449429"/>
              <a:gd name="connsiteX914-44025" fmla="*/ 3162101 w 18982931"/>
              <a:gd name="connsiteY914-44026" fmla="*/ 1580555 h 4449429"/>
              <a:gd name="connsiteX915-44027" fmla="*/ 3162101 w 18982931"/>
              <a:gd name="connsiteY915-44028" fmla="*/ 1531163 h 4449429"/>
              <a:gd name="connsiteX916-44029" fmla="*/ 3199146 w 18982931"/>
              <a:gd name="connsiteY916-44030" fmla="*/ 1498235 h 4449429"/>
              <a:gd name="connsiteX917-44031" fmla="*/ 3281469 w 18982931"/>
              <a:gd name="connsiteY917-44032" fmla="*/ 1498235 h 4449429"/>
              <a:gd name="connsiteX918-44033" fmla="*/ 3281469 w 18982931"/>
              <a:gd name="connsiteY918-44034" fmla="*/ 1325362 h 4449429"/>
              <a:gd name="connsiteX919-44035" fmla="*/ 3343207 w 18982931"/>
              <a:gd name="connsiteY919-44036" fmla="*/ 1263619 h 4449429"/>
              <a:gd name="connsiteX920-44037" fmla="*/ 3544891 w 18982931"/>
              <a:gd name="connsiteY920-44038" fmla="*/ 1263619 h 4449429"/>
              <a:gd name="connsiteX921-44039" fmla="*/ 3544891 w 18982931"/>
              <a:gd name="connsiteY921-44040" fmla="*/ 712071 h 4449429"/>
              <a:gd name="connsiteX922-44041" fmla="*/ 3561357 w 18982931"/>
              <a:gd name="connsiteY922-44042" fmla="*/ 555662 h 4449429"/>
              <a:gd name="connsiteX923-44043" fmla="*/ 3606633 w 18982931"/>
              <a:gd name="connsiteY923-44044" fmla="*/ 316933 h 4449429"/>
              <a:gd name="connsiteX924-44045" fmla="*/ 3614865 w 18982931"/>
              <a:gd name="connsiteY924-44046" fmla="*/ 279891 h 4449429"/>
              <a:gd name="connsiteX925-44047" fmla="*/ 3676603 w 18982931"/>
              <a:gd name="connsiteY925-44048" fmla="*/ 341628 h 4449429"/>
              <a:gd name="connsiteX926-44049" fmla="*/ 3684835 w 18982931"/>
              <a:gd name="connsiteY926-44050" fmla="*/ 386907 h 4449429"/>
              <a:gd name="connsiteX927-44051" fmla="*/ 3742460 w 18982931"/>
              <a:gd name="connsiteY927-44052" fmla="*/ 481574 h 4449429"/>
              <a:gd name="connsiteX928-44053" fmla="*/ 3763042 w 18982931"/>
              <a:gd name="connsiteY928-44054" fmla="*/ 703838 h 4449429"/>
              <a:gd name="connsiteX929-44055" fmla="*/ 3763042 w 18982931"/>
              <a:gd name="connsiteY929-44056" fmla="*/ 1144256 h 4449429"/>
              <a:gd name="connsiteX930-44057" fmla="*/ 3771275 w 18982931"/>
              <a:gd name="connsiteY930-44058" fmla="*/ 1181298 h 4449429"/>
              <a:gd name="connsiteX931-44059" fmla="*/ 3775390 w 18982931"/>
              <a:gd name="connsiteY931-44060" fmla="*/ 1115443 h 4449429"/>
              <a:gd name="connsiteX932-44061" fmla="*/ 3923568 w 18982931"/>
              <a:gd name="connsiteY932-44062" fmla="*/ 996079 h 4449429"/>
              <a:gd name="connsiteX933-44063" fmla="*/ 3940029 w 18982931"/>
              <a:gd name="connsiteY933-44064" fmla="*/ 1020776 h 4449429"/>
              <a:gd name="connsiteX934-44065" fmla="*/ 3960611 w 18982931"/>
              <a:gd name="connsiteY934-44066" fmla="*/ 1321244 h 4449429"/>
              <a:gd name="connsiteX935-44067" fmla="*/ 3960611 w 18982931"/>
              <a:gd name="connsiteY935-44068" fmla="*/ 1584670 h 4449429"/>
              <a:gd name="connsiteX936-44069" fmla="*/ 3977076 w 18982931"/>
              <a:gd name="connsiteY936-44070" fmla="*/ 1625830 h 4449429"/>
              <a:gd name="connsiteX937-44071" fmla="*/ 4010007 w 18982931"/>
              <a:gd name="connsiteY937-44072" fmla="*/ 1666990 h 4449429"/>
              <a:gd name="connsiteX938-44073" fmla="*/ 4055279 w 18982931"/>
              <a:gd name="connsiteY938-44074" fmla="*/ 1819286 h 4449429"/>
              <a:gd name="connsiteX939-44075" fmla="*/ 4104670 w 18982931"/>
              <a:gd name="connsiteY939-44076" fmla="*/ 1819286 h 4449429"/>
              <a:gd name="connsiteX940-44077" fmla="*/ 4108788 w 18982931"/>
              <a:gd name="connsiteY940-44078" fmla="*/ 1741079 h 4449429"/>
              <a:gd name="connsiteX941-44079" fmla="*/ 4211689 w 18982931"/>
              <a:gd name="connsiteY941-44080" fmla="*/ 1741079 h 4449429"/>
              <a:gd name="connsiteX942-44081" fmla="*/ 4252847 w 18982931"/>
              <a:gd name="connsiteY942-44082" fmla="*/ 1559973 h 4449429"/>
              <a:gd name="connsiteX943-44083" fmla="*/ 4265197 w 18982931"/>
              <a:gd name="connsiteY943-44084" fmla="*/ 1559973 h 4449429"/>
              <a:gd name="connsiteX944-44085" fmla="*/ 4277546 w 18982931"/>
              <a:gd name="connsiteY944-44086" fmla="*/ 1592900 h 4449429"/>
              <a:gd name="connsiteX945-44087" fmla="*/ 4302239 w 18982931"/>
              <a:gd name="connsiteY945-44088" fmla="*/ 1708150 h 4449429"/>
              <a:gd name="connsiteX946-44089" fmla="*/ 4368100 w 18982931"/>
              <a:gd name="connsiteY946-44090" fmla="*/ 1741079 h 4449429"/>
              <a:gd name="connsiteX947-44091" fmla="*/ 4363984 w 18982931"/>
              <a:gd name="connsiteY947-44092" fmla="*/ 1634062 h 4449429"/>
              <a:gd name="connsiteX948-44093" fmla="*/ 4372218 w 18982931"/>
              <a:gd name="connsiteY948-44094" fmla="*/ 839670 h 4449429"/>
              <a:gd name="connsiteX949-44095" fmla="*/ 4442184 w 18982931"/>
              <a:gd name="connsiteY949-44096" fmla="*/ 279891 h 4449429"/>
              <a:gd name="connsiteX950-44097" fmla="*/ 4479230 w 18982931"/>
              <a:gd name="connsiteY950-44098" fmla="*/ 234611 h 4449429"/>
              <a:gd name="connsiteX951-44099" fmla="*/ 4520394 w 18982931"/>
              <a:gd name="connsiteY951-44100" fmla="*/ 284004 h 4449429"/>
              <a:gd name="connsiteX952-44101" fmla="*/ 4549200 w 18982931"/>
              <a:gd name="connsiteY952-44102" fmla="*/ 440413 h 4449429"/>
              <a:gd name="connsiteX953-44103" fmla="*/ 4680914 w 18982931"/>
              <a:gd name="connsiteY953-44104" fmla="*/ 395140 h 4449429"/>
              <a:gd name="connsiteX954-44105" fmla="*/ 4759121 w 18982931"/>
              <a:gd name="connsiteY954-44106" fmla="*/ 460995 h 4449429"/>
              <a:gd name="connsiteX955-44107" fmla="*/ 4771466 w 18982931"/>
              <a:gd name="connsiteY955-44108" fmla="*/ 493924 h 4449429"/>
              <a:gd name="connsiteX956-44109" fmla="*/ 4888657 w 18982931"/>
              <a:gd name="connsiteY956-44110" fmla="*/ 747622 h 4449429"/>
              <a:gd name="connsiteX957-44111" fmla="*/ 4888893 w 18982931"/>
              <a:gd name="connsiteY957-44112" fmla="*/ 807315 h 4449429"/>
              <a:gd name="connsiteX958-44113" fmla="*/ 4856617 w 18982931"/>
              <a:gd name="connsiteY958-44114" fmla="*/ 807315 h 4449429"/>
              <a:gd name="connsiteX959-44115" fmla="*/ 4856617 w 18982931"/>
              <a:gd name="connsiteY959-44116" fmla="*/ 944475 h 4449429"/>
              <a:gd name="connsiteX960-44117" fmla="*/ 4888332 w 18982931"/>
              <a:gd name="connsiteY960-44118" fmla="*/ 944475 h 4449429"/>
              <a:gd name="connsiteX961-44119" fmla="*/ 4888325 w 18982931"/>
              <a:gd name="connsiteY961-44120" fmla="*/ 945600 h 4449429"/>
              <a:gd name="connsiteX962-44121" fmla="*/ 4890835 w 18982931"/>
              <a:gd name="connsiteY962-44122" fmla="*/ 1609365 h 4449429"/>
              <a:gd name="connsiteX963-44123" fmla="*/ 4952574 w 18982931"/>
              <a:gd name="connsiteY963-44124" fmla="*/ 1617597 h 4449429"/>
              <a:gd name="connsiteX964-44125" fmla="*/ 4952574 w 18982931"/>
              <a:gd name="connsiteY964-44126" fmla="*/ 1868678 h 4449429"/>
              <a:gd name="connsiteX965-44127" fmla="*/ 4956691 w 18982931"/>
              <a:gd name="connsiteY965-44128" fmla="*/ 1905720 h 4449429"/>
              <a:gd name="connsiteX966-44129" fmla="*/ 4981387 w 18982931"/>
              <a:gd name="connsiteY966-44130" fmla="*/ 1967462 h 4449429"/>
              <a:gd name="connsiteX967-44131" fmla="*/ 4981387 w 18982931"/>
              <a:gd name="connsiteY967-44132" fmla="*/ 2058015 h 4449429"/>
              <a:gd name="connsiteX968-44133" fmla="*/ 5001966 w 18982931"/>
              <a:gd name="connsiteY968-44134" fmla="*/ 2086824 h 4449429"/>
              <a:gd name="connsiteX969-44135" fmla="*/ 5018429 w 18982931"/>
              <a:gd name="connsiteY969-44136" fmla="*/ 2078592 h 4449429"/>
              <a:gd name="connsiteX970-44137" fmla="*/ 5018429 w 18982931"/>
              <a:gd name="connsiteY970-44138" fmla="*/ 1881023 h 4449429"/>
              <a:gd name="connsiteX971-44139" fmla="*/ 5018429 w 18982931"/>
              <a:gd name="connsiteY971-44140" fmla="*/ 1366522 h 4449429"/>
              <a:gd name="connsiteX972-44141" fmla="*/ 5034894 w 18982931"/>
              <a:gd name="connsiteY972-44142" fmla="*/ 864367 h 4449429"/>
              <a:gd name="connsiteX973-44143" fmla="*/ 5067821 w 18982931"/>
              <a:gd name="connsiteY973-44144" fmla="*/ 197569 h 4449429"/>
              <a:gd name="connsiteX974-44145" fmla="*/ 5080173 w 18982931"/>
              <a:gd name="connsiteY974-44146" fmla="*/ 102899 h 4449429"/>
              <a:gd name="connsiteX975-44147" fmla="*/ 5216000 w 18982931"/>
              <a:gd name="connsiteY975-44148" fmla="*/ 37042 h 4449429"/>
              <a:gd name="connsiteX976-44149" fmla="*/ 5248927 w 18982931"/>
              <a:gd name="connsiteY976-44150" fmla="*/ 69972 h 4449429"/>
              <a:gd name="connsiteX977-44151" fmla="*/ 5372409 w 18982931"/>
              <a:gd name="connsiteY977-44152" fmla="*/ 69972 h 4449429"/>
              <a:gd name="connsiteX978-44153" fmla="*/ 5434151 w 18982931"/>
              <a:gd name="connsiteY978-44154" fmla="*/ 131714 h 4449429"/>
              <a:gd name="connsiteX979-44155" fmla="*/ 5434151 w 18982931"/>
              <a:gd name="connsiteY979-44156" fmla="*/ 382788 h 4449429"/>
              <a:gd name="connsiteX980-44157" fmla="*/ 5434151 w 18982931"/>
              <a:gd name="connsiteY980-44158" fmla="*/ 683261 h 4449429"/>
              <a:gd name="connsiteX981-44159" fmla="*/ 5545282 w 18982931"/>
              <a:gd name="connsiteY981-44160" fmla="*/ 687375 h 4449429"/>
              <a:gd name="connsiteX982-44161" fmla="*/ 5545282 w 18982931"/>
              <a:gd name="connsiteY982-44162" fmla="*/ 1045471 h 4449429"/>
              <a:gd name="connsiteX983-44163" fmla="*/ 5676994 w 18982931"/>
              <a:gd name="connsiteY983-44164" fmla="*/ 1045471 h 4449429"/>
              <a:gd name="connsiteX984-44165" fmla="*/ 5685227 w 18982931"/>
              <a:gd name="connsiteY984-44166" fmla="*/ 1103096 h 4449429"/>
              <a:gd name="connsiteX985-44167" fmla="*/ 5759314 w 18982931"/>
              <a:gd name="connsiteY985-44168" fmla="*/ 1193648 h 4449429"/>
              <a:gd name="connsiteX986-44169" fmla="*/ 5759314 w 18982931"/>
              <a:gd name="connsiteY986-44170" fmla="*/ 1395331 h 4449429"/>
              <a:gd name="connsiteX987-44171" fmla="*/ 5825171 w 18982931"/>
              <a:gd name="connsiteY987-44172" fmla="*/ 1395331 h 4449429"/>
              <a:gd name="connsiteX988-44173" fmla="*/ 5903378 w 18982931"/>
              <a:gd name="connsiteY988-44174" fmla="*/ 1477653 h 4449429"/>
              <a:gd name="connsiteX989-44175" fmla="*/ 5903378 w 18982931"/>
              <a:gd name="connsiteY989-44176" fmla="*/ 1918070 h 4449429"/>
              <a:gd name="connsiteX990-44177" fmla="*/ 5936306 w 18982931"/>
              <a:gd name="connsiteY990-44178" fmla="*/ 1975695 h 4449429"/>
              <a:gd name="connsiteX991-44179" fmla="*/ 5965115 w 18982931"/>
              <a:gd name="connsiteY991-44180" fmla="*/ 1275969 h 4449429"/>
              <a:gd name="connsiteX992-44181" fmla="*/ 5969235 w 18982931"/>
              <a:gd name="connsiteY992-44182" fmla="*/ 1238922 h 4449429"/>
              <a:gd name="connsiteX993-44183" fmla="*/ 6166804 w 18982931"/>
              <a:gd name="connsiteY993-44184" fmla="*/ 1238922 h 4449429"/>
              <a:gd name="connsiteX994-44185" fmla="*/ 6216196 w 18982931"/>
              <a:gd name="connsiteY994-44186" fmla="*/ 1288315 h 4449429"/>
              <a:gd name="connsiteX995-44187" fmla="*/ 6236774 w 18982931"/>
              <a:gd name="connsiteY995-44188" fmla="*/ 1428261 h 4449429"/>
              <a:gd name="connsiteX996-44189" fmla="*/ 6273821 w 18982931"/>
              <a:gd name="connsiteY996-44190" fmla="*/ 1498235 h 4449429"/>
              <a:gd name="connsiteX997-44191" fmla="*/ 6273821 w 18982931"/>
              <a:gd name="connsiteY997-44192" fmla="*/ 2230888 h 4449429"/>
              <a:gd name="connsiteX998-44193" fmla="*/ 6277935 w 18982931"/>
              <a:gd name="connsiteY998-44194" fmla="*/ 2280280 h 4449429"/>
              <a:gd name="connsiteX999-44195" fmla="*/ 6319095 w 18982931"/>
              <a:gd name="connsiteY999-44196" fmla="*/ 2193841 h 4449429"/>
              <a:gd name="connsiteX1000-44197" fmla="*/ 6364373 w 18982931"/>
              <a:gd name="connsiteY1000-44198" fmla="*/ 2288513 h 4449429"/>
              <a:gd name="connsiteX1001-44199" fmla="*/ 6389068 w 18982931"/>
              <a:gd name="connsiteY1001-44200" fmla="*/ 2313208 h 4449429"/>
              <a:gd name="connsiteX1002-44201" fmla="*/ 6541355 w 18982931"/>
              <a:gd name="connsiteY1002-44202" fmla="*/ 2313208 h 4449429"/>
              <a:gd name="connsiteX1003-44203" fmla="*/ 6541355 w 18982931"/>
              <a:gd name="connsiteY1003-44204" fmla="*/ 2148567 h 4449429"/>
              <a:gd name="connsiteX1004-44205" fmla="*/ 6660723 w 18982931"/>
              <a:gd name="connsiteY1004-44206" fmla="*/ 2148567 h 4449429"/>
              <a:gd name="connsiteX1005-44207" fmla="*/ 6660723 w 18982931"/>
              <a:gd name="connsiteY1005-44208" fmla="*/ 2259698 h 4449429"/>
              <a:gd name="connsiteX1006-44209" fmla="*/ 6705999 w 18982931"/>
              <a:gd name="connsiteY1006-44210" fmla="*/ 2551938 h 4449429"/>
              <a:gd name="connsiteX1007-44211" fmla="*/ 6714228 w 18982931"/>
              <a:gd name="connsiteY1007-44212" fmla="*/ 2580748 h 4449429"/>
              <a:gd name="connsiteX1008-44213" fmla="*/ 6722461 w 18982931"/>
              <a:gd name="connsiteY1008-44214" fmla="*/ 2576634 h 4449429"/>
              <a:gd name="connsiteX1009-44215" fmla="*/ 6751278 w 18982931"/>
              <a:gd name="connsiteY1009-44216" fmla="*/ 2263816 h 4449429"/>
              <a:gd name="connsiteX1010-44217" fmla="*/ 6800669 w 18982931"/>
              <a:gd name="connsiteY1010-44218" fmla="*/ 2255583 h 4449429"/>
              <a:gd name="connsiteX1011-44219" fmla="*/ 6837709 w 18982931"/>
              <a:gd name="connsiteY1011-44220" fmla="*/ 2181496 h 4449429"/>
              <a:gd name="connsiteX1012-44221" fmla="*/ 6841831 w 18982931"/>
              <a:gd name="connsiteY1012-44222" fmla="*/ 2152681 h 4449429"/>
              <a:gd name="connsiteX1013-44223" fmla="*/ 6845941 w 18982931"/>
              <a:gd name="connsiteY1013-44224" fmla="*/ 2115639 h 4449429"/>
              <a:gd name="connsiteX1014-44225" fmla="*/ 6857139 w 18982931"/>
              <a:gd name="connsiteY1014-44226" fmla="*/ 2115639 h 4449429"/>
              <a:gd name="connsiteX1015-44227" fmla="*/ 6899298 w 18982931"/>
              <a:gd name="connsiteY1015-44228" fmla="*/ 2109470 h 4449429"/>
              <a:gd name="connsiteX1016-44229" fmla="*/ 6922965 w 18982931"/>
              <a:gd name="connsiteY1016-44230" fmla="*/ 2140339 h 4449429"/>
              <a:gd name="connsiteX1017-44231" fmla="*/ 7009406 w 18982931"/>
              <a:gd name="connsiteY1017-44232" fmla="*/ 2070365 h 4449429"/>
              <a:gd name="connsiteX1018-44233" fmla="*/ 7145231 w 18982931"/>
              <a:gd name="connsiteY1018-44234" fmla="*/ 2066247 h 4449429"/>
              <a:gd name="connsiteX1019-44235" fmla="*/ 7145231 w 18982931"/>
              <a:gd name="connsiteY1019-44236" fmla="*/ 1901605 h 4449429"/>
              <a:gd name="connsiteX1020-44237" fmla="*/ 7145231 w 18982931"/>
              <a:gd name="connsiteY1020-44238" fmla="*/ 1769896 h 4449429"/>
              <a:gd name="connsiteX1021-44239" fmla="*/ 7215204 w 18982931"/>
              <a:gd name="connsiteY1021-44240" fmla="*/ 1597024 h 4449429"/>
              <a:gd name="connsiteX1022-44241" fmla="*/ 7285174 w 18982931"/>
              <a:gd name="connsiteY1022-44242" fmla="*/ 1753433 h 4449429"/>
              <a:gd name="connsiteX1023-44243" fmla="*/ 7297524 w 18982931"/>
              <a:gd name="connsiteY1023-44244" fmla="*/ 2062134 h 4449429"/>
              <a:gd name="connsiteX1024-44245" fmla="*/ 7367494 w 18982931"/>
              <a:gd name="connsiteY1024-44246" fmla="*/ 2066247 h 4449429"/>
              <a:gd name="connsiteX1025-44247" fmla="*/ 7371610 w 18982931"/>
              <a:gd name="connsiteY1025-44248" fmla="*/ 2148567 h 4449429"/>
              <a:gd name="connsiteX1026-44249" fmla="*/ 7462167 w 18982931"/>
              <a:gd name="connsiteY1026-44250" fmla="*/ 2148567 h 4449429"/>
              <a:gd name="connsiteX1027-44251" fmla="*/ 7462167 w 18982931"/>
              <a:gd name="connsiteY1027-44252" fmla="*/ 2095061 h 4449429"/>
              <a:gd name="connsiteX1028-44253" fmla="*/ 7462167 w 18982931"/>
              <a:gd name="connsiteY1028-44254" fmla="*/ 1597024 h 4449429"/>
              <a:gd name="connsiteX1029-44255" fmla="*/ 7482743 w 18982931"/>
              <a:gd name="connsiteY1029-44256" fmla="*/ 1008430 h 4449429"/>
              <a:gd name="connsiteX1030-44257" fmla="*/ 7495096 w 18982931"/>
              <a:gd name="connsiteY1030-44258" fmla="*/ 921991 h 4449429"/>
              <a:gd name="connsiteX1031-44259" fmla="*/ 7536254 w 18982931"/>
              <a:gd name="connsiteY1031-44260" fmla="*/ 934341 h 4449429"/>
              <a:gd name="connsiteX1032-44261" fmla="*/ 7577416 w 18982931"/>
              <a:gd name="connsiteY1032-44262" fmla="*/ 563899 h 4449429"/>
              <a:gd name="connsiteX1033-44263" fmla="*/ 7589759 w 18982931"/>
              <a:gd name="connsiteY1033-44264" fmla="*/ 563899 h 4449429"/>
              <a:gd name="connsiteX1034-44265" fmla="*/ 7639153 w 18982931"/>
              <a:gd name="connsiteY1034-44266" fmla="*/ 975501 h 4449429"/>
              <a:gd name="connsiteX1035-44267" fmla="*/ 7655614 w 18982931"/>
              <a:gd name="connsiteY1035-44268" fmla="*/ 926109 h 4449429"/>
              <a:gd name="connsiteX1036-44269" fmla="*/ 7667968 w 18982931"/>
              <a:gd name="connsiteY1036-44270" fmla="*/ 926109 h 4449429"/>
              <a:gd name="connsiteX1037-44271" fmla="*/ 7676196 w 18982931"/>
              <a:gd name="connsiteY1037-44272" fmla="*/ 1037243 h 4449429"/>
              <a:gd name="connsiteX1038-44273" fmla="*/ 7676196 w 18982931"/>
              <a:gd name="connsiteY1038-44274" fmla="*/ 2049787 h 4449429"/>
              <a:gd name="connsiteX1039-44275" fmla="*/ 7705009 w 18982931"/>
              <a:gd name="connsiteY1039-44276" fmla="*/ 2267935 h 4449429"/>
              <a:gd name="connsiteX1040-44277" fmla="*/ 7750287 w 18982931"/>
              <a:gd name="connsiteY1040-44278" fmla="*/ 2469622 h 4449429"/>
              <a:gd name="connsiteX1041-44279" fmla="*/ 7849072 w 18982931"/>
              <a:gd name="connsiteY1041-44280" fmla="*/ 2469622 h 4449429"/>
              <a:gd name="connsiteX1042-44281" fmla="*/ 7849072 w 18982931"/>
              <a:gd name="connsiteY1042-44282" fmla="*/ 2284398 h 4449429"/>
              <a:gd name="connsiteX1043-44283" fmla="*/ 7919042 w 18982931"/>
              <a:gd name="connsiteY1043-44284" fmla="*/ 2284398 h 4449429"/>
              <a:gd name="connsiteX1044-44285" fmla="*/ 7919042 w 18982931"/>
              <a:gd name="connsiteY1044-44286" fmla="*/ 2473736 h 4449429"/>
              <a:gd name="connsiteX1045-44287" fmla="*/ 8108380 w 18982931"/>
              <a:gd name="connsiteY1045-44288" fmla="*/ 2473736 h 4449429"/>
              <a:gd name="connsiteX1046-44289" fmla="*/ 8142338 w 18982931"/>
              <a:gd name="connsiteY1046-44290" fmla="*/ 2481454 h 4449429"/>
              <a:gd name="connsiteX1047-44291" fmla="*/ 8144242 w 18982931"/>
              <a:gd name="connsiteY1047-44292" fmla="*/ 2485067 h 4449429"/>
              <a:gd name="connsiteX1048-44293" fmla="*/ 8144242 w 18982931"/>
              <a:gd name="connsiteY1048-44294" fmla="*/ 1280084 h 4449429"/>
              <a:gd name="connsiteX1049-44295" fmla="*/ 8189518 w 18982931"/>
              <a:gd name="connsiteY1049-44296" fmla="*/ 1115443 h 4449429"/>
              <a:gd name="connsiteX1050-44297" fmla="*/ 8230679 w 18982931"/>
              <a:gd name="connsiteY1050-44298" fmla="*/ 1090746 h 4449429"/>
              <a:gd name="connsiteX1051-44299" fmla="*/ 8477642 w 18982931"/>
              <a:gd name="connsiteY1051-44300" fmla="*/ 1090746 h 4449429"/>
              <a:gd name="connsiteX1052-44301" fmla="*/ 8518799 w 18982931"/>
              <a:gd name="connsiteY1052-44302" fmla="*/ 1111328 h 4449429"/>
              <a:gd name="connsiteX1053-44303" fmla="*/ 8568194 w 18982931"/>
              <a:gd name="connsiteY1053-44304" fmla="*/ 1288315 h 4449429"/>
              <a:gd name="connsiteX1054-44305" fmla="*/ 8572304 w 18982931"/>
              <a:gd name="connsiteY1054-44306" fmla="*/ 2152681 h 4449429"/>
              <a:gd name="connsiteX1055-44307" fmla="*/ 8572304 w 18982931"/>
              <a:gd name="connsiteY1055-44308" fmla="*/ 2222656 h 4449429"/>
              <a:gd name="connsiteX1056-44309" fmla="*/ 8827499 w 18982931"/>
              <a:gd name="connsiteY1056-44310" fmla="*/ 2222656 h 4449429"/>
              <a:gd name="connsiteX1057-44311" fmla="*/ 8827499 w 18982931"/>
              <a:gd name="connsiteY1057-44312" fmla="*/ 2053897 h 4449429"/>
              <a:gd name="connsiteX1058-44313" fmla="*/ 8827499 w 18982931"/>
              <a:gd name="connsiteY1058-44314" fmla="*/ 1996272 h 4449429"/>
              <a:gd name="connsiteX1059-44315" fmla="*/ 8926285 w 18982931"/>
              <a:gd name="connsiteY1059-44316" fmla="*/ 1876910 h 4449429"/>
              <a:gd name="connsiteX1060-44317" fmla="*/ 8926285 w 18982931"/>
              <a:gd name="connsiteY1060-44318" fmla="*/ 1757542 h 4449429"/>
              <a:gd name="connsiteX1061-44319" fmla="*/ 8926285 w 18982931"/>
              <a:gd name="connsiteY1061-44320" fmla="*/ 1527045 h 4449429"/>
              <a:gd name="connsiteX1062-44321" fmla="*/ 8950980 w 18982931"/>
              <a:gd name="connsiteY1062-44322" fmla="*/ 1432378 h 4449429"/>
              <a:gd name="connsiteX1063-44323" fmla="*/ 8950980 w 18982931"/>
              <a:gd name="connsiteY1063-44324" fmla="*/ 1424146 h 4449429"/>
              <a:gd name="connsiteX1064-44325" fmla="*/ 8983911 w 18982931"/>
              <a:gd name="connsiteY1064-44326" fmla="*/ 1107210 h 4449429"/>
              <a:gd name="connsiteX1065-44327" fmla="*/ 8992140 w 18982931"/>
              <a:gd name="connsiteY1065-44328" fmla="*/ 1049586 h 4449429"/>
              <a:gd name="connsiteX1066-44329" fmla="*/ 9012723 w 18982931"/>
              <a:gd name="connsiteY1066-44330" fmla="*/ 1049586 h 4449429"/>
              <a:gd name="connsiteX1067-44331" fmla="*/ 9049767 w 18982931"/>
              <a:gd name="connsiteY1067-44332" fmla="*/ 1325362 h 4449429"/>
              <a:gd name="connsiteX1068-44333" fmla="*/ 9115624 w 18982931"/>
              <a:gd name="connsiteY1068-44334" fmla="*/ 1329476 h 4449429"/>
              <a:gd name="connsiteX1069-44335" fmla="*/ 9165014 w 18982931"/>
              <a:gd name="connsiteY1069-44336" fmla="*/ 1436493 h 4449429"/>
              <a:gd name="connsiteX1070-44337" fmla="*/ 9181479 w 18982931"/>
              <a:gd name="connsiteY1070-44338" fmla="*/ 1494116 h 4449429"/>
              <a:gd name="connsiteX1071-44339" fmla="*/ 9181479 w 18982931"/>
              <a:gd name="connsiteY1071-44340" fmla="*/ 1823399 h 4449429"/>
              <a:gd name="connsiteX1072-44341" fmla="*/ 9181479 w 18982931"/>
              <a:gd name="connsiteY1072-44342" fmla="*/ 1881023 h 4449429"/>
              <a:gd name="connsiteX1073-44343" fmla="*/ 9280267 w 18982931"/>
              <a:gd name="connsiteY1073-44344" fmla="*/ 1881023 h 4449429"/>
              <a:gd name="connsiteX1074-44345" fmla="*/ 9280267 w 18982931"/>
              <a:gd name="connsiteY1074-44346" fmla="*/ 1815166 h 4449429"/>
              <a:gd name="connsiteX1075-44347" fmla="*/ 9280267 w 18982931"/>
              <a:gd name="connsiteY1075-44348" fmla="*/ 304587 h 4449429"/>
              <a:gd name="connsiteX1076-44349" fmla="*/ 9346122 w 18982931"/>
              <a:gd name="connsiteY1076-44350" fmla="*/ 238731 h 4449429"/>
              <a:gd name="connsiteX1077-44351" fmla="*/ 9453137 w 18982931"/>
              <a:gd name="connsiteY1077-44352" fmla="*/ 341628 h 4449429"/>
              <a:gd name="connsiteX1078-44353" fmla="*/ 9453137 w 18982931"/>
              <a:gd name="connsiteY1078-44354" fmla="*/ 1815166 h 4449429"/>
              <a:gd name="connsiteX1079-44355" fmla="*/ 9453137 w 18982931"/>
              <a:gd name="connsiteY1079-44356" fmla="*/ 1876910 h 4449429"/>
              <a:gd name="connsiteX1080-44357" fmla="*/ 9551919 w 18982931"/>
              <a:gd name="connsiteY1080-44358" fmla="*/ 1876910 h 4449429"/>
              <a:gd name="connsiteX1081-44359" fmla="*/ 9551919 w 18982931"/>
              <a:gd name="connsiteY1081-44360" fmla="*/ 1724614 h 4449429"/>
              <a:gd name="connsiteX1082-44361" fmla="*/ 9551919 w 18982931"/>
              <a:gd name="connsiteY1082-44362" fmla="*/ 1481771 h 4449429"/>
              <a:gd name="connsiteX1083-44363" fmla="*/ 9597198 w 18982931"/>
              <a:gd name="connsiteY1083-44364" fmla="*/ 1374754 h 4449429"/>
              <a:gd name="connsiteX1084-44365" fmla="*/ 9613662 w 18982931"/>
              <a:gd name="connsiteY1084-44366" fmla="*/ 1325362 h 4449429"/>
              <a:gd name="connsiteX1085-44367" fmla="*/ 9683632 w 18982931"/>
              <a:gd name="connsiteY1085-44368" fmla="*/ 1325362 h 4449429"/>
              <a:gd name="connsiteX1086-44369" fmla="*/ 9683632 w 18982931"/>
              <a:gd name="connsiteY1086-44370" fmla="*/ 1522931 h 4449429"/>
              <a:gd name="connsiteX1087-44371" fmla="*/ 9819464 w 18982931"/>
              <a:gd name="connsiteY1087-44372" fmla="*/ 1522931 h 4449429"/>
              <a:gd name="connsiteX1088-44373" fmla="*/ 9819464 w 18982931"/>
              <a:gd name="connsiteY1088-44374" fmla="*/ 1720501 h 4449429"/>
              <a:gd name="connsiteX1089-44375" fmla="*/ 9819464 w 18982931"/>
              <a:gd name="connsiteY1089-44376" fmla="*/ 1835749 h 4449429"/>
              <a:gd name="connsiteX1090-44377" fmla="*/ 9868856 w 18982931"/>
              <a:gd name="connsiteY1090-44378" fmla="*/ 1885142 h 4449429"/>
              <a:gd name="connsiteX1091-44379" fmla="*/ 9922361 w 18982931"/>
              <a:gd name="connsiteY1091-44380" fmla="*/ 1938648 h 4449429"/>
              <a:gd name="connsiteX1092-44381" fmla="*/ 9922361 w 18982931"/>
              <a:gd name="connsiteY1092-44382" fmla="*/ 2226770 h 4449429"/>
              <a:gd name="connsiteX1093-44383" fmla="*/ 10189906 w 18982931"/>
              <a:gd name="connsiteY1093-44384" fmla="*/ 2226770 h 4449429"/>
              <a:gd name="connsiteX1094-44385" fmla="*/ 10189906 w 18982931"/>
              <a:gd name="connsiteY1094-44386" fmla="*/ 1864559 h 4449429"/>
              <a:gd name="connsiteX1095-44387" fmla="*/ 10251644 w 18982931"/>
              <a:gd name="connsiteY1095-44388" fmla="*/ 1852213 h 4449429"/>
              <a:gd name="connsiteX1096-44389" fmla="*/ 10251644 w 18982931"/>
              <a:gd name="connsiteY1096-44390" fmla="*/ 1465306 h 4449429"/>
              <a:gd name="connsiteX1097-44391" fmla="*/ 10198137 w 18982931"/>
              <a:gd name="connsiteY1097-44392" fmla="*/ 1461188 h 4449429"/>
              <a:gd name="connsiteX1098-44393" fmla="*/ 10198137 w 18982931"/>
              <a:gd name="connsiteY1098-44394" fmla="*/ 1317129 h 4449429"/>
              <a:gd name="connsiteX1099-44395" fmla="*/ 10572694 w 18982931"/>
              <a:gd name="connsiteY1099-44396" fmla="*/ 1317129 h 4449429"/>
              <a:gd name="connsiteX1100-44397" fmla="*/ 10572694 w 18982931"/>
              <a:gd name="connsiteY1100-44398" fmla="*/ 2140336 h 4449429"/>
              <a:gd name="connsiteX1101-44399" fmla="*/ 10642669 w 18982931"/>
              <a:gd name="connsiteY1101-44400" fmla="*/ 2144449 h 4449429"/>
              <a:gd name="connsiteX1102-44401" fmla="*/ 10642669 w 18982931"/>
              <a:gd name="connsiteY1102-44402" fmla="*/ 2477849 h 4449429"/>
              <a:gd name="connsiteX1103-44403" fmla="*/ 10885512 w 18982931"/>
              <a:gd name="connsiteY1103-44404" fmla="*/ 2477849 h 4449429"/>
              <a:gd name="connsiteX1104-44405" fmla="*/ 10885512 w 18982931"/>
              <a:gd name="connsiteY1104-44406" fmla="*/ 2292626 h 4449429"/>
              <a:gd name="connsiteX1105-44407" fmla="*/ 10959601 w 18982931"/>
              <a:gd name="connsiteY1105-44408" fmla="*/ 2292626 h 4449429"/>
              <a:gd name="connsiteX1106-44409" fmla="*/ 10959601 w 18982931"/>
              <a:gd name="connsiteY1106-44410" fmla="*/ 2477849 h 4449429"/>
              <a:gd name="connsiteX1107-44411" fmla="*/ 11066618 w 18982931"/>
              <a:gd name="connsiteY1107-44412" fmla="*/ 2477849 h 4449429"/>
              <a:gd name="connsiteX1108-44413" fmla="*/ 11107778 w 18982931"/>
              <a:gd name="connsiteY1108-44414" fmla="*/ 2284395 h 4449429"/>
              <a:gd name="connsiteX1109-44415" fmla="*/ 11136593 w 18982931"/>
              <a:gd name="connsiteY1109-44416" fmla="*/ 2053897 h 4449429"/>
              <a:gd name="connsiteX1110-44417" fmla="*/ 11136593 w 18982931"/>
              <a:gd name="connsiteY1110-44418" fmla="*/ 1061936 h 4449429"/>
              <a:gd name="connsiteX1111-44419" fmla="*/ 11148938 w 18982931"/>
              <a:gd name="connsiteY1111-44420" fmla="*/ 938454 h 4449429"/>
              <a:gd name="connsiteX1112-44421" fmla="*/ 11161288 w 18982931"/>
              <a:gd name="connsiteY1112-44422" fmla="*/ 938454 h 4449429"/>
              <a:gd name="connsiteX1113-44423" fmla="*/ 11177753 w 18982931"/>
              <a:gd name="connsiteY1113-44424" fmla="*/ 983729 h 4449429"/>
              <a:gd name="connsiteX1114-44425" fmla="*/ 11231258 w 18982931"/>
              <a:gd name="connsiteY1114-44426" fmla="*/ 572126 h 4449429"/>
              <a:gd name="connsiteX1115-44427" fmla="*/ 11243610 w 18982931"/>
              <a:gd name="connsiteY1115-44428" fmla="*/ 572126 h 4449429"/>
              <a:gd name="connsiteX1116-44429" fmla="*/ 11284770 w 18982931"/>
              <a:gd name="connsiteY1116-44430" fmla="*/ 946687 h 4449429"/>
              <a:gd name="connsiteX1117-44431" fmla="*/ 11325929 w 18982931"/>
              <a:gd name="connsiteY1117-44432" fmla="*/ 934337 h 4449429"/>
              <a:gd name="connsiteX1118-44433" fmla="*/ 11342394 w 18982931"/>
              <a:gd name="connsiteY1118-44434" fmla="*/ 1061936 h 4449429"/>
              <a:gd name="connsiteX1119-44435" fmla="*/ 11342394 w 18982931"/>
              <a:gd name="connsiteY1119-44436" fmla="*/ 1300666 h 4449429"/>
              <a:gd name="connsiteX1120-44437" fmla="*/ 11358857 w 18982931"/>
              <a:gd name="connsiteY1120-44438" fmla="*/ 2132104 h 4449429"/>
              <a:gd name="connsiteX1121-44439" fmla="*/ 11362976 w 18982931"/>
              <a:gd name="connsiteY1121-44440" fmla="*/ 2165031 h 4449429"/>
              <a:gd name="connsiteX1122-44441" fmla="*/ 11453524 w 18982931"/>
              <a:gd name="connsiteY1122-44442" fmla="*/ 2165031 h 4449429"/>
              <a:gd name="connsiteX1123-44443" fmla="*/ 11457643 w 18982931"/>
              <a:gd name="connsiteY1123-44444" fmla="*/ 2082711 h 4449429"/>
              <a:gd name="connsiteX1124-44445" fmla="*/ 11535845 w 18982931"/>
              <a:gd name="connsiteY1124-44446" fmla="*/ 2078592 h 4449429"/>
              <a:gd name="connsiteX1125-44447" fmla="*/ 11535845 w 18982931"/>
              <a:gd name="connsiteY1125-44448" fmla="*/ 2004505 h 4449429"/>
              <a:gd name="connsiteX1126-44449" fmla="*/ 11548195 w 18982931"/>
              <a:gd name="connsiteY1126-44450" fmla="*/ 1736964 h 4449429"/>
              <a:gd name="connsiteX1127-44451" fmla="*/ 11609938 w 18982931"/>
              <a:gd name="connsiteY1127-44452" fmla="*/ 1609365 h 4449429"/>
              <a:gd name="connsiteX1128-44453" fmla="*/ 11688140 w 18982931"/>
              <a:gd name="connsiteY1128-44454" fmla="*/ 1765774 h 4449429"/>
              <a:gd name="connsiteX1129-44455" fmla="*/ 11688140 w 18982931"/>
              <a:gd name="connsiteY1129-44456" fmla="*/ 2082711 h 4449429"/>
              <a:gd name="connsiteX1130-44457" fmla="*/ 11910406 w 18982931"/>
              <a:gd name="connsiteY1130-44458" fmla="*/ 2148567 h 4449429"/>
              <a:gd name="connsiteX1131-44459" fmla="*/ 11988608 w 18982931"/>
              <a:gd name="connsiteY1131-44460" fmla="*/ 2119754 h 4449429"/>
              <a:gd name="connsiteX1132-44461" fmla="*/ 11991181 w 18982931"/>
              <a:gd name="connsiteY1132-44462" fmla="*/ 2153197 h 4449429"/>
              <a:gd name="connsiteX1133-44463" fmla="*/ 11993908 w 18982931"/>
              <a:gd name="connsiteY1133-44464" fmla="*/ 2158900 h 4449429"/>
              <a:gd name="connsiteX1134-44465" fmla="*/ 11993908 w 18982931"/>
              <a:gd name="connsiteY1134-44466" fmla="*/ 2156799 h 4449429"/>
              <a:gd name="connsiteX1135-44467" fmla="*/ 11998023 w 18982931"/>
              <a:gd name="connsiteY1135-44468" fmla="*/ 2115639 h 4449429"/>
              <a:gd name="connsiteX1136-44469" fmla="*/ 12010373 w 18982931"/>
              <a:gd name="connsiteY1136-44470" fmla="*/ 2115639 h 4449429"/>
              <a:gd name="connsiteX1137-44471" fmla="*/ 12014490 w 18982931"/>
              <a:gd name="connsiteY1137-44472" fmla="*/ 2185614 h 4449429"/>
              <a:gd name="connsiteX1138-44473" fmla="*/ 12055650 w 18982931"/>
              <a:gd name="connsiteY1138-44474" fmla="*/ 2259703 h 4449429"/>
              <a:gd name="connsiteX1139-44475" fmla="*/ 12109157 w 18982931"/>
              <a:gd name="connsiteY1139-44476" fmla="*/ 2267933 h 4449429"/>
              <a:gd name="connsiteX1140-44477" fmla="*/ 12137972 w 18982931"/>
              <a:gd name="connsiteY1140-44478" fmla="*/ 2580753 h 4449429"/>
              <a:gd name="connsiteX1141-44479" fmla="*/ 12150317 w 18982931"/>
              <a:gd name="connsiteY1141-44480" fmla="*/ 2580753 h 4449429"/>
              <a:gd name="connsiteX1142-44481" fmla="*/ 12179132 w 18982931"/>
              <a:gd name="connsiteY1142-44482" fmla="*/ 2411992 h 4449429"/>
              <a:gd name="connsiteX1143-44483" fmla="*/ 12207942 w 18982931"/>
              <a:gd name="connsiteY1143-44484" fmla="*/ 2160917 h 4449429"/>
              <a:gd name="connsiteX1144-44485" fmla="*/ 12216174 w 18982931"/>
              <a:gd name="connsiteY1144-44486" fmla="*/ 2152686 h 4449429"/>
              <a:gd name="connsiteX1145-44487" fmla="*/ 12331423 w 18982931"/>
              <a:gd name="connsiteY1145-44488" fmla="*/ 2152686 h 4449429"/>
              <a:gd name="connsiteX1146-44489" fmla="*/ 12331423 w 18982931"/>
              <a:gd name="connsiteY1146-44490" fmla="*/ 2317327 h 4449429"/>
              <a:gd name="connsiteX1147-44491" fmla="*/ 12496064 w 18982931"/>
              <a:gd name="connsiteY1147-44492" fmla="*/ 2313208 h 4449429"/>
              <a:gd name="connsiteX1148-44493" fmla="*/ 12557802 w 18982931"/>
              <a:gd name="connsiteY1148-44494" fmla="*/ 2210310 h 4449429"/>
              <a:gd name="connsiteX1149-44495" fmla="*/ 12566034 w 18982931"/>
              <a:gd name="connsiteY1149-44496" fmla="*/ 2206191 h 4449429"/>
              <a:gd name="connsiteX1150-44497" fmla="*/ 12598962 w 18982931"/>
              <a:gd name="connsiteY1150-44498" fmla="*/ 2267933 h 4449429"/>
              <a:gd name="connsiteX1151-44499" fmla="*/ 12607194 w 18982931"/>
              <a:gd name="connsiteY1151-44500" fmla="*/ 2263816 h 4449429"/>
              <a:gd name="connsiteX1152-44501" fmla="*/ 12607194 w 18982931"/>
              <a:gd name="connsiteY1152-44502" fmla="*/ 1461193 h 4449429"/>
              <a:gd name="connsiteX1153-44503" fmla="*/ 12677169 w 18982931"/>
              <a:gd name="connsiteY1153-44504" fmla="*/ 1230695 h 4449429"/>
              <a:gd name="connsiteX1154-44505" fmla="*/ 12920017 w 18982931"/>
              <a:gd name="connsiteY1154-44506" fmla="*/ 1230695 h 4449429"/>
              <a:gd name="connsiteX1155-44507" fmla="*/ 12948827 w 18982931"/>
              <a:gd name="connsiteY1155-44508" fmla="*/ 1490003 h 4449429"/>
              <a:gd name="connsiteX1156-44509" fmla="*/ 12948827 w 18982931"/>
              <a:gd name="connsiteY1156-44510" fmla="*/ 1909838 h 4449429"/>
              <a:gd name="connsiteX1157-44511" fmla="*/ 12948827 w 18982931"/>
              <a:gd name="connsiteY1157-44512" fmla="*/ 1975695 h 4449429"/>
              <a:gd name="connsiteX1158-44513" fmla="*/ 12969405 w 18982931"/>
              <a:gd name="connsiteY1158-44514" fmla="*/ 1979812 h 4449429"/>
              <a:gd name="connsiteX1159-44515" fmla="*/ 12989987 w 18982931"/>
              <a:gd name="connsiteY1159-44516" fmla="*/ 1913955 h 4449429"/>
              <a:gd name="connsiteX1160-44517" fmla="*/ 12989987 w 18982931"/>
              <a:gd name="connsiteY1160-44518" fmla="*/ 1469425 h 4449429"/>
              <a:gd name="connsiteX1161-44519" fmla="*/ 13064076 w 18982931"/>
              <a:gd name="connsiteY1161-44520" fmla="*/ 1395336 h 4449429"/>
              <a:gd name="connsiteX1162-44521" fmla="*/ 13146396 w 18982931"/>
              <a:gd name="connsiteY1162-44522" fmla="*/ 1395336 h 4449429"/>
              <a:gd name="connsiteX1163-44523" fmla="*/ 13146396 w 18982931"/>
              <a:gd name="connsiteY1163-44524" fmla="*/ 1111328 h 4449429"/>
              <a:gd name="connsiteX1164-44525" fmla="*/ 13216366 w 18982931"/>
              <a:gd name="connsiteY1164-44526" fmla="*/ 1103096 h 4449429"/>
              <a:gd name="connsiteX1165-44527" fmla="*/ 13228716 w 18982931"/>
              <a:gd name="connsiteY1165-44528" fmla="*/ 1041358 h 4449429"/>
              <a:gd name="connsiteX1166-44529" fmla="*/ 13368662 w 18982931"/>
              <a:gd name="connsiteY1166-44530" fmla="*/ 1041358 h 4449429"/>
              <a:gd name="connsiteX1167-44531" fmla="*/ 13368662 w 18982931"/>
              <a:gd name="connsiteY1167-44532" fmla="*/ 687379 h 4449429"/>
              <a:gd name="connsiteX1168-44533" fmla="*/ 13483911 w 18982931"/>
              <a:gd name="connsiteY1168-44534" fmla="*/ 687379 h 4449429"/>
              <a:gd name="connsiteX1169-44535" fmla="*/ 13483911 w 18982931"/>
              <a:gd name="connsiteY1169-44536" fmla="*/ 617404 h 4449429"/>
              <a:gd name="connsiteX1170-44537" fmla="*/ 13483911 w 18982931"/>
              <a:gd name="connsiteY1170-44538" fmla="*/ 131714 h 4449429"/>
              <a:gd name="connsiteX1171-44539" fmla="*/ 13541534 w 18982931"/>
              <a:gd name="connsiteY1171-44540" fmla="*/ 74089 h 4449429"/>
              <a:gd name="connsiteX1172-44541" fmla="*/ 13685593 w 18982931"/>
              <a:gd name="connsiteY1172-44542" fmla="*/ 74089 h 4449429"/>
              <a:gd name="connsiteX1173-44543" fmla="*/ 13730872 w 18982931"/>
              <a:gd name="connsiteY1173-44544" fmla="*/ 49392 h 4449429"/>
              <a:gd name="connsiteX1174-44545" fmla="*/ 13739104 w 18982931"/>
              <a:gd name="connsiteY1174-44546" fmla="*/ 0 h 4449429"/>
              <a:gd name="connsiteX0-44547" fmla="*/ 16404499 w 18982931"/>
              <a:gd name="connsiteY0-44548" fmla="*/ 4309270 h 4449429"/>
              <a:gd name="connsiteX1-44549" fmla="*/ 16404499 w 18982931"/>
              <a:gd name="connsiteY1-44550" fmla="*/ 4366104 h 4449429"/>
              <a:gd name="connsiteX2-44551" fmla="*/ 16461332 w 18982931"/>
              <a:gd name="connsiteY2-44552" fmla="*/ 4366104 h 4449429"/>
              <a:gd name="connsiteX3-44553" fmla="*/ 16461332 w 18982931"/>
              <a:gd name="connsiteY3-44554" fmla="*/ 4309270 h 4449429"/>
              <a:gd name="connsiteX4-44555" fmla="*/ 16404499 w 18982931"/>
              <a:gd name="connsiteY4-44556" fmla="*/ 4309270 h 4449429"/>
              <a:gd name="connsiteX5-44557" fmla="*/ 16292444 w 18982931"/>
              <a:gd name="connsiteY5-44558" fmla="*/ 4309270 h 4449429"/>
              <a:gd name="connsiteX6-44559" fmla="*/ 16292444 w 18982931"/>
              <a:gd name="connsiteY6-44560" fmla="*/ 4366104 h 4449429"/>
              <a:gd name="connsiteX7-44561" fmla="*/ 16349278 w 18982931"/>
              <a:gd name="connsiteY7-44562" fmla="*/ 4366104 h 4449429"/>
              <a:gd name="connsiteX8-44563" fmla="*/ 16349278 w 18982931"/>
              <a:gd name="connsiteY8-44564" fmla="*/ 4309270 h 4449429"/>
              <a:gd name="connsiteX9-44565" fmla="*/ 16292444 w 18982931"/>
              <a:gd name="connsiteY9-44566" fmla="*/ 4309270 h 4449429"/>
              <a:gd name="connsiteX10-44567" fmla="*/ 16180390 w 18982931"/>
              <a:gd name="connsiteY10-44568" fmla="*/ 4309270 h 4449429"/>
              <a:gd name="connsiteX11-44569" fmla="*/ 16180390 w 18982931"/>
              <a:gd name="connsiteY11-44570" fmla="*/ 4366104 h 4449429"/>
              <a:gd name="connsiteX12-44571" fmla="*/ 16237224 w 18982931"/>
              <a:gd name="connsiteY12-44572" fmla="*/ 4366104 h 4449429"/>
              <a:gd name="connsiteX13-44573" fmla="*/ 16237224 w 18982931"/>
              <a:gd name="connsiteY13-44574" fmla="*/ 4309270 h 4449429"/>
              <a:gd name="connsiteX14-44575" fmla="*/ 16180390 w 18982931"/>
              <a:gd name="connsiteY14-44576" fmla="*/ 4309270 h 4449429"/>
              <a:gd name="connsiteX15-44577" fmla="*/ 2813944 w 18982931"/>
              <a:gd name="connsiteY15-44578" fmla="*/ 4309269 h 4449429"/>
              <a:gd name="connsiteX16-44579" fmla="*/ 2813944 w 18982931"/>
              <a:gd name="connsiteY16-44580" fmla="*/ 4366102 h 4449429"/>
              <a:gd name="connsiteX17-44581" fmla="*/ 2870780 w 18982931"/>
              <a:gd name="connsiteY17-44582" fmla="*/ 4366102 h 4449429"/>
              <a:gd name="connsiteX18-44583" fmla="*/ 2870780 w 18982931"/>
              <a:gd name="connsiteY18-44584" fmla="*/ 4309269 h 4449429"/>
              <a:gd name="connsiteX19-44585" fmla="*/ 2813944 w 18982931"/>
              <a:gd name="connsiteY19-44586" fmla="*/ 4309269 h 4449429"/>
              <a:gd name="connsiteX20-44587" fmla="*/ 2701890 w 18982931"/>
              <a:gd name="connsiteY20-44588" fmla="*/ 4309269 h 4449429"/>
              <a:gd name="connsiteX21-44589" fmla="*/ 2701890 w 18982931"/>
              <a:gd name="connsiteY21-44590" fmla="*/ 4366102 h 4449429"/>
              <a:gd name="connsiteX22-44591" fmla="*/ 2758723 w 18982931"/>
              <a:gd name="connsiteY22-44592" fmla="*/ 4366102 h 4449429"/>
              <a:gd name="connsiteX23-44593" fmla="*/ 2758723 w 18982931"/>
              <a:gd name="connsiteY23-44594" fmla="*/ 4309269 h 4449429"/>
              <a:gd name="connsiteX24-44595" fmla="*/ 2701890 w 18982931"/>
              <a:gd name="connsiteY24-44596" fmla="*/ 4309269 h 4449429"/>
              <a:gd name="connsiteX25-44597" fmla="*/ 2589843 w 18982931"/>
              <a:gd name="connsiteY25-44598" fmla="*/ 4309269 h 4449429"/>
              <a:gd name="connsiteX26-44599" fmla="*/ 2589843 w 18982931"/>
              <a:gd name="connsiteY26-44600" fmla="*/ 4366102 h 4449429"/>
              <a:gd name="connsiteX27-44601" fmla="*/ 2646669 w 18982931"/>
              <a:gd name="connsiteY27-44602" fmla="*/ 4366102 h 4449429"/>
              <a:gd name="connsiteX28-44603" fmla="*/ 2646669 w 18982931"/>
              <a:gd name="connsiteY28-44604" fmla="*/ 4309269 h 4449429"/>
              <a:gd name="connsiteX29-44605" fmla="*/ 2589843 w 18982931"/>
              <a:gd name="connsiteY29-44606" fmla="*/ 4309269 h 4449429"/>
              <a:gd name="connsiteX30-44607" fmla="*/ 16404499 w 18982931"/>
              <a:gd name="connsiteY30-44608" fmla="*/ 4163982 h 4449429"/>
              <a:gd name="connsiteX31-44609" fmla="*/ 16404499 w 18982931"/>
              <a:gd name="connsiteY31-44610" fmla="*/ 4220816 h 4449429"/>
              <a:gd name="connsiteX32-44611" fmla="*/ 16461332 w 18982931"/>
              <a:gd name="connsiteY32-44612" fmla="*/ 4220816 h 4449429"/>
              <a:gd name="connsiteX33-44613" fmla="*/ 16461332 w 18982931"/>
              <a:gd name="connsiteY33-44614" fmla="*/ 4163982 h 4449429"/>
              <a:gd name="connsiteX34-44615" fmla="*/ 16404499 w 18982931"/>
              <a:gd name="connsiteY34-44616" fmla="*/ 4163982 h 4449429"/>
              <a:gd name="connsiteX35-44617" fmla="*/ 16292444 w 18982931"/>
              <a:gd name="connsiteY35-44618" fmla="*/ 4163982 h 4449429"/>
              <a:gd name="connsiteX36-44619" fmla="*/ 16292444 w 18982931"/>
              <a:gd name="connsiteY36-44620" fmla="*/ 4220816 h 4449429"/>
              <a:gd name="connsiteX37-44621" fmla="*/ 16349278 w 18982931"/>
              <a:gd name="connsiteY37-44622" fmla="*/ 4220816 h 4449429"/>
              <a:gd name="connsiteX38-44623" fmla="*/ 16349278 w 18982931"/>
              <a:gd name="connsiteY38-44624" fmla="*/ 4163982 h 4449429"/>
              <a:gd name="connsiteX39-44625" fmla="*/ 16292444 w 18982931"/>
              <a:gd name="connsiteY39-44626" fmla="*/ 4163982 h 4449429"/>
              <a:gd name="connsiteX40-44627" fmla="*/ 16180390 w 18982931"/>
              <a:gd name="connsiteY40-44628" fmla="*/ 4163982 h 4449429"/>
              <a:gd name="connsiteX41-44629" fmla="*/ 16180390 w 18982931"/>
              <a:gd name="connsiteY41-44630" fmla="*/ 4220816 h 4449429"/>
              <a:gd name="connsiteX42-44631" fmla="*/ 16237224 w 18982931"/>
              <a:gd name="connsiteY42-44632" fmla="*/ 4220816 h 4449429"/>
              <a:gd name="connsiteX43-44633" fmla="*/ 16237224 w 18982931"/>
              <a:gd name="connsiteY43-44634" fmla="*/ 4163982 h 4449429"/>
              <a:gd name="connsiteX44-44635" fmla="*/ 16180390 w 18982931"/>
              <a:gd name="connsiteY44-44636" fmla="*/ 4163982 h 4449429"/>
              <a:gd name="connsiteX45-44637" fmla="*/ 2813944 w 18982931"/>
              <a:gd name="connsiteY45-44638" fmla="*/ 4163981 h 4449429"/>
              <a:gd name="connsiteX46-44639" fmla="*/ 2813944 w 18982931"/>
              <a:gd name="connsiteY46-44640" fmla="*/ 4220814 h 4449429"/>
              <a:gd name="connsiteX47-44641" fmla="*/ 2870780 w 18982931"/>
              <a:gd name="connsiteY47-44642" fmla="*/ 4220814 h 4449429"/>
              <a:gd name="connsiteX48-44643" fmla="*/ 2870780 w 18982931"/>
              <a:gd name="connsiteY48-44644" fmla="*/ 4163981 h 4449429"/>
              <a:gd name="connsiteX49-44645" fmla="*/ 2813944 w 18982931"/>
              <a:gd name="connsiteY49-44646" fmla="*/ 4163981 h 4449429"/>
              <a:gd name="connsiteX50-44647" fmla="*/ 2701890 w 18982931"/>
              <a:gd name="connsiteY50-44648" fmla="*/ 4163981 h 4449429"/>
              <a:gd name="connsiteX51-44649" fmla="*/ 2701890 w 18982931"/>
              <a:gd name="connsiteY51-44650" fmla="*/ 4220814 h 4449429"/>
              <a:gd name="connsiteX52-44651" fmla="*/ 2758723 w 18982931"/>
              <a:gd name="connsiteY52-44652" fmla="*/ 4220814 h 4449429"/>
              <a:gd name="connsiteX53-44653" fmla="*/ 2758723 w 18982931"/>
              <a:gd name="connsiteY53-44654" fmla="*/ 4163981 h 4449429"/>
              <a:gd name="connsiteX54-44655" fmla="*/ 2701890 w 18982931"/>
              <a:gd name="connsiteY54-44656" fmla="*/ 4163981 h 4449429"/>
              <a:gd name="connsiteX55-44657" fmla="*/ 2589843 w 18982931"/>
              <a:gd name="connsiteY55-44658" fmla="*/ 4163981 h 4449429"/>
              <a:gd name="connsiteX56-44659" fmla="*/ 2589843 w 18982931"/>
              <a:gd name="connsiteY56-44660" fmla="*/ 4220814 h 4449429"/>
              <a:gd name="connsiteX57-44661" fmla="*/ 2646669 w 18982931"/>
              <a:gd name="connsiteY57-44662" fmla="*/ 4220814 h 4449429"/>
              <a:gd name="connsiteX58-44663" fmla="*/ 2646669 w 18982931"/>
              <a:gd name="connsiteY58-44664" fmla="*/ 4163981 h 4449429"/>
              <a:gd name="connsiteX59-44665" fmla="*/ 2589843 w 18982931"/>
              <a:gd name="connsiteY59-44666" fmla="*/ 4163981 h 4449429"/>
              <a:gd name="connsiteX60-44667" fmla="*/ 9851983 w 18982931"/>
              <a:gd name="connsiteY60-44668" fmla="*/ 4073253 h 4449429"/>
              <a:gd name="connsiteX61-44669" fmla="*/ 9851983 w 18982931"/>
              <a:gd name="connsiteY61-44670" fmla="*/ 4282100 h 4449429"/>
              <a:gd name="connsiteX62-44671" fmla="*/ 9897683 w 18982931"/>
              <a:gd name="connsiteY62-44672" fmla="*/ 4282100 h 4449429"/>
              <a:gd name="connsiteX63-44673" fmla="*/ 9897683 w 18982931"/>
              <a:gd name="connsiteY63-44674" fmla="*/ 4073253 h 4449429"/>
              <a:gd name="connsiteX64-44675" fmla="*/ 9851983 w 18982931"/>
              <a:gd name="connsiteY64-44676" fmla="*/ 4073253 h 4449429"/>
              <a:gd name="connsiteX65-44677" fmla="*/ 9760354 w 18982931"/>
              <a:gd name="connsiteY65-44678" fmla="*/ 4073253 h 4449429"/>
              <a:gd name="connsiteX66-44679" fmla="*/ 9760354 w 18982931"/>
              <a:gd name="connsiteY66-44680" fmla="*/ 4282100 h 4449429"/>
              <a:gd name="connsiteX67-44681" fmla="*/ 9806054 w 18982931"/>
              <a:gd name="connsiteY67-44682" fmla="*/ 4282100 h 4449429"/>
              <a:gd name="connsiteX68-44683" fmla="*/ 9806054 w 18982931"/>
              <a:gd name="connsiteY68-44684" fmla="*/ 4073253 h 4449429"/>
              <a:gd name="connsiteX69-44685" fmla="*/ 9760354 w 18982931"/>
              <a:gd name="connsiteY69-44686" fmla="*/ 4073253 h 4449429"/>
              <a:gd name="connsiteX70-44687" fmla="*/ 9668723 w 18982931"/>
              <a:gd name="connsiteY70-44688" fmla="*/ 4073253 h 4449429"/>
              <a:gd name="connsiteX71-44689" fmla="*/ 9668723 w 18982931"/>
              <a:gd name="connsiteY71-44690" fmla="*/ 4282100 h 4449429"/>
              <a:gd name="connsiteX72-44691" fmla="*/ 9714423 w 18982931"/>
              <a:gd name="connsiteY72-44692" fmla="*/ 4282100 h 4449429"/>
              <a:gd name="connsiteX73-44693" fmla="*/ 9714423 w 18982931"/>
              <a:gd name="connsiteY73-44694" fmla="*/ 4073253 h 4449429"/>
              <a:gd name="connsiteX74-44695" fmla="*/ 9668723 w 18982931"/>
              <a:gd name="connsiteY74-44696" fmla="*/ 4073253 h 4449429"/>
              <a:gd name="connsiteX75-44697" fmla="*/ 9577094 w 18982931"/>
              <a:gd name="connsiteY75-44698" fmla="*/ 4073253 h 4449429"/>
              <a:gd name="connsiteX76-44699" fmla="*/ 9577094 w 18982931"/>
              <a:gd name="connsiteY76-44700" fmla="*/ 4282100 h 4449429"/>
              <a:gd name="connsiteX77-44701" fmla="*/ 9622794 w 18982931"/>
              <a:gd name="connsiteY77-44702" fmla="*/ 4282100 h 4449429"/>
              <a:gd name="connsiteX78-44703" fmla="*/ 9622794 w 18982931"/>
              <a:gd name="connsiteY78-44704" fmla="*/ 4073253 h 4449429"/>
              <a:gd name="connsiteX79-44705" fmla="*/ 9577094 w 18982931"/>
              <a:gd name="connsiteY79-44706" fmla="*/ 4073253 h 4449429"/>
              <a:gd name="connsiteX80-44707" fmla="*/ 9485470 w 18982931"/>
              <a:gd name="connsiteY80-44708" fmla="*/ 4073253 h 4449429"/>
              <a:gd name="connsiteX81-44709" fmla="*/ 9485470 w 18982931"/>
              <a:gd name="connsiteY81-44710" fmla="*/ 4282100 h 4449429"/>
              <a:gd name="connsiteX82-44711" fmla="*/ 9531165 w 18982931"/>
              <a:gd name="connsiteY82-44712" fmla="*/ 4282100 h 4449429"/>
              <a:gd name="connsiteX83-44713" fmla="*/ 9531165 w 18982931"/>
              <a:gd name="connsiteY83-44714" fmla="*/ 4073253 h 4449429"/>
              <a:gd name="connsiteX84-44715" fmla="*/ 9485470 w 18982931"/>
              <a:gd name="connsiteY84-44716" fmla="*/ 4073253 h 4449429"/>
              <a:gd name="connsiteX85-44717" fmla="*/ 9393836 w 18982931"/>
              <a:gd name="connsiteY85-44718" fmla="*/ 4073253 h 4449429"/>
              <a:gd name="connsiteX86-44719" fmla="*/ 9393836 w 18982931"/>
              <a:gd name="connsiteY86-44720" fmla="*/ 4282100 h 4449429"/>
              <a:gd name="connsiteX87-44721" fmla="*/ 9439536 w 18982931"/>
              <a:gd name="connsiteY87-44722" fmla="*/ 4282100 h 4449429"/>
              <a:gd name="connsiteX88-44723" fmla="*/ 9439536 w 18982931"/>
              <a:gd name="connsiteY88-44724" fmla="*/ 4073253 h 4449429"/>
              <a:gd name="connsiteX89-44725" fmla="*/ 9393836 w 18982931"/>
              <a:gd name="connsiteY89-44726" fmla="*/ 4073253 h 4449429"/>
              <a:gd name="connsiteX90-44727" fmla="*/ 9302203 w 18982931"/>
              <a:gd name="connsiteY90-44728" fmla="*/ 4073253 h 4449429"/>
              <a:gd name="connsiteX91-44729" fmla="*/ 9302203 w 18982931"/>
              <a:gd name="connsiteY91-44730" fmla="*/ 4282100 h 4449429"/>
              <a:gd name="connsiteX92-44731" fmla="*/ 9347904 w 18982931"/>
              <a:gd name="connsiteY92-44732" fmla="*/ 4282100 h 4449429"/>
              <a:gd name="connsiteX93-44733" fmla="*/ 9347904 w 18982931"/>
              <a:gd name="connsiteY93-44734" fmla="*/ 4073253 h 4449429"/>
              <a:gd name="connsiteX94-44735" fmla="*/ 9302203 w 18982931"/>
              <a:gd name="connsiteY94-44736" fmla="*/ 4073253 h 4449429"/>
              <a:gd name="connsiteX95-44737" fmla="*/ 16404499 w 18982931"/>
              <a:gd name="connsiteY95-44738" fmla="*/ 4018694 h 4449429"/>
              <a:gd name="connsiteX96-44739" fmla="*/ 16404499 w 18982931"/>
              <a:gd name="connsiteY96-44740" fmla="*/ 4075528 h 4449429"/>
              <a:gd name="connsiteX97-44741" fmla="*/ 16461332 w 18982931"/>
              <a:gd name="connsiteY97-44742" fmla="*/ 4075528 h 4449429"/>
              <a:gd name="connsiteX98-44743" fmla="*/ 16461332 w 18982931"/>
              <a:gd name="connsiteY98-44744" fmla="*/ 4018694 h 4449429"/>
              <a:gd name="connsiteX99-44745" fmla="*/ 16404499 w 18982931"/>
              <a:gd name="connsiteY99-44746" fmla="*/ 4018694 h 4449429"/>
              <a:gd name="connsiteX100-44747" fmla="*/ 16292444 w 18982931"/>
              <a:gd name="connsiteY100-44748" fmla="*/ 4018694 h 4449429"/>
              <a:gd name="connsiteX101-44749" fmla="*/ 16292444 w 18982931"/>
              <a:gd name="connsiteY101-44750" fmla="*/ 4075528 h 4449429"/>
              <a:gd name="connsiteX102-44751" fmla="*/ 16349278 w 18982931"/>
              <a:gd name="connsiteY102-44752" fmla="*/ 4075528 h 4449429"/>
              <a:gd name="connsiteX103-44753" fmla="*/ 16349278 w 18982931"/>
              <a:gd name="connsiteY103-44754" fmla="*/ 4018694 h 4449429"/>
              <a:gd name="connsiteX104-44755" fmla="*/ 16292444 w 18982931"/>
              <a:gd name="connsiteY104-44756" fmla="*/ 4018694 h 4449429"/>
              <a:gd name="connsiteX105-44757" fmla="*/ 16180390 w 18982931"/>
              <a:gd name="connsiteY105-44758" fmla="*/ 4018694 h 4449429"/>
              <a:gd name="connsiteX106-44759" fmla="*/ 16180390 w 18982931"/>
              <a:gd name="connsiteY106-44760" fmla="*/ 4075528 h 4449429"/>
              <a:gd name="connsiteX107-44761" fmla="*/ 16237224 w 18982931"/>
              <a:gd name="connsiteY107-44762" fmla="*/ 4075528 h 4449429"/>
              <a:gd name="connsiteX108-44763" fmla="*/ 16237224 w 18982931"/>
              <a:gd name="connsiteY108-44764" fmla="*/ 4018694 h 4449429"/>
              <a:gd name="connsiteX109-44765" fmla="*/ 16180390 w 18982931"/>
              <a:gd name="connsiteY109-44766" fmla="*/ 4018694 h 4449429"/>
              <a:gd name="connsiteX110-44767" fmla="*/ 2813944 w 18982931"/>
              <a:gd name="connsiteY110-44768" fmla="*/ 4018692 h 4449429"/>
              <a:gd name="connsiteX111-44769" fmla="*/ 2813944 w 18982931"/>
              <a:gd name="connsiteY111-44770" fmla="*/ 4075526 h 4449429"/>
              <a:gd name="connsiteX112-44771" fmla="*/ 2870780 w 18982931"/>
              <a:gd name="connsiteY112-44772" fmla="*/ 4075526 h 4449429"/>
              <a:gd name="connsiteX113-44773" fmla="*/ 2870780 w 18982931"/>
              <a:gd name="connsiteY113-44774" fmla="*/ 4018692 h 4449429"/>
              <a:gd name="connsiteX114-44775" fmla="*/ 2813944 w 18982931"/>
              <a:gd name="connsiteY114-44776" fmla="*/ 4018692 h 4449429"/>
              <a:gd name="connsiteX115-44777" fmla="*/ 2701890 w 18982931"/>
              <a:gd name="connsiteY115-44778" fmla="*/ 4018692 h 4449429"/>
              <a:gd name="connsiteX116-44779" fmla="*/ 2701890 w 18982931"/>
              <a:gd name="connsiteY116-44780" fmla="*/ 4075526 h 4449429"/>
              <a:gd name="connsiteX117-44781" fmla="*/ 2758723 w 18982931"/>
              <a:gd name="connsiteY117-44782" fmla="*/ 4075526 h 4449429"/>
              <a:gd name="connsiteX118-44783" fmla="*/ 2758723 w 18982931"/>
              <a:gd name="connsiteY118-44784" fmla="*/ 4018692 h 4449429"/>
              <a:gd name="connsiteX119-44785" fmla="*/ 2701890 w 18982931"/>
              <a:gd name="connsiteY119-44786" fmla="*/ 4018692 h 4449429"/>
              <a:gd name="connsiteX120-44787" fmla="*/ 2589843 w 18982931"/>
              <a:gd name="connsiteY120-44788" fmla="*/ 4018692 h 4449429"/>
              <a:gd name="connsiteX121-44789" fmla="*/ 2589843 w 18982931"/>
              <a:gd name="connsiteY121-44790" fmla="*/ 4075526 h 4449429"/>
              <a:gd name="connsiteX122-44791" fmla="*/ 2646669 w 18982931"/>
              <a:gd name="connsiteY122-44792" fmla="*/ 4075526 h 4449429"/>
              <a:gd name="connsiteX123-44793" fmla="*/ 2646669 w 18982931"/>
              <a:gd name="connsiteY123-44794" fmla="*/ 4018692 h 4449429"/>
              <a:gd name="connsiteX124-44795" fmla="*/ 2589843 w 18982931"/>
              <a:gd name="connsiteY124-44796" fmla="*/ 4018692 h 4449429"/>
              <a:gd name="connsiteX125-44797" fmla="*/ 16404499 w 18982931"/>
              <a:gd name="connsiteY125-44798" fmla="*/ 3873406 h 4449429"/>
              <a:gd name="connsiteX126-44799" fmla="*/ 16404499 w 18982931"/>
              <a:gd name="connsiteY126-44800" fmla="*/ 3930240 h 4449429"/>
              <a:gd name="connsiteX127-44801" fmla="*/ 16461332 w 18982931"/>
              <a:gd name="connsiteY127-44802" fmla="*/ 3930240 h 4449429"/>
              <a:gd name="connsiteX128-44803" fmla="*/ 16461332 w 18982931"/>
              <a:gd name="connsiteY128-44804" fmla="*/ 3873406 h 4449429"/>
              <a:gd name="connsiteX129-44805" fmla="*/ 16404499 w 18982931"/>
              <a:gd name="connsiteY129-44806" fmla="*/ 3873406 h 4449429"/>
              <a:gd name="connsiteX130-44807" fmla="*/ 16292444 w 18982931"/>
              <a:gd name="connsiteY130-44808" fmla="*/ 3873406 h 4449429"/>
              <a:gd name="connsiteX131-44809" fmla="*/ 16292444 w 18982931"/>
              <a:gd name="connsiteY131-44810" fmla="*/ 3930240 h 4449429"/>
              <a:gd name="connsiteX132-44811" fmla="*/ 16349278 w 18982931"/>
              <a:gd name="connsiteY132-44812" fmla="*/ 3930240 h 4449429"/>
              <a:gd name="connsiteX133-44813" fmla="*/ 16349278 w 18982931"/>
              <a:gd name="connsiteY133-44814" fmla="*/ 3873406 h 4449429"/>
              <a:gd name="connsiteX134-44815" fmla="*/ 16292444 w 18982931"/>
              <a:gd name="connsiteY134-44816" fmla="*/ 3873406 h 4449429"/>
              <a:gd name="connsiteX135-44817" fmla="*/ 16180390 w 18982931"/>
              <a:gd name="connsiteY135-44818" fmla="*/ 3873406 h 4449429"/>
              <a:gd name="connsiteX136-44819" fmla="*/ 16180390 w 18982931"/>
              <a:gd name="connsiteY136-44820" fmla="*/ 3930240 h 4449429"/>
              <a:gd name="connsiteX137-44821" fmla="*/ 16237224 w 18982931"/>
              <a:gd name="connsiteY137-44822" fmla="*/ 3930240 h 4449429"/>
              <a:gd name="connsiteX138-44823" fmla="*/ 16237224 w 18982931"/>
              <a:gd name="connsiteY138-44824" fmla="*/ 3873406 h 4449429"/>
              <a:gd name="connsiteX139-44825" fmla="*/ 16180390 w 18982931"/>
              <a:gd name="connsiteY139-44826" fmla="*/ 3873406 h 4449429"/>
              <a:gd name="connsiteX140-44827" fmla="*/ 2813944 w 18982931"/>
              <a:gd name="connsiteY140-44828" fmla="*/ 3873404 h 4449429"/>
              <a:gd name="connsiteX141-44829" fmla="*/ 2813944 w 18982931"/>
              <a:gd name="connsiteY141-44830" fmla="*/ 3930238 h 4449429"/>
              <a:gd name="connsiteX142-44831" fmla="*/ 2870780 w 18982931"/>
              <a:gd name="connsiteY142-44832" fmla="*/ 3930238 h 4449429"/>
              <a:gd name="connsiteX143-44833" fmla="*/ 2870780 w 18982931"/>
              <a:gd name="connsiteY143-44834" fmla="*/ 3873404 h 4449429"/>
              <a:gd name="connsiteX144-44835" fmla="*/ 2813944 w 18982931"/>
              <a:gd name="connsiteY144-44836" fmla="*/ 3873404 h 4449429"/>
              <a:gd name="connsiteX145-44837" fmla="*/ 2701890 w 18982931"/>
              <a:gd name="connsiteY145-44838" fmla="*/ 3873404 h 4449429"/>
              <a:gd name="connsiteX146-44839" fmla="*/ 2701890 w 18982931"/>
              <a:gd name="connsiteY146-44840" fmla="*/ 3930238 h 4449429"/>
              <a:gd name="connsiteX147-44841" fmla="*/ 2758723 w 18982931"/>
              <a:gd name="connsiteY147-44842" fmla="*/ 3930238 h 4449429"/>
              <a:gd name="connsiteX148-44843" fmla="*/ 2758723 w 18982931"/>
              <a:gd name="connsiteY148-44844" fmla="*/ 3873404 h 4449429"/>
              <a:gd name="connsiteX149-44845" fmla="*/ 2701890 w 18982931"/>
              <a:gd name="connsiteY149-44846" fmla="*/ 3873404 h 4449429"/>
              <a:gd name="connsiteX150-44847" fmla="*/ 2589843 w 18982931"/>
              <a:gd name="connsiteY150-44848" fmla="*/ 3873404 h 4449429"/>
              <a:gd name="connsiteX151-44849" fmla="*/ 2589843 w 18982931"/>
              <a:gd name="connsiteY151-44850" fmla="*/ 3930238 h 4449429"/>
              <a:gd name="connsiteX152-44851" fmla="*/ 2646669 w 18982931"/>
              <a:gd name="connsiteY152-44852" fmla="*/ 3930238 h 4449429"/>
              <a:gd name="connsiteX153-44853" fmla="*/ 2646669 w 18982931"/>
              <a:gd name="connsiteY153-44854" fmla="*/ 3873404 h 4449429"/>
              <a:gd name="connsiteX154-44855" fmla="*/ 2589843 w 18982931"/>
              <a:gd name="connsiteY154-44856" fmla="*/ 3873404 h 4449429"/>
              <a:gd name="connsiteX155-44857" fmla="*/ 17351339 w 18982931"/>
              <a:gd name="connsiteY155-44858" fmla="*/ 3769299 h 4449429"/>
              <a:gd name="connsiteX156-44859" fmla="*/ 17351339 w 18982931"/>
              <a:gd name="connsiteY156-44860" fmla="*/ 3815000 h 4449429"/>
              <a:gd name="connsiteX157-44861" fmla="*/ 17560187 w 18982931"/>
              <a:gd name="connsiteY157-44862" fmla="*/ 3815000 h 4449429"/>
              <a:gd name="connsiteX158-44863" fmla="*/ 17560187 w 18982931"/>
              <a:gd name="connsiteY158-44864" fmla="*/ 3769299 h 4449429"/>
              <a:gd name="connsiteX159-44865" fmla="*/ 17351339 w 18982931"/>
              <a:gd name="connsiteY159-44866" fmla="*/ 3769299 h 4449429"/>
              <a:gd name="connsiteX160-44867" fmla="*/ 16404499 w 18982931"/>
              <a:gd name="connsiteY160-44868" fmla="*/ 3728118 h 4449429"/>
              <a:gd name="connsiteX161-44869" fmla="*/ 16404499 w 18982931"/>
              <a:gd name="connsiteY161-44870" fmla="*/ 3784951 h 4449429"/>
              <a:gd name="connsiteX162-44871" fmla="*/ 16461332 w 18982931"/>
              <a:gd name="connsiteY162-44872" fmla="*/ 3784951 h 4449429"/>
              <a:gd name="connsiteX163-44873" fmla="*/ 16461332 w 18982931"/>
              <a:gd name="connsiteY163-44874" fmla="*/ 3728118 h 4449429"/>
              <a:gd name="connsiteX164-44875" fmla="*/ 16404499 w 18982931"/>
              <a:gd name="connsiteY164-44876" fmla="*/ 3728118 h 4449429"/>
              <a:gd name="connsiteX165-44877" fmla="*/ 16292444 w 18982931"/>
              <a:gd name="connsiteY165-44878" fmla="*/ 3728118 h 4449429"/>
              <a:gd name="connsiteX166-44879" fmla="*/ 16292444 w 18982931"/>
              <a:gd name="connsiteY166-44880" fmla="*/ 3784951 h 4449429"/>
              <a:gd name="connsiteX167-44881" fmla="*/ 16349278 w 18982931"/>
              <a:gd name="connsiteY167-44882" fmla="*/ 3784951 h 4449429"/>
              <a:gd name="connsiteX168-44883" fmla="*/ 16349278 w 18982931"/>
              <a:gd name="connsiteY168-44884" fmla="*/ 3728118 h 4449429"/>
              <a:gd name="connsiteX169-44885" fmla="*/ 16292444 w 18982931"/>
              <a:gd name="connsiteY169-44886" fmla="*/ 3728118 h 4449429"/>
              <a:gd name="connsiteX170-44887" fmla="*/ 16180390 w 18982931"/>
              <a:gd name="connsiteY170-44888" fmla="*/ 3728118 h 4449429"/>
              <a:gd name="connsiteX171-44889" fmla="*/ 16180390 w 18982931"/>
              <a:gd name="connsiteY171-44890" fmla="*/ 3784951 h 4449429"/>
              <a:gd name="connsiteX172-44891" fmla="*/ 16237224 w 18982931"/>
              <a:gd name="connsiteY172-44892" fmla="*/ 3784951 h 4449429"/>
              <a:gd name="connsiteX173-44893" fmla="*/ 16237224 w 18982931"/>
              <a:gd name="connsiteY173-44894" fmla="*/ 3728118 h 4449429"/>
              <a:gd name="connsiteX174-44895" fmla="*/ 16180390 w 18982931"/>
              <a:gd name="connsiteY174-44896" fmla="*/ 3728118 h 4449429"/>
              <a:gd name="connsiteX175-44897" fmla="*/ 2813944 w 18982931"/>
              <a:gd name="connsiteY175-44898" fmla="*/ 3728116 h 4449429"/>
              <a:gd name="connsiteX176-44899" fmla="*/ 2813944 w 18982931"/>
              <a:gd name="connsiteY176-44900" fmla="*/ 3784950 h 4449429"/>
              <a:gd name="connsiteX177-44901" fmla="*/ 2870780 w 18982931"/>
              <a:gd name="connsiteY177-44902" fmla="*/ 3784950 h 4449429"/>
              <a:gd name="connsiteX178-44903" fmla="*/ 2870780 w 18982931"/>
              <a:gd name="connsiteY178-44904" fmla="*/ 3728116 h 4449429"/>
              <a:gd name="connsiteX179-44905" fmla="*/ 2813944 w 18982931"/>
              <a:gd name="connsiteY179-44906" fmla="*/ 3728116 h 4449429"/>
              <a:gd name="connsiteX180-44907" fmla="*/ 2701891 w 18982931"/>
              <a:gd name="connsiteY180-44908" fmla="*/ 3728116 h 4449429"/>
              <a:gd name="connsiteX181-44909" fmla="*/ 2701891 w 18982931"/>
              <a:gd name="connsiteY181-44910" fmla="*/ 3784950 h 4449429"/>
              <a:gd name="connsiteX182-44911" fmla="*/ 2758730 w 18982931"/>
              <a:gd name="connsiteY182-44912" fmla="*/ 3784950 h 4449429"/>
              <a:gd name="connsiteX183-44913" fmla="*/ 2758730 w 18982931"/>
              <a:gd name="connsiteY183-44914" fmla="*/ 3728116 h 4449429"/>
              <a:gd name="connsiteX184-44915" fmla="*/ 2701891 w 18982931"/>
              <a:gd name="connsiteY184-44916" fmla="*/ 3728116 h 4449429"/>
              <a:gd name="connsiteX185-44917" fmla="*/ 2589845 w 18982931"/>
              <a:gd name="connsiteY185-44918" fmla="*/ 3728116 h 4449429"/>
              <a:gd name="connsiteX186-44919" fmla="*/ 2589845 w 18982931"/>
              <a:gd name="connsiteY186-44920" fmla="*/ 3784950 h 4449429"/>
              <a:gd name="connsiteX187-44921" fmla="*/ 2646671 w 18982931"/>
              <a:gd name="connsiteY187-44922" fmla="*/ 3784950 h 4449429"/>
              <a:gd name="connsiteX188-44923" fmla="*/ 2646671 w 18982931"/>
              <a:gd name="connsiteY188-44924" fmla="*/ 3728116 h 4449429"/>
              <a:gd name="connsiteX189-44925" fmla="*/ 2589845 w 18982931"/>
              <a:gd name="connsiteY189-44926" fmla="*/ 3728116 h 4449429"/>
              <a:gd name="connsiteX190-44927" fmla="*/ 17351339 w 18982931"/>
              <a:gd name="connsiteY190-44928" fmla="*/ 3677667 h 4449429"/>
              <a:gd name="connsiteX191-44929" fmla="*/ 17351339 w 18982931"/>
              <a:gd name="connsiteY191-44930" fmla="*/ 3723368 h 4449429"/>
              <a:gd name="connsiteX192-44931" fmla="*/ 17560187 w 18982931"/>
              <a:gd name="connsiteY192-44932" fmla="*/ 3723368 h 4449429"/>
              <a:gd name="connsiteX193-44933" fmla="*/ 17560187 w 18982931"/>
              <a:gd name="connsiteY193-44934" fmla="*/ 3677667 h 4449429"/>
              <a:gd name="connsiteX194-44935" fmla="*/ 17351339 w 18982931"/>
              <a:gd name="connsiteY194-44936" fmla="*/ 3677667 h 4449429"/>
              <a:gd name="connsiteX195-44937" fmla="*/ 12612246 w 18982931"/>
              <a:gd name="connsiteY195-44938" fmla="*/ 3645952 h 4449429"/>
              <a:gd name="connsiteX196-44939" fmla="*/ 12612246 w 18982931"/>
              <a:gd name="connsiteY196-44940" fmla="*/ 3702785 h 4449429"/>
              <a:gd name="connsiteX197-44941" fmla="*/ 12669079 w 18982931"/>
              <a:gd name="connsiteY197-44942" fmla="*/ 3702785 h 4449429"/>
              <a:gd name="connsiteX198-44943" fmla="*/ 12669079 w 18982931"/>
              <a:gd name="connsiteY198-44944" fmla="*/ 3645952 h 4449429"/>
              <a:gd name="connsiteX199-44945" fmla="*/ 12612246 w 18982931"/>
              <a:gd name="connsiteY199-44946" fmla="*/ 3645952 h 4449429"/>
              <a:gd name="connsiteX200-44947" fmla="*/ 12500191 w 18982931"/>
              <a:gd name="connsiteY200-44948" fmla="*/ 3645952 h 4449429"/>
              <a:gd name="connsiteX201-44949" fmla="*/ 12500191 w 18982931"/>
              <a:gd name="connsiteY201-44950" fmla="*/ 3702785 h 4449429"/>
              <a:gd name="connsiteX202-44951" fmla="*/ 12557025 w 18982931"/>
              <a:gd name="connsiteY202-44952" fmla="*/ 3702785 h 4449429"/>
              <a:gd name="connsiteX203-44953" fmla="*/ 12557025 w 18982931"/>
              <a:gd name="connsiteY203-44954" fmla="*/ 3645952 h 4449429"/>
              <a:gd name="connsiteX204-44955" fmla="*/ 12500191 w 18982931"/>
              <a:gd name="connsiteY204-44956" fmla="*/ 3645952 h 4449429"/>
              <a:gd name="connsiteX205-44957" fmla="*/ 12388137 w 18982931"/>
              <a:gd name="connsiteY205-44958" fmla="*/ 3645952 h 4449429"/>
              <a:gd name="connsiteX206-44959" fmla="*/ 12388137 w 18982931"/>
              <a:gd name="connsiteY206-44960" fmla="*/ 3702785 h 4449429"/>
              <a:gd name="connsiteX207-44961" fmla="*/ 12444971 w 18982931"/>
              <a:gd name="connsiteY207-44962" fmla="*/ 3702785 h 4449429"/>
              <a:gd name="connsiteX208-44963" fmla="*/ 12444971 w 18982931"/>
              <a:gd name="connsiteY208-44964" fmla="*/ 3645952 h 4449429"/>
              <a:gd name="connsiteX209-44965" fmla="*/ 12388137 w 18982931"/>
              <a:gd name="connsiteY209-44966" fmla="*/ 3645952 h 4449429"/>
              <a:gd name="connsiteX210-44967" fmla="*/ 17351339 w 18982931"/>
              <a:gd name="connsiteY210-44968" fmla="*/ 3586038 h 4449429"/>
              <a:gd name="connsiteX211-44969" fmla="*/ 17351339 w 18982931"/>
              <a:gd name="connsiteY211-44970" fmla="*/ 3631739 h 4449429"/>
              <a:gd name="connsiteX212-44971" fmla="*/ 17560187 w 18982931"/>
              <a:gd name="connsiteY212-44972" fmla="*/ 3631739 h 4449429"/>
              <a:gd name="connsiteX213-44973" fmla="*/ 17560187 w 18982931"/>
              <a:gd name="connsiteY213-44974" fmla="*/ 3586038 h 4449429"/>
              <a:gd name="connsiteX214-44975" fmla="*/ 17351339 w 18982931"/>
              <a:gd name="connsiteY214-44976" fmla="*/ 3586038 h 4449429"/>
              <a:gd name="connsiteX215-44977" fmla="*/ 16404499 w 18982931"/>
              <a:gd name="connsiteY215-44978" fmla="*/ 3582830 h 4449429"/>
              <a:gd name="connsiteX216-44979" fmla="*/ 16404499 w 18982931"/>
              <a:gd name="connsiteY216-44980" fmla="*/ 3639663 h 4449429"/>
              <a:gd name="connsiteX217-44981" fmla="*/ 16461332 w 18982931"/>
              <a:gd name="connsiteY217-44982" fmla="*/ 3639663 h 4449429"/>
              <a:gd name="connsiteX218-44983" fmla="*/ 16461332 w 18982931"/>
              <a:gd name="connsiteY218-44984" fmla="*/ 3582830 h 4449429"/>
              <a:gd name="connsiteX219-44985" fmla="*/ 16404499 w 18982931"/>
              <a:gd name="connsiteY219-44986" fmla="*/ 3582830 h 4449429"/>
              <a:gd name="connsiteX220-44987" fmla="*/ 16292444 w 18982931"/>
              <a:gd name="connsiteY220-44988" fmla="*/ 3582830 h 4449429"/>
              <a:gd name="connsiteX221-44989" fmla="*/ 16292444 w 18982931"/>
              <a:gd name="connsiteY221-44990" fmla="*/ 3639663 h 4449429"/>
              <a:gd name="connsiteX222-44991" fmla="*/ 16349278 w 18982931"/>
              <a:gd name="connsiteY222-44992" fmla="*/ 3639663 h 4449429"/>
              <a:gd name="connsiteX223-44993" fmla="*/ 16349278 w 18982931"/>
              <a:gd name="connsiteY223-44994" fmla="*/ 3582830 h 4449429"/>
              <a:gd name="connsiteX224-44995" fmla="*/ 16292444 w 18982931"/>
              <a:gd name="connsiteY224-44996" fmla="*/ 3582830 h 4449429"/>
              <a:gd name="connsiteX225-44997" fmla="*/ 16180390 w 18982931"/>
              <a:gd name="connsiteY225-44998" fmla="*/ 3582830 h 4449429"/>
              <a:gd name="connsiteX226-44999" fmla="*/ 16180390 w 18982931"/>
              <a:gd name="connsiteY226-45000" fmla="*/ 3639663 h 4449429"/>
              <a:gd name="connsiteX227-45001" fmla="*/ 16237224 w 18982931"/>
              <a:gd name="connsiteY227-45002" fmla="*/ 3639663 h 4449429"/>
              <a:gd name="connsiteX228-45003" fmla="*/ 16237224 w 18982931"/>
              <a:gd name="connsiteY228-45004" fmla="*/ 3582830 h 4449429"/>
              <a:gd name="connsiteX229-45005" fmla="*/ 16180390 w 18982931"/>
              <a:gd name="connsiteY229-45006" fmla="*/ 3582830 h 4449429"/>
              <a:gd name="connsiteX230-45007" fmla="*/ 2813944 w 18982931"/>
              <a:gd name="connsiteY230-45008" fmla="*/ 3582828 h 4449429"/>
              <a:gd name="connsiteX231-45009" fmla="*/ 2813944 w 18982931"/>
              <a:gd name="connsiteY231-45010" fmla="*/ 3639662 h 4449429"/>
              <a:gd name="connsiteX232-45011" fmla="*/ 2870780 w 18982931"/>
              <a:gd name="connsiteY232-45012" fmla="*/ 3639662 h 4449429"/>
              <a:gd name="connsiteX233-45013" fmla="*/ 2870780 w 18982931"/>
              <a:gd name="connsiteY233-45014" fmla="*/ 3582828 h 4449429"/>
              <a:gd name="connsiteX234-45015" fmla="*/ 2813944 w 18982931"/>
              <a:gd name="connsiteY234-45016" fmla="*/ 3582828 h 4449429"/>
              <a:gd name="connsiteX235-45017" fmla="*/ 2701891 w 18982931"/>
              <a:gd name="connsiteY235-45018" fmla="*/ 3582828 h 4449429"/>
              <a:gd name="connsiteX236-45019" fmla="*/ 2701891 w 18982931"/>
              <a:gd name="connsiteY236-45020" fmla="*/ 3639662 h 4449429"/>
              <a:gd name="connsiteX237-45021" fmla="*/ 2758730 w 18982931"/>
              <a:gd name="connsiteY237-45022" fmla="*/ 3639662 h 4449429"/>
              <a:gd name="connsiteX238-45023" fmla="*/ 2758730 w 18982931"/>
              <a:gd name="connsiteY238-45024" fmla="*/ 3582828 h 4449429"/>
              <a:gd name="connsiteX239-45025" fmla="*/ 2701891 w 18982931"/>
              <a:gd name="connsiteY239-45026" fmla="*/ 3582828 h 4449429"/>
              <a:gd name="connsiteX240-45027" fmla="*/ 2589845 w 18982931"/>
              <a:gd name="connsiteY240-45028" fmla="*/ 3582828 h 4449429"/>
              <a:gd name="connsiteX241-45029" fmla="*/ 2589845 w 18982931"/>
              <a:gd name="connsiteY241-45030" fmla="*/ 3639662 h 4449429"/>
              <a:gd name="connsiteX242-45031" fmla="*/ 2646671 w 18982931"/>
              <a:gd name="connsiteY242-45032" fmla="*/ 3639662 h 4449429"/>
              <a:gd name="connsiteX243-45033" fmla="*/ 2646671 w 18982931"/>
              <a:gd name="connsiteY243-45034" fmla="*/ 3582828 h 4449429"/>
              <a:gd name="connsiteX244-45035" fmla="*/ 2589845 w 18982931"/>
              <a:gd name="connsiteY244-45036" fmla="*/ 3582828 h 4449429"/>
              <a:gd name="connsiteX245-45037" fmla="*/ 12612246 w 18982931"/>
              <a:gd name="connsiteY245-45038" fmla="*/ 3500664 h 4449429"/>
              <a:gd name="connsiteX246-45039" fmla="*/ 12612246 w 18982931"/>
              <a:gd name="connsiteY246-45040" fmla="*/ 3557497 h 4449429"/>
              <a:gd name="connsiteX247-45041" fmla="*/ 12669079 w 18982931"/>
              <a:gd name="connsiteY247-45042" fmla="*/ 3557497 h 4449429"/>
              <a:gd name="connsiteX248-45043" fmla="*/ 12669079 w 18982931"/>
              <a:gd name="connsiteY248-45044" fmla="*/ 3500664 h 4449429"/>
              <a:gd name="connsiteX249-45045" fmla="*/ 12612246 w 18982931"/>
              <a:gd name="connsiteY249-45046" fmla="*/ 3500664 h 4449429"/>
              <a:gd name="connsiteX250-45047" fmla="*/ 12500191 w 18982931"/>
              <a:gd name="connsiteY250-45048" fmla="*/ 3500664 h 4449429"/>
              <a:gd name="connsiteX251-45049" fmla="*/ 12500191 w 18982931"/>
              <a:gd name="connsiteY251-45050" fmla="*/ 3557497 h 4449429"/>
              <a:gd name="connsiteX252-45051" fmla="*/ 12557025 w 18982931"/>
              <a:gd name="connsiteY252-45052" fmla="*/ 3557497 h 4449429"/>
              <a:gd name="connsiteX253-45053" fmla="*/ 12557025 w 18982931"/>
              <a:gd name="connsiteY253-45054" fmla="*/ 3500664 h 4449429"/>
              <a:gd name="connsiteX254-45055" fmla="*/ 12500191 w 18982931"/>
              <a:gd name="connsiteY254-45056" fmla="*/ 3500664 h 4449429"/>
              <a:gd name="connsiteX255-45057" fmla="*/ 12388137 w 18982931"/>
              <a:gd name="connsiteY255-45058" fmla="*/ 3500664 h 4449429"/>
              <a:gd name="connsiteX256-45059" fmla="*/ 12388137 w 18982931"/>
              <a:gd name="connsiteY256-45060" fmla="*/ 3557497 h 4449429"/>
              <a:gd name="connsiteX257-45061" fmla="*/ 12444971 w 18982931"/>
              <a:gd name="connsiteY257-45062" fmla="*/ 3557497 h 4449429"/>
              <a:gd name="connsiteX258-45063" fmla="*/ 12444971 w 18982931"/>
              <a:gd name="connsiteY258-45064" fmla="*/ 3500664 h 4449429"/>
              <a:gd name="connsiteX259-45065" fmla="*/ 12388137 w 18982931"/>
              <a:gd name="connsiteY259-45066" fmla="*/ 3500664 h 4449429"/>
              <a:gd name="connsiteX260-45067" fmla="*/ 17351339 w 18982931"/>
              <a:gd name="connsiteY260-45068" fmla="*/ 3492933 h 4449429"/>
              <a:gd name="connsiteX261-45069" fmla="*/ 17351339 w 18982931"/>
              <a:gd name="connsiteY261-45070" fmla="*/ 3538633 h 4449429"/>
              <a:gd name="connsiteX262-45071" fmla="*/ 17560187 w 18982931"/>
              <a:gd name="connsiteY262-45072" fmla="*/ 3538633 h 4449429"/>
              <a:gd name="connsiteX263-45073" fmla="*/ 17560187 w 18982931"/>
              <a:gd name="connsiteY263-45074" fmla="*/ 3492933 h 4449429"/>
              <a:gd name="connsiteX264-45075" fmla="*/ 17351339 w 18982931"/>
              <a:gd name="connsiteY264-45076" fmla="*/ 3492933 h 4449429"/>
              <a:gd name="connsiteX265-45077" fmla="*/ 17351339 w 18982931"/>
              <a:gd name="connsiteY265-45078" fmla="*/ 3401301 h 4449429"/>
              <a:gd name="connsiteX266-45079" fmla="*/ 17351339 w 18982931"/>
              <a:gd name="connsiteY266-45080" fmla="*/ 3447001 h 4449429"/>
              <a:gd name="connsiteX267-45081" fmla="*/ 17560187 w 18982931"/>
              <a:gd name="connsiteY267-45082" fmla="*/ 3447001 h 4449429"/>
              <a:gd name="connsiteX268-45083" fmla="*/ 17560187 w 18982931"/>
              <a:gd name="connsiteY268-45084" fmla="*/ 3401301 h 4449429"/>
              <a:gd name="connsiteX269-45085" fmla="*/ 17351339 w 18982931"/>
              <a:gd name="connsiteY269-45086" fmla="*/ 3401301 h 4449429"/>
              <a:gd name="connsiteX270-45087" fmla="*/ 1596781 w 18982931"/>
              <a:gd name="connsiteY270-45088" fmla="*/ 3357078 h 4449429"/>
              <a:gd name="connsiteX271-45089" fmla="*/ 1596781 w 18982931"/>
              <a:gd name="connsiteY271-45090" fmla="*/ 3402779 h 4449429"/>
              <a:gd name="connsiteX272-45091" fmla="*/ 1805629 w 18982931"/>
              <a:gd name="connsiteY272-45092" fmla="*/ 3402779 h 4449429"/>
              <a:gd name="connsiteX273-45093" fmla="*/ 1805629 w 18982931"/>
              <a:gd name="connsiteY273-45094" fmla="*/ 3357078 h 4449429"/>
              <a:gd name="connsiteX274-45095" fmla="*/ 1596781 w 18982931"/>
              <a:gd name="connsiteY274-45096" fmla="*/ 3357078 h 4449429"/>
              <a:gd name="connsiteX275-45097" fmla="*/ 12612246 w 18982931"/>
              <a:gd name="connsiteY275-45098" fmla="*/ 3355375 h 4449429"/>
              <a:gd name="connsiteX276-45099" fmla="*/ 12612246 w 18982931"/>
              <a:gd name="connsiteY276-45100" fmla="*/ 3412209 h 4449429"/>
              <a:gd name="connsiteX277-45101" fmla="*/ 12669079 w 18982931"/>
              <a:gd name="connsiteY277-45102" fmla="*/ 3412209 h 4449429"/>
              <a:gd name="connsiteX278-45103" fmla="*/ 12669079 w 18982931"/>
              <a:gd name="connsiteY278-45104" fmla="*/ 3355375 h 4449429"/>
              <a:gd name="connsiteX279-45105" fmla="*/ 12612246 w 18982931"/>
              <a:gd name="connsiteY279-45106" fmla="*/ 3355375 h 4449429"/>
              <a:gd name="connsiteX280-45107" fmla="*/ 12500191 w 18982931"/>
              <a:gd name="connsiteY280-45108" fmla="*/ 3355375 h 4449429"/>
              <a:gd name="connsiteX281-45109" fmla="*/ 12500191 w 18982931"/>
              <a:gd name="connsiteY281-45110" fmla="*/ 3412209 h 4449429"/>
              <a:gd name="connsiteX282-45111" fmla="*/ 12557025 w 18982931"/>
              <a:gd name="connsiteY282-45112" fmla="*/ 3412209 h 4449429"/>
              <a:gd name="connsiteX283-45113" fmla="*/ 12557025 w 18982931"/>
              <a:gd name="connsiteY283-45114" fmla="*/ 3355375 h 4449429"/>
              <a:gd name="connsiteX284-45115" fmla="*/ 12500191 w 18982931"/>
              <a:gd name="connsiteY284-45116" fmla="*/ 3355375 h 4449429"/>
              <a:gd name="connsiteX285-45117" fmla="*/ 12388137 w 18982931"/>
              <a:gd name="connsiteY285-45118" fmla="*/ 3355375 h 4449429"/>
              <a:gd name="connsiteX286-45119" fmla="*/ 12388137 w 18982931"/>
              <a:gd name="connsiteY286-45120" fmla="*/ 3412209 h 4449429"/>
              <a:gd name="connsiteX287-45121" fmla="*/ 12444971 w 18982931"/>
              <a:gd name="connsiteY287-45122" fmla="*/ 3412209 h 4449429"/>
              <a:gd name="connsiteX288-45123" fmla="*/ 12444971 w 18982931"/>
              <a:gd name="connsiteY288-45124" fmla="*/ 3355375 h 4449429"/>
              <a:gd name="connsiteX289-45125" fmla="*/ 12388137 w 18982931"/>
              <a:gd name="connsiteY289-45126" fmla="*/ 3355375 h 4449429"/>
              <a:gd name="connsiteX290-45127" fmla="*/ 17351339 w 18982931"/>
              <a:gd name="connsiteY290-45128" fmla="*/ 3309670 h 4449429"/>
              <a:gd name="connsiteX291-45129" fmla="*/ 17351339 w 18982931"/>
              <a:gd name="connsiteY291-45130" fmla="*/ 3355371 h 4449429"/>
              <a:gd name="connsiteX292-45131" fmla="*/ 17560187 w 18982931"/>
              <a:gd name="connsiteY292-45132" fmla="*/ 3355371 h 4449429"/>
              <a:gd name="connsiteX293-45133" fmla="*/ 17560187 w 18982931"/>
              <a:gd name="connsiteY293-45134" fmla="*/ 3309670 h 4449429"/>
              <a:gd name="connsiteX294-45135" fmla="*/ 17351339 w 18982931"/>
              <a:gd name="connsiteY294-45136" fmla="*/ 3309670 h 4449429"/>
              <a:gd name="connsiteX295-45137" fmla="*/ 1596781 w 18982931"/>
              <a:gd name="connsiteY295-45138" fmla="*/ 3265446 h 4449429"/>
              <a:gd name="connsiteX296-45139" fmla="*/ 1596781 w 18982931"/>
              <a:gd name="connsiteY296-45140" fmla="*/ 3311147 h 4449429"/>
              <a:gd name="connsiteX297-45141" fmla="*/ 1805629 w 18982931"/>
              <a:gd name="connsiteY297-45142" fmla="*/ 3311147 h 4449429"/>
              <a:gd name="connsiteX298-45143" fmla="*/ 1805629 w 18982931"/>
              <a:gd name="connsiteY298-45144" fmla="*/ 3265446 h 4449429"/>
              <a:gd name="connsiteX299-45145" fmla="*/ 1596781 w 18982931"/>
              <a:gd name="connsiteY299-45146" fmla="*/ 3265446 h 4449429"/>
              <a:gd name="connsiteX300-45147" fmla="*/ 17351339 w 18982931"/>
              <a:gd name="connsiteY300-45148" fmla="*/ 3218041 h 4449429"/>
              <a:gd name="connsiteX301-45149" fmla="*/ 17351339 w 18982931"/>
              <a:gd name="connsiteY301-45150" fmla="*/ 3263742 h 4449429"/>
              <a:gd name="connsiteX302-45151" fmla="*/ 17560187 w 18982931"/>
              <a:gd name="connsiteY302-45152" fmla="*/ 3263742 h 4449429"/>
              <a:gd name="connsiteX303-45153" fmla="*/ 17560187 w 18982931"/>
              <a:gd name="connsiteY303-45154" fmla="*/ 3218041 h 4449429"/>
              <a:gd name="connsiteX304-45155" fmla="*/ 17351339 w 18982931"/>
              <a:gd name="connsiteY304-45156" fmla="*/ 3218041 h 4449429"/>
              <a:gd name="connsiteX305-45157" fmla="*/ 12612246 w 18982931"/>
              <a:gd name="connsiteY305-45158" fmla="*/ 3210087 h 4449429"/>
              <a:gd name="connsiteX306-45159" fmla="*/ 12612246 w 18982931"/>
              <a:gd name="connsiteY306-45160" fmla="*/ 3266921 h 4449429"/>
              <a:gd name="connsiteX307-45161" fmla="*/ 12669079 w 18982931"/>
              <a:gd name="connsiteY307-45162" fmla="*/ 3266921 h 4449429"/>
              <a:gd name="connsiteX308-45163" fmla="*/ 12669079 w 18982931"/>
              <a:gd name="connsiteY308-45164" fmla="*/ 3210087 h 4449429"/>
              <a:gd name="connsiteX309-45165" fmla="*/ 12612246 w 18982931"/>
              <a:gd name="connsiteY309-45166" fmla="*/ 3210087 h 4449429"/>
              <a:gd name="connsiteX310-45167" fmla="*/ 12500191 w 18982931"/>
              <a:gd name="connsiteY310-45168" fmla="*/ 3210087 h 4449429"/>
              <a:gd name="connsiteX311-45169" fmla="*/ 12500191 w 18982931"/>
              <a:gd name="connsiteY311-45170" fmla="*/ 3266921 h 4449429"/>
              <a:gd name="connsiteX312-45171" fmla="*/ 12557025 w 18982931"/>
              <a:gd name="connsiteY312-45172" fmla="*/ 3266921 h 4449429"/>
              <a:gd name="connsiteX313-45173" fmla="*/ 12557025 w 18982931"/>
              <a:gd name="connsiteY313-45174" fmla="*/ 3210087 h 4449429"/>
              <a:gd name="connsiteX314-45175" fmla="*/ 12500191 w 18982931"/>
              <a:gd name="connsiteY314-45176" fmla="*/ 3210087 h 4449429"/>
              <a:gd name="connsiteX315-45177" fmla="*/ 12388137 w 18982931"/>
              <a:gd name="connsiteY315-45178" fmla="*/ 3210087 h 4449429"/>
              <a:gd name="connsiteX316-45179" fmla="*/ 12388137 w 18982931"/>
              <a:gd name="connsiteY316-45180" fmla="*/ 3266921 h 4449429"/>
              <a:gd name="connsiteX317-45181" fmla="*/ 12444971 w 18982931"/>
              <a:gd name="connsiteY317-45182" fmla="*/ 3266921 h 4449429"/>
              <a:gd name="connsiteX318-45183" fmla="*/ 12444971 w 18982931"/>
              <a:gd name="connsiteY318-45184" fmla="*/ 3210087 h 4449429"/>
              <a:gd name="connsiteX319-45185" fmla="*/ 12388137 w 18982931"/>
              <a:gd name="connsiteY319-45186" fmla="*/ 3210087 h 4449429"/>
              <a:gd name="connsiteX320-45187" fmla="*/ 1596781 w 18982931"/>
              <a:gd name="connsiteY320-45188" fmla="*/ 3173817 h 4449429"/>
              <a:gd name="connsiteX321-45189" fmla="*/ 1596781 w 18982931"/>
              <a:gd name="connsiteY321-45190" fmla="*/ 3219518 h 4449429"/>
              <a:gd name="connsiteX322-45191" fmla="*/ 1805629 w 18982931"/>
              <a:gd name="connsiteY322-45192" fmla="*/ 3219518 h 4449429"/>
              <a:gd name="connsiteX323-45193" fmla="*/ 1805629 w 18982931"/>
              <a:gd name="connsiteY323-45194" fmla="*/ 3173817 h 4449429"/>
              <a:gd name="connsiteX324-45195" fmla="*/ 1596781 w 18982931"/>
              <a:gd name="connsiteY324-45196" fmla="*/ 3173817 h 4449429"/>
              <a:gd name="connsiteX325-45197" fmla="*/ 17351339 w 18982931"/>
              <a:gd name="connsiteY325-45198" fmla="*/ 3126412 h 4449429"/>
              <a:gd name="connsiteX326-45199" fmla="*/ 17351339 w 18982931"/>
              <a:gd name="connsiteY326-45200" fmla="*/ 3172113 h 4449429"/>
              <a:gd name="connsiteX327-45201" fmla="*/ 17560187 w 18982931"/>
              <a:gd name="connsiteY327-45202" fmla="*/ 3172113 h 4449429"/>
              <a:gd name="connsiteX328-45203" fmla="*/ 17560187 w 18982931"/>
              <a:gd name="connsiteY328-45204" fmla="*/ 3126412 h 4449429"/>
              <a:gd name="connsiteX329-45205" fmla="*/ 17351339 w 18982931"/>
              <a:gd name="connsiteY329-45206" fmla="*/ 3126412 h 4449429"/>
              <a:gd name="connsiteX330-45207" fmla="*/ 1596781 w 18982931"/>
              <a:gd name="connsiteY330-45208" fmla="*/ 3080712 h 4449429"/>
              <a:gd name="connsiteX331-45209" fmla="*/ 1596781 w 18982931"/>
              <a:gd name="connsiteY331-45210" fmla="*/ 3126412 h 4449429"/>
              <a:gd name="connsiteX332-45211" fmla="*/ 1805629 w 18982931"/>
              <a:gd name="connsiteY332-45212" fmla="*/ 3126412 h 4449429"/>
              <a:gd name="connsiteX333-45213" fmla="*/ 1805629 w 18982931"/>
              <a:gd name="connsiteY333-45214" fmla="*/ 3080712 h 4449429"/>
              <a:gd name="connsiteX334-45215" fmla="*/ 1596781 w 18982931"/>
              <a:gd name="connsiteY334-45216" fmla="*/ 3080712 h 4449429"/>
              <a:gd name="connsiteX335-45217" fmla="*/ 12612246 w 18982931"/>
              <a:gd name="connsiteY335-45218" fmla="*/ 3064799 h 4449429"/>
              <a:gd name="connsiteX336-45219" fmla="*/ 12612246 w 18982931"/>
              <a:gd name="connsiteY336-45220" fmla="*/ 3121633 h 4449429"/>
              <a:gd name="connsiteX337-45221" fmla="*/ 12669079 w 18982931"/>
              <a:gd name="connsiteY337-45222" fmla="*/ 3121633 h 4449429"/>
              <a:gd name="connsiteX338-45223" fmla="*/ 12669079 w 18982931"/>
              <a:gd name="connsiteY338-45224" fmla="*/ 3064799 h 4449429"/>
              <a:gd name="connsiteX339-45225" fmla="*/ 12612246 w 18982931"/>
              <a:gd name="connsiteY339-45226" fmla="*/ 3064799 h 4449429"/>
              <a:gd name="connsiteX340-45227" fmla="*/ 12500191 w 18982931"/>
              <a:gd name="connsiteY340-45228" fmla="*/ 3064799 h 4449429"/>
              <a:gd name="connsiteX341-45229" fmla="*/ 12500191 w 18982931"/>
              <a:gd name="connsiteY341-45230" fmla="*/ 3121633 h 4449429"/>
              <a:gd name="connsiteX342-45231" fmla="*/ 12557025 w 18982931"/>
              <a:gd name="connsiteY342-45232" fmla="*/ 3121633 h 4449429"/>
              <a:gd name="connsiteX343-45233" fmla="*/ 12557025 w 18982931"/>
              <a:gd name="connsiteY343-45234" fmla="*/ 3064799 h 4449429"/>
              <a:gd name="connsiteX344-45235" fmla="*/ 12500191 w 18982931"/>
              <a:gd name="connsiteY344-45236" fmla="*/ 3064799 h 4449429"/>
              <a:gd name="connsiteX345-45237" fmla="*/ 12388137 w 18982931"/>
              <a:gd name="connsiteY345-45238" fmla="*/ 3064799 h 4449429"/>
              <a:gd name="connsiteX346-45239" fmla="*/ 12388137 w 18982931"/>
              <a:gd name="connsiteY346-45240" fmla="*/ 3121633 h 4449429"/>
              <a:gd name="connsiteX347-45241" fmla="*/ 12444971 w 18982931"/>
              <a:gd name="connsiteY347-45242" fmla="*/ 3121633 h 4449429"/>
              <a:gd name="connsiteX348-45243" fmla="*/ 12444971 w 18982931"/>
              <a:gd name="connsiteY348-45244" fmla="*/ 3064799 h 4449429"/>
              <a:gd name="connsiteX349-45245" fmla="*/ 12388137 w 18982931"/>
              <a:gd name="connsiteY349-45246" fmla="*/ 3064799 h 4449429"/>
              <a:gd name="connsiteX350-45247" fmla="*/ 17351339 w 18982931"/>
              <a:gd name="connsiteY350-45248" fmla="*/ 3034782 h 4449429"/>
              <a:gd name="connsiteX351-45249" fmla="*/ 17351339 w 18982931"/>
              <a:gd name="connsiteY351-45250" fmla="*/ 3080482 h 4449429"/>
              <a:gd name="connsiteX352-45251" fmla="*/ 17560187 w 18982931"/>
              <a:gd name="connsiteY352-45252" fmla="*/ 3080482 h 4449429"/>
              <a:gd name="connsiteX353-45253" fmla="*/ 17560187 w 18982931"/>
              <a:gd name="connsiteY353-45254" fmla="*/ 3034782 h 4449429"/>
              <a:gd name="connsiteX354-45255" fmla="*/ 17351339 w 18982931"/>
              <a:gd name="connsiteY354-45256" fmla="*/ 3034782 h 4449429"/>
              <a:gd name="connsiteX355-45257" fmla="*/ 1596781 w 18982931"/>
              <a:gd name="connsiteY355-45258" fmla="*/ 2989080 h 4449429"/>
              <a:gd name="connsiteX356-45259" fmla="*/ 1596781 w 18982931"/>
              <a:gd name="connsiteY356-45260" fmla="*/ 3034780 h 4449429"/>
              <a:gd name="connsiteX357-45261" fmla="*/ 1805629 w 18982931"/>
              <a:gd name="connsiteY357-45262" fmla="*/ 3034780 h 4449429"/>
              <a:gd name="connsiteX358-45263" fmla="*/ 1805629 w 18982931"/>
              <a:gd name="connsiteY358-45264" fmla="*/ 2989080 h 4449429"/>
              <a:gd name="connsiteX359-45265" fmla="*/ 1596781 w 18982931"/>
              <a:gd name="connsiteY359-45266" fmla="*/ 2989080 h 4449429"/>
              <a:gd name="connsiteX360-45267" fmla="*/ 17351339 w 18982931"/>
              <a:gd name="connsiteY360-45268" fmla="*/ 2943153 h 4449429"/>
              <a:gd name="connsiteX361-45269" fmla="*/ 17351339 w 18982931"/>
              <a:gd name="connsiteY361-45270" fmla="*/ 2988853 h 4449429"/>
              <a:gd name="connsiteX362-45271" fmla="*/ 17560187 w 18982931"/>
              <a:gd name="connsiteY362-45272" fmla="*/ 2988853 h 4449429"/>
              <a:gd name="connsiteX363-45273" fmla="*/ 17560187 w 18982931"/>
              <a:gd name="connsiteY363-45274" fmla="*/ 2943153 h 4449429"/>
              <a:gd name="connsiteX364-45275" fmla="*/ 17351339 w 18982931"/>
              <a:gd name="connsiteY364-45276" fmla="*/ 2943153 h 4449429"/>
              <a:gd name="connsiteX365-45277" fmla="*/ 12612246 w 18982931"/>
              <a:gd name="connsiteY365-45278" fmla="*/ 2919511 h 4449429"/>
              <a:gd name="connsiteX366-45279" fmla="*/ 12612246 w 18982931"/>
              <a:gd name="connsiteY366-45280" fmla="*/ 2976345 h 4449429"/>
              <a:gd name="connsiteX367-45281" fmla="*/ 12669079 w 18982931"/>
              <a:gd name="connsiteY367-45282" fmla="*/ 2976345 h 4449429"/>
              <a:gd name="connsiteX368-45283" fmla="*/ 12669079 w 18982931"/>
              <a:gd name="connsiteY368-45284" fmla="*/ 2919511 h 4449429"/>
              <a:gd name="connsiteX369-45285" fmla="*/ 12612246 w 18982931"/>
              <a:gd name="connsiteY369-45286" fmla="*/ 2919511 h 4449429"/>
              <a:gd name="connsiteX370-45287" fmla="*/ 12500191 w 18982931"/>
              <a:gd name="connsiteY370-45288" fmla="*/ 2919511 h 4449429"/>
              <a:gd name="connsiteX371-45289" fmla="*/ 12500191 w 18982931"/>
              <a:gd name="connsiteY371-45290" fmla="*/ 2976345 h 4449429"/>
              <a:gd name="connsiteX372-45291" fmla="*/ 12557025 w 18982931"/>
              <a:gd name="connsiteY372-45292" fmla="*/ 2976345 h 4449429"/>
              <a:gd name="connsiteX373-45293" fmla="*/ 12557025 w 18982931"/>
              <a:gd name="connsiteY373-45294" fmla="*/ 2919511 h 4449429"/>
              <a:gd name="connsiteX374-45295" fmla="*/ 12500191 w 18982931"/>
              <a:gd name="connsiteY374-45296" fmla="*/ 2919511 h 4449429"/>
              <a:gd name="connsiteX375-45297" fmla="*/ 12388137 w 18982931"/>
              <a:gd name="connsiteY375-45298" fmla="*/ 2919511 h 4449429"/>
              <a:gd name="connsiteX376-45299" fmla="*/ 12388137 w 18982931"/>
              <a:gd name="connsiteY376-45300" fmla="*/ 2976345 h 4449429"/>
              <a:gd name="connsiteX377-45301" fmla="*/ 12444971 w 18982931"/>
              <a:gd name="connsiteY377-45302" fmla="*/ 2976345 h 4449429"/>
              <a:gd name="connsiteX378-45303" fmla="*/ 12444971 w 18982931"/>
              <a:gd name="connsiteY378-45304" fmla="*/ 2919511 h 4449429"/>
              <a:gd name="connsiteX379-45305" fmla="*/ 12388137 w 18982931"/>
              <a:gd name="connsiteY379-45306" fmla="*/ 2919511 h 4449429"/>
              <a:gd name="connsiteX380-45307" fmla="*/ 1596781 w 18982931"/>
              <a:gd name="connsiteY380-45308" fmla="*/ 2897450 h 4449429"/>
              <a:gd name="connsiteX381-45309" fmla="*/ 1596781 w 18982931"/>
              <a:gd name="connsiteY381-45310" fmla="*/ 2943150 h 4449429"/>
              <a:gd name="connsiteX382-45311" fmla="*/ 1805629 w 18982931"/>
              <a:gd name="connsiteY382-45312" fmla="*/ 2943150 h 4449429"/>
              <a:gd name="connsiteX383-45313" fmla="*/ 1805629 w 18982931"/>
              <a:gd name="connsiteY383-45314" fmla="*/ 2897450 h 4449429"/>
              <a:gd name="connsiteX384-45315" fmla="*/ 1596781 w 18982931"/>
              <a:gd name="connsiteY384-45316" fmla="*/ 2897450 h 4449429"/>
              <a:gd name="connsiteX385-45317" fmla="*/ 17351339 w 18982931"/>
              <a:gd name="connsiteY385-45318" fmla="*/ 2851522 h 4449429"/>
              <a:gd name="connsiteX386-45319" fmla="*/ 17351339 w 18982931"/>
              <a:gd name="connsiteY386-45320" fmla="*/ 2897223 h 4449429"/>
              <a:gd name="connsiteX387-45321" fmla="*/ 17560187 w 18982931"/>
              <a:gd name="connsiteY387-45322" fmla="*/ 2897223 h 4449429"/>
              <a:gd name="connsiteX388-45323" fmla="*/ 17560187 w 18982931"/>
              <a:gd name="connsiteY388-45324" fmla="*/ 2851522 h 4449429"/>
              <a:gd name="connsiteX389-45325" fmla="*/ 17351339 w 18982931"/>
              <a:gd name="connsiteY389-45326" fmla="*/ 2851522 h 4449429"/>
              <a:gd name="connsiteX390-45327" fmla="*/ 1596781 w 18982931"/>
              <a:gd name="connsiteY390-45328" fmla="*/ 2805821 h 4449429"/>
              <a:gd name="connsiteX391-45329" fmla="*/ 1596781 w 18982931"/>
              <a:gd name="connsiteY391-45330" fmla="*/ 2851521 h 4449429"/>
              <a:gd name="connsiteX392-45331" fmla="*/ 1805629 w 18982931"/>
              <a:gd name="connsiteY392-45332" fmla="*/ 2851521 h 4449429"/>
              <a:gd name="connsiteX393-45333" fmla="*/ 1805629 w 18982931"/>
              <a:gd name="connsiteY393-45334" fmla="*/ 2805821 h 4449429"/>
              <a:gd name="connsiteX394-45335" fmla="*/ 1596781 w 18982931"/>
              <a:gd name="connsiteY394-45336" fmla="*/ 2805821 h 4449429"/>
              <a:gd name="connsiteX395-45337" fmla="*/ 1596781 w 18982931"/>
              <a:gd name="connsiteY395-45338" fmla="*/ 2714192 h 4449429"/>
              <a:gd name="connsiteX396-45339" fmla="*/ 1596781 w 18982931"/>
              <a:gd name="connsiteY396-45340" fmla="*/ 2759892 h 4449429"/>
              <a:gd name="connsiteX397-45341" fmla="*/ 1805629 w 18982931"/>
              <a:gd name="connsiteY397-45342" fmla="*/ 2759892 h 4449429"/>
              <a:gd name="connsiteX398-45343" fmla="*/ 1805629 w 18982931"/>
              <a:gd name="connsiteY398-45344" fmla="*/ 2714192 h 4449429"/>
              <a:gd name="connsiteX399-45345" fmla="*/ 1596781 w 18982931"/>
              <a:gd name="connsiteY399-45346" fmla="*/ 2714192 h 4449429"/>
              <a:gd name="connsiteX400-45347" fmla="*/ 4422120 w 18982931"/>
              <a:gd name="connsiteY400-45348" fmla="*/ 2688604 h 4449429"/>
              <a:gd name="connsiteX401-45349" fmla="*/ 4422120 w 18982931"/>
              <a:gd name="connsiteY401-45350" fmla="*/ 2851522 h 4449429"/>
              <a:gd name="connsiteX402-45351" fmla="*/ 4459897 w 18982931"/>
              <a:gd name="connsiteY402-45352" fmla="*/ 2851522 h 4449429"/>
              <a:gd name="connsiteX403-45353" fmla="*/ 4459897 w 18982931"/>
              <a:gd name="connsiteY403-45354" fmla="*/ 2688604 h 4449429"/>
              <a:gd name="connsiteX404-45355" fmla="*/ 4422120 w 18982931"/>
              <a:gd name="connsiteY404-45356" fmla="*/ 2688604 h 4449429"/>
              <a:gd name="connsiteX405-45357" fmla="*/ 4346370 w 18982931"/>
              <a:gd name="connsiteY405-45358" fmla="*/ 2688604 h 4449429"/>
              <a:gd name="connsiteX406-45359" fmla="*/ 4346370 w 18982931"/>
              <a:gd name="connsiteY406-45360" fmla="*/ 2851522 h 4449429"/>
              <a:gd name="connsiteX407-45361" fmla="*/ 4384149 w 18982931"/>
              <a:gd name="connsiteY407-45362" fmla="*/ 2851522 h 4449429"/>
              <a:gd name="connsiteX408-45363" fmla="*/ 4384149 w 18982931"/>
              <a:gd name="connsiteY408-45364" fmla="*/ 2688604 h 4449429"/>
              <a:gd name="connsiteX409-45365" fmla="*/ 4346370 w 18982931"/>
              <a:gd name="connsiteY409-45366" fmla="*/ 2688604 h 4449429"/>
              <a:gd name="connsiteX410-45367" fmla="*/ 4270624 w 18982931"/>
              <a:gd name="connsiteY410-45368" fmla="*/ 2688604 h 4449429"/>
              <a:gd name="connsiteX411-45369" fmla="*/ 4270624 w 18982931"/>
              <a:gd name="connsiteY411-45370" fmla="*/ 2851522 h 4449429"/>
              <a:gd name="connsiteX412-45371" fmla="*/ 4308407 w 18982931"/>
              <a:gd name="connsiteY412-45372" fmla="*/ 2851522 h 4449429"/>
              <a:gd name="connsiteX413-45373" fmla="*/ 4308407 w 18982931"/>
              <a:gd name="connsiteY413-45374" fmla="*/ 2688604 h 4449429"/>
              <a:gd name="connsiteX414-45375" fmla="*/ 4270624 w 18982931"/>
              <a:gd name="connsiteY414-45376" fmla="*/ 2688604 h 4449429"/>
              <a:gd name="connsiteX415-45377" fmla="*/ 4194881 w 18982931"/>
              <a:gd name="connsiteY415-45378" fmla="*/ 2688604 h 4449429"/>
              <a:gd name="connsiteX416-45379" fmla="*/ 4194881 w 18982931"/>
              <a:gd name="connsiteY416-45380" fmla="*/ 2851522 h 4449429"/>
              <a:gd name="connsiteX417-45381" fmla="*/ 4232658 w 18982931"/>
              <a:gd name="connsiteY417-45382" fmla="*/ 2851522 h 4449429"/>
              <a:gd name="connsiteX418-45383" fmla="*/ 4232658 w 18982931"/>
              <a:gd name="connsiteY418-45384" fmla="*/ 2688604 h 4449429"/>
              <a:gd name="connsiteX419-45385" fmla="*/ 4194881 w 18982931"/>
              <a:gd name="connsiteY419-45386" fmla="*/ 2688604 h 4449429"/>
              <a:gd name="connsiteX420-45387" fmla="*/ 4119132 w 18982931"/>
              <a:gd name="connsiteY420-45388" fmla="*/ 2688604 h 4449429"/>
              <a:gd name="connsiteX421-45389" fmla="*/ 4119132 w 18982931"/>
              <a:gd name="connsiteY421-45390" fmla="*/ 2851522 h 4449429"/>
              <a:gd name="connsiteX422-45391" fmla="*/ 4156909 w 18982931"/>
              <a:gd name="connsiteY422-45392" fmla="*/ 2851522 h 4449429"/>
              <a:gd name="connsiteX423-45393" fmla="*/ 4156909 w 18982931"/>
              <a:gd name="connsiteY423-45394" fmla="*/ 2688604 h 4449429"/>
              <a:gd name="connsiteX424-45395" fmla="*/ 4119132 w 18982931"/>
              <a:gd name="connsiteY424-45396" fmla="*/ 2688604 h 4449429"/>
              <a:gd name="connsiteX425-45397" fmla="*/ 4043383 w 18982931"/>
              <a:gd name="connsiteY425-45398" fmla="*/ 2688604 h 4449429"/>
              <a:gd name="connsiteX426-45399" fmla="*/ 4043383 w 18982931"/>
              <a:gd name="connsiteY426-45400" fmla="*/ 2851522 h 4449429"/>
              <a:gd name="connsiteX427-45401" fmla="*/ 4081160 w 18982931"/>
              <a:gd name="connsiteY427-45402" fmla="*/ 2851522 h 4449429"/>
              <a:gd name="connsiteX428-45403" fmla="*/ 4081160 w 18982931"/>
              <a:gd name="connsiteY428-45404" fmla="*/ 2688604 h 4449429"/>
              <a:gd name="connsiteX429-45405" fmla="*/ 4043383 w 18982931"/>
              <a:gd name="connsiteY429-45406" fmla="*/ 2688604 h 4449429"/>
              <a:gd name="connsiteX430-45407" fmla="*/ 3967636 w 18982931"/>
              <a:gd name="connsiteY430-45408" fmla="*/ 2688604 h 4449429"/>
              <a:gd name="connsiteX431-45409" fmla="*/ 3967636 w 18982931"/>
              <a:gd name="connsiteY431-45410" fmla="*/ 2851522 h 4449429"/>
              <a:gd name="connsiteX432-45411" fmla="*/ 4005415 w 18982931"/>
              <a:gd name="connsiteY432-45412" fmla="*/ 2851522 h 4449429"/>
              <a:gd name="connsiteX433-45413" fmla="*/ 4005415 w 18982931"/>
              <a:gd name="connsiteY433-45414" fmla="*/ 2688604 h 4449429"/>
              <a:gd name="connsiteX434-45415" fmla="*/ 3967636 w 18982931"/>
              <a:gd name="connsiteY434-45416" fmla="*/ 2688604 h 4449429"/>
              <a:gd name="connsiteX435-45417" fmla="*/ 3891895 w 18982931"/>
              <a:gd name="connsiteY435-45418" fmla="*/ 2688604 h 4449429"/>
              <a:gd name="connsiteX436-45419" fmla="*/ 3891895 w 18982931"/>
              <a:gd name="connsiteY436-45420" fmla="*/ 2851522 h 4449429"/>
              <a:gd name="connsiteX437-45421" fmla="*/ 3929672 w 18982931"/>
              <a:gd name="connsiteY437-45422" fmla="*/ 2851522 h 4449429"/>
              <a:gd name="connsiteX438-45423" fmla="*/ 3929672 w 18982931"/>
              <a:gd name="connsiteY438-45424" fmla="*/ 2688604 h 4449429"/>
              <a:gd name="connsiteX439-45425" fmla="*/ 3891895 w 18982931"/>
              <a:gd name="connsiteY439-45426" fmla="*/ 2688604 h 4449429"/>
              <a:gd name="connsiteX440-45427" fmla="*/ 15043403 w 18982931"/>
              <a:gd name="connsiteY440-45428" fmla="*/ 2685661 h 4449429"/>
              <a:gd name="connsiteX441-45429" fmla="*/ 15043403 w 18982931"/>
              <a:gd name="connsiteY441-45430" fmla="*/ 2894508 h 4449429"/>
              <a:gd name="connsiteX442-45431" fmla="*/ 15089105 w 18982931"/>
              <a:gd name="connsiteY442-45432" fmla="*/ 2894508 h 4449429"/>
              <a:gd name="connsiteX443-45433" fmla="*/ 15089105 w 18982931"/>
              <a:gd name="connsiteY443-45434" fmla="*/ 2685661 h 4449429"/>
              <a:gd name="connsiteX444-45435" fmla="*/ 15043403 w 18982931"/>
              <a:gd name="connsiteY444-45436" fmla="*/ 2685661 h 4449429"/>
              <a:gd name="connsiteX445-45437" fmla="*/ 14951773 w 18982931"/>
              <a:gd name="connsiteY445-45438" fmla="*/ 2685661 h 4449429"/>
              <a:gd name="connsiteX446-45439" fmla="*/ 14951773 w 18982931"/>
              <a:gd name="connsiteY446-45440" fmla="*/ 2894508 h 4449429"/>
              <a:gd name="connsiteX447-45441" fmla="*/ 14997475 w 18982931"/>
              <a:gd name="connsiteY447-45442" fmla="*/ 2894508 h 4449429"/>
              <a:gd name="connsiteX448-45443" fmla="*/ 14997475 w 18982931"/>
              <a:gd name="connsiteY448-45444" fmla="*/ 2685661 h 4449429"/>
              <a:gd name="connsiteX449-45445" fmla="*/ 14951773 w 18982931"/>
              <a:gd name="connsiteY449-45446" fmla="*/ 2685661 h 4449429"/>
              <a:gd name="connsiteX450-45447" fmla="*/ 14860145 w 18982931"/>
              <a:gd name="connsiteY450-45448" fmla="*/ 2685661 h 4449429"/>
              <a:gd name="connsiteX451-45449" fmla="*/ 14860145 w 18982931"/>
              <a:gd name="connsiteY451-45450" fmla="*/ 2894508 h 4449429"/>
              <a:gd name="connsiteX452-45451" fmla="*/ 14905844 w 18982931"/>
              <a:gd name="connsiteY452-45452" fmla="*/ 2894508 h 4449429"/>
              <a:gd name="connsiteX453-45453" fmla="*/ 14905844 w 18982931"/>
              <a:gd name="connsiteY453-45454" fmla="*/ 2685661 h 4449429"/>
              <a:gd name="connsiteX454-45455" fmla="*/ 14860145 w 18982931"/>
              <a:gd name="connsiteY454-45456" fmla="*/ 2685661 h 4449429"/>
              <a:gd name="connsiteX455-45457" fmla="*/ 14768515 w 18982931"/>
              <a:gd name="connsiteY455-45458" fmla="*/ 2685661 h 4449429"/>
              <a:gd name="connsiteX456-45459" fmla="*/ 14768515 w 18982931"/>
              <a:gd name="connsiteY456-45460" fmla="*/ 2894508 h 4449429"/>
              <a:gd name="connsiteX457-45461" fmla="*/ 14814217 w 18982931"/>
              <a:gd name="connsiteY457-45462" fmla="*/ 2894508 h 4449429"/>
              <a:gd name="connsiteX458-45463" fmla="*/ 14814217 w 18982931"/>
              <a:gd name="connsiteY458-45464" fmla="*/ 2685661 h 4449429"/>
              <a:gd name="connsiteX459-45465" fmla="*/ 14768515 w 18982931"/>
              <a:gd name="connsiteY459-45466" fmla="*/ 2685661 h 4449429"/>
              <a:gd name="connsiteX460-45467" fmla="*/ 14676884 w 18982931"/>
              <a:gd name="connsiteY460-45468" fmla="*/ 2685661 h 4449429"/>
              <a:gd name="connsiteX461-45469" fmla="*/ 14676884 w 18982931"/>
              <a:gd name="connsiteY461-45470" fmla="*/ 2894508 h 4449429"/>
              <a:gd name="connsiteX462-45471" fmla="*/ 14722586 w 18982931"/>
              <a:gd name="connsiteY462-45472" fmla="*/ 2894508 h 4449429"/>
              <a:gd name="connsiteX463-45473" fmla="*/ 14722586 w 18982931"/>
              <a:gd name="connsiteY463-45474" fmla="*/ 2685661 h 4449429"/>
              <a:gd name="connsiteX464-45475" fmla="*/ 14676884 w 18982931"/>
              <a:gd name="connsiteY464-45476" fmla="*/ 2685661 h 4449429"/>
              <a:gd name="connsiteX465-45477" fmla="*/ 14585255 w 18982931"/>
              <a:gd name="connsiteY465-45478" fmla="*/ 2685661 h 4449429"/>
              <a:gd name="connsiteX466-45479" fmla="*/ 14585255 w 18982931"/>
              <a:gd name="connsiteY466-45480" fmla="*/ 2894508 h 4449429"/>
              <a:gd name="connsiteX467-45481" fmla="*/ 14630955 w 18982931"/>
              <a:gd name="connsiteY467-45482" fmla="*/ 2894508 h 4449429"/>
              <a:gd name="connsiteX468-45483" fmla="*/ 14630955 w 18982931"/>
              <a:gd name="connsiteY468-45484" fmla="*/ 2685661 h 4449429"/>
              <a:gd name="connsiteX469-45485" fmla="*/ 14585255 w 18982931"/>
              <a:gd name="connsiteY469-45486" fmla="*/ 2685661 h 4449429"/>
              <a:gd name="connsiteX470-45487" fmla="*/ 14493625 w 18982931"/>
              <a:gd name="connsiteY470-45488" fmla="*/ 2685661 h 4449429"/>
              <a:gd name="connsiteX471-45489" fmla="*/ 14493625 w 18982931"/>
              <a:gd name="connsiteY471-45490" fmla="*/ 2894508 h 4449429"/>
              <a:gd name="connsiteX472-45491" fmla="*/ 14539325 w 18982931"/>
              <a:gd name="connsiteY472-45492" fmla="*/ 2894508 h 4449429"/>
              <a:gd name="connsiteX473-45493" fmla="*/ 14539325 w 18982931"/>
              <a:gd name="connsiteY473-45494" fmla="*/ 2685661 h 4449429"/>
              <a:gd name="connsiteX474-45495" fmla="*/ 14493625 w 18982931"/>
              <a:gd name="connsiteY474-45496" fmla="*/ 2685661 h 4449429"/>
              <a:gd name="connsiteX475-45497" fmla="*/ 2875284 w 18982931"/>
              <a:gd name="connsiteY475-45498" fmla="*/ 2661196 h 4449429"/>
              <a:gd name="connsiteX476-45499" fmla="*/ 2875284 w 18982931"/>
              <a:gd name="connsiteY476-45500" fmla="*/ 3265443 h 4449429"/>
              <a:gd name="connsiteX477-45501" fmla="*/ 2913063 w 18982931"/>
              <a:gd name="connsiteY477-45502" fmla="*/ 3265443 h 4449429"/>
              <a:gd name="connsiteX478-45503" fmla="*/ 2913063 w 18982931"/>
              <a:gd name="connsiteY478-45504" fmla="*/ 2661196 h 4449429"/>
              <a:gd name="connsiteX479-45505" fmla="*/ 2875284 w 18982931"/>
              <a:gd name="connsiteY479-45506" fmla="*/ 2661196 h 4449429"/>
              <a:gd name="connsiteX480-45507" fmla="*/ 2769698 w 18982931"/>
              <a:gd name="connsiteY480-45508" fmla="*/ 2661196 h 4449429"/>
              <a:gd name="connsiteX481-45509" fmla="*/ 2769698 w 18982931"/>
              <a:gd name="connsiteY481-45510" fmla="*/ 3265443 h 4449429"/>
              <a:gd name="connsiteX482-45511" fmla="*/ 2807479 w 18982931"/>
              <a:gd name="connsiteY482-45512" fmla="*/ 3265443 h 4449429"/>
              <a:gd name="connsiteX483-45513" fmla="*/ 2807479 w 18982931"/>
              <a:gd name="connsiteY483-45514" fmla="*/ 2661196 h 4449429"/>
              <a:gd name="connsiteX484-45515" fmla="*/ 2769698 w 18982931"/>
              <a:gd name="connsiteY484-45516" fmla="*/ 2661196 h 4449429"/>
              <a:gd name="connsiteX485-45517" fmla="*/ 2664114 w 18982931"/>
              <a:gd name="connsiteY485-45518" fmla="*/ 2661196 h 4449429"/>
              <a:gd name="connsiteX486-45519" fmla="*/ 2664114 w 18982931"/>
              <a:gd name="connsiteY486-45520" fmla="*/ 3265443 h 4449429"/>
              <a:gd name="connsiteX487-45521" fmla="*/ 2701891 w 18982931"/>
              <a:gd name="connsiteY487-45522" fmla="*/ 3265443 h 4449429"/>
              <a:gd name="connsiteX488-45523" fmla="*/ 2701891 w 18982931"/>
              <a:gd name="connsiteY488-45524" fmla="*/ 2661196 h 4449429"/>
              <a:gd name="connsiteX489-45525" fmla="*/ 2664114 w 18982931"/>
              <a:gd name="connsiteY489-45526" fmla="*/ 2661196 h 4449429"/>
              <a:gd name="connsiteX490-45527" fmla="*/ 2558534 w 18982931"/>
              <a:gd name="connsiteY490-45528" fmla="*/ 2661196 h 4449429"/>
              <a:gd name="connsiteX491-45529" fmla="*/ 2558534 w 18982931"/>
              <a:gd name="connsiteY491-45530" fmla="*/ 3265443 h 4449429"/>
              <a:gd name="connsiteX492-45531" fmla="*/ 2596306 w 18982931"/>
              <a:gd name="connsiteY492-45532" fmla="*/ 3265443 h 4449429"/>
              <a:gd name="connsiteX493-45533" fmla="*/ 2596306 w 18982931"/>
              <a:gd name="connsiteY493-45534" fmla="*/ 2661196 h 4449429"/>
              <a:gd name="connsiteX494-45535" fmla="*/ 2558534 w 18982931"/>
              <a:gd name="connsiteY494-45536" fmla="*/ 2661196 h 4449429"/>
              <a:gd name="connsiteX495-45537" fmla="*/ 2980870 w 18982931"/>
              <a:gd name="connsiteY495-45538" fmla="*/ 2661194 h 4449429"/>
              <a:gd name="connsiteX496-45539" fmla="*/ 2980870 w 18982931"/>
              <a:gd name="connsiteY496-45540" fmla="*/ 3265442 h 4449429"/>
              <a:gd name="connsiteX497-45541" fmla="*/ 3018648 w 18982931"/>
              <a:gd name="connsiteY497-45542" fmla="*/ 3265442 h 4449429"/>
              <a:gd name="connsiteX498-45543" fmla="*/ 3018648 w 18982931"/>
              <a:gd name="connsiteY498-45544" fmla="*/ 2661194 h 4449429"/>
              <a:gd name="connsiteX499-45545" fmla="*/ 2980870 w 18982931"/>
              <a:gd name="connsiteY499-45546" fmla="*/ 2661194 h 4449429"/>
              <a:gd name="connsiteX500-45547" fmla="*/ 16374516 w 18982931"/>
              <a:gd name="connsiteY500-45548" fmla="*/ 2632791 h 4449429"/>
              <a:gd name="connsiteX501-45549" fmla="*/ 16374516 w 18982931"/>
              <a:gd name="connsiteY501-45550" fmla="*/ 3237039 h 4449429"/>
              <a:gd name="connsiteX502-45551" fmla="*/ 16412296 w 18982931"/>
              <a:gd name="connsiteY502-45552" fmla="*/ 3237039 h 4449429"/>
              <a:gd name="connsiteX503-45553" fmla="*/ 16412296 w 18982931"/>
              <a:gd name="connsiteY503-45554" fmla="*/ 2632791 h 4449429"/>
              <a:gd name="connsiteX504-45555" fmla="*/ 16374516 w 18982931"/>
              <a:gd name="connsiteY504-45556" fmla="*/ 2632791 h 4449429"/>
              <a:gd name="connsiteX505-45557" fmla="*/ 16268931 w 18982931"/>
              <a:gd name="connsiteY505-45558" fmla="*/ 2632791 h 4449429"/>
              <a:gd name="connsiteX506-45559" fmla="*/ 16268931 w 18982931"/>
              <a:gd name="connsiteY506-45560" fmla="*/ 3237039 h 4449429"/>
              <a:gd name="connsiteX507-45561" fmla="*/ 16306709 w 18982931"/>
              <a:gd name="connsiteY507-45562" fmla="*/ 3237039 h 4449429"/>
              <a:gd name="connsiteX508-45563" fmla="*/ 16306709 w 18982931"/>
              <a:gd name="connsiteY508-45564" fmla="*/ 2632791 h 4449429"/>
              <a:gd name="connsiteX509-45565" fmla="*/ 16268931 w 18982931"/>
              <a:gd name="connsiteY509-45566" fmla="*/ 2632791 h 4449429"/>
              <a:gd name="connsiteX510-45567" fmla="*/ 16163344 w 18982931"/>
              <a:gd name="connsiteY510-45568" fmla="*/ 2632791 h 4449429"/>
              <a:gd name="connsiteX511-45569" fmla="*/ 16163344 w 18982931"/>
              <a:gd name="connsiteY511-45570" fmla="*/ 3237039 h 4449429"/>
              <a:gd name="connsiteX512-45571" fmla="*/ 16201125 w 18982931"/>
              <a:gd name="connsiteY512-45572" fmla="*/ 3237039 h 4449429"/>
              <a:gd name="connsiteX513-45573" fmla="*/ 16201125 w 18982931"/>
              <a:gd name="connsiteY513-45574" fmla="*/ 2632791 h 4449429"/>
              <a:gd name="connsiteX514-45575" fmla="*/ 16163344 w 18982931"/>
              <a:gd name="connsiteY514-45576" fmla="*/ 2632791 h 4449429"/>
              <a:gd name="connsiteX515-45577" fmla="*/ 16057760 w 18982931"/>
              <a:gd name="connsiteY515-45578" fmla="*/ 2632791 h 4449429"/>
              <a:gd name="connsiteX516-45579" fmla="*/ 16057760 w 18982931"/>
              <a:gd name="connsiteY516-45580" fmla="*/ 3237039 h 4449429"/>
              <a:gd name="connsiteX517-45581" fmla="*/ 16095537 w 18982931"/>
              <a:gd name="connsiteY517-45582" fmla="*/ 3237039 h 4449429"/>
              <a:gd name="connsiteX518-45583" fmla="*/ 16095537 w 18982931"/>
              <a:gd name="connsiteY518-45584" fmla="*/ 2632791 h 4449429"/>
              <a:gd name="connsiteX519-45585" fmla="*/ 16057760 w 18982931"/>
              <a:gd name="connsiteY519-45586" fmla="*/ 2632791 h 4449429"/>
              <a:gd name="connsiteX520-45587" fmla="*/ 16480103 w 18982931"/>
              <a:gd name="connsiteY520-45588" fmla="*/ 2632790 h 4449429"/>
              <a:gd name="connsiteX521-45589" fmla="*/ 16480103 w 18982931"/>
              <a:gd name="connsiteY521-45590" fmla="*/ 3237037 h 4449429"/>
              <a:gd name="connsiteX522-45591" fmla="*/ 16517880 w 18982931"/>
              <a:gd name="connsiteY522-45592" fmla="*/ 3237037 h 4449429"/>
              <a:gd name="connsiteX523-45593" fmla="*/ 16517880 w 18982931"/>
              <a:gd name="connsiteY523-45594" fmla="*/ 2632790 h 4449429"/>
              <a:gd name="connsiteX524-45595" fmla="*/ 16480103 w 18982931"/>
              <a:gd name="connsiteY524-45596" fmla="*/ 2632790 h 4449429"/>
              <a:gd name="connsiteX525-45597" fmla="*/ 1596781 w 18982931"/>
              <a:gd name="connsiteY525-45598" fmla="*/ 2622561 h 4449429"/>
              <a:gd name="connsiteX526-45599" fmla="*/ 1596781 w 18982931"/>
              <a:gd name="connsiteY526-45600" fmla="*/ 2668261 h 4449429"/>
              <a:gd name="connsiteX527-45601" fmla="*/ 1805629 w 18982931"/>
              <a:gd name="connsiteY527-45602" fmla="*/ 2668261 h 4449429"/>
              <a:gd name="connsiteX528-45603" fmla="*/ 1805629 w 18982931"/>
              <a:gd name="connsiteY528-45604" fmla="*/ 2622561 h 4449429"/>
              <a:gd name="connsiteX529-45605" fmla="*/ 1596781 w 18982931"/>
              <a:gd name="connsiteY529-45606" fmla="*/ 2622561 h 4449429"/>
              <a:gd name="connsiteX530-45607" fmla="*/ 1596781 w 18982931"/>
              <a:gd name="connsiteY530-45608" fmla="*/ 2530932 h 4449429"/>
              <a:gd name="connsiteX531-45609" fmla="*/ 1596781 w 18982931"/>
              <a:gd name="connsiteY531-45610" fmla="*/ 2576632 h 4449429"/>
              <a:gd name="connsiteX532-45611" fmla="*/ 1805629 w 18982931"/>
              <a:gd name="connsiteY532-45612" fmla="*/ 2576632 h 4449429"/>
              <a:gd name="connsiteX533-45613" fmla="*/ 1805629 w 18982931"/>
              <a:gd name="connsiteY533-45614" fmla="*/ 2530932 h 4449429"/>
              <a:gd name="connsiteX534-45615" fmla="*/ 1596781 w 18982931"/>
              <a:gd name="connsiteY534-45616" fmla="*/ 2530932 h 4449429"/>
              <a:gd name="connsiteX535-45617" fmla="*/ 1596781 w 18982931"/>
              <a:gd name="connsiteY535-45618" fmla="*/ 2439301 h 4449429"/>
              <a:gd name="connsiteX536-45619" fmla="*/ 1596781 w 18982931"/>
              <a:gd name="connsiteY536-45620" fmla="*/ 2485002 h 4449429"/>
              <a:gd name="connsiteX537-45621" fmla="*/ 1805629 w 18982931"/>
              <a:gd name="connsiteY537-45622" fmla="*/ 2485002 h 4449429"/>
              <a:gd name="connsiteX538-45623" fmla="*/ 1805629 w 18982931"/>
              <a:gd name="connsiteY538-45624" fmla="*/ 2439301 h 4449429"/>
              <a:gd name="connsiteX539-45625" fmla="*/ 1596781 w 18982931"/>
              <a:gd name="connsiteY539-45626" fmla="*/ 2439301 h 4449429"/>
              <a:gd name="connsiteX540-45627" fmla="*/ 17217171 w 18982931"/>
              <a:gd name="connsiteY540-45628" fmla="*/ 2397981 h 4449429"/>
              <a:gd name="connsiteX541-45629" fmla="*/ 17217171 w 18982931"/>
              <a:gd name="connsiteY541-45630" fmla="*/ 2434557 h 4449429"/>
              <a:gd name="connsiteX542-45631" fmla="*/ 17582931 w 18982931"/>
              <a:gd name="connsiteY542-45632" fmla="*/ 2434557 h 4449429"/>
              <a:gd name="connsiteX543-45633" fmla="*/ 17582931 w 18982931"/>
              <a:gd name="connsiteY543-45634" fmla="*/ 2397981 h 4449429"/>
              <a:gd name="connsiteX544-45635" fmla="*/ 17217171 w 18982931"/>
              <a:gd name="connsiteY544-45636" fmla="*/ 2397981 h 4449429"/>
              <a:gd name="connsiteX545-45637" fmla="*/ 9762349 w 18982931"/>
              <a:gd name="connsiteY545-45638" fmla="*/ 2057780 h 4449429"/>
              <a:gd name="connsiteX546-45639" fmla="*/ 9762349 w 18982931"/>
              <a:gd name="connsiteY546-45640" fmla="*/ 2266627 h 4449429"/>
              <a:gd name="connsiteX547-45641" fmla="*/ 9808049 w 18982931"/>
              <a:gd name="connsiteY547-45642" fmla="*/ 2266627 h 4449429"/>
              <a:gd name="connsiteX548-45643" fmla="*/ 9808049 w 18982931"/>
              <a:gd name="connsiteY548-45644" fmla="*/ 2057780 h 4449429"/>
              <a:gd name="connsiteX549-45645" fmla="*/ 9762349 w 18982931"/>
              <a:gd name="connsiteY549-45646" fmla="*/ 2057780 h 4449429"/>
              <a:gd name="connsiteX550-45647" fmla="*/ 9670720 w 18982931"/>
              <a:gd name="connsiteY550-45648" fmla="*/ 2057780 h 4449429"/>
              <a:gd name="connsiteX551-45649" fmla="*/ 9670720 w 18982931"/>
              <a:gd name="connsiteY551-45650" fmla="*/ 2266627 h 4449429"/>
              <a:gd name="connsiteX552-45651" fmla="*/ 9716420 w 18982931"/>
              <a:gd name="connsiteY552-45652" fmla="*/ 2266627 h 4449429"/>
              <a:gd name="connsiteX553-45653" fmla="*/ 9716420 w 18982931"/>
              <a:gd name="connsiteY553-45654" fmla="*/ 2057780 h 4449429"/>
              <a:gd name="connsiteX554-45655" fmla="*/ 9670720 w 18982931"/>
              <a:gd name="connsiteY554-45656" fmla="*/ 2057780 h 4449429"/>
              <a:gd name="connsiteX555-45657" fmla="*/ 9579089 w 18982931"/>
              <a:gd name="connsiteY555-45658" fmla="*/ 2057780 h 4449429"/>
              <a:gd name="connsiteX556-45659" fmla="*/ 9579089 w 18982931"/>
              <a:gd name="connsiteY556-45660" fmla="*/ 2266627 h 4449429"/>
              <a:gd name="connsiteX557-45661" fmla="*/ 9624790 w 18982931"/>
              <a:gd name="connsiteY557-45662" fmla="*/ 2266627 h 4449429"/>
              <a:gd name="connsiteX558-45663" fmla="*/ 9624790 w 18982931"/>
              <a:gd name="connsiteY558-45664" fmla="*/ 2057780 h 4449429"/>
              <a:gd name="connsiteX559-45665" fmla="*/ 9579089 w 18982931"/>
              <a:gd name="connsiteY559-45666" fmla="*/ 2057780 h 4449429"/>
              <a:gd name="connsiteX560-45667" fmla="*/ 9487461 w 18982931"/>
              <a:gd name="connsiteY560-45668" fmla="*/ 2057780 h 4449429"/>
              <a:gd name="connsiteX561-45669" fmla="*/ 9487461 w 18982931"/>
              <a:gd name="connsiteY561-45670" fmla="*/ 2266627 h 4449429"/>
              <a:gd name="connsiteX562-45671" fmla="*/ 9533161 w 18982931"/>
              <a:gd name="connsiteY562-45672" fmla="*/ 2266627 h 4449429"/>
              <a:gd name="connsiteX563-45673" fmla="*/ 9533161 w 18982931"/>
              <a:gd name="connsiteY563-45674" fmla="*/ 2057780 h 4449429"/>
              <a:gd name="connsiteX564-45675" fmla="*/ 9487461 w 18982931"/>
              <a:gd name="connsiteY564-45676" fmla="*/ 2057780 h 4449429"/>
              <a:gd name="connsiteX565-45677" fmla="*/ 9395836 w 18982931"/>
              <a:gd name="connsiteY565-45678" fmla="*/ 2057780 h 4449429"/>
              <a:gd name="connsiteX566-45679" fmla="*/ 9395836 w 18982931"/>
              <a:gd name="connsiteY566-45680" fmla="*/ 2266627 h 4449429"/>
              <a:gd name="connsiteX567-45681" fmla="*/ 9441534 w 18982931"/>
              <a:gd name="connsiteY567-45682" fmla="*/ 2266627 h 4449429"/>
              <a:gd name="connsiteX568-45683" fmla="*/ 9441534 w 18982931"/>
              <a:gd name="connsiteY568-45684" fmla="*/ 2057780 h 4449429"/>
              <a:gd name="connsiteX569-45685" fmla="*/ 9395836 w 18982931"/>
              <a:gd name="connsiteY569-45686" fmla="*/ 2057780 h 4449429"/>
              <a:gd name="connsiteX570-45687" fmla="*/ 9304202 w 18982931"/>
              <a:gd name="connsiteY570-45688" fmla="*/ 2057780 h 4449429"/>
              <a:gd name="connsiteX571-45689" fmla="*/ 9304202 w 18982931"/>
              <a:gd name="connsiteY571-45690" fmla="*/ 2266627 h 4449429"/>
              <a:gd name="connsiteX572-45691" fmla="*/ 9349902 w 18982931"/>
              <a:gd name="connsiteY572-45692" fmla="*/ 2266627 h 4449429"/>
              <a:gd name="connsiteX573-45693" fmla="*/ 9349902 w 18982931"/>
              <a:gd name="connsiteY573-45694" fmla="*/ 2057780 h 4449429"/>
              <a:gd name="connsiteX574-45695" fmla="*/ 9304202 w 18982931"/>
              <a:gd name="connsiteY574-45696" fmla="*/ 2057780 h 4449429"/>
              <a:gd name="connsiteX575-45697" fmla="*/ 9212570 w 18982931"/>
              <a:gd name="connsiteY575-45698" fmla="*/ 2057780 h 4449429"/>
              <a:gd name="connsiteX576-45699" fmla="*/ 9212570 w 18982931"/>
              <a:gd name="connsiteY576-45700" fmla="*/ 2266627 h 4449429"/>
              <a:gd name="connsiteX577-45701" fmla="*/ 9258270 w 18982931"/>
              <a:gd name="connsiteY577-45702" fmla="*/ 2266627 h 4449429"/>
              <a:gd name="connsiteX578-45703" fmla="*/ 9258270 w 18982931"/>
              <a:gd name="connsiteY578-45704" fmla="*/ 2057780 h 4449429"/>
              <a:gd name="connsiteX579-45705" fmla="*/ 9212570 w 18982931"/>
              <a:gd name="connsiteY579-45706" fmla="*/ 2057780 h 4449429"/>
              <a:gd name="connsiteX580-45707" fmla="*/ 14092702 w 18982931"/>
              <a:gd name="connsiteY580-45708" fmla="*/ 1859157 h 4449429"/>
              <a:gd name="connsiteX581-45709" fmla="*/ 14092702 w 18982931"/>
              <a:gd name="connsiteY581-45710" fmla="*/ 1895733 h 4449429"/>
              <a:gd name="connsiteX582-45711" fmla="*/ 14458462 w 18982931"/>
              <a:gd name="connsiteY582-45712" fmla="*/ 1895733 h 4449429"/>
              <a:gd name="connsiteX583-45713" fmla="*/ 14458462 w 18982931"/>
              <a:gd name="connsiteY583-45714" fmla="*/ 1859157 h 4449429"/>
              <a:gd name="connsiteX584-45715" fmla="*/ 14092702 w 18982931"/>
              <a:gd name="connsiteY584-45716" fmla="*/ 1859157 h 4449429"/>
              <a:gd name="connsiteX585-45717" fmla="*/ 17871603 w 18982931"/>
              <a:gd name="connsiteY585-45718" fmla="*/ 1806939 h 4449429"/>
              <a:gd name="connsiteX586-45719" fmla="*/ 17871603 w 18982931"/>
              <a:gd name="connsiteY586-45720" fmla="*/ 1809649 h 4449429"/>
              <a:gd name="connsiteX587-45721" fmla="*/ 17871627 w 18982931"/>
              <a:gd name="connsiteY587-45722" fmla="*/ 1809649 h 4449429"/>
              <a:gd name="connsiteX588-45723" fmla="*/ 17871603 w 18982931"/>
              <a:gd name="connsiteY588-45724" fmla="*/ 1806939 h 4449429"/>
              <a:gd name="connsiteX589-45725" fmla="*/ 18172695 w 18982931"/>
              <a:gd name="connsiteY589-45726" fmla="*/ 1733739 h 4449429"/>
              <a:gd name="connsiteX590-45727" fmla="*/ 18172695 w 18982931"/>
              <a:gd name="connsiteY590-45728" fmla="*/ 1870899 h 4449429"/>
              <a:gd name="connsiteX591-45729" fmla="*/ 18209271 w 18982931"/>
              <a:gd name="connsiteY591-45730" fmla="*/ 1870899 h 4449429"/>
              <a:gd name="connsiteX592-45731" fmla="*/ 18209271 w 18982931"/>
              <a:gd name="connsiteY592-45732" fmla="*/ 1733739 h 4449429"/>
              <a:gd name="connsiteX593-45733" fmla="*/ 18172695 w 18982931"/>
              <a:gd name="connsiteY593-45734" fmla="*/ 1733739 h 4449429"/>
              <a:gd name="connsiteX594-45735" fmla="*/ 18104295 w 18982931"/>
              <a:gd name="connsiteY594-45736" fmla="*/ 1733739 h 4449429"/>
              <a:gd name="connsiteX595-45737" fmla="*/ 18104295 w 18982931"/>
              <a:gd name="connsiteY595-45738" fmla="*/ 1870899 h 4449429"/>
              <a:gd name="connsiteX596-45739" fmla="*/ 18140871 w 18982931"/>
              <a:gd name="connsiteY596-45740" fmla="*/ 1870899 h 4449429"/>
              <a:gd name="connsiteX597-45741" fmla="*/ 18140871 w 18982931"/>
              <a:gd name="connsiteY597-45742" fmla="*/ 1733739 h 4449429"/>
              <a:gd name="connsiteX598-45743" fmla="*/ 18104295 w 18982931"/>
              <a:gd name="connsiteY598-45744" fmla="*/ 1733739 h 4449429"/>
              <a:gd name="connsiteX599-45745" fmla="*/ 18035895 w 18982931"/>
              <a:gd name="connsiteY599-45746" fmla="*/ 1733739 h 4449429"/>
              <a:gd name="connsiteX600-45747" fmla="*/ 18035895 w 18982931"/>
              <a:gd name="connsiteY600-45748" fmla="*/ 1870899 h 4449429"/>
              <a:gd name="connsiteX601-45749" fmla="*/ 18072471 w 18982931"/>
              <a:gd name="connsiteY601-45750" fmla="*/ 1870899 h 4449429"/>
              <a:gd name="connsiteX602-45751" fmla="*/ 18072471 w 18982931"/>
              <a:gd name="connsiteY602-45752" fmla="*/ 1733739 h 4449429"/>
              <a:gd name="connsiteX603-45753" fmla="*/ 18035895 w 18982931"/>
              <a:gd name="connsiteY603-45754" fmla="*/ 1733739 h 4449429"/>
              <a:gd name="connsiteX604-45755" fmla="*/ 17967493 w 18982931"/>
              <a:gd name="connsiteY604-45756" fmla="*/ 1733739 h 4449429"/>
              <a:gd name="connsiteX605-45757" fmla="*/ 17967493 w 18982931"/>
              <a:gd name="connsiteY605-45758" fmla="*/ 1870899 h 4449429"/>
              <a:gd name="connsiteX606-45759" fmla="*/ 18004069 w 18982931"/>
              <a:gd name="connsiteY606-45760" fmla="*/ 1870899 h 4449429"/>
              <a:gd name="connsiteX607-45761" fmla="*/ 18004069 w 18982931"/>
              <a:gd name="connsiteY607-45762" fmla="*/ 1733739 h 4449429"/>
              <a:gd name="connsiteX608-45763" fmla="*/ 17967493 w 18982931"/>
              <a:gd name="connsiteY608-45764" fmla="*/ 1733739 h 4449429"/>
              <a:gd name="connsiteX609-45765" fmla="*/ 14251161 w 18982931"/>
              <a:gd name="connsiteY609-45766" fmla="*/ 868400 h 4449429"/>
              <a:gd name="connsiteX610-45767" fmla="*/ 14251161 w 18982931"/>
              <a:gd name="connsiteY610-45768" fmla="*/ 1005560 h 4449429"/>
              <a:gd name="connsiteX611-45769" fmla="*/ 14287737 w 18982931"/>
              <a:gd name="connsiteY611-45770" fmla="*/ 1005560 h 4449429"/>
              <a:gd name="connsiteX612-45771" fmla="*/ 14287737 w 18982931"/>
              <a:gd name="connsiteY612-45772" fmla="*/ 868400 h 4449429"/>
              <a:gd name="connsiteX613-45773" fmla="*/ 14251161 w 18982931"/>
              <a:gd name="connsiteY613-45774" fmla="*/ 868400 h 4449429"/>
              <a:gd name="connsiteX614-45775" fmla="*/ 14182760 w 18982931"/>
              <a:gd name="connsiteY614-45776" fmla="*/ 868400 h 4449429"/>
              <a:gd name="connsiteX615-45777" fmla="*/ 14182760 w 18982931"/>
              <a:gd name="connsiteY615-45778" fmla="*/ 1005560 h 4449429"/>
              <a:gd name="connsiteX616-45779" fmla="*/ 14219336 w 18982931"/>
              <a:gd name="connsiteY616-45780" fmla="*/ 1005560 h 4449429"/>
              <a:gd name="connsiteX617-45781" fmla="*/ 14219336 w 18982931"/>
              <a:gd name="connsiteY617-45782" fmla="*/ 868400 h 4449429"/>
              <a:gd name="connsiteX618-45783" fmla="*/ 14182760 w 18982931"/>
              <a:gd name="connsiteY618-45784" fmla="*/ 868400 h 4449429"/>
              <a:gd name="connsiteX619-45785" fmla="*/ 14114359 w 18982931"/>
              <a:gd name="connsiteY619-45786" fmla="*/ 868400 h 4449429"/>
              <a:gd name="connsiteX620-45787" fmla="*/ 14114359 w 18982931"/>
              <a:gd name="connsiteY620-45788" fmla="*/ 1005560 h 4449429"/>
              <a:gd name="connsiteX621-45789" fmla="*/ 14150935 w 18982931"/>
              <a:gd name="connsiteY621-45790" fmla="*/ 1005560 h 4449429"/>
              <a:gd name="connsiteX622-45791" fmla="*/ 14150935 w 18982931"/>
              <a:gd name="connsiteY622-45792" fmla="*/ 868400 h 4449429"/>
              <a:gd name="connsiteX623-45793" fmla="*/ 14114359 w 18982931"/>
              <a:gd name="connsiteY623-45794" fmla="*/ 868400 h 4449429"/>
              <a:gd name="connsiteX624-45795" fmla="*/ 4788216 w 18982931"/>
              <a:gd name="connsiteY624-45796" fmla="*/ 807315 h 4449429"/>
              <a:gd name="connsiteX625-45797" fmla="*/ 4788216 w 18982931"/>
              <a:gd name="connsiteY625-45798" fmla="*/ 944475 h 4449429"/>
              <a:gd name="connsiteX626-45799" fmla="*/ 4824792 w 18982931"/>
              <a:gd name="connsiteY626-45800" fmla="*/ 944475 h 4449429"/>
              <a:gd name="connsiteX627-45801" fmla="*/ 4824792 w 18982931"/>
              <a:gd name="connsiteY627-45802" fmla="*/ 807315 h 4449429"/>
              <a:gd name="connsiteX628-45803" fmla="*/ 4788216 w 18982931"/>
              <a:gd name="connsiteY628-45804" fmla="*/ 807315 h 4449429"/>
              <a:gd name="connsiteX629-45805" fmla="*/ 4719815 w 18982931"/>
              <a:gd name="connsiteY629-45806" fmla="*/ 807315 h 4449429"/>
              <a:gd name="connsiteX630-45807" fmla="*/ 4719815 w 18982931"/>
              <a:gd name="connsiteY630-45808" fmla="*/ 944475 h 4449429"/>
              <a:gd name="connsiteX631-45809" fmla="*/ 4756391 w 18982931"/>
              <a:gd name="connsiteY631-45810" fmla="*/ 944475 h 4449429"/>
              <a:gd name="connsiteX632-45811" fmla="*/ 4756391 w 18982931"/>
              <a:gd name="connsiteY632-45812" fmla="*/ 807315 h 4449429"/>
              <a:gd name="connsiteX633-45813" fmla="*/ 4719815 w 18982931"/>
              <a:gd name="connsiteY633-45814" fmla="*/ 807315 h 4449429"/>
              <a:gd name="connsiteX634-45815" fmla="*/ 4651414 w 18982931"/>
              <a:gd name="connsiteY634-45816" fmla="*/ 807315 h 4449429"/>
              <a:gd name="connsiteX635-45817" fmla="*/ 4651414 w 18982931"/>
              <a:gd name="connsiteY635-45818" fmla="*/ 944475 h 4449429"/>
              <a:gd name="connsiteX636-45819" fmla="*/ 4687992 w 18982931"/>
              <a:gd name="connsiteY636-45820" fmla="*/ 944475 h 4449429"/>
              <a:gd name="connsiteX637-45821" fmla="*/ 4687992 w 18982931"/>
              <a:gd name="connsiteY637-45822" fmla="*/ 807315 h 4449429"/>
              <a:gd name="connsiteX638-45823" fmla="*/ 4651414 w 18982931"/>
              <a:gd name="connsiteY638-45824" fmla="*/ 807315 h 4449429"/>
              <a:gd name="connsiteX639-45825" fmla="*/ 2212838 w 18982931"/>
              <a:gd name="connsiteY639-45826" fmla="*/ 748887 h 4449429"/>
              <a:gd name="connsiteX640-45827" fmla="*/ 2212838 w 18982931"/>
              <a:gd name="connsiteY640-45828" fmla="*/ 886047 h 4449429"/>
              <a:gd name="connsiteX641-45829" fmla="*/ 2249414 w 18982931"/>
              <a:gd name="connsiteY641-45830" fmla="*/ 886047 h 4449429"/>
              <a:gd name="connsiteX642-45831" fmla="*/ 2249414 w 18982931"/>
              <a:gd name="connsiteY642-45832" fmla="*/ 748887 h 4449429"/>
              <a:gd name="connsiteX643-45833" fmla="*/ 2212838 w 18982931"/>
              <a:gd name="connsiteY643-45834" fmla="*/ 748887 h 4449429"/>
              <a:gd name="connsiteX644-45835" fmla="*/ 2144438 w 18982931"/>
              <a:gd name="connsiteY644-45836" fmla="*/ 748887 h 4449429"/>
              <a:gd name="connsiteX645-45837" fmla="*/ 2144438 w 18982931"/>
              <a:gd name="connsiteY645-45838" fmla="*/ 886047 h 4449429"/>
              <a:gd name="connsiteX646-45839" fmla="*/ 2181014 w 18982931"/>
              <a:gd name="connsiteY646-45840" fmla="*/ 886047 h 4449429"/>
              <a:gd name="connsiteX647-45841" fmla="*/ 2181014 w 18982931"/>
              <a:gd name="connsiteY647-45842" fmla="*/ 748887 h 4449429"/>
              <a:gd name="connsiteX648-45843" fmla="*/ 2144438 w 18982931"/>
              <a:gd name="connsiteY648-45844" fmla="*/ 748887 h 4449429"/>
              <a:gd name="connsiteX649-45845" fmla="*/ 2076037 w 18982931"/>
              <a:gd name="connsiteY649-45846" fmla="*/ 748887 h 4449429"/>
              <a:gd name="connsiteX650-45847" fmla="*/ 2076037 w 18982931"/>
              <a:gd name="connsiteY650-45848" fmla="*/ 886047 h 4449429"/>
              <a:gd name="connsiteX651-45849" fmla="*/ 2112612 w 18982931"/>
              <a:gd name="connsiteY651-45850" fmla="*/ 886047 h 4449429"/>
              <a:gd name="connsiteX652-45851" fmla="*/ 2112612 w 18982931"/>
              <a:gd name="connsiteY652-45852" fmla="*/ 748887 h 4449429"/>
              <a:gd name="connsiteX653-45853" fmla="*/ 2076037 w 18982931"/>
              <a:gd name="connsiteY653-45854" fmla="*/ 748887 h 4449429"/>
              <a:gd name="connsiteX654-45855" fmla="*/ 2007635 w 18982931"/>
              <a:gd name="connsiteY654-45856" fmla="*/ 748887 h 4449429"/>
              <a:gd name="connsiteX655-45857" fmla="*/ 2007635 w 18982931"/>
              <a:gd name="connsiteY655-45858" fmla="*/ 886047 h 4449429"/>
              <a:gd name="connsiteX656-45859" fmla="*/ 2044211 w 18982931"/>
              <a:gd name="connsiteY656-45860" fmla="*/ 886047 h 4449429"/>
              <a:gd name="connsiteX657-45861" fmla="*/ 2044211 w 18982931"/>
              <a:gd name="connsiteY657-45862" fmla="*/ 748887 h 4449429"/>
              <a:gd name="connsiteX658-45863" fmla="*/ 2007635 w 18982931"/>
              <a:gd name="connsiteY658-45864" fmla="*/ 748887 h 4449429"/>
              <a:gd name="connsiteX659-45865" fmla="*/ 17088019 w 18982931"/>
              <a:gd name="connsiteY659-45866" fmla="*/ 737716 h 4449429"/>
              <a:gd name="connsiteX660-45867" fmla="*/ 17088019 w 18982931"/>
              <a:gd name="connsiteY660-45868" fmla="*/ 825107 h 4449429"/>
              <a:gd name="connsiteX661-45869" fmla="*/ 17124595 w 18982931"/>
              <a:gd name="connsiteY661-45870" fmla="*/ 825107 h 4449429"/>
              <a:gd name="connsiteX662-45871" fmla="*/ 17124595 w 18982931"/>
              <a:gd name="connsiteY662-45872" fmla="*/ 737716 h 4449429"/>
              <a:gd name="connsiteX663-45873" fmla="*/ 17088019 w 18982931"/>
              <a:gd name="connsiteY663-45874" fmla="*/ 737716 h 4449429"/>
              <a:gd name="connsiteX664-45875" fmla="*/ 17021803 w 18982931"/>
              <a:gd name="connsiteY664-45876" fmla="*/ 737716 h 4449429"/>
              <a:gd name="connsiteX665-45877" fmla="*/ 17021803 w 18982931"/>
              <a:gd name="connsiteY665-45878" fmla="*/ 825107 h 4449429"/>
              <a:gd name="connsiteX666-45879" fmla="*/ 17058379 w 18982931"/>
              <a:gd name="connsiteY666-45880" fmla="*/ 825107 h 4449429"/>
              <a:gd name="connsiteX667-45881" fmla="*/ 17058379 w 18982931"/>
              <a:gd name="connsiteY667-45882" fmla="*/ 737716 h 4449429"/>
              <a:gd name="connsiteX668-45883" fmla="*/ 17021803 w 18982931"/>
              <a:gd name="connsiteY668-45884" fmla="*/ 737716 h 4449429"/>
              <a:gd name="connsiteX669-45885" fmla="*/ 16955591 w 18982931"/>
              <a:gd name="connsiteY669-45886" fmla="*/ 737716 h 4449429"/>
              <a:gd name="connsiteX670-45887" fmla="*/ 16955591 w 18982931"/>
              <a:gd name="connsiteY670-45888" fmla="*/ 825107 h 4449429"/>
              <a:gd name="connsiteX671-45889" fmla="*/ 16992167 w 18982931"/>
              <a:gd name="connsiteY671-45890" fmla="*/ 825107 h 4449429"/>
              <a:gd name="connsiteX672-45891" fmla="*/ 16992167 w 18982931"/>
              <a:gd name="connsiteY672-45892" fmla="*/ 737716 h 4449429"/>
              <a:gd name="connsiteX673-45893" fmla="*/ 16955591 w 18982931"/>
              <a:gd name="connsiteY673-45894" fmla="*/ 737716 h 4449429"/>
              <a:gd name="connsiteX674-45895" fmla="*/ 16889375 w 18982931"/>
              <a:gd name="connsiteY674-45896" fmla="*/ 737716 h 4449429"/>
              <a:gd name="connsiteX675-45897" fmla="*/ 16889375 w 18982931"/>
              <a:gd name="connsiteY675-45898" fmla="*/ 825107 h 4449429"/>
              <a:gd name="connsiteX676-45899" fmla="*/ 16925951 w 18982931"/>
              <a:gd name="connsiteY676-45900" fmla="*/ 825107 h 4449429"/>
              <a:gd name="connsiteX677-45901" fmla="*/ 16925951 w 18982931"/>
              <a:gd name="connsiteY677-45902" fmla="*/ 737716 h 4449429"/>
              <a:gd name="connsiteX678-45903" fmla="*/ 16889375 w 18982931"/>
              <a:gd name="connsiteY678-45904" fmla="*/ 737716 h 4449429"/>
              <a:gd name="connsiteX679-45905" fmla="*/ 16823163 w 18982931"/>
              <a:gd name="connsiteY679-45906" fmla="*/ 737716 h 4449429"/>
              <a:gd name="connsiteX680-45907" fmla="*/ 16823163 w 18982931"/>
              <a:gd name="connsiteY680-45908" fmla="*/ 825107 h 4449429"/>
              <a:gd name="connsiteX681-45909" fmla="*/ 16859739 w 18982931"/>
              <a:gd name="connsiteY681-45910" fmla="*/ 825107 h 4449429"/>
              <a:gd name="connsiteX682-45911" fmla="*/ 16859739 w 18982931"/>
              <a:gd name="connsiteY682-45912" fmla="*/ 737716 h 4449429"/>
              <a:gd name="connsiteX683-45913" fmla="*/ 16823163 w 18982931"/>
              <a:gd name="connsiteY683-45914" fmla="*/ 737716 h 4449429"/>
              <a:gd name="connsiteX684-45915" fmla="*/ 16756948 w 18982931"/>
              <a:gd name="connsiteY684-45916" fmla="*/ 737716 h 4449429"/>
              <a:gd name="connsiteX685-45917" fmla="*/ 16756948 w 18982931"/>
              <a:gd name="connsiteY685-45918" fmla="*/ 825107 h 4449429"/>
              <a:gd name="connsiteX686-45919" fmla="*/ 16793523 w 18982931"/>
              <a:gd name="connsiteY686-45920" fmla="*/ 825107 h 4449429"/>
              <a:gd name="connsiteX687-45921" fmla="*/ 16793523 w 18982931"/>
              <a:gd name="connsiteY687-45922" fmla="*/ 737716 h 4449429"/>
              <a:gd name="connsiteX688-45923" fmla="*/ 16756948 w 18982931"/>
              <a:gd name="connsiteY688-45924" fmla="*/ 737716 h 4449429"/>
              <a:gd name="connsiteX689-45925" fmla="*/ 13739104 w 18982931"/>
              <a:gd name="connsiteY689-45926" fmla="*/ 0 h 4449429"/>
              <a:gd name="connsiteX690-45927" fmla="*/ 13842002 w 18982931"/>
              <a:gd name="connsiteY690-45928" fmla="*/ 0 h 4449429"/>
              <a:gd name="connsiteX691-45929" fmla="*/ 13883163 w 18982931"/>
              <a:gd name="connsiteY691-45930" fmla="*/ 428067 h 4449429"/>
              <a:gd name="connsiteX692-45931" fmla="*/ 13883163 w 18982931"/>
              <a:gd name="connsiteY692-45932" fmla="*/ 456882 h 4449429"/>
              <a:gd name="connsiteX693-45933" fmla="*/ 13907863 w 18982931"/>
              <a:gd name="connsiteY693-45934" fmla="*/ 954919 h 4449429"/>
              <a:gd name="connsiteX694-45935" fmla="*/ 13911978 w 18982931"/>
              <a:gd name="connsiteY694-45936" fmla="*/ 1679340 h 4449429"/>
              <a:gd name="connsiteX695-45937" fmla="*/ 13916091 w 18982931"/>
              <a:gd name="connsiteY695-45938" fmla="*/ 2058015 h 4449429"/>
              <a:gd name="connsiteX696-45939" fmla="*/ 13936673 w 18982931"/>
              <a:gd name="connsiteY696-45940" fmla="*/ 2086829 h 4449429"/>
              <a:gd name="connsiteX697-45941" fmla="*/ 13953138 w 18982931"/>
              <a:gd name="connsiteY697-45942" fmla="*/ 2058015 h 4449429"/>
              <a:gd name="connsiteX698-45943" fmla="*/ 13953138 w 18982931"/>
              <a:gd name="connsiteY698-45944" fmla="*/ 1955115 h 4449429"/>
              <a:gd name="connsiteX699-45945" fmla="*/ 13965483 w 18982931"/>
              <a:gd name="connsiteY699-45946" fmla="*/ 1922188 h 4449429"/>
              <a:gd name="connsiteX700-45947" fmla="*/ 13986066 w 18982931"/>
              <a:gd name="connsiteY700-45948" fmla="*/ 1876909 h 4449429"/>
              <a:gd name="connsiteX701-45949" fmla="*/ 13986066 w 18982931"/>
              <a:gd name="connsiteY701-45950" fmla="*/ 1625834 h 4449429"/>
              <a:gd name="connsiteX702-45951" fmla="*/ 14051922 w 18982931"/>
              <a:gd name="connsiteY702-45952" fmla="*/ 1617602 h 4449429"/>
              <a:gd name="connsiteX703-45953" fmla="*/ 14047992 w 18982931"/>
              <a:gd name="connsiteY703-45954" fmla="*/ 1005560 h 4449429"/>
              <a:gd name="connsiteX704-45955" fmla="*/ 14082534 w 18982931"/>
              <a:gd name="connsiteY704-45956" fmla="*/ 1005560 h 4449429"/>
              <a:gd name="connsiteX705-45957" fmla="*/ 14082534 w 18982931"/>
              <a:gd name="connsiteY705-45958" fmla="*/ 868400 h 4449429"/>
              <a:gd name="connsiteX706-45959" fmla="*/ 14047111 w 18982931"/>
              <a:gd name="connsiteY706-45960" fmla="*/ 868400 h 4449429"/>
              <a:gd name="connsiteX707-45961" fmla="*/ 14046442 w 18982931"/>
              <a:gd name="connsiteY707-45962" fmla="*/ 764191 h 4449429"/>
              <a:gd name="connsiteX708-45963" fmla="*/ 14187749 w 18982931"/>
              <a:gd name="connsiteY708-45964" fmla="*/ 436300 h 4449429"/>
              <a:gd name="connsiteX709-45965" fmla="*/ 14212445 w 18982931"/>
              <a:gd name="connsiteY709-45966" fmla="*/ 411603 h 4449429"/>
              <a:gd name="connsiteX710-45967" fmla="*/ 14410015 w 18982931"/>
              <a:gd name="connsiteY710-45968" fmla="*/ 444532 h 4449429"/>
              <a:gd name="connsiteX711-45969" fmla="*/ 14442947 w 18982931"/>
              <a:gd name="connsiteY711-45970" fmla="*/ 275776 h 4449429"/>
              <a:gd name="connsiteX712-45971" fmla="*/ 14479990 w 18982931"/>
              <a:gd name="connsiteY712-45972" fmla="*/ 246961 h 4449429"/>
              <a:gd name="connsiteX713-45973" fmla="*/ 14517032 w 18982931"/>
              <a:gd name="connsiteY713-45974" fmla="*/ 271658 h 4449429"/>
              <a:gd name="connsiteX714-45975" fmla="*/ 14574655 w 18982931"/>
              <a:gd name="connsiteY714-45976" fmla="*/ 522739 h 4449429"/>
              <a:gd name="connsiteX715-45977" fmla="*/ 14603469 w 18982931"/>
              <a:gd name="connsiteY715-45978" fmla="*/ 1123678 h 4449429"/>
              <a:gd name="connsiteX716-45979" fmla="*/ 14603469 w 18982931"/>
              <a:gd name="connsiteY716-45980" fmla="*/ 1617602 h 4449429"/>
              <a:gd name="connsiteX717-45981" fmla="*/ 14595237 w 18982931"/>
              <a:gd name="connsiteY717-45982" fmla="*/ 1683457 h 4449429"/>
              <a:gd name="connsiteX718-45983" fmla="*/ 14607589 w 18982931"/>
              <a:gd name="connsiteY718-45984" fmla="*/ 1753429 h 4449429"/>
              <a:gd name="connsiteX719-45985" fmla="*/ 14656976 w 18982931"/>
              <a:gd name="connsiteY719-45986" fmla="*/ 1753429 h 4449429"/>
              <a:gd name="connsiteX720-45987" fmla="*/ 14706369 w 18982931"/>
              <a:gd name="connsiteY720-45988" fmla="*/ 1568210 h 4449429"/>
              <a:gd name="connsiteX721-45989" fmla="*/ 14722833 w 18982931"/>
              <a:gd name="connsiteY721-45990" fmla="*/ 1568210 h 4449429"/>
              <a:gd name="connsiteX722-45991" fmla="*/ 14768111 w 18982931"/>
              <a:gd name="connsiteY722-45992" fmla="*/ 1753429 h 4449429"/>
              <a:gd name="connsiteX723-45993" fmla="*/ 14875128 w 18982931"/>
              <a:gd name="connsiteY723-45994" fmla="*/ 1753429 h 4449429"/>
              <a:gd name="connsiteX724-45995" fmla="*/ 14883360 w 18982931"/>
              <a:gd name="connsiteY724-45996" fmla="*/ 1827516 h 4449429"/>
              <a:gd name="connsiteX725-45997" fmla="*/ 14940984 w 18982931"/>
              <a:gd name="connsiteY725-45998" fmla="*/ 1827516 h 4449429"/>
              <a:gd name="connsiteX726-45999" fmla="*/ 15019191 w 18982931"/>
              <a:gd name="connsiteY726-46000" fmla="*/ 1625834 h 4449429"/>
              <a:gd name="connsiteX727-46001" fmla="*/ 15043883 w 18982931"/>
              <a:gd name="connsiteY727-46002" fmla="*/ 1090750 h 4449429"/>
              <a:gd name="connsiteX728-46003" fmla="*/ 15134436 w 18982931"/>
              <a:gd name="connsiteY728-46004" fmla="*/ 1000197 h 4449429"/>
              <a:gd name="connsiteX729-46005" fmla="*/ 15212643 w 18982931"/>
              <a:gd name="connsiteY729-46006" fmla="*/ 1078400 h 4449429"/>
              <a:gd name="connsiteX730-46007" fmla="*/ 15212643 w 18982931"/>
              <a:gd name="connsiteY730-46008" fmla="*/ 1152488 h 4449429"/>
              <a:gd name="connsiteX731-46009" fmla="*/ 15224993 w 18982931"/>
              <a:gd name="connsiteY731-46010" fmla="*/ 1119560 h 4449429"/>
              <a:gd name="connsiteX732-46011" fmla="*/ 15237338 w 18982931"/>
              <a:gd name="connsiteY732-46012" fmla="*/ 563899 h 4449429"/>
              <a:gd name="connsiteX733-46013" fmla="*/ 15290845 w 18982931"/>
              <a:gd name="connsiteY733-46014" fmla="*/ 382793 h 4449429"/>
              <a:gd name="connsiteX734-46015" fmla="*/ 15323772 w 18982931"/>
              <a:gd name="connsiteY734-46016" fmla="*/ 300473 h 4449429"/>
              <a:gd name="connsiteX735-46017" fmla="*/ 15364932 w 18982931"/>
              <a:gd name="connsiteY735-46018" fmla="*/ 259313 h 4449429"/>
              <a:gd name="connsiteX736-46019" fmla="*/ 15389634 w 18982931"/>
              <a:gd name="connsiteY736-46020" fmla="*/ 296354 h 4449429"/>
              <a:gd name="connsiteX737-46021" fmla="*/ 15401979 w 18982931"/>
              <a:gd name="connsiteY737-46022" fmla="*/ 411603 h 4449429"/>
              <a:gd name="connsiteX738-46023" fmla="*/ 15451371 w 18982931"/>
              <a:gd name="connsiteY738-46024" fmla="*/ 703843 h 4449429"/>
              <a:gd name="connsiteX739-46025" fmla="*/ 15455486 w 18982931"/>
              <a:gd name="connsiteY739-46026" fmla="*/ 1173070 h 4449429"/>
              <a:gd name="connsiteX740-46027" fmla="*/ 15455486 w 18982931"/>
              <a:gd name="connsiteY740-46028" fmla="*/ 1238927 h 4449429"/>
              <a:gd name="connsiteX741-46029" fmla="*/ 15727143 w 18982931"/>
              <a:gd name="connsiteY741-46030" fmla="*/ 1238927 h 4449429"/>
              <a:gd name="connsiteX742-46031" fmla="*/ 15727143 w 18982931"/>
              <a:gd name="connsiteY742-46032" fmla="*/ 1465306 h 4449429"/>
              <a:gd name="connsiteX743-46033" fmla="*/ 15772422 w 18982931"/>
              <a:gd name="connsiteY743-46034" fmla="*/ 1469425 h 4449429"/>
              <a:gd name="connsiteX744-46035" fmla="*/ 15850624 w 18982931"/>
              <a:gd name="connsiteY744-46036" fmla="*/ 1551745 h 4449429"/>
              <a:gd name="connsiteX745-46037" fmla="*/ 15850624 w 18982931"/>
              <a:gd name="connsiteY745-46038" fmla="*/ 2224712 h 4449429"/>
              <a:gd name="connsiteX746-46039" fmla="*/ 15923336 w 18982931"/>
              <a:gd name="connsiteY746-46040" fmla="*/ 2224712 h 4449429"/>
              <a:gd name="connsiteX747-46041" fmla="*/ 15924718 w 18982931"/>
              <a:gd name="connsiteY747-46042" fmla="*/ 2177381 h 4449429"/>
              <a:gd name="connsiteX748-46043" fmla="*/ 15982338 w 18982931"/>
              <a:gd name="connsiteY748-46044" fmla="*/ 2103294 h 4449429"/>
              <a:gd name="connsiteX749-46045" fmla="*/ 15986455 w 18982931"/>
              <a:gd name="connsiteY749-46046" fmla="*/ 2045669 h 4449429"/>
              <a:gd name="connsiteX750-46047" fmla="*/ 16002920 w 18982931"/>
              <a:gd name="connsiteY750-46048" fmla="*/ 2033319 h 4449429"/>
              <a:gd name="connsiteX751-46049" fmla="*/ 16015265 w 18982931"/>
              <a:gd name="connsiteY751-46050" fmla="*/ 2041550 h 4449429"/>
              <a:gd name="connsiteX752-46051" fmla="*/ 16056425 w 18982931"/>
              <a:gd name="connsiteY752-46052" fmla="*/ 2210310 h 4449429"/>
              <a:gd name="connsiteX753-46053" fmla="*/ 16056425 w 18982931"/>
              <a:gd name="connsiteY753-46054" fmla="*/ 2276166 h 4449429"/>
              <a:gd name="connsiteX754-46055" fmla="*/ 16077008 w 18982931"/>
              <a:gd name="connsiteY754-46056" fmla="*/ 2276166 h 4449429"/>
              <a:gd name="connsiteX755-46057" fmla="*/ 16097587 w 18982931"/>
              <a:gd name="connsiteY755-46058" fmla="*/ 1938652 h 4449429"/>
              <a:gd name="connsiteX756-46059" fmla="*/ 16122282 w 18982931"/>
              <a:gd name="connsiteY756-46060" fmla="*/ 1934533 h 4449429"/>
              <a:gd name="connsiteX757-46061" fmla="*/ 16155210 w 18982931"/>
              <a:gd name="connsiteY757-46062" fmla="*/ 1938652 h 4449429"/>
              <a:gd name="connsiteX758-46063" fmla="*/ 16155210 w 18982931"/>
              <a:gd name="connsiteY758-46064" fmla="*/ 2272048 h 4449429"/>
              <a:gd name="connsiteX759-46065" fmla="*/ 16175792 w 18982931"/>
              <a:gd name="connsiteY759-46066" fmla="*/ 2276166 h 4449429"/>
              <a:gd name="connsiteX760-46067" fmla="*/ 16192257 w 18982931"/>
              <a:gd name="connsiteY760-46068" fmla="*/ 2243238 h 4449429"/>
              <a:gd name="connsiteX761-46069" fmla="*/ 16192257 w 18982931"/>
              <a:gd name="connsiteY761-46070" fmla="*/ 1992158 h 4449429"/>
              <a:gd name="connsiteX762-46071" fmla="*/ 16192257 w 18982931"/>
              <a:gd name="connsiteY762-46072" fmla="*/ 1774011 h 4449429"/>
              <a:gd name="connsiteX763-46073" fmla="*/ 16488610 w 18982931"/>
              <a:gd name="connsiteY763-46074" fmla="*/ 1774011 h 4449429"/>
              <a:gd name="connsiteX764-46075" fmla="*/ 16538004 w 18982931"/>
              <a:gd name="connsiteY764-46076" fmla="*/ 1823403 h 4449429"/>
              <a:gd name="connsiteX765-46077" fmla="*/ 16538004 w 18982931"/>
              <a:gd name="connsiteY765-46078" fmla="*/ 2029205 h 4449429"/>
              <a:gd name="connsiteX766-46079" fmla="*/ 16550349 w 18982931"/>
              <a:gd name="connsiteY766-46080" fmla="*/ 2033319 h 4449429"/>
              <a:gd name="connsiteX767-46081" fmla="*/ 16566812 w 18982931"/>
              <a:gd name="connsiteY767-46082" fmla="*/ 1992158 h 4449429"/>
              <a:gd name="connsiteX768-46083" fmla="*/ 16570932 w 18982931"/>
              <a:gd name="connsiteY768-46084" fmla="*/ 1695804 h 4449429"/>
              <a:gd name="connsiteX769-46085" fmla="*/ 16566812 w 18982931"/>
              <a:gd name="connsiteY769-46086" fmla="*/ 773813 h 4449429"/>
              <a:gd name="connsiteX770-46087" fmla="*/ 16636788 w 18982931"/>
              <a:gd name="connsiteY770-46088" fmla="*/ 646219 h 4449429"/>
              <a:gd name="connsiteX771-46089" fmla="*/ 16723226 w 18982931"/>
              <a:gd name="connsiteY771-46090" fmla="*/ 514506 h 4449429"/>
              <a:gd name="connsiteX772-46091" fmla="*/ 16743805 w 18982931"/>
              <a:gd name="connsiteY772-46092" fmla="*/ 481577 h 4449429"/>
              <a:gd name="connsiteX773-46093" fmla="*/ 16817899 w 18982931"/>
              <a:gd name="connsiteY773-46094" fmla="*/ 329283 h 4449429"/>
              <a:gd name="connsiteX774-46095" fmla="*/ 16842595 w 18982931"/>
              <a:gd name="connsiteY774-46096" fmla="*/ 275776 h 4449429"/>
              <a:gd name="connsiteX775-46097" fmla="*/ 16859059 w 18982931"/>
              <a:gd name="connsiteY775-46098" fmla="*/ 279891 h 4449429"/>
              <a:gd name="connsiteX776-46099" fmla="*/ 16859059 w 18982931"/>
              <a:gd name="connsiteY776-46100" fmla="*/ 337515 h 4449429"/>
              <a:gd name="connsiteX777-46101" fmla="*/ 16867291 w 18982931"/>
              <a:gd name="connsiteY777-46102" fmla="*/ 382793 h 4449429"/>
              <a:gd name="connsiteX778-46103" fmla="*/ 16966075 w 18982931"/>
              <a:gd name="connsiteY778-46104" fmla="*/ 436300 h 4449429"/>
              <a:gd name="connsiteX779-46105" fmla="*/ 17031935 w 18982931"/>
              <a:gd name="connsiteY779-46106" fmla="*/ 526852 h 4449429"/>
              <a:gd name="connsiteX780-46107" fmla="*/ 17031935 w 18982931"/>
              <a:gd name="connsiteY780-46108" fmla="*/ 596826 h 4449429"/>
              <a:gd name="connsiteX781-46109" fmla="*/ 17060743 w 18982931"/>
              <a:gd name="connsiteY781-46110" fmla="*/ 600941 h 4449429"/>
              <a:gd name="connsiteX782-46111" fmla="*/ 17147183 w 18982931"/>
              <a:gd name="connsiteY782-46112" fmla="*/ 691493 h 4449429"/>
              <a:gd name="connsiteX783-46113" fmla="*/ 17147219 w 18982931"/>
              <a:gd name="connsiteY783-46114" fmla="*/ 704240 h 4449429"/>
              <a:gd name="connsiteX784-46115" fmla="*/ 17148515 w 18982931"/>
              <a:gd name="connsiteY784-46116" fmla="*/ 704240 h 4449429"/>
              <a:gd name="connsiteX785-46117" fmla="*/ 17148515 w 18982931"/>
              <a:gd name="connsiteY785-46118" fmla="*/ 880086 h 4449429"/>
              <a:gd name="connsiteX786-46119" fmla="*/ 17147731 w 18982931"/>
              <a:gd name="connsiteY786-46120" fmla="*/ 880086 h 4449429"/>
              <a:gd name="connsiteX787-46121" fmla="*/ 17151295 w 18982931"/>
              <a:gd name="connsiteY787-46122" fmla="*/ 2103294 h 4449429"/>
              <a:gd name="connsiteX788-46123" fmla="*/ 17151295 w 18982931"/>
              <a:gd name="connsiteY788-46124" fmla="*/ 2152686 h 4449429"/>
              <a:gd name="connsiteX789-46125" fmla="*/ 17225383 w 18982931"/>
              <a:gd name="connsiteY789-46126" fmla="*/ 2152686 h 4449429"/>
              <a:gd name="connsiteX790-46127" fmla="*/ 17225383 w 18982931"/>
              <a:gd name="connsiteY790-46128" fmla="*/ 1811053 h 4449429"/>
              <a:gd name="connsiteX791-46129" fmla="*/ 17307703 w 18982931"/>
              <a:gd name="connsiteY791-46130" fmla="*/ 1757546 h 4449429"/>
              <a:gd name="connsiteX792-46131" fmla="*/ 17307703 w 18982931"/>
              <a:gd name="connsiteY792-46132" fmla="*/ 1889260 h 4449429"/>
              <a:gd name="connsiteX793-46133" fmla="*/ 17336519 w 18982931"/>
              <a:gd name="connsiteY793-46134" fmla="*/ 1926302 h 4449429"/>
              <a:gd name="connsiteX794-46135" fmla="*/ 17381799 w 18982931"/>
              <a:gd name="connsiteY794-46136" fmla="*/ 1975695 h 4449429"/>
              <a:gd name="connsiteX795-46137" fmla="*/ 17381799 w 18982931"/>
              <a:gd name="connsiteY795-46138" fmla="*/ 2165031 h 4449429"/>
              <a:gd name="connsiteX796-46139" fmla="*/ 17562899 w 18982931"/>
              <a:gd name="connsiteY796-46140" fmla="*/ 2165031 h 4449429"/>
              <a:gd name="connsiteX797-46141" fmla="*/ 17562899 w 18982931"/>
              <a:gd name="connsiteY797-46142" fmla="*/ 2329673 h 4449429"/>
              <a:gd name="connsiteX798-46143" fmla="*/ 17575251 w 18982931"/>
              <a:gd name="connsiteY798-46144" fmla="*/ 2329673 h 4449429"/>
              <a:gd name="connsiteX799-46145" fmla="*/ 17575251 w 18982931"/>
              <a:gd name="connsiteY799-46146" fmla="*/ 2127989 h 4449429"/>
              <a:gd name="connsiteX800-46147" fmla="*/ 17591711 w 18982931"/>
              <a:gd name="connsiteY800-46148" fmla="*/ 1609370 h 4449429"/>
              <a:gd name="connsiteX801-46149" fmla="*/ 17604059 w 18982931"/>
              <a:gd name="connsiteY801-46150" fmla="*/ 1584673 h 4449429"/>
              <a:gd name="connsiteX802-46151" fmla="*/ 17711083 w 18982931"/>
              <a:gd name="connsiteY802-46152" fmla="*/ 1580555 h 4449429"/>
              <a:gd name="connsiteX803-46153" fmla="*/ 17735775 w 18982931"/>
              <a:gd name="connsiteY803-46154" fmla="*/ 1609370 h 4449429"/>
              <a:gd name="connsiteX804-46155" fmla="*/ 17772819 w 18982931"/>
              <a:gd name="connsiteY804-46156" fmla="*/ 1613483 h 4449429"/>
              <a:gd name="connsiteX805-46157" fmla="*/ 17768699 w 18982931"/>
              <a:gd name="connsiteY805-46158" fmla="*/ 1559977 h 4449429"/>
              <a:gd name="connsiteX806-46159" fmla="*/ 17772819 w 18982931"/>
              <a:gd name="connsiteY806-46160" fmla="*/ 1531163 h 4449429"/>
              <a:gd name="connsiteX807-46161" fmla="*/ 17797515 w 18982931"/>
              <a:gd name="connsiteY807-46162" fmla="*/ 1469425 h 4449429"/>
              <a:gd name="connsiteX808-46163" fmla="*/ 17797515 w 18982931"/>
              <a:gd name="connsiteY808-46164" fmla="*/ 1374754 h 4449429"/>
              <a:gd name="connsiteX809-46165" fmla="*/ 17813979 w 18982931"/>
              <a:gd name="connsiteY809-46166" fmla="*/ 1374754 h 4449429"/>
              <a:gd name="connsiteX810-46167" fmla="*/ 17834559 w 18982931"/>
              <a:gd name="connsiteY810-46168" fmla="*/ 1424146 h 4449429"/>
              <a:gd name="connsiteX811-46169" fmla="*/ 17912763 w 18982931"/>
              <a:gd name="connsiteY811-46170" fmla="*/ 1378872 h 4449429"/>
              <a:gd name="connsiteX812-46171" fmla="*/ 18069171 w 18982931"/>
              <a:gd name="connsiteY812-46172" fmla="*/ 1415914 h 4449429"/>
              <a:gd name="connsiteX813-46173" fmla="*/ 18069171 w 18982931"/>
              <a:gd name="connsiteY813-46174" fmla="*/ 1576442 h 4449429"/>
              <a:gd name="connsiteX814-46175" fmla="*/ 18237927 w 18982931"/>
              <a:gd name="connsiteY814-46176" fmla="*/ 1576442 h 4449429"/>
              <a:gd name="connsiteX815-46177" fmla="*/ 18237927 w 18982931"/>
              <a:gd name="connsiteY815-46178" fmla="*/ 1642297 h 4449429"/>
              <a:gd name="connsiteX816-46179" fmla="*/ 18270859 w 18982931"/>
              <a:gd name="connsiteY816-46180" fmla="*/ 1691690 h 4449429"/>
              <a:gd name="connsiteX817-46181" fmla="*/ 18270859 w 18982931"/>
              <a:gd name="connsiteY817-46182" fmla="*/ 1704036 h 4449429"/>
              <a:gd name="connsiteX818-46183" fmla="*/ 18274975 w 18982931"/>
              <a:gd name="connsiteY818-46184" fmla="*/ 1926302 h 4449429"/>
              <a:gd name="connsiteX819-46185" fmla="*/ 18279087 w 18982931"/>
              <a:gd name="connsiteY819-46186" fmla="*/ 1938652 h 4449429"/>
              <a:gd name="connsiteX820-46187" fmla="*/ 18320247 w 18982931"/>
              <a:gd name="connsiteY820-46188" fmla="*/ 1934533 h 4449429"/>
              <a:gd name="connsiteX821-46189" fmla="*/ 18320247 w 18982931"/>
              <a:gd name="connsiteY821-46190" fmla="*/ 1144256 h 4449429"/>
              <a:gd name="connsiteX822-46191" fmla="*/ 18303783 w 18982931"/>
              <a:gd name="connsiteY822-46192" fmla="*/ 1111328 h 4449429"/>
              <a:gd name="connsiteX823-46193" fmla="*/ 18287323 w 18982931"/>
              <a:gd name="connsiteY823-46194" fmla="*/ 1024893 h 4449429"/>
              <a:gd name="connsiteX824-46195" fmla="*/ 18336711 w 18982931"/>
              <a:gd name="connsiteY824-46196" fmla="*/ 1000197 h 4449429"/>
              <a:gd name="connsiteX825-46197" fmla="*/ 18361407 w 18982931"/>
              <a:gd name="connsiteY825-46198" fmla="*/ 996079 h 4449429"/>
              <a:gd name="connsiteX826-46199" fmla="*/ 18373759 w 18982931"/>
              <a:gd name="connsiteY826-46200" fmla="*/ 946687 h 4449429"/>
              <a:gd name="connsiteX827-46201" fmla="*/ 18534287 w 18982931"/>
              <a:gd name="connsiteY827-46202" fmla="*/ 946687 h 4449429"/>
              <a:gd name="connsiteX828-46203" fmla="*/ 18563095 w 18982931"/>
              <a:gd name="connsiteY828-46204" fmla="*/ 798510 h 4449429"/>
              <a:gd name="connsiteX829-46205" fmla="*/ 18731851 w 18982931"/>
              <a:gd name="connsiteY829-46206" fmla="*/ 806742 h 4449429"/>
              <a:gd name="connsiteX830-46207" fmla="*/ 18773011 w 18982931"/>
              <a:gd name="connsiteY830-46208" fmla="*/ 798510 h 4449429"/>
              <a:gd name="connsiteX831-46209" fmla="*/ 18822407 w 18982931"/>
              <a:gd name="connsiteY831-46210" fmla="*/ 893180 h 4449429"/>
              <a:gd name="connsiteX832-46211" fmla="*/ 18822407 w 18982931"/>
              <a:gd name="connsiteY832-46212" fmla="*/ 963151 h 4449429"/>
              <a:gd name="connsiteX833-46213" fmla="*/ 18982931 w 18982931"/>
              <a:gd name="connsiteY833-46214" fmla="*/ 983734 h 4449429"/>
              <a:gd name="connsiteX834-46215" fmla="*/ 18982931 w 18982931"/>
              <a:gd name="connsiteY834-46216" fmla="*/ 4449429 h 4449429"/>
              <a:gd name="connsiteX835-46217" fmla="*/ 11998023 w 18982931"/>
              <a:gd name="connsiteY835-46218" fmla="*/ 4449429 h 4449429"/>
              <a:gd name="connsiteX836-46219" fmla="*/ 11995198 w 18982931"/>
              <a:gd name="connsiteY836-46220" fmla="*/ 4429646 h 4449429"/>
              <a:gd name="connsiteX837-46221" fmla="*/ 11992726 w 18982931"/>
              <a:gd name="connsiteY837-46222" fmla="*/ 4449425 h 4449429"/>
              <a:gd name="connsiteX838-46223" fmla="*/ 8153658 w 18982931"/>
              <a:gd name="connsiteY838-46224" fmla="*/ 4449425 h 4449429"/>
              <a:gd name="connsiteX839-46225" fmla="*/ 8153658 w 18982931"/>
              <a:gd name="connsiteY839-46226" fmla="*/ 4449429 h 4449429"/>
              <a:gd name="connsiteX840-46227" fmla="*/ 6861227 w 18982931"/>
              <a:gd name="connsiteY840-46228" fmla="*/ 4449429 h 4449429"/>
              <a:gd name="connsiteX841-46229" fmla="*/ 6859697 w 18982931"/>
              <a:gd name="connsiteY841-46230" fmla="*/ 4432598 h 4449429"/>
              <a:gd name="connsiteX842-46231" fmla="*/ 6858292 w 18982931"/>
              <a:gd name="connsiteY842-46232" fmla="*/ 4449425 h 4449429"/>
              <a:gd name="connsiteX843-46233" fmla="*/ 7922 w 18982931"/>
              <a:gd name="connsiteY843-46234" fmla="*/ 4440866 h 4449429"/>
              <a:gd name="connsiteX844-46235" fmla="*/ 0 w 18982931"/>
              <a:gd name="connsiteY844-46236" fmla="*/ 1181446 h 4449429"/>
              <a:gd name="connsiteX845-46237" fmla="*/ 169756 w 18982931"/>
              <a:gd name="connsiteY845-46238" fmla="*/ 979616 h 4449429"/>
              <a:gd name="connsiteX846-46239" fmla="*/ 301466 w 18982931"/>
              <a:gd name="connsiteY846-46240" fmla="*/ 971384 h 4449429"/>
              <a:gd name="connsiteX847-46241" fmla="*/ 301466 w 18982931"/>
              <a:gd name="connsiteY847-46242" fmla="*/ 909640 h 4449429"/>
              <a:gd name="connsiteX848-46243" fmla="*/ 346746 w 18982931"/>
              <a:gd name="connsiteY848-46244" fmla="*/ 810855 h 4449429"/>
              <a:gd name="connsiteX849-46245" fmla="*/ 571541 w 18982931"/>
              <a:gd name="connsiteY849-46246" fmla="*/ 799909 h 4449429"/>
              <a:gd name="connsiteX850-46247" fmla="*/ 581356 w 18982931"/>
              <a:gd name="connsiteY850-46248" fmla="*/ 963151 h 4449429"/>
              <a:gd name="connsiteX851-46249" fmla="*/ 737766 w 18982931"/>
              <a:gd name="connsiteY851-46250" fmla="*/ 963151 h 4449429"/>
              <a:gd name="connsiteX852-46251" fmla="*/ 750116 w 18982931"/>
              <a:gd name="connsiteY852-46252" fmla="*/ 1012543 h 4449429"/>
              <a:gd name="connsiteX853-46253" fmla="*/ 778926 w 18982931"/>
              <a:gd name="connsiteY853-46254" fmla="*/ 1016657 h 4449429"/>
              <a:gd name="connsiteX854-46255" fmla="*/ 820087 w 18982931"/>
              <a:gd name="connsiteY854-46256" fmla="*/ 1041353 h 4449429"/>
              <a:gd name="connsiteX855-46257" fmla="*/ 820087 w 18982931"/>
              <a:gd name="connsiteY855-46258" fmla="*/ 1119560 h 4449429"/>
              <a:gd name="connsiteX856-46259" fmla="*/ 791276 w 18982931"/>
              <a:gd name="connsiteY856-46260" fmla="*/ 1193648 h 4449429"/>
              <a:gd name="connsiteX857-46261" fmla="*/ 791276 w 18982931"/>
              <a:gd name="connsiteY857-46262" fmla="*/ 1580555 h 4449429"/>
              <a:gd name="connsiteX858-46263" fmla="*/ 791276 w 18982931"/>
              <a:gd name="connsiteY858-46264" fmla="*/ 1955112 h 4449429"/>
              <a:gd name="connsiteX859-46265" fmla="*/ 840669 w 18982931"/>
              <a:gd name="connsiteY859-46266" fmla="*/ 1950998 h 4449429"/>
              <a:gd name="connsiteX860-46267" fmla="*/ 844783 w 18982931"/>
              <a:gd name="connsiteY860-46268" fmla="*/ 1720500 h 4449429"/>
              <a:gd name="connsiteX861-46269" fmla="*/ 873596 w 18982931"/>
              <a:gd name="connsiteY861-46270" fmla="*/ 1597020 h 4449429"/>
              <a:gd name="connsiteX862-46271" fmla="*/ 906526 w 18982931"/>
              <a:gd name="connsiteY862-46272" fmla="*/ 1584670 h 4449429"/>
              <a:gd name="connsiteX863-46273" fmla="*/ 1034120 w 18982931"/>
              <a:gd name="connsiteY863-46274" fmla="*/ 1584670 h 4449429"/>
              <a:gd name="connsiteX864-46275" fmla="*/ 1034120 w 18982931"/>
              <a:gd name="connsiteY864-46276" fmla="*/ 1420028 h 4449429"/>
              <a:gd name="connsiteX865-46277" fmla="*/ 1320382 w 18982931"/>
              <a:gd name="connsiteY865-46278" fmla="*/ 1408806 h 4449429"/>
              <a:gd name="connsiteX866-46279" fmla="*/ 1318126 w 18982931"/>
              <a:gd name="connsiteY866-46280" fmla="*/ 1576437 h 4449429"/>
              <a:gd name="connsiteX867-46281" fmla="*/ 1486884 w 18982931"/>
              <a:gd name="connsiteY867-46282" fmla="*/ 1588787 h 4449429"/>
              <a:gd name="connsiteX868-46283" fmla="*/ 1507466 w 18982931"/>
              <a:gd name="connsiteY868-46284" fmla="*/ 2337905 h 4449429"/>
              <a:gd name="connsiteX869-46285" fmla="*/ 1523929 w 18982931"/>
              <a:gd name="connsiteY869-46286" fmla="*/ 2337905 h 4449429"/>
              <a:gd name="connsiteX870-46287" fmla="*/ 1523929 w 18982931"/>
              <a:gd name="connsiteY870-46288" fmla="*/ 2169146 h 4449429"/>
              <a:gd name="connsiteX871-46289" fmla="*/ 1692685 w 18982931"/>
              <a:gd name="connsiteY871-46290" fmla="*/ 2169146 h 4449429"/>
              <a:gd name="connsiteX872-46291" fmla="*/ 1692685 w 18982931"/>
              <a:gd name="connsiteY872-46292" fmla="*/ 2020968 h 4449429"/>
              <a:gd name="connsiteX873-46293" fmla="*/ 1766772 w 18982931"/>
              <a:gd name="connsiteY873-46294" fmla="*/ 1922183 h 4449429"/>
              <a:gd name="connsiteX874-46295" fmla="*/ 1766772 w 18982931"/>
              <a:gd name="connsiteY874-46296" fmla="*/ 1757542 h 4449429"/>
              <a:gd name="connsiteX875-46297" fmla="*/ 1849095 w 18982931"/>
              <a:gd name="connsiteY875-46298" fmla="*/ 1757542 h 4449429"/>
              <a:gd name="connsiteX876-46299" fmla="*/ 1849095 w 18982931"/>
              <a:gd name="connsiteY876-46300" fmla="*/ 2156799 h 4449429"/>
              <a:gd name="connsiteX877-46301" fmla="*/ 1919070 w 18982931"/>
              <a:gd name="connsiteY877-46302" fmla="*/ 2156799 h 4449429"/>
              <a:gd name="connsiteX878-46303" fmla="*/ 1919070 w 18982931"/>
              <a:gd name="connsiteY878-46304" fmla="*/ 1864559 h 4449429"/>
              <a:gd name="connsiteX879-46305" fmla="*/ 1919070 w 18982931"/>
              <a:gd name="connsiteY879-46306" fmla="*/ 695608 h 4449429"/>
              <a:gd name="connsiteX880-46307" fmla="*/ 2005504 w 18982931"/>
              <a:gd name="connsiteY880-46308" fmla="*/ 609173 h 4449429"/>
              <a:gd name="connsiteX881-46309" fmla="*/ 2026085 w 18982931"/>
              <a:gd name="connsiteY881-46310" fmla="*/ 605054 h 4449429"/>
              <a:gd name="connsiteX882-46311" fmla="*/ 2100174 w 18982931"/>
              <a:gd name="connsiteY882-46312" fmla="*/ 448645 h 4449429"/>
              <a:gd name="connsiteX883-46313" fmla="*/ 2137215 w 18982931"/>
              <a:gd name="connsiteY883-46314" fmla="*/ 407485 h 4449429"/>
              <a:gd name="connsiteX884-46315" fmla="*/ 2194840 w 18982931"/>
              <a:gd name="connsiteY884-46316" fmla="*/ 337515 h 4449429"/>
              <a:gd name="connsiteX885-46317" fmla="*/ 2198958 w 18982931"/>
              <a:gd name="connsiteY885-46318" fmla="*/ 292236 h 4449429"/>
              <a:gd name="connsiteX886-46319" fmla="*/ 2240121 w 18982931"/>
              <a:gd name="connsiteY886-46320" fmla="*/ 358093 h 4449429"/>
              <a:gd name="connsiteX887-46321" fmla="*/ 2273047 w 18982931"/>
              <a:gd name="connsiteY887-46322" fmla="*/ 444532 h 4449429"/>
              <a:gd name="connsiteX888-46323" fmla="*/ 2330670 w 18982931"/>
              <a:gd name="connsiteY888-46324" fmla="*/ 563894 h 4449429"/>
              <a:gd name="connsiteX889-46325" fmla="*/ 2351248 w 18982931"/>
              <a:gd name="connsiteY889-46326" fmla="*/ 613286 h 4449429"/>
              <a:gd name="connsiteX890-46327" fmla="*/ 2429455 w 18982931"/>
              <a:gd name="connsiteY890-46328" fmla="*/ 675029 h 4449429"/>
              <a:gd name="connsiteX891-46329" fmla="*/ 2470614 w 18982931"/>
              <a:gd name="connsiteY891-46330" fmla="*/ 757350 h 4449429"/>
              <a:gd name="connsiteX892-46331" fmla="*/ 2470614 w 18982931"/>
              <a:gd name="connsiteY892-46332" fmla="*/ 1086631 h 4449429"/>
              <a:gd name="connsiteX893-46333" fmla="*/ 2470614 w 18982931"/>
              <a:gd name="connsiteY893-46334" fmla="*/ 2008622 h 4449429"/>
              <a:gd name="connsiteX894-46335" fmla="*/ 2487080 w 18982931"/>
              <a:gd name="connsiteY894-46336" fmla="*/ 2053897 h 4449429"/>
              <a:gd name="connsiteX895-46337" fmla="*/ 2499426 w 18982931"/>
              <a:gd name="connsiteY895-46338" fmla="*/ 1897488 h 4449429"/>
              <a:gd name="connsiteX896-46339" fmla="*/ 2602322 w 18982931"/>
              <a:gd name="connsiteY896-46340" fmla="*/ 1798703 h 4449429"/>
              <a:gd name="connsiteX897-46341" fmla="*/ 2836935 w 18982931"/>
              <a:gd name="connsiteY897-46342" fmla="*/ 1798703 h 4449429"/>
              <a:gd name="connsiteX898-46343" fmla="*/ 2836935 w 18982931"/>
              <a:gd name="connsiteY898-46344" fmla="*/ 1860446 h 4449429"/>
              <a:gd name="connsiteX899-46345" fmla="*/ 2836935 w 18982931"/>
              <a:gd name="connsiteY899-46346" fmla="*/ 2263816 h 4449429"/>
              <a:gd name="connsiteX900-46347" fmla="*/ 2845169 w 18982931"/>
              <a:gd name="connsiteY900-46348" fmla="*/ 2304976 h 4449429"/>
              <a:gd name="connsiteX901-46349" fmla="*/ 2861629 w 18982931"/>
              <a:gd name="connsiteY901-46350" fmla="*/ 2300858 h 4449429"/>
              <a:gd name="connsiteX902-46351" fmla="*/ 2861629 w 18982931"/>
              <a:gd name="connsiteY902-46352" fmla="*/ 2247351 h 4449429"/>
              <a:gd name="connsiteX903-46353" fmla="*/ 2869861 w 18982931"/>
              <a:gd name="connsiteY903-46354" fmla="*/ 1996272 h 4449429"/>
              <a:gd name="connsiteX904-46355" fmla="*/ 2923374 w 18982931"/>
              <a:gd name="connsiteY904-46356" fmla="*/ 1967462 h 4449429"/>
              <a:gd name="connsiteX905-46357" fmla="*/ 2939836 w 18982931"/>
              <a:gd name="connsiteY905-46358" fmla="*/ 2300858 h 4449429"/>
              <a:gd name="connsiteX906-46359" fmla="*/ 2956300 w 18982931"/>
              <a:gd name="connsiteY906-46360" fmla="*/ 2300858 h 4449429"/>
              <a:gd name="connsiteX907-46361" fmla="*/ 2989230 w 18982931"/>
              <a:gd name="connsiteY907-46362" fmla="*/ 2111521 h 4449429"/>
              <a:gd name="connsiteX908-46363" fmla="*/ 3018038 w 18982931"/>
              <a:gd name="connsiteY908-46364" fmla="*/ 2058015 h 4449429"/>
              <a:gd name="connsiteX909-46365" fmla="*/ 3034502 w 18982931"/>
              <a:gd name="connsiteY909-46366" fmla="*/ 2123871 h 4449429"/>
              <a:gd name="connsiteX910-46367" fmla="*/ 3038620 w 18982931"/>
              <a:gd name="connsiteY910-46368" fmla="*/ 2132104 h 4449429"/>
              <a:gd name="connsiteX911-46369" fmla="*/ 3088018 w 18982931"/>
              <a:gd name="connsiteY911-46370" fmla="*/ 2140336 h 4449429"/>
              <a:gd name="connsiteX912-46371" fmla="*/ 3095320 w 18982931"/>
              <a:gd name="connsiteY912-46372" fmla="*/ 2275334 h 4449429"/>
              <a:gd name="connsiteX913-46373" fmla="*/ 3162101 w 18982931"/>
              <a:gd name="connsiteY913-46374" fmla="*/ 2275334 h 4449429"/>
              <a:gd name="connsiteX914-46375" fmla="*/ 3162101 w 18982931"/>
              <a:gd name="connsiteY914-46376" fmla="*/ 1580555 h 4449429"/>
              <a:gd name="connsiteX915-46377" fmla="*/ 3162101 w 18982931"/>
              <a:gd name="connsiteY915-46378" fmla="*/ 1531163 h 4449429"/>
              <a:gd name="connsiteX916-46379" fmla="*/ 3199146 w 18982931"/>
              <a:gd name="connsiteY916-46380" fmla="*/ 1498235 h 4449429"/>
              <a:gd name="connsiteX917-46381" fmla="*/ 3281469 w 18982931"/>
              <a:gd name="connsiteY917-46382" fmla="*/ 1498235 h 4449429"/>
              <a:gd name="connsiteX918-46383" fmla="*/ 3281469 w 18982931"/>
              <a:gd name="connsiteY918-46384" fmla="*/ 1325362 h 4449429"/>
              <a:gd name="connsiteX919-46385" fmla="*/ 3343207 w 18982931"/>
              <a:gd name="connsiteY919-46386" fmla="*/ 1263619 h 4449429"/>
              <a:gd name="connsiteX920-46387" fmla="*/ 3544891 w 18982931"/>
              <a:gd name="connsiteY920-46388" fmla="*/ 1263619 h 4449429"/>
              <a:gd name="connsiteX921-46389" fmla="*/ 3544891 w 18982931"/>
              <a:gd name="connsiteY921-46390" fmla="*/ 712071 h 4449429"/>
              <a:gd name="connsiteX922-46391" fmla="*/ 3561357 w 18982931"/>
              <a:gd name="connsiteY922-46392" fmla="*/ 555662 h 4449429"/>
              <a:gd name="connsiteX923-46393" fmla="*/ 3606633 w 18982931"/>
              <a:gd name="connsiteY923-46394" fmla="*/ 316933 h 4449429"/>
              <a:gd name="connsiteX924-46395" fmla="*/ 3614865 w 18982931"/>
              <a:gd name="connsiteY924-46396" fmla="*/ 279891 h 4449429"/>
              <a:gd name="connsiteX925-46397" fmla="*/ 3676603 w 18982931"/>
              <a:gd name="connsiteY925-46398" fmla="*/ 341628 h 4449429"/>
              <a:gd name="connsiteX926-46399" fmla="*/ 3684835 w 18982931"/>
              <a:gd name="connsiteY926-46400" fmla="*/ 386907 h 4449429"/>
              <a:gd name="connsiteX927-46401" fmla="*/ 3742460 w 18982931"/>
              <a:gd name="connsiteY927-46402" fmla="*/ 481574 h 4449429"/>
              <a:gd name="connsiteX928-46403" fmla="*/ 3763042 w 18982931"/>
              <a:gd name="connsiteY928-46404" fmla="*/ 703838 h 4449429"/>
              <a:gd name="connsiteX929-46405" fmla="*/ 3763042 w 18982931"/>
              <a:gd name="connsiteY929-46406" fmla="*/ 1144256 h 4449429"/>
              <a:gd name="connsiteX930-46407" fmla="*/ 3771275 w 18982931"/>
              <a:gd name="connsiteY930-46408" fmla="*/ 1181298 h 4449429"/>
              <a:gd name="connsiteX931-46409" fmla="*/ 3775390 w 18982931"/>
              <a:gd name="connsiteY931-46410" fmla="*/ 1115443 h 4449429"/>
              <a:gd name="connsiteX932-46411" fmla="*/ 3923568 w 18982931"/>
              <a:gd name="connsiteY932-46412" fmla="*/ 996079 h 4449429"/>
              <a:gd name="connsiteX933-46413" fmla="*/ 3940029 w 18982931"/>
              <a:gd name="connsiteY933-46414" fmla="*/ 1020776 h 4449429"/>
              <a:gd name="connsiteX934-46415" fmla="*/ 3960611 w 18982931"/>
              <a:gd name="connsiteY934-46416" fmla="*/ 1321244 h 4449429"/>
              <a:gd name="connsiteX935-46417" fmla="*/ 3960611 w 18982931"/>
              <a:gd name="connsiteY935-46418" fmla="*/ 1584670 h 4449429"/>
              <a:gd name="connsiteX936-46419" fmla="*/ 3977076 w 18982931"/>
              <a:gd name="connsiteY936-46420" fmla="*/ 1625830 h 4449429"/>
              <a:gd name="connsiteX937-46421" fmla="*/ 4010007 w 18982931"/>
              <a:gd name="connsiteY937-46422" fmla="*/ 1666990 h 4449429"/>
              <a:gd name="connsiteX938-46423" fmla="*/ 4055279 w 18982931"/>
              <a:gd name="connsiteY938-46424" fmla="*/ 1819286 h 4449429"/>
              <a:gd name="connsiteX939-46425" fmla="*/ 4104670 w 18982931"/>
              <a:gd name="connsiteY939-46426" fmla="*/ 1819286 h 4449429"/>
              <a:gd name="connsiteX940-46427" fmla="*/ 4108788 w 18982931"/>
              <a:gd name="connsiteY940-46428" fmla="*/ 1741079 h 4449429"/>
              <a:gd name="connsiteX941-46429" fmla="*/ 4211689 w 18982931"/>
              <a:gd name="connsiteY941-46430" fmla="*/ 1741079 h 4449429"/>
              <a:gd name="connsiteX942-46431" fmla="*/ 4252847 w 18982931"/>
              <a:gd name="connsiteY942-46432" fmla="*/ 1559973 h 4449429"/>
              <a:gd name="connsiteX943-46433" fmla="*/ 4265197 w 18982931"/>
              <a:gd name="connsiteY943-46434" fmla="*/ 1559973 h 4449429"/>
              <a:gd name="connsiteX944-46435" fmla="*/ 4277546 w 18982931"/>
              <a:gd name="connsiteY944-46436" fmla="*/ 1592900 h 4449429"/>
              <a:gd name="connsiteX945-46437" fmla="*/ 4302239 w 18982931"/>
              <a:gd name="connsiteY945-46438" fmla="*/ 1708150 h 4449429"/>
              <a:gd name="connsiteX946-46439" fmla="*/ 4368100 w 18982931"/>
              <a:gd name="connsiteY946-46440" fmla="*/ 1741079 h 4449429"/>
              <a:gd name="connsiteX947-46441" fmla="*/ 4363984 w 18982931"/>
              <a:gd name="connsiteY947-46442" fmla="*/ 1634062 h 4449429"/>
              <a:gd name="connsiteX948-46443" fmla="*/ 4372218 w 18982931"/>
              <a:gd name="connsiteY948-46444" fmla="*/ 839670 h 4449429"/>
              <a:gd name="connsiteX949-46445" fmla="*/ 4442184 w 18982931"/>
              <a:gd name="connsiteY949-46446" fmla="*/ 279891 h 4449429"/>
              <a:gd name="connsiteX950-46447" fmla="*/ 4479230 w 18982931"/>
              <a:gd name="connsiteY950-46448" fmla="*/ 234611 h 4449429"/>
              <a:gd name="connsiteX951-46449" fmla="*/ 4520394 w 18982931"/>
              <a:gd name="connsiteY951-46450" fmla="*/ 284004 h 4449429"/>
              <a:gd name="connsiteX952-46451" fmla="*/ 4549200 w 18982931"/>
              <a:gd name="connsiteY952-46452" fmla="*/ 440413 h 4449429"/>
              <a:gd name="connsiteX953-46453" fmla="*/ 4680914 w 18982931"/>
              <a:gd name="connsiteY953-46454" fmla="*/ 395140 h 4449429"/>
              <a:gd name="connsiteX954-46455" fmla="*/ 4759121 w 18982931"/>
              <a:gd name="connsiteY954-46456" fmla="*/ 460995 h 4449429"/>
              <a:gd name="connsiteX955-46457" fmla="*/ 4771466 w 18982931"/>
              <a:gd name="connsiteY955-46458" fmla="*/ 493924 h 4449429"/>
              <a:gd name="connsiteX956-46459" fmla="*/ 4888657 w 18982931"/>
              <a:gd name="connsiteY956-46460" fmla="*/ 747622 h 4449429"/>
              <a:gd name="connsiteX957-46461" fmla="*/ 4888893 w 18982931"/>
              <a:gd name="connsiteY957-46462" fmla="*/ 807315 h 4449429"/>
              <a:gd name="connsiteX958-46463" fmla="*/ 4856617 w 18982931"/>
              <a:gd name="connsiteY958-46464" fmla="*/ 807315 h 4449429"/>
              <a:gd name="connsiteX959-46465" fmla="*/ 4856617 w 18982931"/>
              <a:gd name="connsiteY959-46466" fmla="*/ 944475 h 4449429"/>
              <a:gd name="connsiteX960-46467" fmla="*/ 4888332 w 18982931"/>
              <a:gd name="connsiteY960-46468" fmla="*/ 944475 h 4449429"/>
              <a:gd name="connsiteX961-46469" fmla="*/ 4888325 w 18982931"/>
              <a:gd name="connsiteY961-46470" fmla="*/ 945600 h 4449429"/>
              <a:gd name="connsiteX962-46471" fmla="*/ 4890835 w 18982931"/>
              <a:gd name="connsiteY962-46472" fmla="*/ 1609365 h 4449429"/>
              <a:gd name="connsiteX963-46473" fmla="*/ 4952574 w 18982931"/>
              <a:gd name="connsiteY963-46474" fmla="*/ 1617597 h 4449429"/>
              <a:gd name="connsiteX964-46475" fmla="*/ 4952574 w 18982931"/>
              <a:gd name="connsiteY964-46476" fmla="*/ 1868678 h 4449429"/>
              <a:gd name="connsiteX965-46477" fmla="*/ 4956691 w 18982931"/>
              <a:gd name="connsiteY965-46478" fmla="*/ 1905720 h 4449429"/>
              <a:gd name="connsiteX966-46479" fmla="*/ 4981387 w 18982931"/>
              <a:gd name="connsiteY966-46480" fmla="*/ 1967462 h 4449429"/>
              <a:gd name="connsiteX967-46481" fmla="*/ 4981387 w 18982931"/>
              <a:gd name="connsiteY967-46482" fmla="*/ 2058015 h 4449429"/>
              <a:gd name="connsiteX968-46483" fmla="*/ 5001966 w 18982931"/>
              <a:gd name="connsiteY968-46484" fmla="*/ 2086824 h 4449429"/>
              <a:gd name="connsiteX969-46485" fmla="*/ 5018429 w 18982931"/>
              <a:gd name="connsiteY969-46486" fmla="*/ 2078592 h 4449429"/>
              <a:gd name="connsiteX970-46487" fmla="*/ 5018429 w 18982931"/>
              <a:gd name="connsiteY970-46488" fmla="*/ 1881023 h 4449429"/>
              <a:gd name="connsiteX971-46489" fmla="*/ 5018429 w 18982931"/>
              <a:gd name="connsiteY971-46490" fmla="*/ 1366522 h 4449429"/>
              <a:gd name="connsiteX972-46491" fmla="*/ 5034894 w 18982931"/>
              <a:gd name="connsiteY972-46492" fmla="*/ 864367 h 4449429"/>
              <a:gd name="connsiteX973-46493" fmla="*/ 5067821 w 18982931"/>
              <a:gd name="connsiteY973-46494" fmla="*/ 197569 h 4449429"/>
              <a:gd name="connsiteX974-46495" fmla="*/ 5080173 w 18982931"/>
              <a:gd name="connsiteY974-46496" fmla="*/ 102899 h 4449429"/>
              <a:gd name="connsiteX975-46497" fmla="*/ 5216000 w 18982931"/>
              <a:gd name="connsiteY975-46498" fmla="*/ 37042 h 4449429"/>
              <a:gd name="connsiteX976-46499" fmla="*/ 5248927 w 18982931"/>
              <a:gd name="connsiteY976-46500" fmla="*/ 69972 h 4449429"/>
              <a:gd name="connsiteX977-46501" fmla="*/ 5372409 w 18982931"/>
              <a:gd name="connsiteY977-46502" fmla="*/ 69972 h 4449429"/>
              <a:gd name="connsiteX978-46503" fmla="*/ 5434151 w 18982931"/>
              <a:gd name="connsiteY978-46504" fmla="*/ 131714 h 4449429"/>
              <a:gd name="connsiteX979-46505" fmla="*/ 5434151 w 18982931"/>
              <a:gd name="connsiteY979-46506" fmla="*/ 382788 h 4449429"/>
              <a:gd name="connsiteX980-46507" fmla="*/ 5434151 w 18982931"/>
              <a:gd name="connsiteY980-46508" fmla="*/ 683261 h 4449429"/>
              <a:gd name="connsiteX981-46509" fmla="*/ 5545282 w 18982931"/>
              <a:gd name="connsiteY981-46510" fmla="*/ 687375 h 4449429"/>
              <a:gd name="connsiteX982-46511" fmla="*/ 5545282 w 18982931"/>
              <a:gd name="connsiteY982-46512" fmla="*/ 1045471 h 4449429"/>
              <a:gd name="connsiteX983-46513" fmla="*/ 5676994 w 18982931"/>
              <a:gd name="connsiteY983-46514" fmla="*/ 1045471 h 4449429"/>
              <a:gd name="connsiteX984-46515" fmla="*/ 5685227 w 18982931"/>
              <a:gd name="connsiteY984-46516" fmla="*/ 1103096 h 4449429"/>
              <a:gd name="connsiteX985-46517" fmla="*/ 5759314 w 18982931"/>
              <a:gd name="connsiteY985-46518" fmla="*/ 1193648 h 4449429"/>
              <a:gd name="connsiteX986-46519" fmla="*/ 5759314 w 18982931"/>
              <a:gd name="connsiteY986-46520" fmla="*/ 1395331 h 4449429"/>
              <a:gd name="connsiteX987-46521" fmla="*/ 5825171 w 18982931"/>
              <a:gd name="connsiteY987-46522" fmla="*/ 1395331 h 4449429"/>
              <a:gd name="connsiteX988-46523" fmla="*/ 5903378 w 18982931"/>
              <a:gd name="connsiteY988-46524" fmla="*/ 1477653 h 4449429"/>
              <a:gd name="connsiteX989-46525" fmla="*/ 5903378 w 18982931"/>
              <a:gd name="connsiteY989-46526" fmla="*/ 1918070 h 4449429"/>
              <a:gd name="connsiteX990-46527" fmla="*/ 5936306 w 18982931"/>
              <a:gd name="connsiteY990-46528" fmla="*/ 1975695 h 4449429"/>
              <a:gd name="connsiteX991-46529" fmla="*/ 5965115 w 18982931"/>
              <a:gd name="connsiteY991-46530" fmla="*/ 1275969 h 4449429"/>
              <a:gd name="connsiteX992-46531" fmla="*/ 5969235 w 18982931"/>
              <a:gd name="connsiteY992-46532" fmla="*/ 1238922 h 4449429"/>
              <a:gd name="connsiteX993-46533" fmla="*/ 6166804 w 18982931"/>
              <a:gd name="connsiteY993-46534" fmla="*/ 1238922 h 4449429"/>
              <a:gd name="connsiteX994-46535" fmla="*/ 6216196 w 18982931"/>
              <a:gd name="connsiteY994-46536" fmla="*/ 1288315 h 4449429"/>
              <a:gd name="connsiteX995-46537" fmla="*/ 6236774 w 18982931"/>
              <a:gd name="connsiteY995-46538" fmla="*/ 1428261 h 4449429"/>
              <a:gd name="connsiteX996-46539" fmla="*/ 6273821 w 18982931"/>
              <a:gd name="connsiteY996-46540" fmla="*/ 1498235 h 4449429"/>
              <a:gd name="connsiteX997-46541" fmla="*/ 6273821 w 18982931"/>
              <a:gd name="connsiteY997-46542" fmla="*/ 2230888 h 4449429"/>
              <a:gd name="connsiteX998-46543" fmla="*/ 6277935 w 18982931"/>
              <a:gd name="connsiteY998-46544" fmla="*/ 2280280 h 4449429"/>
              <a:gd name="connsiteX999-46545" fmla="*/ 6319095 w 18982931"/>
              <a:gd name="connsiteY999-46546" fmla="*/ 2193841 h 4449429"/>
              <a:gd name="connsiteX1000-46547" fmla="*/ 6364373 w 18982931"/>
              <a:gd name="connsiteY1000-46548" fmla="*/ 2288513 h 4449429"/>
              <a:gd name="connsiteX1001-46549" fmla="*/ 6389068 w 18982931"/>
              <a:gd name="connsiteY1001-46550" fmla="*/ 2313208 h 4449429"/>
              <a:gd name="connsiteX1002-46551" fmla="*/ 6541355 w 18982931"/>
              <a:gd name="connsiteY1002-46552" fmla="*/ 2313208 h 4449429"/>
              <a:gd name="connsiteX1003-46553" fmla="*/ 6541355 w 18982931"/>
              <a:gd name="connsiteY1003-46554" fmla="*/ 2148567 h 4449429"/>
              <a:gd name="connsiteX1004-46555" fmla="*/ 6660723 w 18982931"/>
              <a:gd name="connsiteY1004-46556" fmla="*/ 2148567 h 4449429"/>
              <a:gd name="connsiteX1005-46557" fmla="*/ 6660723 w 18982931"/>
              <a:gd name="connsiteY1005-46558" fmla="*/ 2259698 h 4449429"/>
              <a:gd name="connsiteX1006-46559" fmla="*/ 6705999 w 18982931"/>
              <a:gd name="connsiteY1006-46560" fmla="*/ 2551938 h 4449429"/>
              <a:gd name="connsiteX1007-46561" fmla="*/ 6714228 w 18982931"/>
              <a:gd name="connsiteY1007-46562" fmla="*/ 2580748 h 4449429"/>
              <a:gd name="connsiteX1008-46563" fmla="*/ 6722461 w 18982931"/>
              <a:gd name="connsiteY1008-46564" fmla="*/ 2576634 h 4449429"/>
              <a:gd name="connsiteX1009-46565" fmla="*/ 6751278 w 18982931"/>
              <a:gd name="connsiteY1009-46566" fmla="*/ 2263816 h 4449429"/>
              <a:gd name="connsiteX1010-46567" fmla="*/ 6800669 w 18982931"/>
              <a:gd name="connsiteY1010-46568" fmla="*/ 2255583 h 4449429"/>
              <a:gd name="connsiteX1011-46569" fmla="*/ 6837709 w 18982931"/>
              <a:gd name="connsiteY1011-46570" fmla="*/ 2181496 h 4449429"/>
              <a:gd name="connsiteX1012-46571" fmla="*/ 6841831 w 18982931"/>
              <a:gd name="connsiteY1012-46572" fmla="*/ 2152681 h 4449429"/>
              <a:gd name="connsiteX1013-46573" fmla="*/ 6845941 w 18982931"/>
              <a:gd name="connsiteY1013-46574" fmla="*/ 2115639 h 4449429"/>
              <a:gd name="connsiteX1014-46575" fmla="*/ 6857139 w 18982931"/>
              <a:gd name="connsiteY1014-46576" fmla="*/ 2115639 h 4449429"/>
              <a:gd name="connsiteX1015-46577" fmla="*/ 6899298 w 18982931"/>
              <a:gd name="connsiteY1015-46578" fmla="*/ 2109470 h 4449429"/>
              <a:gd name="connsiteX1016-46579" fmla="*/ 6922965 w 18982931"/>
              <a:gd name="connsiteY1016-46580" fmla="*/ 2140339 h 4449429"/>
              <a:gd name="connsiteX1017-46581" fmla="*/ 7009406 w 18982931"/>
              <a:gd name="connsiteY1017-46582" fmla="*/ 2070365 h 4449429"/>
              <a:gd name="connsiteX1018-46583" fmla="*/ 7145231 w 18982931"/>
              <a:gd name="connsiteY1018-46584" fmla="*/ 2066247 h 4449429"/>
              <a:gd name="connsiteX1019-46585" fmla="*/ 7145231 w 18982931"/>
              <a:gd name="connsiteY1019-46586" fmla="*/ 1901605 h 4449429"/>
              <a:gd name="connsiteX1020-46587" fmla="*/ 7145231 w 18982931"/>
              <a:gd name="connsiteY1020-46588" fmla="*/ 1769896 h 4449429"/>
              <a:gd name="connsiteX1021-46589" fmla="*/ 7215204 w 18982931"/>
              <a:gd name="connsiteY1021-46590" fmla="*/ 1597024 h 4449429"/>
              <a:gd name="connsiteX1022-46591" fmla="*/ 7285174 w 18982931"/>
              <a:gd name="connsiteY1022-46592" fmla="*/ 1753433 h 4449429"/>
              <a:gd name="connsiteX1023-46593" fmla="*/ 7297524 w 18982931"/>
              <a:gd name="connsiteY1023-46594" fmla="*/ 2062134 h 4449429"/>
              <a:gd name="connsiteX1024-46595" fmla="*/ 7367494 w 18982931"/>
              <a:gd name="connsiteY1024-46596" fmla="*/ 2066247 h 4449429"/>
              <a:gd name="connsiteX1025-46597" fmla="*/ 7371610 w 18982931"/>
              <a:gd name="connsiteY1025-46598" fmla="*/ 2148567 h 4449429"/>
              <a:gd name="connsiteX1026-46599" fmla="*/ 7462167 w 18982931"/>
              <a:gd name="connsiteY1026-46600" fmla="*/ 2148567 h 4449429"/>
              <a:gd name="connsiteX1027-46601" fmla="*/ 7462167 w 18982931"/>
              <a:gd name="connsiteY1027-46602" fmla="*/ 2095061 h 4449429"/>
              <a:gd name="connsiteX1028-46603" fmla="*/ 7462167 w 18982931"/>
              <a:gd name="connsiteY1028-46604" fmla="*/ 1597024 h 4449429"/>
              <a:gd name="connsiteX1029-46605" fmla="*/ 7482743 w 18982931"/>
              <a:gd name="connsiteY1029-46606" fmla="*/ 1008430 h 4449429"/>
              <a:gd name="connsiteX1030-46607" fmla="*/ 7495096 w 18982931"/>
              <a:gd name="connsiteY1030-46608" fmla="*/ 921991 h 4449429"/>
              <a:gd name="connsiteX1031-46609" fmla="*/ 7536254 w 18982931"/>
              <a:gd name="connsiteY1031-46610" fmla="*/ 934341 h 4449429"/>
              <a:gd name="connsiteX1032-46611" fmla="*/ 7577416 w 18982931"/>
              <a:gd name="connsiteY1032-46612" fmla="*/ 563899 h 4449429"/>
              <a:gd name="connsiteX1033-46613" fmla="*/ 7589759 w 18982931"/>
              <a:gd name="connsiteY1033-46614" fmla="*/ 563899 h 4449429"/>
              <a:gd name="connsiteX1034-46615" fmla="*/ 7639153 w 18982931"/>
              <a:gd name="connsiteY1034-46616" fmla="*/ 975501 h 4449429"/>
              <a:gd name="connsiteX1035-46617" fmla="*/ 7655614 w 18982931"/>
              <a:gd name="connsiteY1035-46618" fmla="*/ 926109 h 4449429"/>
              <a:gd name="connsiteX1036-46619" fmla="*/ 7667968 w 18982931"/>
              <a:gd name="connsiteY1036-46620" fmla="*/ 926109 h 4449429"/>
              <a:gd name="connsiteX1037-46621" fmla="*/ 7676196 w 18982931"/>
              <a:gd name="connsiteY1037-46622" fmla="*/ 1037243 h 4449429"/>
              <a:gd name="connsiteX1038-46623" fmla="*/ 7676196 w 18982931"/>
              <a:gd name="connsiteY1038-46624" fmla="*/ 2049787 h 4449429"/>
              <a:gd name="connsiteX1039-46625" fmla="*/ 7705009 w 18982931"/>
              <a:gd name="connsiteY1039-46626" fmla="*/ 2267935 h 4449429"/>
              <a:gd name="connsiteX1040-46627" fmla="*/ 7750287 w 18982931"/>
              <a:gd name="connsiteY1040-46628" fmla="*/ 2469622 h 4449429"/>
              <a:gd name="connsiteX1041-46629" fmla="*/ 7849072 w 18982931"/>
              <a:gd name="connsiteY1041-46630" fmla="*/ 2469622 h 4449429"/>
              <a:gd name="connsiteX1042-46631" fmla="*/ 7849072 w 18982931"/>
              <a:gd name="connsiteY1042-46632" fmla="*/ 2284398 h 4449429"/>
              <a:gd name="connsiteX1043-46633" fmla="*/ 7919042 w 18982931"/>
              <a:gd name="connsiteY1043-46634" fmla="*/ 2284398 h 4449429"/>
              <a:gd name="connsiteX1044-46635" fmla="*/ 7919042 w 18982931"/>
              <a:gd name="connsiteY1044-46636" fmla="*/ 2473736 h 4449429"/>
              <a:gd name="connsiteX1045-46637" fmla="*/ 8108380 w 18982931"/>
              <a:gd name="connsiteY1045-46638" fmla="*/ 2473736 h 4449429"/>
              <a:gd name="connsiteX1046-46639" fmla="*/ 8142338 w 18982931"/>
              <a:gd name="connsiteY1046-46640" fmla="*/ 2481454 h 4449429"/>
              <a:gd name="connsiteX1047-46641" fmla="*/ 8144242 w 18982931"/>
              <a:gd name="connsiteY1047-46642" fmla="*/ 2485067 h 4449429"/>
              <a:gd name="connsiteX1048-46643" fmla="*/ 8144242 w 18982931"/>
              <a:gd name="connsiteY1048-46644" fmla="*/ 1280084 h 4449429"/>
              <a:gd name="connsiteX1049-46645" fmla="*/ 8189518 w 18982931"/>
              <a:gd name="connsiteY1049-46646" fmla="*/ 1115443 h 4449429"/>
              <a:gd name="connsiteX1050-46647" fmla="*/ 8230679 w 18982931"/>
              <a:gd name="connsiteY1050-46648" fmla="*/ 1090746 h 4449429"/>
              <a:gd name="connsiteX1051-46649" fmla="*/ 8477642 w 18982931"/>
              <a:gd name="connsiteY1051-46650" fmla="*/ 1090746 h 4449429"/>
              <a:gd name="connsiteX1052-46651" fmla="*/ 8518799 w 18982931"/>
              <a:gd name="connsiteY1052-46652" fmla="*/ 1111328 h 4449429"/>
              <a:gd name="connsiteX1053-46653" fmla="*/ 8568194 w 18982931"/>
              <a:gd name="connsiteY1053-46654" fmla="*/ 1288315 h 4449429"/>
              <a:gd name="connsiteX1054-46655" fmla="*/ 8572304 w 18982931"/>
              <a:gd name="connsiteY1054-46656" fmla="*/ 2152681 h 4449429"/>
              <a:gd name="connsiteX1055-46657" fmla="*/ 8572304 w 18982931"/>
              <a:gd name="connsiteY1055-46658" fmla="*/ 2222656 h 4449429"/>
              <a:gd name="connsiteX1056-46659" fmla="*/ 8827499 w 18982931"/>
              <a:gd name="connsiteY1056-46660" fmla="*/ 2222656 h 4449429"/>
              <a:gd name="connsiteX1057-46661" fmla="*/ 8827499 w 18982931"/>
              <a:gd name="connsiteY1057-46662" fmla="*/ 2053897 h 4449429"/>
              <a:gd name="connsiteX1058-46663" fmla="*/ 8827499 w 18982931"/>
              <a:gd name="connsiteY1058-46664" fmla="*/ 1996272 h 4449429"/>
              <a:gd name="connsiteX1059-46665" fmla="*/ 8926285 w 18982931"/>
              <a:gd name="connsiteY1059-46666" fmla="*/ 1876910 h 4449429"/>
              <a:gd name="connsiteX1060-46667" fmla="*/ 8926285 w 18982931"/>
              <a:gd name="connsiteY1060-46668" fmla="*/ 1757542 h 4449429"/>
              <a:gd name="connsiteX1061-46669" fmla="*/ 8926285 w 18982931"/>
              <a:gd name="connsiteY1061-46670" fmla="*/ 1527045 h 4449429"/>
              <a:gd name="connsiteX1062-46671" fmla="*/ 8950980 w 18982931"/>
              <a:gd name="connsiteY1062-46672" fmla="*/ 1432378 h 4449429"/>
              <a:gd name="connsiteX1063-46673" fmla="*/ 8950980 w 18982931"/>
              <a:gd name="connsiteY1063-46674" fmla="*/ 1424146 h 4449429"/>
              <a:gd name="connsiteX1064-46675" fmla="*/ 8983911 w 18982931"/>
              <a:gd name="connsiteY1064-46676" fmla="*/ 1107210 h 4449429"/>
              <a:gd name="connsiteX1065-46677" fmla="*/ 8992140 w 18982931"/>
              <a:gd name="connsiteY1065-46678" fmla="*/ 1049586 h 4449429"/>
              <a:gd name="connsiteX1066-46679" fmla="*/ 9012723 w 18982931"/>
              <a:gd name="connsiteY1066-46680" fmla="*/ 1049586 h 4449429"/>
              <a:gd name="connsiteX1067-46681" fmla="*/ 9049767 w 18982931"/>
              <a:gd name="connsiteY1067-46682" fmla="*/ 1325362 h 4449429"/>
              <a:gd name="connsiteX1068-46683" fmla="*/ 9115624 w 18982931"/>
              <a:gd name="connsiteY1068-46684" fmla="*/ 1329476 h 4449429"/>
              <a:gd name="connsiteX1069-46685" fmla="*/ 9165014 w 18982931"/>
              <a:gd name="connsiteY1069-46686" fmla="*/ 1436493 h 4449429"/>
              <a:gd name="connsiteX1070-46687" fmla="*/ 9181479 w 18982931"/>
              <a:gd name="connsiteY1070-46688" fmla="*/ 1494116 h 4449429"/>
              <a:gd name="connsiteX1071-46689" fmla="*/ 9181479 w 18982931"/>
              <a:gd name="connsiteY1071-46690" fmla="*/ 1823399 h 4449429"/>
              <a:gd name="connsiteX1072-46691" fmla="*/ 9181479 w 18982931"/>
              <a:gd name="connsiteY1072-46692" fmla="*/ 1881023 h 4449429"/>
              <a:gd name="connsiteX1073-46693" fmla="*/ 9280267 w 18982931"/>
              <a:gd name="connsiteY1073-46694" fmla="*/ 1881023 h 4449429"/>
              <a:gd name="connsiteX1074-46695" fmla="*/ 9280267 w 18982931"/>
              <a:gd name="connsiteY1074-46696" fmla="*/ 1815166 h 4449429"/>
              <a:gd name="connsiteX1075-46697" fmla="*/ 9280267 w 18982931"/>
              <a:gd name="connsiteY1075-46698" fmla="*/ 304587 h 4449429"/>
              <a:gd name="connsiteX1076-46699" fmla="*/ 9346122 w 18982931"/>
              <a:gd name="connsiteY1076-46700" fmla="*/ 238731 h 4449429"/>
              <a:gd name="connsiteX1077-46701" fmla="*/ 9453137 w 18982931"/>
              <a:gd name="connsiteY1077-46702" fmla="*/ 341628 h 4449429"/>
              <a:gd name="connsiteX1078-46703" fmla="*/ 9453137 w 18982931"/>
              <a:gd name="connsiteY1078-46704" fmla="*/ 1815166 h 4449429"/>
              <a:gd name="connsiteX1079-46705" fmla="*/ 9453137 w 18982931"/>
              <a:gd name="connsiteY1079-46706" fmla="*/ 1876910 h 4449429"/>
              <a:gd name="connsiteX1080-46707" fmla="*/ 9551919 w 18982931"/>
              <a:gd name="connsiteY1080-46708" fmla="*/ 1876910 h 4449429"/>
              <a:gd name="connsiteX1081-46709" fmla="*/ 9551919 w 18982931"/>
              <a:gd name="connsiteY1081-46710" fmla="*/ 1724614 h 4449429"/>
              <a:gd name="connsiteX1082-46711" fmla="*/ 9551919 w 18982931"/>
              <a:gd name="connsiteY1082-46712" fmla="*/ 1481771 h 4449429"/>
              <a:gd name="connsiteX1083-46713" fmla="*/ 9597198 w 18982931"/>
              <a:gd name="connsiteY1083-46714" fmla="*/ 1374754 h 4449429"/>
              <a:gd name="connsiteX1084-46715" fmla="*/ 9613662 w 18982931"/>
              <a:gd name="connsiteY1084-46716" fmla="*/ 1325362 h 4449429"/>
              <a:gd name="connsiteX1085-46717" fmla="*/ 9683632 w 18982931"/>
              <a:gd name="connsiteY1085-46718" fmla="*/ 1325362 h 4449429"/>
              <a:gd name="connsiteX1086-46719" fmla="*/ 9683632 w 18982931"/>
              <a:gd name="connsiteY1086-46720" fmla="*/ 1522931 h 4449429"/>
              <a:gd name="connsiteX1087-46721" fmla="*/ 9819464 w 18982931"/>
              <a:gd name="connsiteY1087-46722" fmla="*/ 1522931 h 4449429"/>
              <a:gd name="connsiteX1088-46723" fmla="*/ 9819464 w 18982931"/>
              <a:gd name="connsiteY1088-46724" fmla="*/ 1720501 h 4449429"/>
              <a:gd name="connsiteX1089-46725" fmla="*/ 9819464 w 18982931"/>
              <a:gd name="connsiteY1089-46726" fmla="*/ 1835749 h 4449429"/>
              <a:gd name="connsiteX1090-46727" fmla="*/ 9868856 w 18982931"/>
              <a:gd name="connsiteY1090-46728" fmla="*/ 1885142 h 4449429"/>
              <a:gd name="connsiteX1091-46729" fmla="*/ 9922361 w 18982931"/>
              <a:gd name="connsiteY1091-46730" fmla="*/ 1938648 h 4449429"/>
              <a:gd name="connsiteX1092-46731" fmla="*/ 9922361 w 18982931"/>
              <a:gd name="connsiteY1092-46732" fmla="*/ 2226770 h 4449429"/>
              <a:gd name="connsiteX1093-46733" fmla="*/ 10189906 w 18982931"/>
              <a:gd name="connsiteY1093-46734" fmla="*/ 2226770 h 4449429"/>
              <a:gd name="connsiteX1094-46735" fmla="*/ 10189906 w 18982931"/>
              <a:gd name="connsiteY1094-46736" fmla="*/ 1864559 h 4449429"/>
              <a:gd name="connsiteX1095-46737" fmla="*/ 10251644 w 18982931"/>
              <a:gd name="connsiteY1095-46738" fmla="*/ 1852213 h 4449429"/>
              <a:gd name="connsiteX1096-46739" fmla="*/ 10251644 w 18982931"/>
              <a:gd name="connsiteY1096-46740" fmla="*/ 1465306 h 4449429"/>
              <a:gd name="connsiteX1097-46741" fmla="*/ 10198137 w 18982931"/>
              <a:gd name="connsiteY1097-46742" fmla="*/ 1461188 h 4449429"/>
              <a:gd name="connsiteX1098-46743" fmla="*/ 10198137 w 18982931"/>
              <a:gd name="connsiteY1098-46744" fmla="*/ 1317129 h 4449429"/>
              <a:gd name="connsiteX1099-46745" fmla="*/ 10572694 w 18982931"/>
              <a:gd name="connsiteY1099-46746" fmla="*/ 1317129 h 4449429"/>
              <a:gd name="connsiteX1100-46747" fmla="*/ 10572694 w 18982931"/>
              <a:gd name="connsiteY1100-46748" fmla="*/ 2140336 h 4449429"/>
              <a:gd name="connsiteX1101-46749" fmla="*/ 10642669 w 18982931"/>
              <a:gd name="connsiteY1101-46750" fmla="*/ 2144449 h 4449429"/>
              <a:gd name="connsiteX1102-46751" fmla="*/ 10642669 w 18982931"/>
              <a:gd name="connsiteY1102-46752" fmla="*/ 2477849 h 4449429"/>
              <a:gd name="connsiteX1103-46753" fmla="*/ 10885512 w 18982931"/>
              <a:gd name="connsiteY1103-46754" fmla="*/ 2477849 h 4449429"/>
              <a:gd name="connsiteX1104-46755" fmla="*/ 10885512 w 18982931"/>
              <a:gd name="connsiteY1104-46756" fmla="*/ 2292626 h 4449429"/>
              <a:gd name="connsiteX1105-46757" fmla="*/ 10959601 w 18982931"/>
              <a:gd name="connsiteY1105-46758" fmla="*/ 2292626 h 4449429"/>
              <a:gd name="connsiteX1106-46759" fmla="*/ 10959601 w 18982931"/>
              <a:gd name="connsiteY1106-46760" fmla="*/ 2477849 h 4449429"/>
              <a:gd name="connsiteX1107-46761" fmla="*/ 11066618 w 18982931"/>
              <a:gd name="connsiteY1107-46762" fmla="*/ 2477849 h 4449429"/>
              <a:gd name="connsiteX1108-46763" fmla="*/ 11107778 w 18982931"/>
              <a:gd name="connsiteY1108-46764" fmla="*/ 2284395 h 4449429"/>
              <a:gd name="connsiteX1109-46765" fmla="*/ 11136593 w 18982931"/>
              <a:gd name="connsiteY1109-46766" fmla="*/ 2053897 h 4449429"/>
              <a:gd name="connsiteX1110-46767" fmla="*/ 11136593 w 18982931"/>
              <a:gd name="connsiteY1110-46768" fmla="*/ 1061936 h 4449429"/>
              <a:gd name="connsiteX1111-46769" fmla="*/ 11148938 w 18982931"/>
              <a:gd name="connsiteY1111-46770" fmla="*/ 938454 h 4449429"/>
              <a:gd name="connsiteX1112-46771" fmla="*/ 11161288 w 18982931"/>
              <a:gd name="connsiteY1112-46772" fmla="*/ 938454 h 4449429"/>
              <a:gd name="connsiteX1113-46773" fmla="*/ 11177753 w 18982931"/>
              <a:gd name="connsiteY1113-46774" fmla="*/ 983729 h 4449429"/>
              <a:gd name="connsiteX1114-46775" fmla="*/ 11231258 w 18982931"/>
              <a:gd name="connsiteY1114-46776" fmla="*/ 572126 h 4449429"/>
              <a:gd name="connsiteX1115-46777" fmla="*/ 11243610 w 18982931"/>
              <a:gd name="connsiteY1115-46778" fmla="*/ 572126 h 4449429"/>
              <a:gd name="connsiteX1116-46779" fmla="*/ 11284770 w 18982931"/>
              <a:gd name="connsiteY1116-46780" fmla="*/ 946687 h 4449429"/>
              <a:gd name="connsiteX1117-46781" fmla="*/ 11325929 w 18982931"/>
              <a:gd name="connsiteY1117-46782" fmla="*/ 934337 h 4449429"/>
              <a:gd name="connsiteX1118-46783" fmla="*/ 11342394 w 18982931"/>
              <a:gd name="connsiteY1118-46784" fmla="*/ 1061936 h 4449429"/>
              <a:gd name="connsiteX1119-46785" fmla="*/ 11342394 w 18982931"/>
              <a:gd name="connsiteY1119-46786" fmla="*/ 1300666 h 4449429"/>
              <a:gd name="connsiteX1120-46787" fmla="*/ 11358857 w 18982931"/>
              <a:gd name="connsiteY1120-46788" fmla="*/ 2132104 h 4449429"/>
              <a:gd name="connsiteX1121-46789" fmla="*/ 11362976 w 18982931"/>
              <a:gd name="connsiteY1121-46790" fmla="*/ 2165031 h 4449429"/>
              <a:gd name="connsiteX1122-46791" fmla="*/ 11453524 w 18982931"/>
              <a:gd name="connsiteY1122-46792" fmla="*/ 2165031 h 4449429"/>
              <a:gd name="connsiteX1123-46793" fmla="*/ 11457643 w 18982931"/>
              <a:gd name="connsiteY1123-46794" fmla="*/ 2082711 h 4449429"/>
              <a:gd name="connsiteX1124-46795" fmla="*/ 11535845 w 18982931"/>
              <a:gd name="connsiteY1124-46796" fmla="*/ 2078592 h 4449429"/>
              <a:gd name="connsiteX1125-46797" fmla="*/ 11535845 w 18982931"/>
              <a:gd name="connsiteY1125-46798" fmla="*/ 2004505 h 4449429"/>
              <a:gd name="connsiteX1126-46799" fmla="*/ 11548195 w 18982931"/>
              <a:gd name="connsiteY1126-46800" fmla="*/ 1736964 h 4449429"/>
              <a:gd name="connsiteX1127-46801" fmla="*/ 11609938 w 18982931"/>
              <a:gd name="connsiteY1127-46802" fmla="*/ 1609365 h 4449429"/>
              <a:gd name="connsiteX1128-46803" fmla="*/ 11688140 w 18982931"/>
              <a:gd name="connsiteY1128-46804" fmla="*/ 1765774 h 4449429"/>
              <a:gd name="connsiteX1129-46805" fmla="*/ 11688140 w 18982931"/>
              <a:gd name="connsiteY1129-46806" fmla="*/ 2082711 h 4449429"/>
              <a:gd name="connsiteX1130-46807" fmla="*/ 11910406 w 18982931"/>
              <a:gd name="connsiteY1130-46808" fmla="*/ 2148567 h 4449429"/>
              <a:gd name="connsiteX1131-46809" fmla="*/ 11988608 w 18982931"/>
              <a:gd name="connsiteY1131-46810" fmla="*/ 2119754 h 4449429"/>
              <a:gd name="connsiteX1132-46811" fmla="*/ 11991181 w 18982931"/>
              <a:gd name="connsiteY1132-46812" fmla="*/ 2153197 h 4449429"/>
              <a:gd name="connsiteX1133-46813" fmla="*/ 11993908 w 18982931"/>
              <a:gd name="connsiteY1133-46814" fmla="*/ 2158900 h 4449429"/>
              <a:gd name="connsiteX1134-46815" fmla="*/ 11993908 w 18982931"/>
              <a:gd name="connsiteY1134-46816" fmla="*/ 2156799 h 4449429"/>
              <a:gd name="connsiteX1135-46817" fmla="*/ 11998023 w 18982931"/>
              <a:gd name="connsiteY1135-46818" fmla="*/ 2115639 h 4449429"/>
              <a:gd name="connsiteX1136-46819" fmla="*/ 12010373 w 18982931"/>
              <a:gd name="connsiteY1136-46820" fmla="*/ 2115639 h 4449429"/>
              <a:gd name="connsiteX1137-46821" fmla="*/ 12014490 w 18982931"/>
              <a:gd name="connsiteY1137-46822" fmla="*/ 2185614 h 4449429"/>
              <a:gd name="connsiteX1138-46823" fmla="*/ 12055650 w 18982931"/>
              <a:gd name="connsiteY1138-46824" fmla="*/ 2259703 h 4449429"/>
              <a:gd name="connsiteX1139-46825" fmla="*/ 12109157 w 18982931"/>
              <a:gd name="connsiteY1139-46826" fmla="*/ 2267933 h 4449429"/>
              <a:gd name="connsiteX1140-46827" fmla="*/ 12137972 w 18982931"/>
              <a:gd name="connsiteY1140-46828" fmla="*/ 2580753 h 4449429"/>
              <a:gd name="connsiteX1141-46829" fmla="*/ 12150317 w 18982931"/>
              <a:gd name="connsiteY1141-46830" fmla="*/ 2580753 h 4449429"/>
              <a:gd name="connsiteX1142-46831" fmla="*/ 12179132 w 18982931"/>
              <a:gd name="connsiteY1142-46832" fmla="*/ 2411992 h 4449429"/>
              <a:gd name="connsiteX1143-46833" fmla="*/ 12207942 w 18982931"/>
              <a:gd name="connsiteY1143-46834" fmla="*/ 2160917 h 4449429"/>
              <a:gd name="connsiteX1144-46835" fmla="*/ 12216174 w 18982931"/>
              <a:gd name="connsiteY1144-46836" fmla="*/ 2152686 h 4449429"/>
              <a:gd name="connsiteX1145-46837" fmla="*/ 12331423 w 18982931"/>
              <a:gd name="connsiteY1145-46838" fmla="*/ 2152686 h 4449429"/>
              <a:gd name="connsiteX1146-46839" fmla="*/ 12331423 w 18982931"/>
              <a:gd name="connsiteY1146-46840" fmla="*/ 2317327 h 4449429"/>
              <a:gd name="connsiteX1147-46841" fmla="*/ 12496064 w 18982931"/>
              <a:gd name="connsiteY1147-46842" fmla="*/ 2313208 h 4449429"/>
              <a:gd name="connsiteX1148-46843" fmla="*/ 12557802 w 18982931"/>
              <a:gd name="connsiteY1148-46844" fmla="*/ 2210310 h 4449429"/>
              <a:gd name="connsiteX1149-46845" fmla="*/ 12566034 w 18982931"/>
              <a:gd name="connsiteY1149-46846" fmla="*/ 2206191 h 4449429"/>
              <a:gd name="connsiteX1150-46847" fmla="*/ 12598962 w 18982931"/>
              <a:gd name="connsiteY1150-46848" fmla="*/ 2267933 h 4449429"/>
              <a:gd name="connsiteX1151-46849" fmla="*/ 12607194 w 18982931"/>
              <a:gd name="connsiteY1151-46850" fmla="*/ 2263816 h 4449429"/>
              <a:gd name="connsiteX1152-46851" fmla="*/ 12607194 w 18982931"/>
              <a:gd name="connsiteY1152-46852" fmla="*/ 1461193 h 4449429"/>
              <a:gd name="connsiteX1153-46853" fmla="*/ 12677169 w 18982931"/>
              <a:gd name="connsiteY1153-46854" fmla="*/ 1230695 h 4449429"/>
              <a:gd name="connsiteX1154-46855" fmla="*/ 12920017 w 18982931"/>
              <a:gd name="connsiteY1154-46856" fmla="*/ 1230695 h 4449429"/>
              <a:gd name="connsiteX1155-46857" fmla="*/ 12948827 w 18982931"/>
              <a:gd name="connsiteY1155-46858" fmla="*/ 1490003 h 4449429"/>
              <a:gd name="connsiteX1156-46859" fmla="*/ 12948827 w 18982931"/>
              <a:gd name="connsiteY1156-46860" fmla="*/ 1909838 h 4449429"/>
              <a:gd name="connsiteX1157-46861" fmla="*/ 12948827 w 18982931"/>
              <a:gd name="connsiteY1157-46862" fmla="*/ 1975695 h 4449429"/>
              <a:gd name="connsiteX1158-46863" fmla="*/ 12969405 w 18982931"/>
              <a:gd name="connsiteY1158-46864" fmla="*/ 1979812 h 4449429"/>
              <a:gd name="connsiteX1159-46865" fmla="*/ 12989987 w 18982931"/>
              <a:gd name="connsiteY1159-46866" fmla="*/ 1913955 h 4449429"/>
              <a:gd name="connsiteX1160-46867" fmla="*/ 12989987 w 18982931"/>
              <a:gd name="connsiteY1160-46868" fmla="*/ 1469425 h 4449429"/>
              <a:gd name="connsiteX1161-46869" fmla="*/ 13064076 w 18982931"/>
              <a:gd name="connsiteY1161-46870" fmla="*/ 1395336 h 4449429"/>
              <a:gd name="connsiteX1162-46871" fmla="*/ 13146396 w 18982931"/>
              <a:gd name="connsiteY1162-46872" fmla="*/ 1395336 h 4449429"/>
              <a:gd name="connsiteX1163-46873" fmla="*/ 13146396 w 18982931"/>
              <a:gd name="connsiteY1163-46874" fmla="*/ 1111328 h 4449429"/>
              <a:gd name="connsiteX1164-46875" fmla="*/ 13216366 w 18982931"/>
              <a:gd name="connsiteY1164-46876" fmla="*/ 1103096 h 4449429"/>
              <a:gd name="connsiteX1165-46877" fmla="*/ 13228716 w 18982931"/>
              <a:gd name="connsiteY1165-46878" fmla="*/ 1041358 h 4449429"/>
              <a:gd name="connsiteX1166-46879" fmla="*/ 13368662 w 18982931"/>
              <a:gd name="connsiteY1166-46880" fmla="*/ 1041358 h 4449429"/>
              <a:gd name="connsiteX1167-46881" fmla="*/ 13368662 w 18982931"/>
              <a:gd name="connsiteY1167-46882" fmla="*/ 687379 h 4449429"/>
              <a:gd name="connsiteX1168-46883" fmla="*/ 13483911 w 18982931"/>
              <a:gd name="connsiteY1168-46884" fmla="*/ 687379 h 4449429"/>
              <a:gd name="connsiteX1169-46885" fmla="*/ 13483911 w 18982931"/>
              <a:gd name="connsiteY1169-46886" fmla="*/ 617404 h 4449429"/>
              <a:gd name="connsiteX1170-46887" fmla="*/ 13483911 w 18982931"/>
              <a:gd name="connsiteY1170-46888" fmla="*/ 131714 h 4449429"/>
              <a:gd name="connsiteX1171-46889" fmla="*/ 13541534 w 18982931"/>
              <a:gd name="connsiteY1171-46890" fmla="*/ 74089 h 4449429"/>
              <a:gd name="connsiteX1172-46891" fmla="*/ 13685593 w 18982931"/>
              <a:gd name="connsiteY1172-46892" fmla="*/ 74089 h 4449429"/>
              <a:gd name="connsiteX1173-46893" fmla="*/ 13730872 w 18982931"/>
              <a:gd name="connsiteY1173-46894" fmla="*/ 49392 h 4449429"/>
              <a:gd name="connsiteX1174-46895" fmla="*/ 13739104 w 18982931"/>
              <a:gd name="connsiteY1174-46896" fmla="*/ 0 h 4449429"/>
              <a:gd name="connsiteX0-46897" fmla="*/ 16404499 w 18982931"/>
              <a:gd name="connsiteY0-46898" fmla="*/ 4309270 h 4449429"/>
              <a:gd name="connsiteX1-46899" fmla="*/ 16404499 w 18982931"/>
              <a:gd name="connsiteY1-46900" fmla="*/ 4366104 h 4449429"/>
              <a:gd name="connsiteX2-46901" fmla="*/ 16461332 w 18982931"/>
              <a:gd name="connsiteY2-46902" fmla="*/ 4366104 h 4449429"/>
              <a:gd name="connsiteX3-46903" fmla="*/ 16461332 w 18982931"/>
              <a:gd name="connsiteY3-46904" fmla="*/ 4309270 h 4449429"/>
              <a:gd name="connsiteX4-46905" fmla="*/ 16404499 w 18982931"/>
              <a:gd name="connsiteY4-46906" fmla="*/ 4309270 h 4449429"/>
              <a:gd name="connsiteX5-46907" fmla="*/ 16292444 w 18982931"/>
              <a:gd name="connsiteY5-46908" fmla="*/ 4309270 h 4449429"/>
              <a:gd name="connsiteX6-46909" fmla="*/ 16292444 w 18982931"/>
              <a:gd name="connsiteY6-46910" fmla="*/ 4366104 h 4449429"/>
              <a:gd name="connsiteX7-46911" fmla="*/ 16349278 w 18982931"/>
              <a:gd name="connsiteY7-46912" fmla="*/ 4366104 h 4449429"/>
              <a:gd name="connsiteX8-46913" fmla="*/ 16349278 w 18982931"/>
              <a:gd name="connsiteY8-46914" fmla="*/ 4309270 h 4449429"/>
              <a:gd name="connsiteX9-46915" fmla="*/ 16292444 w 18982931"/>
              <a:gd name="connsiteY9-46916" fmla="*/ 4309270 h 4449429"/>
              <a:gd name="connsiteX10-46917" fmla="*/ 16180390 w 18982931"/>
              <a:gd name="connsiteY10-46918" fmla="*/ 4309270 h 4449429"/>
              <a:gd name="connsiteX11-46919" fmla="*/ 16180390 w 18982931"/>
              <a:gd name="connsiteY11-46920" fmla="*/ 4366104 h 4449429"/>
              <a:gd name="connsiteX12-46921" fmla="*/ 16237224 w 18982931"/>
              <a:gd name="connsiteY12-46922" fmla="*/ 4366104 h 4449429"/>
              <a:gd name="connsiteX13-46923" fmla="*/ 16237224 w 18982931"/>
              <a:gd name="connsiteY13-46924" fmla="*/ 4309270 h 4449429"/>
              <a:gd name="connsiteX14-46925" fmla="*/ 16180390 w 18982931"/>
              <a:gd name="connsiteY14-46926" fmla="*/ 4309270 h 4449429"/>
              <a:gd name="connsiteX15-46927" fmla="*/ 2813944 w 18982931"/>
              <a:gd name="connsiteY15-46928" fmla="*/ 4309269 h 4449429"/>
              <a:gd name="connsiteX16-46929" fmla="*/ 2813944 w 18982931"/>
              <a:gd name="connsiteY16-46930" fmla="*/ 4366102 h 4449429"/>
              <a:gd name="connsiteX17-46931" fmla="*/ 2870780 w 18982931"/>
              <a:gd name="connsiteY17-46932" fmla="*/ 4366102 h 4449429"/>
              <a:gd name="connsiteX18-46933" fmla="*/ 2870780 w 18982931"/>
              <a:gd name="connsiteY18-46934" fmla="*/ 4309269 h 4449429"/>
              <a:gd name="connsiteX19-46935" fmla="*/ 2813944 w 18982931"/>
              <a:gd name="connsiteY19-46936" fmla="*/ 4309269 h 4449429"/>
              <a:gd name="connsiteX20-46937" fmla="*/ 2701890 w 18982931"/>
              <a:gd name="connsiteY20-46938" fmla="*/ 4309269 h 4449429"/>
              <a:gd name="connsiteX21-46939" fmla="*/ 2701890 w 18982931"/>
              <a:gd name="connsiteY21-46940" fmla="*/ 4366102 h 4449429"/>
              <a:gd name="connsiteX22-46941" fmla="*/ 2758723 w 18982931"/>
              <a:gd name="connsiteY22-46942" fmla="*/ 4366102 h 4449429"/>
              <a:gd name="connsiteX23-46943" fmla="*/ 2758723 w 18982931"/>
              <a:gd name="connsiteY23-46944" fmla="*/ 4309269 h 4449429"/>
              <a:gd name="connsiteX24-46945" fmla="*/ 2701890 w 18982931"/>
              <a:gd name="connsiteY24-46946" fmla="*/ 4309269 h 4449429"/>
              <a:gd name="connsiteX25-46947" fmla="*/ 2589843 w 18982931"/>
              <a:gd name="connsiteY25-46948" fmla="*/ 4309269 h 4449429"/>
              <a:gd name="connsiteX26-46949" fmla="*/ 2589843 w 18982931"/>
              <a:gd name="connsiteY26-46950" fmla="*/ 4366102 h 4449429"/>
              <a:gd name="connsiteX27-46951" fmla="*/ 2646669 w 18982931"/>
              <a:gd name="connsiteY27-46952" fmla="*/ 4366102 h 4449429"/>
              <a:gd name="connsiteX28-46953" fmla="*/ 2646669 w 18982931"/>
              <a:gd name="connsiteY28-46954" fmla="*/ 4309269 h 4449429"/>
              <a:gd name="connsiteX29-46955" fmla="*/ 2589843 w 18982931"/>
              <a:gd name="connsiteY29-46956" fmla="*/ 4309269 h 4449429"/>
              <a:gd name="connsiteX30-46957" fmla="*/ 16404499 w 18982931"/>
              <a:gd name="connsiteY30-46958" fmla="*/ 4163982 h 4449429"/>
              <a:gd name="connsiteX31-46959" fmla="*/ 16404499 w 18982931"/>
              <a:gd name="connsiteY31-46960" fmla="*/ 4220816 h 4449429"/>
              <a:gd name="connsiteX32-46961" fmla="*/ 16461332 w 18982931"/>
              <a:gd name="connsiteY32-46962" fmla="*/ 4220816 h 4449429"/>
              <a:gd name="connsiteX33-46963" fmla="*/ 16461332 w 18982931"/>
              <a:gd name="connsiteY33-46964" fmla="*/ 4163982 h 4449429"/>
              <a:gd name="connsiteX34-46965" fmla="*/ 16404499 w 18982931"/>
              <a:gd name="connsiteY34-46966" fmla="*/ 4163982 h 4449429"/>
              <a:gd name="connsiteX35-46967" fmla="*/ 16292444 w 18982931"/>
              <a:gd name="connsiteY35-46968" fmla="*/ 4163982 h 4449429"/>
              <a:gd name="connsiteX36-46969" fmla="*/ 16292444 w 18982931"/>
              <a:gd name="connsiteY36-46970" fmla="*/ 4220816 h 4449429"/>
              <a:gd name="connsiteX37-46971" fmla="*/ 16349278 w 18982931"/>
              <a:gd name="connsiteY37-46972" fmla="*/ 4220816 h 4449429"/>
              <a:gd name="connsiteX38-46973" fmla="*/ 16349278 w 18982931"/>
              <a:gd name="connsiteY38-46974" fmla="*/ 4163982 h 4449429"/>
              <a:gd name="connsiteX39-46975" fmla="*/ 16292444 w 18982931"/>
              <a:gd name="connsiteY39-46976" fmla="*/ 4163982 h 4449429"/>
              <a:gd name="connsiteX40-46977" fmla="*/ 16180390 w 18982931"/>
              <a:gd name="connsiteY40-46978" fmla="*/ 4163982 h 4449429"/>
              <a:gd name="connsiteX41-46979" fmla="*/ 16180390 w 18982931"/>
              <a:gd name="connsiteY41-46980" fmla="*/ 4220816 h 4449429"/>
              <a:gd name="connsiteX42-46981" fmla="*/ 16237224 w 18982931"/>
              <a:gd name="connsiteY42-46982" fmla="*/ 4220816 h 4449429"/>
              <a:gd name="connsiteX43-46983" fmla="*/ 16237224 w 18982931"/>
              <a:gd name="connsiteY43-46984" fmla="*/ 4163982 h 4449429"/>
              <a:gd name="connsiteX44-46985" fmla="*/ 16180390 w 18982931"/>
              <a:gd name="connsiteY44-46986" fmla="*/ 4163982 h 4449429"/>
              <a:gd name="connsiteX45-46987" fmla="*/ 2813944 w 18982931"/>
              <a:gd name="connsiteY45-46988" fmla="*/ 4163981 h 4449429"/>
              <a:gd name="connsiteX46-46989" fmla="*/ 2813944 w 18982931"/>
              <a:gd name="connsiteY46-46990" fmla="*/ 4220814 h 4449429"/>
              <a:gd name="connsiteX47-46991" fmla="*/ 2870780 w 18982931"/>
              <a:gd name="connsiteY47-46992" fmla="*/ 4220814 h 4449429"/>
              <a:gd name="connsiteX48-46993" fmla="*/ 2870780 w 18982931"/>
              <a:gd name="connsiteY48-46994" fmla="*/ 4163981 h 4449429"/>
              <a:gd name="connsiteX49-46995" fmla="*/ 2813944 w 18982931"/>
              <a:gd name="connsiteY49-46996" fmla="*/ 4163981 h 4449429"/>
              <a:gd name="connsiteX50-46997" fmla="*/ 2701890 w 18982931"/>
              <a:gd name="connsiteY50-46998" fmla="*/ 4163981 h 4449429"/>
              <a:gd name="connsiteX51-46999" fmla="*/ 2701890 w 18982931"/>
              <a:gd name="connsiteY51-47000" fmla="*/ 4220814 h 4449429"/>
              <a:gd name="connsiteX52-47001" fmla="*/ 2758723 w 18982931"/>
              <a:gd name="connsiteY52-47002" fmla="*/ 4220814 h 4449429"/>
              <a:gd name="connsiteX53-47003" fmla="*/ 2758723 w 18982931"/>
              <a:gd name="connsiteY53-47004" fmla="*/ 4163981 h 4449429"/>
              <a:gd name="connsiteX54-47005" fmla="*/ 2701890 w 18982931"/>
              <a:gd name="connsiteY54-47006" fmla="*/ 4163981 h 4449429"/>
              <a:gd name="connsiteX55-47007" fmla="*/ 2589843 w 18982931"/>
              <a:gd name="connsiteY55-47008" fmla="*/ 4163981 h 4449429"/>
              <a:gd name="connsiteX56-47009" fmla="*/ 2589843 w 18982931"/>
              <a:gd name="connsiteY56-47010" fmla="*/ 4220814 h 4449429"/>
              <a:gd name="connsiteX57-47011" fmla="*/ 2646669 w 18982931"/>
              <a:gd name="connsiteY57-47012" fmla="*/ 4220814 h 4449429"/>
              <a:gd name="connsiteX58-47013" fmla="*/ 2646669 w 18982931"/>
              <a:gd name="connsiteY58-47014" fmla="*/ 4163981 h 4449429"/>
              <a:gd name="connsiteX59-47015" fmla="*/ 2589843 w 18982931"/>
              <a:gd name="connsiteY59-47016" fmla="*/ 4163981 h 4449429"/>
              <a:gd name="connsiteX60-47017" fmla="*/ 9851983 w 18982931"/>
              <a:gd name="connsiteY60-47018" fmla="*/ 4073253 h 4449429"/>
              <a:gd name="connsiteX61-47019" fmla="*/ 9851983 w 18982931"/>
              <a:gd name="connsiteY61-47020" fmla="*/ 4282100 h 4449429"/>
              <a:gd name="connsiteX62-47021" fmla="*/ 9897683 w 18982931"/>
              <a:gd name="connsiteY62-47022" fmla="*/ 4282100 h 4449429"/>
              <a:gd name="connsiteX63-47023" fmla="*/ 9897683 w 18982931"/>
              <a:gd name="connsiteY63-47024" fmla="*/ 4073253 h 4449429"/>
              <a:gd name="connsiteX64-47025" fmla="*/ 9851983 w 18982931"/>
              <a:gd name="connsiteY64-47026" fmla="*/ 4073253 h 4449429"/>
              <a:gd name="connsiteX65-47027" fmla="*/ 9760354 w 18982931"/>
              <a:gd name="connsiteY65-47028" fmla="*/ 4073253 h 4449429"/>
              <a:gd name="connsiteX66-47029" fmla="*/ 9760354 w 18982931"/>
              <a:gd name="connsiteY66-47030" fmla="*/ 4282100 h 4449429"/>
              <a:gd name="connsiteX67-47031" fmla="*/ 9806054 w 18982931"/>
              <a:gd name="connsiteY67-47032" fmla="*/ 4282100 h 4449429"/>
              <a:gd name="connsiteX68-47033" fmla="*/ 9806054 w 18982931"/>
              <a:gd name="connsiteY68-47034" fmla="*/ 4073253 h 4449429"/>
              <a:gd name="connsiteX69-47035" fmla="*/ 9760354 w 18982931"/>
              <a:gd name="connsiteY69-47036" fmla="*/ 4073253 h 4449429"/>
              <a:gd name="connsiteX70-47037" fmla="*/ 9668723 w 18982931"/>
              <a:gd name="connsiteY70-47038" fmla="*/ 4073253 h 4449429"/>
              <a:gd name="connsiteX71-47039" fmla="*/ 9668723 w 18982931"/>
              <a:gd name="connsiteY71-47040" fmla="*/ 4282100 h 4449429"/>
              <a:gd name="connsiteX72-47041" fmla="*/ 9714423 w 18982931"/>
              <a:gd name="connsiteY72-47042" fmla="*/ 4282100 h 4449429"/>
              <a:gd name="connsiteX73-47043" fmla="*/ 9714423 w 18982931"/>
              <a:gd name="connsiteY73-47044" fmla="*/ 4073253 h 4449429"/>
              <a:gd name="connsiteX74-47045" fmla="*/ 9668723 w 18982931"/>
              <a:gd name="connsiteY74-47046" fmla="*/ 4073253 h 4449429"/>
              <a:gd name="connsiteX75-47047" fmla="*/ 9577094 w 18982931"/>
              <a:gd name="connsiteY75-47048" fmla="*/ 4073253 h 4449429"/>
              <a:gd name="connsiteX76-47049" fmla="*/ 9577094 w 18982931"/>
              <a:gd name="connsiteY76-47050" fmla="*/ 4282100 h 4449429"/>
              <a:gd name="connsiteX77-47051" fmla="*/ 9622794 w 18982931"/>
              <a:gd name="connsiteY77-47052" fmla="*/ 4282100 h 4449429"/>
              <a:gd name="connsiteX78-47053" fmla="*/ 9622794 w 18982931"/>
              <a:gd name="connsiteY78-47054" fmla="*/ 4073253 h 4449429"/>
              <a:gd name="connsiteX79-47055" fmla="*/ 9577094 w 18982931"/>
              <a:gd name="connsiteY79-47056" fmla="*/ 4073253 h 4449429"/>
              <a:gd name="connsiteX80-47057" fmla="*/ 9485470 w 18982931"/>
              <a:gd name="connsiteY80-47058" fmla="*/ 4073253 h 4449429"/>
              <a:gd name="connsiteX81-47059" fmla="*/ 9485470 w 18982931"/>
              <a:gd name="connsiteY81-47060" fmla="*/ 4282100 h 4449429"/>
              <a:gd name="connsiteX82-47061" fmla="*/ 9531165 w 18982931"/>
              <a:gd name="connsiteY82-47062" fmla="*/ 4282100 h 4449429"/>
              <a:gd name="connsiteX83-47063" fmla="*/ 9531165 w 18982931"/>
              <a:gd name="connsiteY83-47064" fmla="*/ 4073253 h 4449429"/>
              <a:gd name="connsiteX84-47065" fmla="*/ 9485470 w 18982931"/>
              <a:gd name="connsiteY84-47066" fmla="*/ 4073253 h 4449429"/>
              <a:gd name="connsiteX85-47067" fmla="*/ 9393836 w 18982931"/>
              <a:gd name="connsiteY85-47068" fmla="*/ 4073253 h 4449429"/>
              <a:gd name="connsiteX86-47069" fmla="*/ 9393836 w 18982931"/>
              <a:gd name="connsiteY86-47070" fmla="*/ 4282100 h 4449429"/>
              <a:gd name="connsiteX87-47071" fmla="*/ 9439536 w 18982931"/>
              <a:gd name="connsiteY87-47072" fmla="*/ 4282100 h 4449429"/>
              <a:gd name="connsiteX88-47073" fmla="*/ 9439536 w 18982931"/>
              <a:gd name="connsiteY88-47074" fmla="*/ 4073253 h 4449429"/>
              <a:gd name="connsiteX89-47075" fmla="*/ 9393836 w 18982931"/>
              <a:gd name="connsiteY89-47076" fmla="*/ 4073253 h 4449429"/>
              <a:gd name="connsiteX90-47077" fmla="*/ 9302203 w 18982931"/>
              <a:gd name="connsiteY90-47078" fmla="*/ 4073253 h 4449429"/>
              <a:gd name="connsiteX91-47079" fmla="*/ 9302203 w 18982931"/>
              <a:gd name="connsiteY91-47080" fmla="*/ 4282100 h 4449429"/>
              <a:gd name="connsiteX92-47081" fmla="*/ 9347904 w 18982931"/>
              <a:gd name="connsiteY92-47082" fmla="*/ 4282100 h 4449429"/>
              <a:gd name="connsiteX93-47083" fmla="*/ 9347904 w 18982931"/>
              <a:gd name="connsiteY93-47084" fmla="*/ 4073253 h 4449429"/>
              <a:gd name="connsiteX94-47085" fmla="*/ 9302203 w 18982931"/>
              <a:gd name="connsiteY94-47086" fmla="*/ 4073253 h 4449429"/>
              <a:gd name="connsiteX95-47087" fmla="*/ 16404499 w 18982931"/>
              <a:gd name="connsiteY95-47088" fmla="*/ 4018694 h 4449429"/>
              <a:gd name="connsiteX96-47089" fmla="*/ 16404499 w 18982931"/>
              <a:gd name="connsiteY96-47090" fmla="*/ 4075528 h 4449429"/>
              <a:gd name="connsiteX97-47091" fmla="*/ 16461332 w 18982931"/>
              <a:gd name="connsiteY97-47092" fmla="*/ 4075528 h 4449429"/>
              <a:gd name="connsiteX98-47093" fmla="*/ 16461332 w 18982931"/>
              <a:gd name="connsiteY98-47094" fmla="*/ 4018694 h 4449429"/>
              <a:gd name="connsiteX99-47095" fmla="*/ 16404499 w 18982931"/>
              <a:gd name="connsiteY99-47096" fmla="*/ 4018694 h 4449429"/>
              <a:gd name="connsiteX100-47097" fmla="*/ 16292444 w 18982931"/>
              <a:gd name="connsiteY100-47098" fmla="*/ 4018694 h 4449429"/>
              <a:gd name="connsiteX101-47099" fmla="*/ 16292444 w 18982931"/>
              <a:gd name="connsiteY101-47100" fmla="*/ 4075528 h 4449429"/>
              <a:gd name="connsiteX102-47101" fmla="*/ 16349278 w 18982931"/>
              <a:gd name="connsiteY102-47102" fmla="*/ 4075528 h 4449429"/>
              <a:gd name="connsiteX103-47103" fmla="*/ 16349278 w 18982931"/>
              <a:gd name="connsiteY103-47104" fmla="*/ 4018694 h 4449429"/>
              <a:gd name="connsiteX104-47105" fmla="*/ 16292444 w 18982931"/>
              <a:gd name="connsiteY104-47106" fmla="*/ 4018694 h 4449429"/>
              <a:gd name="connsiteX105-47107" fmla="*/ 16180390 w 18982931"/>
              <a:gd name="connsiteY105-47108" fmla="*/ 4018694 h 4449429"/>
              <a:gd name="connsiteX106-47109" fmla="*/ 16180390 w 18982931"/>
              <a:gd name="connsiteY106-47110" fmla="*/ 4075528 h 4449429"/>
              <a:gd name="connsiteX107-47111" fmla="*/ 16237224 w 18982931"/>
              <a:gd name="connsiteY107-47112" fmla="*/ 4075528 h 4449429"/>
              <a:gd name="connsiteX108-47113" fmla="*/ 16237224 w 18982931"/>
              <a:gd name="connsiteY108-47114" fmla="*/ 4018694 h 4449429"/>
              <a:gd name="connsiteX109-47115" fmla="*/ 16180390 w 18982931"/>
              <a:gd name="connsiteY109-47116" fmla="*/ 4018694 h 4449429"/>
              <a:gd name="connsiteX110-47117" fmla="*/ 2813944 w 18982931"/>
              <a:gd name="connsiteY110-47118" fmla="*/ 4018692 h 4449429"/>
              <a:gd name="connsiteX111-47119" fmla="*/ 2813944 w 18982931"/>
              <a:gd name="connsiteY111-47120" fmla="*/ 4075526 h 4449429"/>
              <a:gd name="connsiteX112-47121" fmla="*/ 2870780 w 18982931"/>
              <a:gd name="connsiteY112-47122" fmla="*/ 4075526 h 4449429"/>
              <a:gd name="connsiteX113-47123" fmla="*/ 2870780 w 18982931"/>
              <a:gd name="connsiteY113-47124" fmla="*/ 4018692 h 4449429"/>
              <a:gd name="connsiteX114-47125" fmla="*/ 2813944 w 18982931"/>
              <a:gd name="connsiteY114-47126" fmla="*/ 4018692 h 4449429"/>
              <a:gd name="connsiteX115-47127" fmla="*/ 2701890 w 18982931"/>
              <a:gd name="connsiteY115-47128" fmla="*/ 4018692 h 4449429"/>
              <a:gd name="connsiteX116-47129" fmla="*/ 2701890 w 18982931"/>
              <a:gd name="connsiteY116-47130" fmla="*/ 4075526 h 4449429"/>
              <a:gd name="connsiteX117-47131" fmla="*/ 2758723 w 18982931"/>
              <a:gd name="connsiteY117-47132" fmla="*/ 4075526 h 4449429"/>
              <a:gd name="connsiteX118-47133" fmla="*/ 2758723 w 18982931"/>
              <a:gd name="connsiteY118-47134" fmla="*/ 4018692 h 4449429"/>
              <a:gd name="connsiteX119-47135" fmla="*/ 2701890 w 18982931"/>
              <a:gd name="connsiteY119-47136" fmla="*/ 4018692 h 4449429"/>
              <a:gd name="connsiteX120-47137" fmla="*/ 2589843 w 18982931"/>
              <a:gd name="connsiteY120-47138" fmla="*/ 4018692 h 4449429"/>
              <a:gd name="connsiteX121-47139" fmla="*/ 2589843 w 18982931"/>
              <a:gd name="connsiteY121-47140" fmla="*/ 4075526 h 4449429"/>
              <a:gd name="connsiteX122-47141" fmla="*/ 2646669 w 18982931"/>
              <a:gd name="connsiteY122-47142" fmla="*/ 4075526 h 4449429"/>
              <a:gd name="connsiteX123-47143" fmla="*/ 2646669 w 18982931"/>
              <a:gd name="connsiteY123-47144" fmla="*/ 4018692 h 4449429"/>
              <a:gd name="connsiteX124-47145" fmla="*/ 2589843 w 18982931"/>
              <a:gd name="connsiteY124-47146" fmla="*/ 4018692 h 4449429"/>
              <a:gd name="connsiteX125-47147" fmla="*/ 16404499 w 18982931"/>
              <a:gd name="connsiteY125-47148" fmla="*/ 3873406 h 4449429"/>
              <a:gd name="connsiteX126-47149" fmla="*/ 16404499 w 18982931"/>
              <a:gd name="connsiteY126-47150" fmla="*/ 3930240 h 4449429"/>
              <a:gd name="connsiteX127-47151" fmla="*/ 16461332 w 18982931"/>
              <a:gd name="connsiteY127-47152" fmla="*/ 3930240 h 4449429"/>
              <a:gd name="connsiteX128-47153" fmla="*/ 16461332 w 18982931"/>
              <a:gd name="connsiteY128-47154" fmla="*/ 3873406 h 4449429"/>
              <a:gd name="connsiteX129-47155" fmla="*/ 16404499 w 18982931"/>
              <a:gd name="connsiteY129-47156" fmla="*/ 3873406 h 4449429"/>
              <a:gd name="connsiteX130-47157" fmla="*/ 16292444 w 18982931"/>
              <a:gd name="connsiteY130-47158" fmla="*/ 3873406 h 4449429"/>
              <a:gd name="connsiteX131-47159" fmla="*/ 16292444 w 18982931"/>
              <a:gd name="connsiteY131-47160" fmla="*/ 3930240 h 4449429"/>
              <a:gd name="connsiteX132-47161" fmla="*/ 16349278 w 18982931"/>
              <a:gd name="connsiteY132-47162" fmla="*/ 3930240 h 4449429"/>
              <a:gd name="connsiteX133-47163" fmla="*/ 16349278 w 18982931"/>
              <a:gd name="connsiteY133-47164" fmla="*/ 3873406 h 4449429"/>
              <a:gd name="connsiteX134-47165" fmla="*/ 16292444 w 18982931"/>
              <a:gd name="connsiteY134-47166" fmla="*/ 3873406 h 4449429"/>
              <a:gd name="connsiteX135-47167" fmla="*/ 16180390 w 18982931"/>
              <a:gd name="connsiteY135-47168" fmla="*/ 3873406 h 4449429"/>
              <a:gd name="connsiteX136-47169" fmla="*/ 16180390 w 18982931"/>
              <a:gd name="connsiteY136-47170" fmla="*/ 3930240 h 4449429"/>
              <a:gd name="connsiteX137-47171" fmla="*/ 16237224 w 18982931"/>
              <a:gd name="connsiteY137-47172" fmla="*/ 3930240 h 4449429"/>
              <a:gd name="connsiteX138-47173" fmla="*/ 16237224 w 18982931"/>
              <a:gd name="connsiteY138-47174" fmla="*/ 3873406 h 4449429"/>
              <a:gd name="connsiteX139-47175" fmla="*/ 16180390 w 18982931"/>
              <a:gd name="connsiteY139-47176" fmla="*/ 3873406 h 4449429"/>
              <a:gd name="connsiteX140-47177" fmla="*/ 2813944 w 18982931"/>
              <a:gd name="connsiteY140-47178" fmla="*/ 3873404 h 4449429"/>
              <a:gd name="connsiteX141-47179" fmla="*/ 2813944 w 18982931"/>
              <a:gd name="connsiteY141-47180" fmla="*/ 3930238 h 4449429"/>
              <a:gd name="connsiteX142-47181" fmla="*/ 2870780 w 18982931"/>
              <a:gd name="connsiteY142-47182" fmla="*/ 3930238 h 4449429"/>
              <a:gd name="connsiteX143-47183" fmla="*/ 2870780 w 18982931"/>
              <a:gd name="connsiteY143-47184" fmla="*/ 3873404 h 4449429"/>
              <a:gd name="connsiteX144-47185" fmla="*/ 2813944 w 18982931"/>
              <a:gd name="connsiteY144-47186" fmla="*/ 3873404 h 4449429"/>
              <a:gd name="connsiteX145-47187" fmla="*/ 2701890 w 18982931"/>
              <a:gd name="connsiteY145-47188" fmla="*/ 3873404 h 4449429"/>
              <a:gd name="connsiteX146-47189" fmla="*/ 2701890 w 18982931"/>
              <a:gd name="connsiteY146-47190" fmla="*/ 3930238 h 4449429"/>
              <a:gd name="connsiteX147-47191" fmla="*/ 2758723 w 18982931"/>
              <a:gd name="connsiteY147-47192" fmla="*/ 3930238 h 4449429"/>
              <a:gd name="connsiteX148-47193" fmla="*/ 2758723 w 18982931"/>
              <a:gd name="connsiteY148-47194" fmla="*/ 3873404 h 4449429"/>
              <a:gd name="connsiteX149-47195" fmla="*/ 2701890 w 18982931"/>
              <a:gd name="connsiteY149-47196" fmla="*/ 3873404 h 4449429"/>
              <a:gd name="connsiteX150-47197" fmla="*/ 2589843 w 18982931"/>
              <a:gd name="connsiteY150-47198" fmla="*/ 3873404 h 4449429"/>
              <a:gd name="connsiteX151-47199" fmla="*/ 2589843 w 18982931"/>
              <a:gd name="connsiteY151-47200" fmla="*/ 3930238 h 4449429"/>
              <a:gd name="connsiteX152-47201" fmla="*/ 2646669 w 18982931"/>
              <a:gd name="connsiteY152-47202" fmla="*/ 3930238 h 4449429"/>
              <a:gd name="connsiteX153-47203" fmla="*/ 2646669 w 18982931"/>
              <a:gd name="connsiteY153-47204" fmla="*/ 3873404 h 4449429"/>
              <a:gd name="connsiteX154-47205" fmla="*/ 2589843 w 18982931"/>
              <a:gd name="connsiteY154-47206" fmla="*/ 3873404 h 4449429"/>
              <a:gd name="connsiteX155-47207" fmla="*/ 17351339 w 18982931"/>
              <a:gd name="connsiteY155-47208" fmla="*/ 3769299 h 4449429"/>
              <a:gd name="connsiteX156-47209" fmla="*/ 17351339 w 18982931"/>
              <a:gd name="connsiteY156-47210" fmla="*/ 3815000 h 4449429"/>
              <a:gd name="connsiteX157-47211" fmla="*/ 17560187 w 18982931"/>
              <a:gd name="connsiteY157-47212" fmla="*/ 3815000 h 4449429"/>
              <a:gd name="connsiteX158-47213" fmla="*/ 17560187 w 18982931"/>
              <a:gd name="connsiteY158-47214" fmla="*/ 3769299 h 4449429"/>
              <a:gd name="connsiteX159-47215" fmla="*/ 17351339 w 18982931"/>
              <a:gd name="connsiteY159-47216" fmla="*/ 3769299 h 4449429"/>
              <a:gd name="connsiteX160-47217" fmla="*/ 16404499 w 18982931"/>
              <a:gd name="connsiteY160-47218" fmla="*/ 3728118 h 4449429"/>
              <a:gd name="connsiteX161-47219" fmla="*/ 16404499 w 18982931"/>
              <a:gd name="connsiteY161-47220" fmla="*/ 3784951 h 4449429"/>
              <a:gd name="connsiteX162-47221" fmla="*/ 16461332 w 18982931"/>
              <a:gd name="connsiteY162-47222" fmla="*/ 3784951 h 4449429"/>
              <a:gd name="connsiteX163-47223" fmla="*/ 16461332 w 18982931"/>
              <a:gd name="connsiteY163-47224" fmla="*/ 3728118 h 4449429"/>
              <a:gd name="connsiteX164-47225" fmla="*/ 16404499 w 18982931"/>
              <a:gd name="connsiteY164-47226" fmla="*/ 3728118 h 4449429"/>
              <a:gd name="connsiteX165-47227" fmla="*/ 16292444 w 18982931"/>
              <a:gd name="connsiteY165-47228" fmla="*/ 3728118 h 4449429"/>
              <a:gd name="connsiteX166-47229" fmla="*/ 16292444 w 18982931"/>
              <a:gd name="connsiteY166-47230" fmla="*/ 3784951 h 4449429"/>
              <a:gd name="connsiteX167-47231" fmla="*/ 16349278 w 18982931"/>
              <a:gd name="connsiteY167-47232" fmla="*/ 3784951 h 4449429"/>
              <a:gd name="connsiteX168-47233" fmla="*/ 16349278 w 18982931"/>
              <a:gd name="connsiteY168-47234" fmla="*/ 3728118 h 4449429"/>
              <a:gd name="connsiteX169-47235" fmla="*/ 16292444 w 18982931"/>
              <a:gd name="connsiteY169-47236" fmla="*/ 3728118 h 4449429"/>
              <a:gd name="connsiteX170-47237" fmla="*/ 16180390 w 18982931"/>
              <a:gd name="connsiteY170-47238" fmla="*/ 3728118 h 4449429"/>
              <a:gd name="connsiteX171-47239" fmla="*/ 16180390 w 18982931"/>
              <a:gd name="connsiteY171-47240" fmla="*/ 3784951 h 4449429"/>
              <a:gd name="connsiteX172-47241" fmla="*/ 16237224 w 18982931"/>
              <a:gd name="connsiteY172-47242" fmla="*/ 3784951 h 4449429"/>
              <a:gd name="connsiteX173-47243" fmla="*/ 16237224 w 18982931"/>
              <a:gd name="connsiteY173-47244" fmla="*/ 3728118 h 4449429"/>
              <a:gd name="connsiteX174-47245" fmla="*/ 16180390 w 18982931"/>
              <a:gd name="connsiteY174-47246" fmla="*/ 3728118 h 4449429"/>
              <a:gd name="connsiteX175-47247" fmla="*/ 2813944 w 18982931"/>
              <a:gd name="connsiteY175-47248" fmla="*/ 3728116 h 4449429"/>
              <a:gd name="connsiteX176-47249" fmla="*/ 2813944 w 18982931"/>
              <a:gd name="connsiteY176-47250" fmla="*/ 3784950 h 4449429"/>
              <a:gd name="connsiteX177-47251" fmla="*/ 2870780 w 18982931"/>
              <a:gd name="connsiteY177-47252" fmla="*/ 3784950 h 4449429"/>
              <a:gd name="connsiteX178-47253" fmla="*/ 2870780 w 18982931"/>
              <a:gd name="connsiteY178-47254" fmla="*/ 3728116 h 4449429"/>
              <a:gd name="connsiteX179-47255" fmla="*/ 2813944 w 18982931"/>
              <a:gd name="connsiteY179-47256" fmla="*/ 3728116 h 4449429"/>
              <a:gd name="connsiteX180-47257" fmla="*/ 2701891 w 18982931"/>
              <a:gd name="connsiteY180-47258" fmla="*/ 3728116 h 4449429"/>
              <a:gd name="connsiteX181-47259" fmla="*/ 2701891 w 18982931"/>
              <a:gd name="connsiteY181-47260" fmla="*/ 3784950 h 4449429"/>
              <a:gd name="connsiteX182-47261" fmla="*/ 2758730 w 18982931"/>
              <a:gd name="connsiteY182-47262" fmla="*/ 3784950 h 4449429"/>
              <a:gd name="connsiteX183-47263" fmla="*/ 2758730 w 18982931"/>
              <a:gd name="connsiteY183-47264" fmla="*/ 3728116 h 4449429"/>
              <a:gd name="connsiteX184-47265" fmla="*/ 2701891 w 18982931"/>
              <a:gd name="connsiteY184-47266" fmla="*/ 3728116 h 4449429"/>
              <a:gd name="connsiteX185-47267" fmla="*/ 2589845 w 18982931"/>
              <a:gd name="connsiteY185-47268" fmla="*/ 3728116 h 4449429"/>
              <a:gd name="connsiteX186-47269" fmla="*/ 2589845 w 18982931"/>
              <a:gd name="connsiteY186-47270" fmla="*/ 3784950 h 4449429"/>
              <a:gd name="connsiteX187-47271" fmla="*/ 2646671 w 18982931"/>
              <a:gd name="connsiteY187-47272" fmla="*/ 3784950 h 4449429"/>
              <a:gd name="connsiteX188-47273" fmla="*/ 2646671 w 18982931"/>
              <a:gd name="connsiteY188-47274" fmla="*/ 3728116 h 4449429"/>
              <a:gd name="connsiteX189-47275" fmla="*/ 2589845 w 18982931"/>
              <a:gd name="connsiteY189-47276" fmla="*/ 3728116 h 4449429"/>
              <a:gd name="connsiteX190-47277" fmla="*/ 17351339 w 18982931"/>
              <a:gd name="connsiteY190-47278" fmla="*/ 3677667 h 4449429"/>
              <a:gd name="connsiteX191-47279" fmla="*/ 17351339 w 18982931"/>
              <a:gd name="connsiteY191-47280" fmla="*/ 3723368 h 4449429"/>
              <a:gd name="connsiteX192-47281" fmla="*/ 17560187 w 18982931"/>
              <a:gd name="connsiteY192-47282" fmla="*/ 3723368 h 4449429"/>
              <a:gd name="connsiteX193-47283" fmla="*/ 17560187 w 18982931"/>
              <a:gd name="connsiteY193-47284" fmla="*/ 3677667 h 4449429"/>
              <a:gd name="connsiteX194-47285" fmla="*/ 17351339 w 18982931"/>
              <a:gd name="connsiteY194-47286" fmla="*/ 3677667 h 4449429"/>
              <a:gd name="connsiteX195-47287" fmla="*/ 12612246 w 18982931"/>
              <a:gd name="connsiteY195-47288" fmla="*/ 3645952 h 4449429"/>
              <a:gd name="connsiteX196-47289" fmla="*/ 12612246 w 18982931"/>
              <a:gd name="connsiteY196-47290" fmla="*/ 3702785 h 4449429"/>
              <a:gd name="connsiteX197-47291" fmla="*/ 12669079 w 18982931"/>
              <a:gd name="connsiteY197-47292" fmla="*/ 3702785 h 4449429"/>
              <a:gd name="connsiteX198-47293" fmla="*/ 12669079 w 18982931"/>
              <a:gd name="connsiteY198-47294" fmla="*/ 3645952 h 4449429"/>
              <a:gd name="connsiteX199-47295" fmla="*/ 12612246 w 18982931"/>
              <a:gd name="connsiteY199-47296" fmla="*/ 3645952 h 4449429"/>
              <a:gd name="connsiteX200-47297" fmla="*/ 12500191 w 18982931"/>
              <a:gd name="connsiteY200-47298" fmla="*/ 3645952 h 4449429"/>
              <a:gd name="connsiteX201-47299" fmla="*/ 12500191 w 18982931"/>
              <a:gd name="connsiteY201-47300" fmla="*/ 3702785 h 4449429"/>
              <a:gd name="connsiteX202-47301" fmla="*/ 12557025 w 18982931"/>
              <a:gd name="connsiteY202-47302" fmla="*/ 3702785 h 4449429"/>
              <a:gd name="connsiteX203-47303" fmla="*/ 12557025 w 18982931"/>
              <a:gd name="connsiteY203-47304" fmla="*/ 3645952 h 4449429"/>
              <a:gd name="connsiteX204-47305" fmla="*/ 12500191 w 18982931"/>
              <a:gd name="connsiteY204-47306" fmla="*/ 3645952 h 4449429"/>
              <a:gd name="connsiteX205-47307" fmla="*/ 12388137 w 18982931"/>
              <a:gd name="connsiteY205-47308" fmla="*/ 3645952 h 4449429"/>
              <a:gd name="connsiteX206-47309" fmla="*/ 12388137 w 18982931"/>
              <a:gd name="connsiteY206-47310" fmla="*/ 3702785 h 4449429"/>
              <a:gd name="connsiteX207-47311" fmla="*/ 12444971 w 18982931"/>
              <a:gd name="connsiteY207-47312" fmla="*/ 3702785 h 4449429"/>
              <a:gd name="connsiteX208-47313" fmla="*/ 12444971 w 18982931"/>
              <a:gd name="connsiteY208-47314" fmla="*/ 3645952 h 4449429"/>
              <a:gd name="connsiteX209-47315" fmla="*/ 12388137 w 18982931"/>
              <a:gd name="connsiteY209-47316" fmla="*/ 3645952 h 4449429"/>
              <a:gd name="connsiteX210-47317" fmla="*/ 17351339 w 18982931"/>
              <a:gd name="connsiteY210-47318" fmla="*/ 3586038 h 4449429"/>
              <a:gd name="connsiteX211-47319" fmla="*/ 17351339 w 18982931"/>
              <a:gd name="connsiteY211-47320" fmla="*/ 3631739 h 4449429"/>
              <a:gd name="connsiteX212-47321" fmla="*/ 17560187 w 18982931"/>
              <a:gd name="connsiteY212-47322" fmla="*/ 3631739 h 4449429"/>
              <a:gd name="connsiteX213-47323" fmla="*/ 17560187 w 18982931"/>
              <a:gd name="connsiteY213-47324" fmla="*/ 3586038 h 4449429"/>
              <a:gd name="connsiteX214-47325" fmla="*/ 17351339 w 18982931"/>
              <a:gd name="connsiteY214-47326" fmla="*/ 3586038 h 4449429"/>
              <a:gd name="connsiteX215-47327" fmla="*/ 16404499 w 18982931"/>
              <a:gd name="connsiteY215-47328" fmla="*/ 3582830 h 4449429"/>
              <a:gd name="connsiteX216-47329" fmla="*/ 16404499 w 18982931"/>
              <a:gd name="connsiteY216-47330" fmla="*/ 3639663 h 4449429"/>
              <a:gd name="connsiteX217-47331" fmla="*/ 16461332 w 18982931"/>
              <a:gd name="connsiteY217-47332" fmla="*/ 3639663 h 4449429"/>
              <a:gd name="connsiteX218-47333" fmla="*/ 16461332 w 18982931"/>
              <a:gd name="connsiteY218-47334" fmla="*/ 3582830 h 4449429"/>
              <a:gd name="connsiteX219-47335" fmla="*/ 16404499 w 18982931"/>
              <a:gd name="connsiteY219-47336" fmla="*/ 3582830 h 4449429"/>
              <a:gd name="connsiteX220-47337" fmla="*/ 16292444 w 18982931"/>
              <a:gd name="connsiteY220-47338" fmla="*/ 3582830 h 4449429"/>
              <a:gd name="connsiteX221-47339" fmla="*/ 16292444 w 18982931"/>
              <a:gd name="connsiteY221-47340" fmla="*/ 3639663 h 4449429"/>
              <a:gd name="connsiteX222-47341" fmla="*/ 16349278 w 18982931"/>
              <a:gd name="connsiteY222-47342" fmla="*/ 3639663 h 4449429"/>
              <a:gd name="connsiteX223-47343" fmla="*/ 16349278 w 18982931"/>
              <a:gd name="connsiteY223-47344" fmla="*/ 3582830 h 4449429"/>
              <a:gd name="connsiteX224-47345" fmla="*/ 16292444 w 18982931"/>
              <a:gd name="connsiteY224-47346" fmla="*/ 3582830 h 4449429"/>
              <a:gd name="connsiteX225-47347" fmla="*/ 16180390 w 18982931"/>
              <a:gd name="connsiteY225-47348" fmla="*/ 3582830 h 4449429"/>
              <a:gd name="connsiteX226-47349" fmla="*/ 16180390 w 18982931"/>
              <a:gd name="connsiteY226-47350" fmla="*/ 3639663 h 4449429"/>
              <a:gd name="connsiteX227-47351" fmla="*/ 16237224 w 18982931"/>
              <a:gd name="connsiteY227-47352" fmla="*/ 3639663 h 4449429"/>
              <a:gd name="connsiteX228-47353" fmla="*/ 16237224 w 18982931"/>
              <a:gd name="connsiteY228-47354" fmla="*/ 3582830 h 4449429"/>
              <a:gd name="connsiteX229-47355" fmla="*/ 16180390 w 18982931"/>
              <a:gd name="connsiteY229-47356" fmla="*/ 3582830 h 4449429"/>
              <a:gd name="connsiteX230-47357" fmla="*/ 2813944 w 18982931"/>
              <a:gd name="connsiteY230-47358" fmla="*/ 3582828 h 4449429"/>
              <a:gd name="connsiteX231-47359" fmla="*/ 2813944 w 18982931"/>
              <a:gd name="connsiteY231-47360" fmla="*/ 3639662 h 4449429"/>
              <a:gd name="connsiteX232-47361" fmla="*/ 2870780 w 18982931"/>
              <a:gd name="connsiteY232-47362" fmla="*/ 3639662 h 4449429"/>
              <a:gd name="connsiteX233-47363" fmla="*/ 2870780 w 18982931"/>
              <a:gd name="connsiteY233-47364" fmla="*/ 3582828 h 4449429"/>
              <a:gd name="connsiteX234-47365" fmla="*/ 2813944 w 18982931"/>
              <a:gd name="connsiteY234-47366" fmla="*/ 3582828 h 4449429"/>
              <a:gd name="connsiteX235-47367" fmla="*/ 2701891 w 18982931"/>
              <a:gd name="connsiteY235-47368" fmla="*/ 3582828 h 4449429"/>
              <a:gd name="connsiteX236-47369" fmla="*/ 2701891 w 18982931"/>
              <a:gd name="connsiteY236-47370" fmla="*/ 3639662 h 4449429"/>
              <a:gd name="connsiteX237-47371" fmla="*/ 2758730 w 18982931"/>
              <a:gd name="connsiteY237-47372" fmla="*/ 3639662 h 4449429"/>
              <a:gd name="connsiteX238-47373" fmla="*/ 2758730 w 18982931"/>
              <a:gd name="connsiteY238-47374" fmla="*/ 3582828 h 4449429"/>
              <a:gd name="connsiteX239-47375" fmla="*/ 2701891 w 18982931"/>
              <a:gd name="connsiteY239-47376" fmla="*/ 3582828 h 4449429"/>
              <a:gd name="connsiteX240-47377" fmla="*/ 2589845 w 18982931"/>
              <a:gd name="connsiteY240-47378" fmla="*/ 3582828 h 4449429"/>
              <a:gd name="connsiteX241-47379" fmla="*/ 2589845 w 18982931"/>
              <a:gd name="connsiteY241-47380" fmla="*/ 3639662 h 4449429"/>
              <a:gd name="connsiteX242-47381" fmla="*/ 2646671 w 18982931"/>
              <a:gd name="connsiteY242-47382" fmla="*/ 3639662 h 4449429"/>
              <a:gd name="connsiteX243-47383" fmla="*/ 2646671 w 18982931"/>
              <a:gd name="connsiteY243-47384" fmla="*/ 3582828 h 4449429"/>
              <a:gd name="connsiteX244-47385" fmla="*/ 2589845 w 18982931"/>
              <a:gd name="connsiteY244-47386" fmla="*/ 3582828 h 4449429"/>
              <a:gd name="connsiteX245-47387" fmla="*/ 12612246 w 18982931"/>
              <a:gd name="connsiteY245-47388" fmla="*/ 3500664 h 4449429"/>
              <a:gd name="connsiteX246-47389" fmla="*/ 12612246 w 18982931"/>
              <a:gd name="connsiteY246-47390" fmla="*/ 3557497 h 4449429"/>
              <a:gd name="connsiteX247-47391" fmla="*/ 12669079 w 18982931"/>
              <a:gd name="connsiteY247-47392" fmla="*/ 3557497 h 4449429"/>
              <a:gd name="connsiteX248-47393" fmla="*/ 12669079 w 18982931"/>
              <a:gd name="connsiteY248-47394" fmla="*/ 3500664 h 4449429"/>
              <a:gd name="connsiteX249-47395" fmla="*/ 12612246 w 18982931"/>
              <a:gd name="connsiteY249-47396" fmla="*/ 3500664 h 4449429"/>
              <a:gd name="connsiteX250-47397" fmla="*/ 12500191 w 18982931"/>
              <a:gd name="connsiteY250-47398" fmla="*/ 3500664 h 4449429"/>
              <a:gd name="connsiteX251-47399" fmla="*/ 12500191 w 18982931"/>
              <a:gd name="connsiteY251-47400" fmla="*/ 3557497 h 4449429"/>
              <a:gd name="connsiteX252-47401" fmla="*/ 12557025 w 18982931"/>
              <a:gd name="connsiteY252-47402" fmla="*/ 3557497 h 4449429"/>
              <a:gd name="connsiteX253-47403" fmla="*/ 12557025 w 18982931"/>
              <a:gd name="connsiteY253-47404" fmla="*/ 3500664 h 4449429"/>
              <a:gd name="connsiteX254-47405" fmla="*/ 12500191 w 18982931"/>
              <a:gd name="connsiteY254-47406" fmla="*/ 3500664 h 4449429"/>
              <a:gd name="connsiteX255-47407" fmla="*/ 12388137 w 18982931"/>
              <a:gd name="connsiteY255-47408" fmla="*/ 3500664 h 4449429"/>
              <a:gd name="connsiteX256-47409" fmla="*/ 12388137 w 18982931"/>
              <a:gd name="connsiteY256-47410" fmla="*/ 3557497 h 4449429"/>
              <a:gd name="connsiteX257-47411" fmla="*/ 12444971 w 18982931"/>
              <a:gd name="connsiteY257-47412" fmla="*/ 3557497 h 4449429"/>
              <a:gd name="connsiteX258-47413" fmla="*/ 12444971 w 18982931"/>
              <a:gd name="connsiteY258-47414" fmla="*/ 3500664 h 4449429"/>
              <a:gd name="connsiteX259-47415" fmla="*/ 12388137 w 18982931"/>
              <a:gd name="connsiteY259-47416" fmla="*/ 3500664 h 4449429"/>
              <a:gd name="connsiteX260-47417" fmla="*/ 17351339 w 18982931"/>
              <a:gd name="connsiteY260-47418" fmla="*/ 3492933 h 4449429"/>
              <a:gd name="connsiteX261-47419" fmla="*/ 17351339 w 18982931"/>
              <a:gd name="connsiteY261-47420" fmla="*/ 3538633 h 4449429"/>
              <a:gd name="connsiteX262-47421" fmla="*/ 17560187 w 18982931"/>
              <a:gd name="connsiteY262-47422" fmla="*/ 3538633 h 4449429"/>
              <a:gd name="connsiteX263-47423" fmla="*/ 17560187 w 18982931"/>
              <a:gd name="connsiteY263-47424" fmla="*/ 3492933 h 4449429"/>
              <a:gd name="connsiteX264-47425" fmla="*/ 17351339 w 18982931"/>
              <a:gd name="connsiteY264-47426" fmla="*/ 3492933 h 4449429"/>
              <a:gd name="connsiteX265-47427" fmla="*/ 17351339 w 18982931"/>
              <a:gd name="connsiteY265-47428" fmla="*/ 3401301 h 4449429"/>
              <a:gd name="connsiteX266-47429" fmla="*/ 17351339 w 18982931"/>
              <a:gd name="connsiteY266-47430" fmla="*/ 3447001 h 4449429"/>
              <a:gd name="connsiteX267-47431" fmla="*/ 17560187 w 18982931"/>
              <a:gd name="connsiteY267-47432" fmla="*/ 3447001 h 4449429"/>
              <a:gd name="connsiteX268-47433" fmla="*/ 17560187 w 18982931"/>
              <a:gd name="connsiteY268-47434" fmla="*/ 3401301 h 4449429"/>
              <a:gd name="connsiteX269-47435" fmla="*/ 17351339 w 18982931"/>
              <a:gd name="connsiteY269-47436" fmla="*/ 3401301 h 4449429"/>
              <a:gd name="connsiteX270-47437" fmla="*/ 1596781 w 18982931"/>
              <a:gd name="connsiteY270-47438" fmla="*/ 3357078 h 4449429"/>
              <a:gd name="connsiteX271-47439" fmla="*/ 1596781 w 18982931"/>
              <a:gd name="connsiteY271-47440" fmla="*/ 3402779 h 4449429"/>
              <a:gd name="connsiteX272-47441" fmla="*/ 1805629 w 18982931"/>
              <a:gd name="connsiteY272-47442" fmla="*/ 3402779 h 4449429"/>
              <a:gd name="connsiteX273-47443" fmla="*/ 1805629 w 18982931"/>
              <a:gd name="connsiteY273-47444" fmla="*/ 3357078 h 4449429"/>
              <a:gd name="connsiteX274-47445" fmla="*/ 1596781 w 18982931"/>
              <a:gd name="connsiteY274-47446" fmla="*/ 3357078 h 4449429"/>
              <a:gd name="connsiteX275-47447" fmla="*/ 12612246 w 18982931"/>
              <a:gd name="connsiteY275-47448" fmla="*/ 3355375 h 4449429"/>
              <a:gd name="connsiteX276-47449" fmla="*/ 12612246 w 18982931"/>
              <a:gd name="connsiteY276-47450" fmla="*/ 3412209 h 4449429"/>
              <a:gd name="connsiteX277-47451" fmla="*/ 12669079 w 18982931"/>
              <a:gd name="connsiteY277-47452" fmla="*/ 3412209 h 4449429"/>
              <a:gd name="connsiteX278-47453" fmla="*/ 12669079 w 18982931"/>
              <a:gd name="connsiteY278-47454" fmla="*/ 3355375 h 4449429"/>
              <a:gd name="connsiteX279-47455" fmla="*/ 12612246 w 18982931"/>
              <a:gd name="connsiteY279-47456" fmla="*/ 3355375 h 4449429"/>
              <a:gd name="connsiteX280-47457" fmla="*/ 12500191 w 18982931"/>
              <a:gd name="connsiteY280-47458" fmla="*/ 3355375 h 4449429"/>
              <a:gd name="connsiteX281-47459" fmla="*/ 12500191 w 18982931"/>
              <a:gd name="connsiteY281-47460" fmla="*/ 3412209 h 4449429"/>
              <a:gd name="connsiteX282-47461" fmla="*/ 12557025 w 18982931"/>
              <a:gd name="connsiteY282-47462" fmla="*/ 3412209 h 4449429"/>
              <a:gd name="connsiteX283-47463" fmla="*/ 12557025 w 18982931"/>
              <a:gd name="connsiteY283-47464" fmla="*/ 3355375 h 4449429"/>
              <a:gd name="connsiteX284-47465" fmla="*/ 12500191 w 18982931"/>
              <a:gd name="connsiteY284-47466" fmla="*/ 3355375 h 4449429"/>
              <a:gd name="connsiteX285-47467" fmla="*/ 12388137 w 18982931"/>
              <a:gd name="connsiteY285-47468" fmla="*/ 3355375 h 4449429"/>
              <a:gd name="connsiteX286-47469" fmla="*/ 12388137 w 18982931"/>
              <a:gd name="connsiteY286-47470" fmla="*/ 3412209 h 4449429"/>
              <a:gd name="connsiteX287-47471" fmla="*/ 12444971 w 18982931"/>
              <a:gd name="connsiteY287-47472" fmla="*/ 3412209 h 4449429"/>
              <a:gd name="connsiteX288-47473" fmla="*/ 12444971 w 18982931"/>
              <a:gd name="connsiteY288-47474" fmla="*/ 3355375 h 4449429"/>
              <a:gd name="connsiteX289-47475" fmla="*/ 12388137 w 18982931"/>
              <a:gd name="connsiteY289-47476" fmla="*/ 3355375 h 4449429"/>
              <a:gd name="connsiteX290-47477" fmla="*/ 17351339 w 18982931"/>
              <a:gd name="connsiteY290-47478" fmla="*/ 3309670 h 4449429"/>
              <a:gd name="connsiteX291-47479" fmla="*/ 17351339 w 18982931"/>
              <a:gd name="connsiteY291-47480" fmla="*/ 3355371 h 4449429"/>
              <a:gd name="connsiteX292-47481" fmla="*/ 17560187 w 18982931"/>
              <a:gd name="connsiteY292-47482" fmla="*/ 3355371 h 4449429"/>
              <a:gd name="connsiteX293-47483" fmla="*/ 17560187 w 18982931"/>
              <a:gd name="connsiteY293-47484" fmla="*/ 3309670 h 4449429"/>
              <a:gd name="connsiteX294-47485" fmla="*/ 17351339 w 18982931"/>
              <a:gd name="connsiteY294-47486" fmla="*/ 3309670 h 4449429"/>
              <a:gd name="connsiteX295-47487" fmla="*/ 1596781 w 18982931"/>
              <a:gd name="connsiteY295-47488" fmla="*/ 3265446 h 4449429"/>
              <a:gd name="connsiteX296-47489" fmla="*/ 1596781 w 18982931"/>
              <a:gd name="connsiteY296-47490" fmla="*/ 3311147 h 4449429"/>
              <a:gd name="connsiteX297-47491" fmla="*/ 1805629 w 18982931"/>
              <a:gd name="connsiteY297-47492" fmla="*/ 3311147 h 4449429"/>
              <a:gd name="connsiteX298-47493" fmla="*/ 1805629 w 18982931"/>
              <a:gd name="connsiteY298-47494" fmla="*/ 3265446 h 4449429"/>
              <a:gd name="connsiteX299-47495" fmla="*/ 1596781 w 18982931"/>
              <a:gd name="connsiteY299-47496" fmla="*/ 3265446 h 4449429"/>
              <a:gd name="connsiteX300-47497" fmla="*/ 17351339 w 18982931"/>
              <a:gd name="connsiteY300-47498" fmla="*/ 3218041 h 4449429"/>
              <a:gd name="connsiteX301-47499" fmla="*/ 17351339 w 18982931"/>
              <a:gd name="connsiteY301-47500" fmla="*/ 3263742 h 4449429"/>
              <a:gd name="connsiteX302-47501" fmla="*/ 17560187 w 18982931"/>
              <a:gd name="connsiteY302-47502" fmla="*/ 3263742 h 4449429"/>
              <a:gd name="connsiteX303-47503" fmla="*/ 17560187 w 18982931"/>
              <a:gd name="connsiteY303-47504" fmla="*/ 3218041 h 4449429"/>
              <a:gd name="connsiteX304-47505" fmla="*/ 17351339 w 18982931"/>
              <a:gd name="connsiteY304-47506" fmla="*/ 3218041 h 4449429"/>
              <a:gd name="connsiteX305-47507" fmla="*/ 12612246 w 18982931"/>
              <a:gd name="connsiteY305-47508" fmla="*/ 3210087 h 4449429"/>
              <a:gd name="connsiteX306-47509" fmla="*/ 12612246 w 18982931"/>
              <a:gd name="connsiteY306-47510" fmla="*/ 3266921 h 4449429"/>
              <a:gd name="connsiteX307-47511" fmla="*/ 12669079 w 18982931"/>
              <a:gd name="connsiteY307-47512" fmla="*/ 3266921 h 4449429"/>
              <a:gd name="connsiteX308-47513" fmla="*/ 12669079 w 18982931"/>
              <a:gd name="connsiteY308-47514" fmla="*/ 3210087 h 4449429"/>
              <a:gd name="connsiteX309-47515" fmla="*/ 12612246 w 18982931"/>
              <a:gd name="connsiteY309-47516" fmla="*/ 3210087 h 4449429"/>
              <a:gd name="connsiteX310-47517" fmla="*/ 12500191 w 18982931"/>
              <a:gd name="connsiteY310-47518" fmla="*/ 3210087 h 4449429"/>
              <a:gd name="connsiteX311-47519" fmla="*/ 12500191 w 18982931"/>
              <a:gd name="connsiteY311-47520" fmla="*/ 3266921 h 4449429"/>
              <a:gd name="connsiteX312-47521" fmla="*/ 12557025 w 18982931"/>
              <a:gd name="connsiteY312-47522" fmla="*/ 3266921 h 4449429"/>
              <a:gd name="connsiteX313-47523" fmla="*/ 12557025 w 18982931"/>
              <a:gd name="connsiteY313-47524" fmla="*/ 3210087 h 4449429"/>
              <a:gd name="connsiteX314-47525" fmla="*/ 12500191 w 18982931"/>
              <a:gd name="connsiteY314-47526" fmla="*/ 3210087 h 4449429"/>
              <a:gd name="connsiteX315-47527" fmla="*/ 12388137 w 18982931"/>
              <a:gd name="connsiteY315-47528" fmla="*/ 3210087 h 4449429"/>
              <a:gd name="connsiteX316-47529" fmla="*/ 12388137 w 18982931"/>
              <a:gd name="connsiteY316-47530" fmla="*/ 3266921 h 4449429"/>
              <a:gd name="connsiteX317-47531" fmla="*/ 12444971 w 18982931"/>
              <a:gd name="connsiteY317-47532" fmla="*/ 3266921 h 4449429"/>
              <a:gd name="connsiteX318-47533" fmla="*/ 12444971 w 18982931"/>
              <a:gd name="connsiteY318-47534" fmla="*/ 3210087 h 4449429"/>
              <a:gd name="connsiteX319-47535" fmla="*/ 12388137 w 18982931"/>
              <a:gd name="connsiteY319-47536" fmla="*/ 3210087 h 4449429"/>
              <a:gd name="connsiteX320-47537" fmla="*/ 1596781 w 18982931"/>
              <a:gd name="connsiteY320-47538" fmla="*/ 3173817 h 4449429"/>
              <a:gd name="connsiteX321-47539" fmla="*/ 1596781 w 18982931"/>
              <a:gd name="connsiteY321-47540" fmla="*/ 3219518 h 4449429"/>
              <a:gd name="connsiteX322-47541" fmla="*/ 1805629 w 18982931"/>
              <a:gd name="connsiteY322-47542" fmla="*/ 3219518 h 4449429"/>
              <a:gd name="connsiteX323-47543" fmla="*/ 1805629 w 18982931"/>
              <a:gd name="connsiteY323-47544" fmla="*/ 3173817 h 4449429"/>
              <a:gd name="connsiteX324-47545" fmla="*/ 1596781 w 18982931"/>
              <a:gd name="connsiteY324-47546" fmla="*/ 3173817 h 4449429"/>
              <a:gd name="connsiteX325-47547" fmla="*/ 17351339 w 18982931"/>
              <a:gd name="connsiteY325-47548" fmla="*/ 3126412 h 4449429"/>
              <a:gd name="connsiteX326-47549" fmla="*/ 17351339 w 18982931"/>
              <a:gd name="connsiteY326-47550" fmla="*/ 3172113 h 4449429"/>
              <a:gd name="connsiteX327-47551" fmla="*/ 17560187 w 18982931"/>
              <a:gd name="connsiteY327-47552" fmla="*/ 3172113 h 4449429"/>
              <a:gd name="connsiteX328-47553" fmla="*/ 17560187 w 18982931"/>
              <a:gd name="connsiteY328-47554" fmla="*/ 3126412 h 4449429"/>
              <a:gd name="connsiteX329-47555" fmla="*/ 17351339 w 18982931"/>
              <a:gd name="connsiteY329-47556" fmla="*/ 3126412 h 4449429"/>
              <a:gd name="connsiteX330-47557" fmla="*/ 1596781 w 18982931"/>
              <a:gd name="connsiteY330-47558" fmla="*/ 3080712 h 4449429"/>
              <a:gd name="connsiteX331-47559" fmla="*/ 1596781 w 18982931"/>
              <a:gd name="connsiteY331-47560" fmla="*/ 3126412 h 4449429"/>
              <a:gd name="connsiteX332-47561" fmla="*/ 1805629 w 18982931"/>
              <a:gd name="connsiteY332-47562" fmla="*/ 3126412 h 4449429"/>
              <a:gd name="connsiteX333-47563" fmla="*/ 1805629 w 18982931"/>
              <a:gd name="connsiteY333-47564" fmla="*/ 3080712 h 4449429"/>
              <a:gd name="connsiteX334-47565" fmla="*/ 1596781 w 18982931"/>
              <a:gd name="connsiteY334-47566" fmla="*/ 3080712 h 4449429"/>
              <a:gd name="connsiteX335-47567" fmla="*/ 12612246 w 18982931"/>
              <a:gd name="connsiteY335-47568" fmla="*/ 3064799 h 4449429"/>
              <a:gd name="connsiteX336-47569" fmla="*/ 12612246 w 18982931"/>
              <a:gd name="connsiteY336-47570" fmla="*/ 3121633 h 4449429"/>
              <a:gd name="connsiteX337-47571" fmla="*/ 12669079 w 18982931"/>
              <a:gd name="connsiteY337-47572" fmla="*/ 3121633 h 4449429"/>
              <a:gd name="connsiteX338-47573" fmla="*/ 12669079 w 18982931"/>
              <a:gd name="connsiteY338-47574" fmla="*/ 3064799 h 4449429"/>
              <a:gd name="connsiteX339-47575" fmla="*/ 12612246 w 18982931"/>
              <a:gd name="connsiteY339-47576" fmla="*/ 3064799 h 4449429"/>
              <a:gd name="connsiteX340-47577" fmla="*/ 12500191 w 18982931"/>
              <a:gd name="connsiteY340-47578" fmla="*/ 3064799 h 4449429"/>
              <a:gd name="connsiteX341-47579" fmla="*/ 12500191 w 18982931"/>
              <a:gd name="connsiteY341-47580" fmla="*/ 3121633 h 4449429"/>
              <a:gd name="connsiteX342-47581" fmla="*/ 12557025 w 18982931"/>
              <a:gd name="connsiteY342-47582" fmla="*/ 3121633 h 4449429"/>
              <a:gd name="connsiteX343-47583" fmla="*/ 12557025 w 18982931"/>
              <a:gd name="connsiteY343-47584" fmla="*/ 3064799 h 4449429"/>
              <a:gd name="connsiteX344-47585" fmla="*/ 12500191 w 18982931"/>
              <a:gd name="connsiteY344-47586" fmla="*/ 3064799 h 4449429"/>
              <a:gd name="connsiteX345-47587" fmla="*/ 12388137 w 18982931"/>
              <a:gd name="connsiteY345-47588" fmla="*/ 3064799 h 4449429"/>
              <a:gd name="connsiteX346-47589" fmla="*/ 12388137 w 18982931"/>
              <a:gd name="connsiteY346-47590" fmla="*/ 3121633 h 4449429"/>
              <a:gd name="connsiteX347-47591" fmla="*/ 12444971 w 18982931"/>
              <a:gd name="connsiteY347-47592" fmla="*/ 3121633 h 4449429"/>
              <a:gd name="connsiteX348-47593" fmla="*/ 12444971 w 18982931"/>
              <a:gd name="connsiteY348-47594" fmla="*/ 3064799 h 4449429"/>
              <a:gd name="connsiteX349-47595" fmla="*/ 12388137 w 18982931"/>
              <a:gd name="connsiteY349-47596" fmla="*/ 3064799 h 4449429"/>
              <a:gd name="connsiteX350-47597" fmla="*/ 17351339 w 18982931"/>
              <a:gd name="connsiteY350-47598" fmla="*/ 3034782 h 4449429"/>
              <a:gd name="connsiteX351-47599" fmla="*/ 17351339 w 18982931"/>
              <a:gd name="connsiteY351-47600" fmla="*/ 3080482 h 4449429"/>
              <a:gd name="connsiteX352-47601" fmla="*/ 17560187 w 18982931"/>
              <a:gd name="connsiteY352-47602" fmla="*/ 3080482 h 4449429"/>
              <a:gd name="connsiteX353-47603" fmla="*/ 17560187 w 18982931"/>
              <a:gd name="connsiteY353-47604" fmla="*/ 3034782 h 4449429"/>
              <a:gd name="connsiteX354-47605" fmla="*/ 17351339 w 18982931"/>
              <a:gd name="connsiteY354-47606" fmla="*/ 3034782 h 4449429"/>
              <a:gd name="connsiteX355-47607" fmla="*/ 1596781 w 18982931"/>
              <a:gd name="connsiteY355-47608" fmla="*/ 2989080 h 4449429"/>
              <a:gd name="connsiteX356-47609" fmla="*/ 1596781 w 18982931"/>
              <a:gd name="connsiteY356-47610" fmla="*/ 3034780 h 4449429"/>
              <a:gd name="connsiteX357-47611" fmla="*/ 1805629 w 18982931"/>
              <a:gd name="connsiteY357-47612" fmla="*/ 3034780 h 4449429"/>
              <a:gd name="connsiteX358-47613" fmla="*/ 1805629 w 18982931"/>
              <a:gd name="connsiteY358-47614" fmla="*/ 2989080 h 4449429"/>
              <a:gd name="connsiteX359-47615" fmla="*/ 1596781 w 18982931"/>
              <a:gd name="connsiteY359-47616" fmla="*/ 2989080 h 4449429"/>
              <a:gd name="connsiteX360-47617" fmla="*/ 17351339 w 18982931"/>
              <a:gd name="connsiteY360-47618" fmla="*/ 2943153 h 4449429"/>
              <a:gd name="connsiteX361-47619" fmla="*/ 17351339 w 18982931"/>
              <a:gd name="connsiteY361-47620" fmla="*/ 2988853 h 4449429"/>
              <a:gd name="connsiteX362-47621" fmla="*/ 17560187 w 18982931"/>
              <a:gd name="connsiteY362-47622" fmla="*/ 2988853 h 4449429"/>
              <a:gd name="connsiteX363-47623" fmla="*/ 17560187 w 18982931"/>
              <a:gd name="connsiteY363-47624" fmla="*/ 2943153 h 4449429"/>
              <a:gd name="connsiteX364-47625" fmla="*/ 17351339 w 18982931"/>
              <a:gd name="connsiteY364-47626" fmla="*/ 2943153 h 4449429"/>
              <a:gd name="connsiteX365-47627" fmla="*/ 12612246 w 18982931"/>
              <a:gd name="connsiteY365-47628" fmla="*/ 2919511 h 4449429"/>
              <a:gd name="connsiteX366-47629" fmla="*/ 12612246 w 18982931"/>
              <a:gd name="connsiteY366-47630" fmla="*/ 2976345 h 4449429"/>
              <a:gd name="connsiteX367-47631" fmla="*/ 12669079 w 18982931"/>
              <a:gd name="connsiteY367-47632" fmla="*/ 2976345 h 4449429"/>
              <a:gd name="connsiteX368-47633" fmla="*/ 12669079 w 18982931"/>
              <a:gd name="connsiteY368-47634" fmla="*/ 2919511 h 4449429"/>
              <a:gd name="connsiteX369-47635" fmla="*/ 12612246 w 18982931"/>
              <a:gd name="connsiteY369-47636" fmla="*/ 2919511 h 4449429"/>
              <a:gd name="connsiteX370-47637" fmla="*/ 12500191 w 18982931"/>
              <a:gd name="connsiteY370-47638" fmla="*/ 2919511 h 4449429"/>
              <a:gd name="connsiteX371-47639" fmla="*/ 12500191 w 18982931"/>
              <a:gd name="connsiteY371-47640" fmla="*/ 2976345 h 4449429"/>
              <a:gd name="connsiteX372-47641" fmla="*/ 12557025 w 18982931"/>
              <a:gd name="connsiteY372-47642" fmla="*/ 2976345 h 4449429"/>
              <a:gd name="connsiteX373-47643" fmla="*/ 12557025 w 18982931"/>
              <a:gd name="connsiteY373-47644" fmla="*/ 2919511 h 4449429"/>
              <a:gd name="connsiteX374-47645" fmla="*/ 12500191 w 18982931"/>
              <a:gd name="connsiteY374-47646" fmla="*/ 2919511 h 4449429"/>
              <a:gd name="connsiteX375-47647" fmla="*/ 12388137 w 18982931"/>
              <a:gd name="connsiteY375-47648" fmla="*/ 2919511 h 4449429"/>
              <a:gd name="connsiteX376-47649" fmla="*/ 12388137 w 18982931"/>
              <a:gd name="connsiteY376-47650" fmla="*/ 2976345 h 4449429"/>
              <a:gd name="connsiteX377-47651" fmla="*/ 12444971 w 18982931"/>
              <a:gd name="connsiteY377-47652" fmla="*/ 2976345 h 4449429"/>
              <a:gd name="connsiteX378-47653" fmla="*/ 12444971 w 18982931"/>
              <a:gd name="connsiteY378-47654" fmla="*/ 2919511 h 4449429"/>
              <a:gd name="connsiteX379-47655" fmla="*/ 12388137 w 18982931"/>
              <a:gd name="connsiteY379-47656" fmla="*/ 2919511 h 4449429"/>
              <a:gd name="connsiteX380-47657" fmla="*/ 1596781 w 18982931"/>
              <a:gd name="connsiteY380-47658" fmla="*/ 2897450 h 4449429"/>
              <a:gd name="connsiteX381-47659" fmla="*/ 1596781 w 18982931"/>
              <a:gd name="connsiteY381-47660" fmla="*/ 2943150 h 4449429"/>
              <a:gd name="connsiteX382-47661" fmla="*/ 1805629 w 18982931"/>
              <a:gd name="connsiteY382-47662" fmla="*/ 2943150 h 4449429"/>
              <a:gd name="connsiteX383-47663" fmla="*/ 1805629 w 18982931"/>
              <a:gd name="connsiteY383-47664" fmla="*/ 2897450 h 4449429"/>
              <a:gd name="connsiteX384-47665" fmla="*/ 1596781 w 18982931"/>
              <a:gd name="connsiteY384-47666" fmla="*/ 2897450 h 4449429"/>
              <a:gd name="connsiteX385-47667" fmla="*/ 17351339 w 18982931"/>
              <a:gd name="connsiteY385-47668" fmla="*/ 2851522 h 4449429"/>
              <a:gd name="connsiteX386-47669" fmla="*/ 17351339 w 18982931"/>
              <a:gd name="connsiteY386-47670" fmla="*/ 2897223 h 4449429"/>
              <a:gd name="connsiteX387-47671" fmla="*/ 17560187 w 18982931"/>
              <a:gd name="connsiteY387-47672" fmla="*/ 2897223 h 4449429"/>
              <a:gd name="connsiteX388-47673" fmla="*/ 17560187 w 18982931"/>
              <a:gd name="connsiteY388-47674" fmla="*/ 2851522 h 4449429"/>
              <a:gd name="connsiteX389-47675" fmla="*/ 17351339 w 18982931"/>
              <a:gd name="connsiteY389-47676" fmla="*/ 2851522 h 4449429"/>
              <a:gd name="connsiteX390-47677" fmla="*/ 1596781 w 18982931"/>
              <a:gd name="connsiteY390-47678" fmla="*/ 2805821 h 4449429"/>
              <a:gd name="connsiteX391-47679" fmla="*/ 1596781 w 18982931"/>
              <a:gd name="connsiteY391-47680" fmla="*/ 2851521 h 4449429"/>
              <a:gd name="connsiteX392-47681" fmla="*/ 1805629 w 18982931"/>
              <a:gd name="connsiteY392-47682" fmla="*/ 2851521 h 4449429"/>
              <a:gd name="connsiteX393-47683" fmla="*/ 1805629 w 18982931"/>
              <a:gd name="connsiteY393-47684" fmla="*/ 2805821 h 4449429"/>
              <a:gd name="connsiteX394-47685" fmla="*/ 1596781 w 18982931"/>
              <a:gd name="connsiteY394-47686" fmla="*/ 2805821 h 4449429"/>
              <a:gd name="connsiteX395-47687" fmla="*/ 1596781 w 18982931"/>
              <a:gd name="connsiteY395-47688" fmla="*/ 2714192 h 4449429"/>
              <a:gd name="connsiteX396-47689" fmla="*/ 1596781 w 18982931"/>
              <a:gd name="connsiteY396-47690" fmla="*/ 2759892 h 4449429"/>
              <a:gd name="connsiteX397-47691" fmla="*/ 1805629 w 18982931"/>
              <a:gd name="connsiteY397-47692" fmla="*/ 2759892 h 4449429"/>
              <a:gd name="connsiteX398-47693" fmla="*/ 1805629 w 18982931"/>
              <a:gd name="connsiteY398-47694" fmla="*/ 2714192 h 4449429"/>
              <a:gd name="connsiteX399-47695" fmla="*/ 1596781 w 18982931"/>
              <a:gd name="connsiteY399-47696" fmla="*/ 2714192 h 4449429"/>
              <a:gd name="connsiteX400-47697" fmla="*/ 4422120 w 18982931"/>
              <a:gd name="connsiteY400-47698" fmla="*/ 2688604 h 4449429"/>
              <a:gd name="connsiteX401-47699" fmla="*/ 4422120 w 18982931"/>
              <a:gd name="connsiteY401-47700" fmla="*/ 2851522 h 4449429"/>
              <a:gd name="connsiteX402-47701" fmla="*/ 4459897 w 18982931"/>
              <a:gd name="connsiteY402-47702" fmla="*/ 2851522 h 4449429"/>
              <a:gd name="connsiteX403-47703" fmla="*/ 4459897 w 18982931"/>
              <a:gd name="connsiteY403-47704" fmla="*/ 2688604 h 4449429"/>
              <a:gd name="connsiteX404-47705" fmla="*/ 4422120 w 18982931"/>
              <a:gd name="connsiteY404-47706" fmla="*/ 2688604 h 4449429"/>
              <a:gd name="connsiteX405-47707" fmla="*/ 4346370 w 18982931"/>
              <a:gd name="connsiteY405-47708" fmla="*/ 2688604 h 4449429"/>
              <a:gd name="connsiteX406-47709" fmla="*/ 4346370 w 18982931"/>
              <a:gd name="connsiteY406-47710" fmla="*/ 2851522 h 4449429"/>
              <a:gd name="connsiteX407-47711" fmla="*/ 4384149 w 18982931"/>
              <a:gd name="connsiteY407-47712" fmla="*/ 2851522 h 4449429"/>
              <a:gd name="connsiteX408-47713" fmla="*/ 4384149 w 18982931"/>
              <a:gd name="connsiteY408-47714" fmla="*/ 2688604 h 4449429"/>
              <a:gd name="connsiteX409-47715" fmla="*/ 4346370 w 18982931"/>
              <a:gd name="connsiteY409-47716" fmla="*/ 2688604 h 4449429"/>
              <a:gd name="connsiteX410-47717" fmla="*/ 4270624 w 18982931"/>
              <a:gd name="connsiteY410-47718" fmla="*/ 2688604 h 4449429"/>
              <a:gd name="connsiteX411-47719" fmla="*/ 4270624 w 18982931"/>
              <a:gd name="connsiteY411-47720" fmla="*/ 2851522 h 4449429"/>
              <a:gd name="connsiteX412-47721" fmla="*/ 4308407 w 18982931"/>
              <a:gd name="connsiteY412-47722" fmla="*/ 2851522 h 4449429"/>
              <a:gd name="connsiteX413-47723" fmla="*/ 4308407 w 18982931"/>
              <a:gd name="connsiteY413-47724" fmla="*/ 2688604 h 4449429"/>
              <a:gd name="connsiteX414-47725" fmla="*/ 4270624 w 18982931"/>
              <a:gd name="connsiteY414-47726" fmla="*/ 2688604 h 4449429"/>
              <a:gd name="connsiteX415-47727" fmla="*/ 4194881 w 18982931"/>
              <a:gd name="connsiteY415-47728" fmla="*/ 2688604 h 4449429"/>
              <a:gd name="connsiteX416-47729" fmla="*/ 4194881 w 18982931"/>
              <a:gd name="connsiteY416-47730" fmla="*/ 2851522 h 4449429"/>
              <a:gd name="connsiteX417-47731" fmla="*/ 4232658 w 18982931"/>
              <a:gd name="connsiteY417-47732" fmla="*/ 2851522 h 4449429"/>
              <a:gd name="connsiteX418-47733" fmla="*/ 4232658 w 18982931"/>
              <a:gd name="connsiteY418-47734" fmla="*/ 2688604 h 4449429"/>
              <a:gd name="connsiteX419-47735" fmla="*/ 4194881 w 18982931"/>
              <a:gd name="connsiteY419-47736" fmla="*/ 2688604 h 4449429"/>
              <a:gd name="connsiteX420-47737" fmla="*/ 4119132 w 18982931"/>
              <a:gd name="connsiteY420-47738" fmla="*/ 2688604 h 4449429"/>
              <a:gd name="connsiteX421-47739" fmla="*/ 4119132 w 18982931"/>
              <a:gd name="connsiteY421-47740" fmla="*/ 2851522 h 4449429"/>
              <a:gd name="connsiteX422-47741" fmla="*/ 4156909 w 18982931"/>
              <a:gd name="connsiteY422-47742" fmla="*/ 2851522 h 4449429"/>
              <a:gd name="connsiteX423-47743" fmla="*/ 4156909 w 18982931"/>
              <a:gd name="connsiteY423-47744" fmla="*/ 2688604 h 4449429"/>
              <a:gd name="connsiteX424-47745" fmla="*/ 4119132 w 18982931"/>
              <a:gd name="connsiteY424-47746" fmla="*/ 2688604 h 4449429"/>
              <a:gd name="connsiteX425-47747" fmla="*/ 4043383 w 18982931"/>
              <a:gd name="connsiteY425-47748" fmla="*/ 2688604 h 4449429"/>
              <a:gd name="connsiteX426-47749" fmla="*/ 4043383 w 18982931"/>
              <a:gd name="connsiteY426-47750" fmla="*/ 2851522 h 4449429"/>
              <a:gd name="connsiteX427-47751" fmla="*/ 4081160 w 18982931"/>
              <a:gd name="connsiteY427-47752" fmla="*/ 2851522 h 4449429"/>
              <a:gd name="connsiteX428-47753" fmla="*/ 4081160 w 18982931"/>
              <a:gd name="connsiteY428-47754" fmla="*/ 2688604 h 4449429"/>
              <a:gd name="connsiteX429-47755" fmla="*/ 4043383 w 18982931"/>
              <a:gd name="connsiteY429-47756" fmla="*/ 2688604 h 4449429"/>
              <a:gd name="connsiteX430-47757" fmla="*/ 3967636 w 18982931"/>
              <a:gd name="connsiteY430-47758" fmla="*/ 2688604 h 4449429"/>
              <a:gd name="connsiteX431-47759" fmla="*/ 3967636 w 18982931"/>
              <a:gd name="connsiteY431-47760" fmla="*/ 2851522 h 4449429"/>
              <a:gd name="connsiteX432-47761" fmla="*/ 4005415 w 18982931"/>
              <a:gd name="connsiteY432-47762" fmla="*/ 2851522 h 4449429"/>
              <a:gd name="connsiteX433-47763" fmla="*/ 4005415 w 18982931"/>
              <a:gd name="connsiteY433-47764" fmla="*/ 2688604 h 4449429"/>
              <a:gd name="connsiteX434-47765" fmla="*/ 3967636 w 18982931"/>
              <a:gd name="connsiteY434-47766" fmla="*/ 2688604 h 4449429"/>
              <a:gd name="connsiteX435-47767" fmla="*/ 3891895 w 18982931"/>
              <a:gd name="connsiteY435-47768" fmla="*/ 2688604 h 4449429"/>
              <a:gd name="connsiteX436-47769" fmla="*/ 3891895 w 18982931"/>
              <a:gd name="connsiteY436-47770" fmla="*/ 2851522 h 4449429"/>
              <a:gd name="connsiteX437-47771" fmla="*/ 3929672 w 18982931"/>
              <a:gd name="connsiteY437-47772" fmla="*/ 2851522 h 4449429"/>
              <a:gd name="connsiteX438-47773" fmla="*/ 3929672 w 18982931"/>
              <a:gd name="connsiteY438-47774" fmla="*/ 2688604 h 4449429"/>
              <a:gd name="connsiteX439-47775" fmla="*/ 3891895 w 18982931"/>
              <a:gd name="connsiteY439-47776" fmla="*/ 2688604 h 4449429"/>
              <a:gd name="connsiteX440-47777" fmla="*/ 15043403 w 18982931"/>
              <a:gd name="connsiteY440-47778" fmla="*/ 2685661 h 4449429"/>
              <a:gd name="connsiteX441-47779" fmla="*/ 15043403 w 18982931"/>
              <a:gd name="connsiteY441-47780" fmla="*/ 2894508 h 4449429"/>
              <a:gd name="connsiteX442-47781" fmla="*/ 15089105 w 18982931"/>
              <a:gd name="connsiteY442-47782" fmla="*/ 2894508 h 4449429"/>
              <a:gd name="connsiteX443-47783" fmla="*/ 15089105 w 18982931"/>
              <a:gd name="connsiteY443-47784" fmla="*/ 2685661 h 4449429"/>
              <a:gd name="connsiteX444-47785" fmla="*/ 15043403 w 18982931"/>
              <a:gd name="connsiteY444-47786" fmla="*/ 2685661 h 4449429"/>
              <a:gd name="connsiteX445-47787" fmla="*/ 14951773 w 18982931"/>
              <a:gd name="connsiteY445-47788" fmla="*/ 2685661 h 4449429"/>
              <a:gd name="connsiteX446-47789" fmla="*/ 14951773 w 18982931"/>
              <a:gd name="connsiteY446-47790" fmla="*/ 2894508 h 4449429"/>
              <a:gd name="connsiteX447-47791" fmla="*/ 14997475 w 18982931"/>
              <a:gd name="connsiteY447-47792" fmla="*/ 2894508 h 4449429"/>
              <a:gd name="connsiteX448-47793" fmla="*/ 14997475 w 18982931"/>
              <a:gd name="connsiteY448-47794" fmla="*/ 2685661 h 4449429"/>
              <a:gd name="connsiteX449-47795" fmla="*/ 14951773 w 18982931"/>
              <a:gd name="connsiteY449-47796" fmla="*/ 2685661 h 4449429"/>
              <a:gd name="connsiteX450-47797" fmla="*/ 14860145 w 18982931"/>
              <a:gd name="connsiteY450-47798" fmla="*/ 2685661 h 4449429"/>
              <a:gd name="connsiteX451-47799" fmla="*/ 14860145 w 18982931"/>
              <a:gd name="connsiteY451-47800" fmla="*/ 2894508 h 4449429"/>
              <a:gd name="connsiteX452-47801" fmla="*/ 14905844 w 18982931"/>
              <a:gd name="connsiteY452-47802" fmla="*/ 2894508 h 4449429"/>
              <a:gd name="connsiteX453-47803" fmla="*/ 14905844 w 18982931"/>
              <a:gd name="connsiteY453-47804" fmla="*/ 2685661 h 4449429"/>
              <a:gd name="connsiteX454-47805" fmla="*/ 14860145 w 18982931"/>
              <a:gd name="connsiteY454-47806" fmla="*/ 2685661 h 4449429"/>
              <a:gd name="connsiteX455-47807" fmla="*/ 14768515 w 18982931"/>
              <a:gd name="connsiteY455-47808" fmla="*/ 2685661 h 4449429"/>
              <a:gd name="connsiteX456-47809" fmla="*/ 14768515 w 18982931"/>
              <a:gd name="connsiteY456-47810" fmla="*/ 2894508 h 4449429"/>
              <a:gd name="connsiteX457-47811" fmla="*/ 14814217 w 18982931"/>
              <a:gd name="connsiteY457-47812" fmla="*/ 2894508 h 4449429"/>
              <a:gd name="connsiteX458-47813" fmla="*/ 14814217 w 18982931"/>
              <a:gd name="connsiteY458-47814" fmla="*/ 2685661 h 4449429"/>
              <a:gd name="connsiteX459-47815" fmla="*/ 14768515 w 18982931"/>
              <a:gd name="connsiteY459-47816" fmla="*/ 2685661 h 4449429"/>
              <a:gd name="connsiteX460-47817" fmla="*/ 14676884 w 18982931"/>
              <a:gd name="connsiteY460-47818" fmla="*/ 2685661 h 4449429"/>
              <a:gd name="connsiteX461-47819" fmla="*/ 14676884 w 18982931"/>
              <a:gd name="connsiteY461-47820" fmla="*/ 2894508 h 4449429"/>
              <a:gd name="connsiteX462-47821" fmla="*/ 14722586 w 18982931"/>
              <a:gd name="connsiteY462-47822" fmla="*/ 2894508 h 4449429"/>
              <a:gd name="connsiteX463-47823" fmla="*/ 14722586 w 18982931"/>
              <a:gd name="connsiteY463-47824" fmla="*/ 2685661 h 4449429"/>
              <a:gd name="connsiteX464-47825" fmla="*/ 14676884 w 18982931"/>
              <a:gd name="connsiteY464-47826" fmla="*/ 2685661 h 4449429"/>
              <a:gd name="connsiteX465-47827" fmla="*/ 14585255 w 18982931"/>
              <a:gd name="connsiteY465-47828" fmla="*/ 2685661 h 4449429"/>
              <a:gd name="connsiteX466-47829" fmla="*/ 14585255 w 18982931"/>
              <a:gd name="connsiteY466-47830" fmla="*/ 2894508 h 4449429"/>
              <a:gd name="connsiteX467-47831" fmla="*/ 14630955 w 18982931"/>
              <a:gd name="connsiteY467-47832" fmla="*/ 2894508 h 4449429"/>
              <a:gd name="connsiteX468-47833" fmla="*/ 14630955 w 18982931"/>
              <a:gd name="connsiteY468-47834" fmla="*/ 2685661 h 4449429"/>
              <a:gd name="connsiteX469-47835" fmla="*/ 14585255 w 18982931"/>
              <a:gd name="connsiteY469-47836" fmla="*/ 2685661 h 4449429"/>
              <a:gd name="connsiteX470-47837" fmla="*/ 14493625 w 18982931"/>
              <a:gd name="connsiteY470-47838" fmla="*/ 2685661 h 4449429"/>
              <a:gd name="connsiteX471-47839" fmla="*/ 14493625 w 18982931"/>
              <a:gd name="connsiteY471-47840" fmla="*/ 2894508 h 4449429"/>
              <a:gd name="connsiteX472-47841" fmla="*/ 14539325 w 18982931"/>
              <a:gd name="connsiteY472-47842" fmla="*/ 2894508 h 4449429"/>
              <a:gd name="connsiteX473-47843" fmla="*/ 14539325 w 18982931"/>
              <a:gd name="connsiteY473-47844" fmla="*/ 2685661 h 4449429"/>
              <a:gd name="connsiteX474-47845" fmla="*/ 14493625 w 18982931"/>
              <a:gd name="connsiteY474-47846" fmla="*/ 2685661 h 4449429"/>
              <a:gd name="connsiteX475-47847" fmla="*/ 2875284 w 18982931"/>
              <a:gd name="connsiteY475-47848" fmla="*/ 2661196 h 4449429"/>
              <a:gd name="connsiteX476-47849" fmla="*/ 2875284 w 18982931"/>
              <a:gd name="connsiteY476-47850" fmla="*/ 3265443 h 4449429"/>
              <a:gd name="connsiteX477-47851" fmla="*/ 2913063 w 18982931"/>
              <a:gd name="connsiteY477-47852" fmla="*/ 3265443 h 4449429"/>
              <a:gd name="connsiteX478-47853" fmla="*/ 2913063 w 18982931"/>
              <a:gd name="connsiteY478-47854" fmla="*/ 2661196 h 4449429"/>
              <a:gd name="connsiteX479-47855" fmla="*/ 2875284 w 18982931"/>
              <a:gd name="connsiteY479-47856" fmla="*/ 2661196 h 4449429"/>
              <a:gd name="connsiteX480-47857" fmla="*/ 2769698 w 18982931"/>
              <a:gd name="connsiteY480-47858" fmla="*/ 2661196 h 4449429"/>
              <a:gd name="connsiteX481-47859" fmla="*/ 2769698 w 18982931"/>
              <a:gd name="connsiteY481-47860" fmla="*/ 3265443 h 4449429"/>
              <a:gd name="connsiteX482-47861" fmla="*/ 2807479 w 18982931"/>
              <a:gd name="connsiteY482-47862" fmla="*/ 3265443 h 4449429"/>
              <a:gd name="connsiteX483-47863" fmla="*/ 2807479 w 18982931"/>
              <a:gd name="connsiteY483-47864" fmla="*/ 2661196 h 4449429"/>
              <a:gd name="connsiteX484-47865" fmla="*/ 2769698 w 18982931"/>
              <a:gd name="connsiteY484-47866" fmla="*/ 2661196 h 4449429"/>
              <a:gd name="connsiteX485-47867" fmla="*/ 2664114 w 18982931"/>
              <a:gd name="connsiteY485-47868" fmla="*/ 2661196 h 4449429"/>
              <a:gd name="connsiteX486-47869" fmla="*/ 2664114 w 18982931"/>
              <a:gd name="connsiteY486-47870" fmla="*/ 3265443 h 4449429"/>
              <a:gd name="connsiteX487-47871" fmla="*/ 2701891 w 18982931"/>
              <a:gd name="connsiteY487-47872" fmla="*/ 3265443 h 4449429"/>
              <a:gd name="connsiteX488-47873" fmla="*/ 2701891 w 18982931"/>
              <a:gd name="connsiteY488-47874" fmla="*/ 2661196 h 4449429"/>
              <a:gd name="connsiteX489-47875" fmla="*/ 2664114 w 18982931"/>
              <a:gd name="connsiteY489-47876" fmla="*/ 2661196 h 4449429"/>
              <a:gd name="connsiteX490-47877" fmla="*/ 2558534 w 18982931"/>
              <a:gd name="connsiteY490-47878" fmla="*/ 2661196 h 4449429"/>
              <a:gd name="connsiteX491-47879" fmla="*/ 2558534 w 18982931"/>
              <a:gd name="connsiteY491-47880" fmla="*/ 3265443 h 4449429"/>
              <a:gd name="connsiteX492-47881" fmla="*/ 2596306 w 18982931"/>
              <a:gd name="connsiteY492-47882" fmla="*/ 3265443 h 4449429"/>
              <a:gd name="connsiteX493-47883" fmla="*/ 2596306 w 18982931"/>
              <a:gd name="connsiteY493-47884" fmla="*/ 2661196 h 4449429"/>
              <a:gd name="connsiteX494-47885" fmla="*/ 2558534 w 18982931"/>
              <a:gd name="connsiteY494-47886" fmla="*/ 2661196 h 4449429"/>
              <a:gd name="connsiteX495-47887" fmla="*/ 2980870 w 18982931"/>
              <a:gd name="connsiteY495-47888" fmla="*/ 2661194 h 4449429"/>
              <a:gd name="connsiteX496-47889" fmla="*/ 2980870 w 18982931"/>
              <a:gd name="connsiteY496-47890" fmla="*/ 3265442 h 4449429"/>
              <a:gd name="connsiteX497-47891" fmla="*/ 3018648 w 18982931"/>
              <a:gd name="connsiteY497-47892" fmla="*/ 3265442 h 4449429"/>
              <a:gd name="connsiteX498-47893" fmla="*/ 3018648 w 18982931"/>
              <a:gd name="connsiteY498-47894" fmla="*/ 2661194 h 4449429"/>
              <a:gd name="connsiteX499-47895" fmla="*/ 2980870 w 18982931"/>
              <a:gd name="connsiteY499-47896" fmla="*/ 2661194 h 4449429"/>
              <a:gd name="connsiteX500-47897" fmla="*/ 16374516 w 18982931"/>
              <a:gd name="connsiteY500-47898" fmla="*/ 2632791 h 4449429"/>
              <a:gd name="connsiteX501-47899" fmla="*/ 16374516 w 18982931"/>
              <a:gd name="connsiteY501-47900" fmla="*/ 3237039 h 4449429"/>
              <a:gd name="connsiteX502-47901" fmla="*/ 16412296 w 18982931"/>
              <a:gd name="connsiteY502-47902" fmla="*/ 3237039 h 4449429"/>
              <a:gd name="connsiteX503-47903" fmla="*/ 16412296 w 18982931"/>
              <a:gd name="connsiteY503-47904" fmla="*/ 2632791 h 4449429"/>
              <a:gd name="connsiteX504-47905" fmla="*/ 16374516 w 18982931"/>
              <a:gd name="connsiteY504-47906" fmla="*/ 2632791 h 4449429"/>
              <a:gd name="connsiteX505-47907" fmla="*/ 16268931 w 18982931"/>
              <a:gd name="connsiteY505-47908" fmla="*/ 2632791 h 4449429"/>
              <a:gd name="connsiteX506-47909" fmla="*/ 16268931 w 18982931"/>
              <a:gd name="connsiteY506-47910" fmla="*/ 3237039 h 4449429"/>
              <a:gd name="connsiteX507-47911" fmla="*/ 16306709 w 18982931"/>
              <a:gd name="connsiteY507-47912" fmla="*/ 3237039 h 4449429"/>
              <a:gd name="connsiteX508-47913" fmla="*/ 16306709 w 18982931"/>
              <a:gd name="connsiteY508-47914" fmla="*/ 2632791 h 4449429"/>
              <a:gd name="connsiteX509-47915" fmla="*/ 16268931 w 18982931"/>
              <a:gd name="connsiteY509-47916" fmla="*/ 2632791 h 4449429"/>
              <a:gd name="connsiteX510-47917" fmla="*/ 16163344 w 18982931"/>
              <a:gd name="connsiteY510-47918" fmla="*/ 2632791 h 4449429"/>
              <a:gd name="connsiteX511-47919" fmla="*/ 16163344 w 18982931"/>
              <a:gd name="connsiteY511-47920" fmla="*/ 3237039 h 4449429"/>
              <a:gd name="connsiteX512-47921" fmla="*/ 16201125 w 18982931"/>
              <a:gd name="connsiteY512-47922" fmla="*/ 3237039 h 4449429"/>
              <a:gd name="connsiteX513-47923" fmla="*/ 16201125 w 18982931"/>
              <a:gd name="connsiteY513-47924" fmla="*/ 2632791 h 4449429"/>
              <a:gd name="connsiteX514-47925" fmla="*/ 16163344 w 18982931"/>
              <a:gd name="connsiteY514-47926" fmla="*/ 2632791 h 4449429"/>
              <a:gd name="connsiteX515-47927" fmla="*/ 16057760 w 18982931"/>
              <a:gd name="connsiteY515-47928" fmla="*/ 2632791 h 4449429"/>
              <a:gd name="connsiteX516-47929" fmla="*/ 16057760 w 18982931"/>
              <a:gd name="connsiteY516-47930" fmla="*/ 3237039 h 4449429"/>
              <a:gd name="connsiteX517-47931" fmla="*/ 16095537 w 18982931"/>
              <a:gd name="connsiteY517-47932" fmla="*/ 3237039 h 4449429"/>
              <a:gd name="connsiteX518-47933" fmla="*/ 16095537 w 18982931"/>
              <a:gd name="connsiteY518-47934" fmla="*/ 2632791 h 4449429"/>
              <a:gd name="connsiteX519-47935" fmla="*/ 16057760 w 18982931"/>
              <a:gd name="connsiteY519-47936" fmla="*/ 2632791 h 4449429"/>
              <a:gd name="connsiteX520-47937" fmla="*/ 16480103 w 18982931"/>
              <a:gd name="connsiteY520-47938" fmla="*/ 2632790 h 4449429"/>
              <a:gd name="connsiteX521-47939" fmla="*/ 16480103 w 18982931"/>
              <a:gd name="connsiteY521-47940" fmla="*/ 3237037 h 4449429"/>
              <a:gd name="connsiteX522-47941" fmla="*/ 16517880 w 18982931"/>
              <a:gd name="connsiteY522-47942" fmla="*/ 3237037 h 4449429"/>
              <a:gd name="connsiteX523-47943" fmla="*/ 16517880 w 18982931"/>
              <a:gd name="connsiteY523-47944" fmla="*/ 2632790 h 4449429"/>
              <a:gd name="connsiteX524-47945" fmla="*/ 16480103 w 18982931"/>
              <a:gd name="connsiteY524-47946" fmla="*/ 2632790 h 4449429"/>
              <a:gd name="connsiteX525-47947" fmla="*/ 1596781 w 18982931"/>
              <a:gd name="connsiteY525-47948" fmla="*/ 2622561 h 4449429"/>
              <a:gd name="connsiteX526-47949" fmla="*/ 1596781 w 18982931"/>
              <a:gd name="connsiteY526-47950" fmla="*/ 2668261 h 4449429"/>
              <a:gd name="connsiteX527-47951" fmla="*/ 1805629 w 18982931"/>
              <a:gd name="connsiteY527-47952" fmla="*/ 2668261 h 4449429"/>
              <a:gd name="connsiteX528-47953" fmla="*/ 1805629 w 18982931"/>
              <a:gd name="connsiteY528-47954" fmla="*/ 2622561 h 4449429"/>
              <a:gd name="connsiteX529-47955" fmla="*/ 1596781 w 18982931"/>
              <a:gd name="connsiteY529-47956" fmla="*/ 2622561 h 4449429"/>
              <a:gd name="connsiteX530-47957" fmla="*/ 1596781 w 18982931"/>
              <a:gd name="connsiteY530-47958" fmla="*/ 2530932 h 4449429"/>
              <a:gd name="connsiteX531-47959" fmla="*/ 1596781 w 18982931"/>
              <a:gd name="connsiteY531-47960" fmla="*/ 2576632 h 4449429"/>
              <a:gd name="connsiteX532-47961" fmla="*/ 1805629 w 18982931"/>
              <a:gd name="connsiteY532-47962" fmla="*/ 2576632 h 4449429"/>
              <a:gd name="connsiteX533-47963" fmla="*/ 1805629 w 18982931"/>
              <a:gd name="connsiteY533-47964" fmla="*/ 2530932 h 4449429"/>
              <a:gd name="connsiteX534-47965" fmla="*/ 1596781 w 18982931"/>
              <a:gd name="connsiteY534-47966" fmla="*/ 2530932 h 4449429"/>
              <a:gd name="connsiteX535-47967" fmla="*/ 1596781 w 18982931"/>
              <a:gd name="connsiteY535-47968" fmla="*/ 2439301 h 4449429"/>
              <a:gd name="connsiteX536-47969" fmla="*/ 1596781 w 18982931"/>
              <a:gd name="connsiteY536-47970" fmla="*/ 2485002 h 4449429"/>
              <a:gd name="connsiteX537-47971" fmla="*/ 1805629 w 18982931"/>
              <a:gd name="connsiteY537-47972" fmla="*/ 2485002 h 4449429"/>
              <a:gd name="connsiteX538-47973" fmla="*/ 1805629 w 18982931"/>
              <a:gd name="connsiteY538-47974" fmla="*/ 2439301 h 4449429"/>
              <a:gd name="connsiteX539-47975" fmla="*/ 1596781 w 18982931"/>
              <a:gd name="connsiteY539-47976" fmla="*/ 2439301 h 4449429"/>
              <a:gd name="connsiteX540-47977" fmla="*/ 17217171 w 18982931"/>
              <a:gd name="connsiteY540-47978" fmla="*/ 2397981 h 4449429"/>
              <a:gd name="connsiteX541-47979" fmla="*/ 17217171 w 18982931"/>
              <a:gd name="connsiteY541-47980" fmla="*/ 2434557 h 4449429"/>
              <a:gd name="connsiteX542-47981" fmla="*/ 17582931 w 18982931"/>
              <a:gd name="connsiteY542-47982" fmla="*/ 2434557 h 4449429"/>
              <a:gd name="connsiteX543-47983" fmla="*/ 17582931 w 18982931"/>
              <a:gd name="connsiteY543-47984" fmla="*/ 2397981 h 4449429"/>
              <a:gd name="connsiteX544-47985" fmla="*/ 17217171 w 18982931"/>
              <a:gd name="connsiteY544-47986" fmla="*/ 2397981 h 4449429"/>
              <a:gd name="connsiteX545-47987" fmla="*/ 9762349 w 18982931"/>
              <a:gd name="connsiteY545-47988" fmla="*/ 2057780 h 4449429"/>
              <a:gd name="connsiteX546-47989" fmla="*/ 9762349 w 18982931"/>
              <a:gd name="connsiteY546-47990" fmla="*/ 2266627 h 4449429"/>
              <a:gd name="connsiteX547-47991" fmla="*/ 9808049 w 18982931"/>
              <a:gd name="connsiteY547-47992" fmla="*/ 2266627 h 4449429"/>
              <a:gd name="connsiteX548-47993" fmla="*/ 9808049 w 18982931"/>
              <a:gd name="connsiteY548-47994" fmla="*/ 2057780 h 4449429"/>
              <a:gd name="connsiteX549-47995" fmla="*/ 9762349 w 18982931"/>
              <a:gd name="connsiteY549-47996" fmla="*/ 2057780 h 4449429"/>
              <a:gd name="connsiteX550-47997" fmla="*/ 9670720 w 18982931"/>
              <a:gd name="connsiteY550-47998" fmla="*/ 2057780 h 4449429"/>
              <a:gd name="connsiteX551-47999" fmla="*/ 9670720 w 18982931"/>
              <a:gd name="connsiteY551-48000" fmla="*/ 2266627 h 4449429"/>
              <a:gd name="connsiteX552-48001" fmla="*/ 9716420 w 18982931"/>
              <a:gd name="connsiteY552-48002" fmla="*/ 2266627 h 4449429"/>
              <a:gd name="connsiteX553-48003" fmla="*/ 9716420 w 18982931"/>
              <a:gd name="connsiteY553-48004" fmla="*/ 2057780 h 4449429"/>
              <a:gd name="connsiteX554-48005" fmla="*/ 9670720 w 18982931"/>
              <a:gd name="connsiteY554-48006" fmla="*/ 2057780 h 4449429"/>
              <a:gd name="connsiteX555-48007" fmla="*/ 9579089 w 18982931"/>
              <a:gd name="connsiteY555-48008" fmla="*/ 2057780 h 4449429"/>
              <a:gd name="connsiteX556-48009" fmla="*/ 9579089 w 18982931"/>
              <a:gd name="connsiteY556-48010" fmla="*/ 2266627 h 4449429"/>
              <a:gd name="connsiteX557-48011" fmla="*/ 9624790 w 18982931"/>
              <a:gd name="connsiteY557-48012" fmla="*/ 2266627 h 4449429"/>
              <a:gd name="connsiteX558-48013" fmla="*/ 9624790 w 18982931"/>
              <a:gd name="connsiteY558-48014" fmla="*/ 2057780 h 4449429"/>
              <a:gd name="connsiteX559-48015" fmla="*/ 9579089 w 18982931"/>
              <a:gd name="connsiteY559-48016" fmla="*/ 2057780 h 4449429"/>
              <a:gd name="connsiteX560-48017" fmla="*/ 9487461 w 18982931"/>
              <a:gd name="connsiteY560-48018" fmla="*/ 2057780 h 4449429"/>
              <a:gd name="connsiteX561-48019" fmla="*/ 9487461 w 18982931"/>
              <a:gd name="connsiteY561-48020" fmla="*/ 2266627 h 4449429"/>
              <a:gd name="connsiteX562-48021" fmla="*/ 9533161 w 18982931"/>
              <a:gd name="connsiteY562-48022" fmla="*/ 2266627 h 4449429"/>
              <a:gd name="connsiteX563-48023" fmla="*/ 9533161 w 18982931"/>
              <a:gd name="connsiteY563-48024" fmla="*/ 2057780 h 4449429"/>
              <a:gd name="connsiteX564-48025" fmla="*/ 9487461 w 18982931"/>
              <a:gd name="connsiteY564-48026" fmla="*/ 2057780 h 4449429"/>
              <a:gd name="connsiteX565-48027" fmla="*/ 9395836 w 18982931"/>
              <a:gd name="connsiteY565-48028" fmla="*/ 2057780 h 4449429"/>
              <a:gd name="connsiteX566-48029" fmla="*/ 9395836 w 18982931"/>
              <a:gd name="connsiteY566-48030" fmla="*/ 2266627 h 4449429"/>
              <a:gd name="connsiteX567-48031" fmla="*/ 9441534 w 18982931"/>
              <a:gd name="connsiteY567-48032" fmla="*/ 2266627 h 4449429"/>
              <a:gd name="connsiteX568-48033" fmla="*/ 9441534 w 18982931"/>
              <a:gd name="connsiteY568-48034" fmla="*/ 2057780 h 4449429"/>
              <a:gd name="connsiteX569-48035" fmla="*/ 9395836 w 18982931"/>
              <a:gd name="connsiteY569-48036" fmla="*/ 2057780 h 4449429"/>
              <a:gd name="connsiteX570-48037" fmla="*/ 9304202 w 18982931"/>
              <a:gd name="connsiteY570-48038" fmla="*/ 2057780 h 4449429"/>
              <a:gd name="connsiteX571-48039" fmla="*/ 9304202 w 18982931"/>
              <a:gd name="connsiteY571-48040" fmla="*/ 2266627 h 4449429"/>
              <a:gd name="connsiteX572-48041" fmla="*/ 9349902 w 18982931"/>
              <a:gd name="connsiteY572-48042" fmla="*/ 2266627 h 4449429"/>
              <a:gd name="connsiteX573-48043" fmla="*/ 9349902 w 18982931"/>
              <a:gd name="connsiteY573-48044" fmla="*/ 2057780 h 4449429"/>
              <a:gd name="connsiteX574-48045" fmla="*/ 9304202 w 18982931"/>
              <a:gd name="connsiteY574-48046" fmla="*/ 2057780 h 4449429"/>
              <a:gd name="connsiteX575-48047" fmla="*/ 9212570 w 18982931"/>
              <a:gd name="connsiteY575-48048" fmla="*/ 2057780 h 4449429"/>
              <a:gd name="connsiteX576-48049" fmla="*/ 9212570 w 18982931"/>
              <a:gd name="connsiteY576-48050" fmla="*/ 2266627 h 4449429"/>
              <a:gd name="connsiteX577-48051" fmla="*/ 9258270 w 18982931"/>
              <a:gd name="connsiteY577-48052" fmla="*/ 2266627 h 4449429"/>
              <a:gd name="connsiteX578-48053" fmla="*/ 9258270 w 18982931"/>
              <a:gd name="connsiteY578-48054" fmla="*/ 2057780 h 4449429"/>
              <a:gd name="connsiteX579-48055" fmla="*/ 9212570 w 18982931"/>
              <a:gd name="connsiteY579-48056" fmla="*/ 2057780 h 4449429"/>
              <a:gd name="connsiteX580-48057" fmla="*/ 14092702 w 18982931"/>
              <a:gd name="connsiteY580-48058" fmla="*/ 1859157 h 4449429"/>
              <a:gd name="connsiteX581-48059" fmla="*/ 14092702 w 18982931"/>
              <a:gd name="connsiteY581-48060" fmla="*/ 1895733 h 4449429"/>
              <a:gd name="connsiteX582-48061" fmla="*/ 14458462 w 18982931"/>
              <a:gd name="connsiteY582-48062" fmla="*/ 1895733 h 4449429"/>
              <a:gd name="connsiteX583-48063" fmla="*/ 14458462 w 18982931"/>
              <a:gd name="connsiteY583-48064" fmla="*/ 1859157 h 4449429"/>
              <a:gd name="connsiteX584-48065" fmla="*/ 14092702 w 18982931"/>
              <a:gd name="connsiteY584-48066" fmla="*/ 1859157 h 4449429"/>
              <a:gd name="connsiteX585-48067" fmla="*/ 17871603 w 18982931"/>
              <a:gd name="connsiteY585-48068" fmla="*/ 1806939 h 4449429"/>
              <a:gd name="connsiteX586-48069" fmla="*/ 17871603 w 18982931"/>
              <a:gd name="connsiteY586-48070" fmla="*/ 1809649 h 4449429"/>
              <a:gd name="connsiteX587-48071" fmla="*/ 17871627 w 18982931"/>
              <a:gd name="connsiteY587-48072" fmla="*/ 1809649 h 4449429"/>
              <a:gd name="connsiteX588-48073" fmla="*/ 17871603 w 18982931"/>
              <a:gd name="connsiteY588-48074" fmla="*/ 1806939 h 4449429"/>
              <a:gd name="connsiteX589-48075" fmla="*/ 18172695 w 18982931"/>
              <a:gd name="connsiteY589-48076" fmla="*/ 1733739 h 4449429"/>
              <a:gd name="connsiteX590-48077" fmla="*/ 18172695 w 18982931"/>
              <a:gd name="connsiteY590-48078" fmla="*/ 1870899 h 4449429"/>
              <a:gd name="connsiteX591-48079" fmla="*/ 18209271 w 18982931"/>
              <a:gd name="connsiteY591-48080" fmla="*/ 1870899 h 4449429"/>
              <a:gd name="connsiteX592-48081" fmla="*/ 18209271 w 18982931"/>
              <a:gd name="connsiteY592-48082" fmla="*/ 1733739 h 4449429"/>
              <a:gd name="connsiteX593-48083" fmla="*/ 18172695 w 18982931"/>
              <a:gd name="connsiteY593-48084" fmla="*/ 1733739 h 4449429"/>
              <a:gd name="connsiteX594-48085" fmla="*/ 18104295 w 18982931"/>
              <a:gd name="connsiteY594-48086" fmla="*/ 1733739 h 4449429"/>
              <a:gd name="connsiteX595-48087" fmla="*/ 18104295 w 18982931"/>
              <a:gd name="connsiteY595-48088" fmla="*/ 1870899 h 4449429"/>
              <a:gd name="connsiteX596-48089" fmla="*/ 18140871 w 18982931"/>
              <a:gd name="connsiteY596-48090" fmla="*/ 1870899 h 4449429"/>
              <a:gd name="connsiteX597-48091" fmla="*/ 18140871 w 18982931"/>
              <a:gd name="connsiteY597-48092" fmla="*/ 1733739 h 4449429"/>
              <a:gd name="connsiteX598-48093" fmla="*/ 18104295 w 18982931"/>
              <a:gd name="connsiteY598-48094" fmla="*/ 1733739 h 4449429"/>
              <a:gd name="connsiteX599-48095" fmla="*/ 18035895 w 18982931"/>
              <a:gd name="connsiteY599-48096" fmla="*/ 1733739 h 4449429"/>
              <a:gd name="connsiteX600-48097" fmla="*/ 18035895 w 18982931"/>
              <a:gd name="connsiteY600-48098" fmla="*/ 1870899 h 4449429"/>
              <a:gd name="connsiteX601-48099" fmla="*/ 18072471 w 18982931"/>
              <a:gd name="connsiteY601-48100" fmla="*/ 1870899 h 4449429"/>
              <a:gd name="connsiteX602-48101" fmla="*/ 18072471 w 18982931"/>
              <a:gd name="connsiteY602-48102" fmla="*/ 1733739 h 4449429"/>
              <a:gd name="connsiteX603-48103" fmla="*/ 18035895 w 18982931"/>
              <a:gd name="connsiteY603-48104" fmla="*/ 1733739 h 4449429"/>
              <a:gd name="connsiteX604-48105" fmla="*/ 17967493 w 18982931"/>
              <a:gd name="connsiteY604-48106" fmla="*/ 1733739 h 4449429"/>
              <a:gd name="connsiteX605-48107" fmla="*/ 17967493 w 18982931"/>
              <a:gd name="connsiteY605-48108" fmla="*/ 1870899 h 4449429"/>
              <a:gd name="connsiteX606-48109" fmla="*/ 18004069 w 18982931"/>
              <a:gd name="connsiteY606-48110" fmla="*/ 1870899 h 4449429"/>
              <a:gd name="connsiteX607-48111" fmla="*/ 18004069 w 18982931"/>
              <a:gd name="connsiteY607-48112" fmla="*/ 1733739 h 4449429"/>
              <a:gd name="connsiteX608-48113" fmla="*/ 17967493 w 18982931"/>
              <a:gd name="connsiteY608-48114" fmla="*/ 1733739 h 4449429"/>
              <a:gd name="connsiteX609-48115" fmla="*/ 14251161 w 18982931"/>
              <a:gd name="connsiteY609-48116" fmla="*/ 868400 h 4449429"/>
              <a:gd name="connsiteX610-48117" fmla="*/ 14251161 w 18982931"/>
              <a:gd name="connsiteY610-48118" fmla="*/ 1005560 h 4449429"/>
              <a:gd name="connsiteX611-48119" fmla="*/ 14287737 w 18982931"/>
              <a:gd name="connsiteY611-48120" fmla="*/ 1005560 h 4449429"/>
              <a:gd name="connsiteX612-48121" fmla="*/ 14287737 w 18982931"/>
              <a:gd name="connsiteY612-48122" fmla="*/ 868400 h 4449429"/>
              <a:gd name="connsiteX613-48123" fmla="*/ 14251161 w 18982931"/>
              <a:gd name="connsiteY613-48124" fmla="*/ 868400 h 4449429"/>
              <a:gd name="connsiteX614-48125" fmla="*/ 14182760 w 18982931"/>
              <a:gd name="connsiteY614-48126" fmla="*/ 868400 h 4449429"/>
              <a:gd name="connsiteX615-48127" fmla="*/ 14182760 w 18982931"/>
              <a:gd name="connsiteY615-48128" fmla="*/ 1005560 h 4449429"/>
              <a:gd name="connsiteX616-48129" fmla="*/ 14219336 w 18982931"/>
              <a:gd name="connsiteY616-48130" fmla="*/ 1005560 h 4449429"/>
              <a:gd name="connsiteX617-48131" fmla="*/ 14219336 w 18982931"/>
              <a:gd name="connsiteY617-48132" fmla="*/ 868400 h 4449429"/>
              <a:gd name="connsiteX618-48133" fmla="*/ 14182760 w 18982931"/>
              <a:gd name="connsiteY618-48134" fmla="*/ 868400 h 4449429"/>
              <a:gd name="connsiteX619-48135" fmla="*/ 14114359 w 18982931"/>
              <a:gd name="connsiteY619-48136" fmla="*/ 868400 h 4449429"/>
              <a:gd name="connsiteX620-48137" fmla="*/ 14114359 w 18982931"/>
              <a:gd name="connsiteY620-48138" fmla="*/ 1005560 h 4449429"/>
              <a:gd name="connsiteX621-48139" fmla="*/ 14150935 w 18982931"/>
              <a:gd name="connsiteY621-48140" fmla="*/ 1005560 h 4449429"/>
              <a:gd name="connsiteX622-48141" fmla="*/ 14150935 w 18982931"/>
              <a:gd name="connsiteY622-48142" fmla="*/ 868400 h 4449429"/>
              <a:gd name="connsiteX623-48143" fmla="*/ 14114359 w 18982931"/>
              <a:gd name="connsiteY623-48144" fmla="*/ 868400 h 4449429"/>
              <a:gd name="connsiteX624-48145" fmla="*/ 4788216 w 18982931"/>
              <a:gd name="connsiteY624-48146" fmla="*/ 807315 h 4449429"/>
              <a:gd name="connsiteX625-48147" fmla="*/ 4788216 w 18982931"/>
              <a:gd name="connsiteY625-48148" fmla="*/ 944475 h 4449429"/>
              <a:gd name="connsiteX626-48149" fmla="*/ 4824792 w 18982931"/>
              <a:gd name="connsiteY626-48150" fmla="*/ 944475 h 4449429"/>
              <a:gd name="connsiteX627-48151" fmla="*/ 4824792 w 18982931"/>
              <a:gd name="connsiteY627-48152" fmla="*/ 807315 h 4449429"/>
              <a:gd name="connsiteX628-48153" fmla="*/ 4788216 w 18982931"/>
              <a:gd name="connsiteY628-48154" fmla="*/ 807315 h 4449429"/>
              <a:gd name="connsiteX629-48155" fmla="*/ 4719815 w 18982931"/>
              <a:gd name="connsiteY629-48156" fmla="*/ 807315 h 4449429"/>
              <a:gd name="connsiteX630-48157" fmla="*/ 4719815 w 18982931"/>
              <a:gd name="connsiteY630-48158" fmla="*/ 944475 h 4449429"/>
              <a:gd name="connsiteX631-48159" fmla="*/ 4756391 w 18982931"/>
              <a:gd name="connsiteY631-48160" fmla="*/ 944475 h 4449429"/>
              <a:gd name="connsiteX632-48161" fmla="*/ 4756391 w 18982931"/>
              <a:gd name="connsiteY632-48162" fmla="*/ 807315 h 4449429"/>
              <a:gd name="connsiteX633-48163" fmla="*/ 4719815 w 18982931"/>
              <a:gd name="connsiteY633-48164" fmla="*/ 807315 h 4449429"/>
              <a:gd name="connsiteX634-48165" fmla="*/ 4651414 w 18982931"/>
              <a:gd name="connsiteY634-48166" fmla="*/ 807315 h 4449429"/>
              <a:gd name="connsiteX635-48167" fmla="*/ 4651414 w 18982931"/>
              <a:gd name="connsiteY635-48168" fmla="*/ 944475 h 4449429"/>
              <a:gd name="connsiteX636-48169" fmla="*/ 4687992 w 18982931"/>
              <a:gd name="connsiteY636-48170" fmla="*/ 944475 h 4449429"/>
              <a:gd name="connsiteX637-48171" fmla="*/ 4687992 w 18982931"/>
              <a:gd name="connsiteY637-48172" fmla="*/ 807315 h 4449429"/>
              <a:gd name="connsiteX638-48173" fmla="*/ 4651414 w 18982931"/>
              <a:gd name="connsiteY638-48174" fmla="*/ 807315 h 4449429"/>
              <a:gd name="connsiteX639-48175" fmla="*/ 2212838 w 18982931"/>
              <a:gd name="connsiteY639-48176" fmla="*/ 748887 h 4449429"/>
              <a:gd name="connsiteX640-48177" fmla="*/ 2212838 w 18982931"/>
              <a:gd name="connsiteY640-48178" fmla="*/ 886047 h 4449429"/>
              <a:gd name="connsiteX641-48179" fmla="*/ 2249414 w 18982931"/>
              <a:gd name="connsiteY641-48180" fmla="*/ 886047 h 4449429"/>
              <a:gd name="connsiteX642-48181" fmla="*/ 2249414 w 18982931"/>
              <a:gd name="connsiteY642-48182" fmla="*/ 748887 h 4449429"/>
              <a:gd name="connsiteX643-48183" fmla="*/ 2212838 w 18982931"/>
              <a:gd name="connsiteY643-48184" fmla="*/ 748887 h 4449429"/>
              <a:gd name="connsiteX644-48185" fmla="*/ 2144438 w 18982931"/>
              <a:gd name="connsiteY644-48186" fmla="*/ 748887 h 4449429"/>
              <a:gd name="connsiteX645-48187" fmla="*/ 2144438 w 18982931"/>
              <a:gd name="connsiteY645-48188" fmla="*/ 886047 h 4449429"/>
              <a:gd name="connsiteX646-48189" fmla="*/ 2181014 w 18982931"/>
              <a:gd name="connsiteY646-48190" fmla="*/ 886047 h 4449429"/>
              <a:gd name="connsiteX647-48191" fmla="*/ 2181014 w 18982931"/>
              <a:gd name="connsiteY647-48192" fmla="*/ 748887 h 4449429"/>
              <a:gd name="connsiteX648-48193" fmla="*/ 2144438 w 18982931"/>
              <a:gd name="connsiteY648-48194" fmla="*/ 748887 h 4449429"/>
              <a:gd name="connsiteX649-48195" fmla="*/ 2076037 w 18982931"/>
              <a:gd name="connsiteY649-48196" fmla="*/ 748887 h 4449429"/>
              <a:gd name="connsiteX650-48197" fmla="*/ 2076037 w 18982931"/>
              <a:gd name="connsiteY650-48198" fmla="*/ 886047 h 4449429"/>
              <a:gd name="connsiteX651-48199" fmla="*/ 2112612 w 18982931"/>
              <a:gd name="connsiteY651-48200" fmla="*/ 886047 h 4449429"/>
              <a:gd name="connsiteX652-48201" fmla="*/ 2112612 w 18982931"/>
              <a:gd name="connsiteY652-48202" fmla="*/ 748887 h 4449429"/>
              <a:gd name="connsiteX653-48203" fmla="*/ 2076037 w 18982931"/>
              <a:gd name="connsiteY653-48204" fmla="*/ 748887 h 4449429"/>
              <a:gd name="connsiteX654-48205" fmla="*/ 2007635 w 18982931"/>
              <a:gd name="connsiteY654-48206" fmla="*/ 748887 h 4449429"/>
              <a:gd name="connsiteX655-48207" fmla="*/ 2007635 w 18982931"/>
              <a:gd name="connsiteY655-48208" fmla="*/ 886047 h 4449429"/>
              <a:gd name="connsiteX656-48209" fmla="*/ 2044211 w 18982931"/>
              <a:gd name="connsiteY656-48210" fmla="*/ 886047 h 4449429"/>
              <a:gd name="connsiteX657-48211" fmla="*/ 2044211 w 18982931"/>
              <a:gd name="connsiteY657-48212" fmla="*/ 748887 h 4449429"/>
              <a:gd name="connsiteX658-48213" fmla="*/ 2007635 w 18982931"/>
              <a:gd name="connsiteY658-48214" fmla="*/ 748887 h 4449429"/>
              <a:gd name="connsiteX659-48215" fmla="*/ 17088019 w 18982931"/>
              <a:gd name="connsiteY659-48216" fmla="*/ 737716 h 4449429"/>
              <a:gd name="connsiteX660-48217" fmla="*/ 17088019 w 18982931"/>
              <a:gd name="connsiteY660-48218" fmla="*/ 825107 h 4449429"/>
              <a:gd name="connsiteX661-48219" fmla="*/ 17124595 w 18982931"/>
              <a:gd name="connsiteY661-48220" fmla="*/ 825107 h 4449429"/>
              <a:gd name="connsiteX662-48221" fmla="*/ 17124595 w 18982931"/>
              <a:gd name="connsiteY662-48222" fmla="*/ 737716 h 4449429"/>
              <a:gd name="connsiteX663-48223" fmla="*/ 17088019 w 18982931"/>
              <a:gd name="connsiteY663-48224" fmla="*/ 737716 h 4449429"/>
              <a:gd name="connsiteX664-48225" fmla="*/ 17021803 w 18982931"/>
              <a:gd name="connsiteY664-48226" fmla="*/ 737716 h 4449429"/>
              <a:gd name="connsiteX665-48227" fmla="*/ 17021803 w 18982931"/>
              <a:gd name="connsiteY665-48228" fmla="*/ 825107 h 4449429"/>
              <a:gd name="connsiteX666-48229" fmla="*/ 17058379 w 18982931"/>
              <a:gd name="connsiteY666-48230" fmla="*/ 825107 h 4449429"/>
              <a:gd name="connsiteX667-48231" fmla="*/ 17058379 w 18982931"/>
              <a:gd name="connsiteY667-48232" fmla="*/ 737716 h 4449429"/>
              <a:gd name="connsiteX668-48233" fmla="*/ 17021803 w 18982931"/>
              <a:gd name="connsiteY668-48234" fmla="*/ 737716 h 4449429"/>
              <a:gd name="connsiteX669-48235" fmla="*/ 16955591 w 18982931"/>
              <a:gd name="connsiteY669-48236" fmla="*/ 737716 h 4449429"/>
              <a:gd name="connsiteX670-48237" fmla="*/ 16955591 w 18982931"/>
              <a:gd name="connsiteY670-48238" fmla="*/ 825107 h 4449429"/>
              <a:gd name="connsiteX671-48239" fmla="*/ 16992167 w 18982931"/>
              <a:gd name="connsiteY671-48240" fmla="*/ 825107 h 4449429"/>
              <a:gd name="connsiteX672-48241" fmla="*/ 16992167 w 18982931"/>
              <a:gd name="connsiteY672-48242" fmla="*/ 737716 h 4449429"/>
              <a:gd name="connsiteX673-48243" fmla="*/ 16955591 w 18982931"/>
              <a:gd name="connsiteY673-48244" fmla="*/ 737716 h 4449429"/>
              <a:gd name="connsiteX674-48245" fmla="*/ 16889375 w 18982931"/>
              <a:gd name="connsiteY674-48246" fmla="*/ 737716 h 4449429"/>
              <a:gd name="connsiteX675-48247" fmla="*/ 16889375 w 18982931"/>
              <a:gd name="connsiteY675-48248" fmla="*/ 825107 h 4449429"/>
              <a:gd name="connsiteX676-48249" fmla="*/ 16925951 w 18982931"/>
              <a:gd name="connsiteY676-48250" fmla="*/ 825107 h 4449429"/>
              <a:gd name="connsiteX677-48251" fmla="*/ 16925951 w 18982931"/>
              <a:gd name="connsiteY677-48252" fmla="*/ 737716 h 4449429"/>
              <a:gd name="connsiteX678-48253" fmla="*/ 16889375 w 18982931"/>
              <a:gd name="connsiteY678-48254" fmla="*/ 737716 h 4449429"/>
              <a:gd name="connsiteX679-48255" fmla="*/ 16823163 w 18982931"/>
              <a:gd name="connsiteY679-48256" fmla="*/ 737716 h 4449429"/>
              <a:gd name="connsiteX680-48257" fmla="*/ 16823163 w 18982931"/>
              <a:gd name="connsiteY680-48258" fmla="*/ 825107 h 4449429"/>
              <a:gd name="connsiteX681-48259" fmla="*/ 16859739 w 18982931"/>
              <a:gd name="connsiteY681-48260" fmla="*/ 825107 h 4449429"/>
              <a:gd name="connsiteX682-48261" fmla="*/ 16859739 w 18982931"/>
              <a:gd name="connsiteY682-48262" fmla="*/ 737716 h 4449429"/>
              <a:gd name="connsiteX683-48263" fmla="*/ 16823163 w 18982931"/>
              <a:gd name="connsiteY683-48264" fmla="*/ 737716 h 4449429"/>
              <a:gd name="connsiteX684-48265" fmla="*/ 16756948 w 18982931"/>
              <a:gd name="connsiteY684-48266" fmla="*/ 737716 h 4449429"/>
              <a:gd name="connsiteX685-48267" fmla="*/ 16756948 w 18982931"/>
              <a:gd name="connsiteY685-48268" fmla="*/ 825107 h 4449429"/>
              <a:gd name="connsiteX686-48269" fmla="*/ 16793523 w 18982931"/>
              <a:gd name="connsiteY686-48270" fmla="*/ 825107 h 4449429"/>
              <a:gd name="connsiteX687-48271" fmla="*/ 16793523 w 18982931"/>
              <a:gd name="connsiteY687-48272" fmla="*/ 737716 h 4449429"/>
              <a:gd name="connsiteX688-48273" fmla="*/ 16756948 w 18982931"/>
              <a:gd name="connsiteY688-48274" fmla="*/ 737716 h 4449429"/>
              <a:gd name="connsiteX689-48275" fmla="*/ 13739104 w 18982931"/>
              <a:gd name="connsiteY689-48276" fmla="*/ 0 h 4449429"/>
              <a:gd name="connsiteX690-48277" fmla="*/ 13842002 w 18982931"/>
              <a:gd name="connsiteY690-48278" fmla="*/ 0 h 4449429"/>
              <a:gd name="connsiteX691-48279" fmla="*/ 13883163 w 18982931"/>
              <a:gd name="connsiteY691-48280" fmla="*/ 428067 h 4449429"/>
              <a:gd name="connsiteX692-48281" fmla="*/ 13883163 w 18982931"/>
              <a:gd name="connsiteY692-48282" fmla="*/ 456882 h 4449429"/>
              <a:gd name="connsiteX693-48283" fmla="*/ 13907863 w 18982931"/>
              <a:gd name="connsiteY693-48284" fmla="*/ 954919 h 4449429"/>
              <a:gd name="connsiteX694-48285" fmla="*/ 13911978 w 18982931"/>
              <a:gd name="connsiteY694-48286" fmla="*/ 1679340 h 4449429"/>
              <a:gd name="connsiteX695-48287" fmla="*/ 13916091 w 18982931"/>
              <a:gd name="connsiteY695-48288" fmla="*/ 2058015 h 4449429"/>
              <a:gd name="connsiteX696-48289" fmla="*/ 13936673 w 18982931"/>
              <a:gd name="connsiteY696-48290" fmla="*/ 2086829 h 4449429"/>
              <a:gd name="connsiteX697-48291" fmla="*/ 13953138 w 18982931"/>
              <a:gd name="connsiteY697-48292" fmla="*/ 2058015 h 4449429"/>
              <a:gd name="connsiteX698-48293" fmla="*/ 13953138 w 18982931"/>
              <a:gd name="connsiteY698-48294" fmla="*/ 1955115 h 4449429"/>
              <a:gd name="connsiteX699-48295" fmla="*/ 13965483 w 18982931"/>
              <a:gd name="connsiteY699-48296" fmla="*/ 1922188 h 4449429"/>
              <a:gd name="connsiteX700-48297" fmla="*/ 13986066 w 18982931"/>
              <a:gd name="connsiteY700-48298" fmla="*/ 1876909 h 4449429"/>
              <a:gd name="connsiteX701-48299" fmla="*/ 13986066 w 18982931"/>
              <a:gd name="connsiteY701-48300" fmla="*/ 1625834 h 4449429"/>
              <a:gd name="connsiteX702-48301" fmla="*/ 14051922 w 18982931"/>
              <a:gd name="connsiteY702-48302" fmla="*/ 1617602 h 4449429"/>
              <a:gd name="connsiteX703-48303" fmla="*/ 14047992 w 18982931"/>
              <a:gd name="connsiteY703-48304" fmla="*/ 1005560 h 4449429"/>
              <a:gd name="connsiteX704-48305" fmla="*/ 14082534 w 18982931"/>
              <a:gd name="connsiteY704-48306" fmla="*/ 1005560 h 4449429"/>
              <a:gd name="connsiteX705-48307" fmla="*/ 14082534 w 18982931"/>
              <a:gd name="connsiteY705-48308" fmla="*/ 868400 h 4449429"/>
              <a:gd name="connsiteX706-48309" fmla="*/ 14047111 w 18982931"/>
              <a:gd name="connsiteY706-48310" fmla="*/ 868400 h 4449429"/>
              <a:gd name="connsiteX707-48311" fmla="*/ 14046442 w 18982931"/>
              <a:gd name="connsiteY707-48312" fmla="*/ 764191 h 4449429"/>
              <a:gd name="connsiteX708-48313" fmla="*/ 14187749 w 18982931"/>
              <a:gd name="connsiteY708-48314" fmla="*/ 436300 h 4449429"/>
              <a:gd name="connsiteX709-48315" fmla="*/ 14212445 w 18982931"/>
              <a:gd name="connsiteY709-48316" fmla="*/ 411603 h 4449429"/>
              <a:gd name="connsiteX710-48317" fmla="*/ 14410015 w 18982931"/>
              <a:gd name="connsiteY710-48318" fmla="*/ 444532 h 4449429"/>
              <a:gd name="connsiteX711-48319" fmla="*/ 14442947 w 18982931"/>
              <a:gd name="connsiteY711-48320" fmla="*/ 275776 h 4449429"/>
              <a:gd name="connsiteX712-48321" fmla="*/ 14479990 w 18982931"/>
              <a:gd name="connsiteY712-48322" fmla="*/ 246961 h 4449429"/>
              <a:gd name="connsiteX713-48323" fmla="*/ 14517032 w 18982931"/>
              <a:gd name="connsiteY713-48324" fmla="*/ 271658 h 4449429"/>
              <a:gd name="connsiteX714-48325" fmla="*/ 14574655 w 18982931"/>
              <a:gd name="connsiteY714-48326" fmla="*/ 522739 h 4449429"/>
              <a:gd name="connsiteX715-48327" fmla="*/ 14603469 w 18982931"/>
              <a:gd name="connsiteY715-48328" fmla="*/ 1123678 h 4449429"/>
              <a:gd name="connsiteX716-48329" fmla="*/ 14603469 w 18982931"/>
              <a:gd name="connsiteY716-48330" fmla="*/ 1617602 h 4449429"/>
              <a:gd name="connsiteX717-48331" fmla="*/ 14595237 w 18982931"/>
              <a:gd name="connsiteY717-48332" fmla="*/ 1683457 h 4449429"/>
              <a:gd name="connsiteX718-48333" fmla="*/ 14607589 w 18982931"/>
              <a:gd name="connsiteY718-48334" fmla="*/ 1753429 h 4449429"/>
              <a:gd name="connsiteX719-48335" fmla="*/ 14656976 w 18982931"/>
              <a:gd name="connsiteY719-48336" fmla="*/ 1753429 h 4449429"/>
              <a:gd name="connsiteX720-48337" fmla="*/ 14706369 w 18982931"/>
              <a:gd name="connsiteY720-48338" fmla="*/ 1568210 h 4449429"/>
              <a:gd name="connsiteX721-48339" fmla="*/ 14722833 w 18982931"/>
              <a:gd name="connsiteY721-48340" fmla="*/ 1568210 h 4449429"/>
              <a:gd name="connsiteX722-48341" fmla="*/ 14768111 w 18982931"/>
              <a:gd name="connsiteY722-48342" fmla="*/ 1753429 h 4449429"/>
              <a:gd name="connsiteX723-48343" fmla="*/ 14875128 w 18982931"/>
              <a:gd name="connsiteY723-48344" fmla="*/ 1753429 h 4449429"/>
              <a:gd name="connsiteX724-48345" fmla="*/ 14883360 w 18982931"/>
              <a:gd name="connsiteY724-48346" fmla="*/ 1827516 h 4449429"/>
              <a:gd name="connsiteX725-48347" fmla="*/ 14940984 w 18982931"/>
              <a:gd name="connsiteY725-48348" fmla="*/ 1827516 h 4449429"/>
              <a:gd name="connsiteX726-48349" fmla="*/ 15019191 w 18982931"/>
              <a:gd name="connsiteY726-48350" fmla="*/ 1625834 h 4449429"/>
              <a:gd name="connsiteX727-48351" fmla="*/ 15043883 w 18982931"/>
              <a:gd name="connsiteY727-48352" fmla="*/ 1090750 h 4449429"/>
              <a:gd name="connsiteX728-48353" fmla="*/ 15134436 w 18982931"/>
              <a:gd name="connsiteY728-48354" fmla="*/ 1000197 h 4449429"/>
              <a:gd name="connsiteX729-48355" fmla="*/ 15212643 w 18982931"/>
              <a:gd name="connsiteY729-48356" fmla="*/ 1078400 h 4449429"/>
              <a:gd name="connsiteX730-48357" fmla="*/ 15212643 w 18982931"/>
              <a:gd name="connsiteY730-48358" fmla="*/ 1152488 h 4449429"/>
              <a:gd name="connsiteX731-48359" fmla="*/ 15224993 w 18982931"/>
              <a:gd name="connsiteY731-48360" fmla="*/ 1119560 h 4449429"/>
              <a:gd name="connsiteX732-48361" fmla="*/ 15237338 w 18982931"/>
              <a:gd name="connsiteY732-48362" fmla="*/ 563899 h 4449429"/>
              <a:gd name="connsiteX733-48363" fmla="*/ 15290845 w 18982931"/>
              <a:gd name="connsiteY733-48364" fmla="*/ 382793 h 4449429"/>
              <a:gd name="connsiteX734-48365" fmla="*/ 15323772 w 18982931"/>
              <a:gd name="connsiteY734-48366" fmla="*/ 300473 h 4449429"/>
              <a:gd name="connsiteX735-48367" fmla="*/ 15364932 w 18982931"/>
              <a:gd name="connsiteY735-48368" fmla="*/ 259313 h 4449429"/>
              <a:gd name="connsiteX736-48369" fmla="*/ 15389634 w 18982931"/>
              <a:gd name="connsiteY736-48370" fmla="*/ 296354 h 4449429"/>
              <a:gd name="connsiteX737-48371" fmla="*/ 15401979 w 18982931"/>
              <a:gd name="connsiteY737-48372" fmla="*/ 411603 h 4449429"/>
              <a:gd name="connsiteX738-48373" fmla="*/ 15451371 w 18982931"/>
              <a:gd name="connsiteY738-48374" fmla="*/ 703843 h 4449429"/>
              <a:gd name="connsiteX739-48375" fmla="*/ 15455486 w 18982931"/>
              <a:gd name="connsiteY739-48376" fmla="*/ 1173070 h 4449429"/>
              <a:gd name="connsiteX740-48377" fmla="*/ 15455486 w 18982931"/>
              <a:gd name="connsiteY740-48378" fmla="*/ 1238927 h 4449429"/>
              <a:gd name="connsiteX741-48379" fmla="*/ 15727143 w 18982931"/>
              <a:gd name="connsiteY741-48380" fmla="*/ 1238927 h 4449429"/>
              <a:gd name="connsiteX742-48381" fmla="*/ 15727143 w 18982931"/>
              <a:gd name="connsiteY742-48382" fmla="*/ 1465306 h 4449429"/>
              <a:gd name="connsiteX743-48383" fmla="*/ 15772422 w 18982931"/>
              <a:gd name="connsiteY743-48384" fmla="*/ 1469425 h 4449429"/>
              <a:gd name="connsiteX744-48385" fmla="*/ 15850624 w 18982931"/>
              <a:gd name="connsiteY744-48386" fmla="*/ 1551745 h 4449429"/>
              <a:gd name="connsiteX745-48387" fmla="*/ 15850624 w 18982931"/>
              <a:gd name="connsiteY745-48388" fmla="*/ 2224712 h 4449429"/>
              <a:gd name="connsiteX746-48389" fmla="*/ 15923336 w 18982931"/>
              <a:gd name="connsiteY746-48390" fmla="*/ 2224712 h 4449429"/>
              <a:gd name="connsiteX747-48391" fmla="*/ 15924718 w 18982931"/>
              <a:gd name="connsiteY747-48392" fmla="*/ 2177381 h 4449429"/>
              <a:gd name="connsiteX748-48393" fmla="*/ 15982338 w 18982931"/>
              <a:gd name="connsiteY748-48394" fmla="*/ 2103294 h 4449429"/>
              <a:gd name="connsiteX749-48395" fmla="*/ 15986455 w 18982931"/>
              <a:gd name="connsiteY749-48396" fmla="*/ 2045669 h 4449429"/>
              <a:gd name="connsiteX750-48397" fmla="*/ 16002920 w 18982931"/>
              <a:gd name="connsiteY750-48398" fmla="*/ 2033319 h 4449429"/>
              <a:gd name="connsiteX751-48399" fmla="*/ 16015265 w 18982931"/>
              <a:gd name="connsiteY751-48400" fmla="*/ 2041550 h 4449429"/>
              <a:gd name="connsiteX752-48401" fmla="*/ 16056425 w 18982931"/>
              <a:gd name="connsiteY752-48402" fmla="*/ 2210310 h 4449429"/>
              <a:gd name="connsiteX753-48403" fmla="*/ 16056425 w 18982931"/>
              <a:gd name="connsiteY753-48404" fmla="*/ 2276166 h 4449429"/>
              <a:gd name="connsiteX754-48405" fmla="*/ 16077008 w 18982931"/>
              <a:gd name="connsiteY754-48406" fmla="*/ 2276166 h 4449429"/>
              <a:gd name="connsiteX755-48407" fmla="*/ 16097587 w 18982931"/>
              <a:gd name="connsiteY755-48408" fmla="*/ 1938652 h 4449429"/>
              <a:gd name="connsiteX756-48409" fmla="*/ 16122282 w 18982931"/>
              <a:gd name="connsiteY756-48410" fmla="*/ 1934533 h 4449429"/>
              <a:gd name="connsiteX757-48411" fmla="*/ 16155210 w 18982931"/>
              <a:gd name="connsiteY757-48412" fmla="*/ 1938652 h 4449429"/>
              <a:gd name="connsiteX758-48413" fmla="*/ 16155210 w 18982931"/>
              <a:gd name="connsiteY758-48414" fmla="*/ 2272048 h 4449429"/>
              <a:gd name="connsiteX759-48415" fmla="*/ 16175792 w 18982931"/>
              <a:gd name="connsiteY759-48416" fmla="*/ 2276166 h 4449429"/>
              <a:gd name="connsiteX760-48417" fmla="*/ 16192257 w 18982931"/>
              <a:gd name="connsiteY760-48418" fmla="*/ 2243238 h 4449429"/>
              <a:gd name="connsiteX761-48419" fmla="*/ 16192257 w 18982931"/>
              <a:gd name="connsiteY761-48420" fmla="*/ 1992158 h 4449429"/>
              <a:gd name="connsiteX762-48421" fmla="*/ 16192257 w 18982931"/>
              <a:gd name="connsiteY762-48422" fmla="*/ 1774011 h 4449429"/>
              <a:gd name="connsiteX763-48423" fmla="*/ 16488610 w 18982931"/>
              <a:gd name="connsiteY763-48424" fmla="*/ 1774011 h 4449429"/>
              <a:gd name="connsiteX764-48425" fmla="*/ 16538004 w 18982931"/>
              <a:gd name="connsiteY764-48426" fmla="*/ 1823403 h 4449429"/>
              <a:gd name="connsiteX765-48427" fmla="*/ 16538004 w 18982931"/>
              <a:gd name="connsiteY765-48428" fmla="*/ 2029205 h 4449429"/>
              <a:gd name="connsiteX766-48429" fmla="*/ 16550349 w 18982931"/>
              <a:gd name="connsiteY766-48430" fmla="*/ 2033319 h 4449429"/>
              <a:gd name="connsiteX767-48431" fmla="*/ 16566812 w 18982931"/>
              <a:gd name="connsiteY767-48432" fmla="*/ 1992158 h 4449429"/>
              <a:gd name="connsiteX768-48433" fmla="*/ 16570932 w 18982931"/>
              <a:gd name="connsiteY768-48434" fmla="*/ 1695804 h 4449429"/>
              <a:gd name="connsiteX769-48435" fmla="*/ 16566812 w 18982931"/>
              <a:gd name="connsiteY769-48436" fmla="*/ 773813 h 4449429"/>
              <a:gd name="connsiteX770-48437" fmla="*/ 16636788 w 18982931"/>
              <a:gd name="connsiteY770-48438" fmla="*/ 646219 h 4449429"/>
              <a:gd name="connsiteX771-48439" fmla="*/ 16723226 w 18982931"/>
              <a:gd name="connsiteY771-48440" fmla="*/ 514506 h 4449429"/>
              <a:gd name="connsiteX772-48441" fmla="*/ 16743805 w 18982931"/>
              <a:gd name="connsiteY772-48442" fmla="*/ 481577 h 4449429"/>
              <a:gd name="connsiteX773-48443" fmla="*/ 16817899 w 18982931"/>
              <a:gd name="connsiteY773-48444" fmla="*/ 329283 h 4449429"/>
              <a:gd name="connsiteX774-48445" fmla="*/ 16842595 w 18982931"/>
              <a:gd name="connsiteY774-48446" fmla="*/ 275776 h 4449429"/>
              <a:gd name="connsiteX775-48447" fmla="*/ 16859059 w 18982931"/>
              <a:gd name="connsiteY775-48448" fmla="*/ 279891 h 4449429"/>
              <a:gd name="connsiteX776-48449" fmla="*/ 16859059 w 18982931"/>
              <a:gd name="connsiteY776-48450" fmla="*/ 337515 h 4449429"/>
              <a:gd name="connsiteX777-48451" fmla="*/ 16867291 w 18982931"/>
              <a:gd name="connsiteY777-48452" fmla="*/ 382793 h 4449429"/>
              <a:gd name="connsiteX778-48453" fmla="*/ 16966075 w 18982931"/>
              <a:gd name="connsiteY778-48454" fmla="*/ 436300 h 4449429"/>
              <a:gd name="connsiteX779-48455" fmla="*/ 17031935 w 18982931"/>
              <a:gd name="connsiteY779-48456" fmla="*/ 526852 h 4449429"/>
              <a:gd name="connsiteX780-48457" fmla="*/ 17031935 w 18982931"/>
              <a:gd name="connsiteY780-48458" fmla="*/ 596826 h 4449429"/>
              <a:gd name="connsiteX781-48459" fmla="*/ 17060743 w 18982931"/>
              <a:gd name="connsiteY781-48460" fmla="*/ 600941 h 4449429"/>
              <a:gd name="connsiteX782-48461" fmla="*/ 17147183 w 18982931"/>
              <a:gd name="connsiteY782-48462" fmla="*/ 691493 h 4449429"/>
              <a:gd name="connsiteX783-48463" fmla="*/ 17147219 w 18982931"/>
              <a:gd name="connsiteY783-48464" fmla="*/ 704240 h 4449429"/>
              <a:gd name="connsiteX784-48465" fmla="*/ 17148515 w 18982931"/>
              <a:gd name="connsiteY784-48466" fmla="*/ 704240 h 4449429"/>
              <a:gd name="connsiteX785-48467" fmla="*/ 17148515 w 18982931"/>
              <a:gd name="connsiteY785-48468" fmla="*/ 880086 h 4449429"/>
              <a:gd name="connsiteX786-48469" fmla="*/ 17147731 w 18982931"/>
              <a:gd name="connsiteY786-48470" fmla="*/ 880086 h 4449429"/>
              <a:gd name="connsiteX787-48471" fmla="*/ 17151295 w 18982931"/>
              <a:gd name="connsiteY787-48472" fmla="*/ 2103294 h 4449429"/>
              <a:gd name="connsiteX788-48473" fmla="*/ 17151295 w 18982931"/>
              <a:gd name="connsiteY788-48474" fmla="*/ 2152686 h 4449429"/>
              <a:gd name="connsiteX789-48475" fmla="*/ 17225383 w 18982931"/>
              <a:gd name="connsiteY789-48476" fmla="*/ 2152686 h 4449429"/>
              <a:gd name="connsiteX790-48477" fmla="*/ 17225383 w 18982931"/>
              <a:gd name="connsiteY790-48478" fmla="*/ 1811053 h 4449429"/>
              <a:gd name="connsiteX791-48479" fmla="*/ 17307703 w 18982931"/>
              <a:gd name="connsiteY791-48480" fmla="*/ 1757546 h 4449429"/>
              <a:gd name="connsiteX792-48481" fmla="*/ 17307703 w 18982931"/>
              <a:gd name="connsiteY792-48482" fmla="*/ 1889260 h 4449429"/>
              <a:gd name="connsiteX793-48483" fmla="*/ 17336519 w 18982931"/>
              <a:gd name="connsiteY793-48484" fmla="*/ 1926302 h 4449429"/>
              <a:gd name="connsiteX794-48485" fmla="*/ 17381799 w 18982931"/>
              <a:gd name="connsiteY794-48486" fmla="*/ 1975695 h 4449429"/>
              <a:gd name="connsiteX795-48487" fmla="*/ 17381799 w 18982931"/>
              <a:gd name="connsiteY795-48488" fmla="*/ 2165031 h 4449429"/>
              <a:gd name="connsiteX796-48489" fmla="*/ 17562899 w 18982931"/>
              <a:gd name="connsiteY796-48490" fmla="*/ 2165031 h 4449429"/>
              <a:gd name="connsiteX797-48491" fmla="*/ 17562899 w 18982931"/>
              <a:gd name="connsiteY797-48492" fmla="*/ 2329673 h 4449429"/>
              <a:gd name="connsiteX798-48493" fmla="*/ 17575251 w 18982931"/>
              <a:gd name="connsiteY798-48494" fmla="*/ 2329673 h 4449429"/>
              <a:gd name="connsiteX799-48495" fmla="*/ 17575251 w 18982931"/>
              <a:gd name="connsiteY799-48496" fmla="*/ 2127989 h 4449429"/>
              <a:gd name="connsiteX800-48497" fmla="*/ 17591711 w 18982931"/>
              <a:gd name="connsiteY800-48498" fmla="*/ 1609370 h 4449429"/>
              <a:gd name="connsiteX801-48499" fmla="*/ 17604059 w 18982931"/>
              <a:gd name="connsiteY801-48500" fmla="*/ 1584673 h 4449429"/>
              <a:gd name="connsiteX802-48501" fmla="*/ 17711083 w 18982931"/>
              <a:gd name="connsiteY802-48502" fmla="*/ 1580555 h 4449429"/>
              <a:gd name="connsiteX803-48503" fmla="*/ 17735775 w 18982931"/>
              <a:gd name="connsiteY803-48504" fmla="*/ 1609370 h 4449429"/>
              <a:gd name="connsiteX804-48505" fmla="*/ 17772819 w 18982931"/>
              <a:gd name="connsiteY804-48506" fmla="*/ 1613483 h 4449429"/>
              <a:gd name="connsiteX805-48507" fmla="*/ 17768699 w 18982931"/>
              <a:gd name="connsiteY805-48508" fmla="*/ 1559977 h 4449429"/>
              <a:gd name="connsiteX806-48509" fmla="*/ 17772819 w 18982931"/>
              <a:gd name="connsiteY806-48510" fmla="*/ 1531163 h 4449429"/>
              <a:gd name="connsiteX807-48511" fmla="*/ 17797515 w 18982931"/>
              <a:gd name="connsiteY807-48512" fmla="*/ 1469425 h 4449429"/>
              <a:gd name="connsiteX808-48513" fmla="*/ 17797515 w 18982931"/>
              <a:gd name="connsiteY808-48514" fmla="*/ 1374754 h 4449429"/>
              <a:gd name="connsiteX809-48515" fmla="*/ 17813979 w 18982931"/>
              <a:gd name="connsiteY809-48516" fmla="*/ 1374754 h 4449429"/>
              <a:gd name="connsiteX810-48517" fmla="*/ 17834559 w 18982931"/>
              <a:gd name="connsiteY810-48518" fmla="*/ 1424146 h 4449429"/>
              <a:gd name="connsiteX811-48519" fmla="*/ 17912763 w 18982931"/>
              <a:gd name="connsiteY811-48520" fmla="*/ 1378872 h 4449429"/>
              <a:gd name="connsiteX812-48521" fmla="*/ 18069171 w 18982931"/>
              <a:gd name="connsiteY812-48522" fmla="*/ 1415914 h 4449429"/>
              <a:gd name="connsiteX813-48523" fmla="*/ 18069171 w 18982931"/>
              <a:gd name="connsiteY813-48524" fmla="*/ 1576442 h 4449429"/>
              <a:gd name="connsiteX814-48525" fmla="*/ 18237927 w 18982931"/>
              <a:gd name="connsiteY814-48526" fmla="*/ 1576442 h 4449429"/>
              <a:gd name="connsiteX815-48527" fmla="*/ 18237927 w 18982931"/>
              <a:gd name="connsiteY815-48528" fmla="*/ 1642297 h 4449429"/>
              <a:gd name="connsiteX816-48529" fmla="*/ 18270859 w 18982931"/>
              <a:gd name="connsiteY816-48530" fmla="*/ 1691690 h 4449429"/>
              <a:gd name="connsiteX817-48531" fmla="*/ 18270859 w 18982931"/>
              <a:gd name="connsiteY817-48532" fmla="*/ 1704036 h 4449429"/>
              <a:gd name="connsiteX818-48533" fmla="*/ 18274975 w 18982931"/>
              <a:gd name="connsiteY818-48534" fmla="*/ 1926302 h 4449429"/>
              <a:gd name="connsiteX819-48535" fmla="*/ 18279087 w 18982931"/>
              <a:gd name="connsiteY819-48536" fmla="*/ 1938652 h 4449429"/>
              <a:gd name="connsiteX820-48537" fmla="*/ 18320247 w 18982931"/>
              <a:gd name="connsiteY820-48538" fmla="*/ 1934533 h 4449429"/>
              <a:gd name="connsiteX821-48539" fmla="*/ 18320247 w 18982931"/>
              <a:gd name="connsiteY821-48540" fmla="*/ 1144256 h 4449429"/>
              <a:gd name="connsiteX822-48541" fmla="*/ 18303783 w 18982931"/>
              <a:gd name="connsiteY822-48542" fmla="*/ 1111328 h 4449429"/>
              <a:gd name="connsiteX823-48543" fmla="*/ 18287323 w 18982931"/>
              <a:gd name="connsiteY823-48544" fmla="*/ 1024893 h 4449429"/>
              <a:gd name="connsiteX824-48545" fmla="*/ 18336711 w 18982931"/>
              <a:gd name="connsiteY824-48546" fmla="*/ 1000197 h 4449429"/>
              <a:gd name="connsiteX825-48547" fmla="*/ 18361407 w 18982931"/>
              <a:gd name="connsiteY825-48548" fmla="*/ 996079 h 4449429"/>
              <a:gd name="connsiteX826-48549" fmla="*/ 18373759 w 18982931"/>
              <a:gd name="connsiteY826-48550" fmla="*/ 946687 h 4449429"/>
              <a:gd name="connsiteX827-48551" fmla="*/ 18534287 w 18982931"/>
              <a:gd name="connsiteY827-48552" fmla="*/ 946687 h 4449429"/>
              <a:gd name="connsiteX828-48553" fmla="*/ 18563095 w 18982931"/>
              <a:gd name="connsiteY828-48554" fmla="*/ 798510 h 4449429"/>
              <a:gd name="connsiteX829-48555" fmla="*/ 18731851 w 18982931"/>
              <a:gd name="connsiteY829-48556" fmla="*/ 806742 h 4449429"/>
              <a:gd name="connsiteX830-48557" fmla="*/ 18773011 w 18982931"/>
              <a:gd name="connsiteY830-48558" fmla="*/ 798510 h 4449429"/>
              <a:gd name="connsiteX831-48559" fmla="*/ 18822407 w 18982931"/>
              <a:gd name="connsiteY831-48560" fmla="*/ 893180 h 4449429"/>
              <a:gd name="connsiteX832-48561" fmla="*/ 18822407 w 18982931"/>
              <a:gd name="connsiteY832-48562" fmla="*/ 963151 h 4449429"/>
              <a:gd name="connsiteX833-48563" fmla="*/ 18982931 w 18982931"/>
              <a:gd name="connsiteY833-48564" fmla="*/ 983734 h 4449429"/>
              <a:gd name="connsiteX834-48565" fmla="*/ 18982931 w 18982931"/>
              <a:gd name="connsiteY834-48566" fmla="*/ 4449429 h 4449429"/>
              <a:gd name="connsiteX835-48567" fmla="*/ 11998023 w 18982931"/>
              <a:gd name="connsiteY835-48568" fmla="*/ 4449429 h 4449429"/>
              <a:gd name="connsiteX836-48569" fmla="*/ 11995198 w 18982931"/>
              <a:gd name="connsiteY836-48570" fmla="*/ 4429646 h 4449429"/>
              <a:gd name="connsiteX837-48571" fmla="*/ 11992726 w 18982931"/>
              <a:gd name="connsiteY837-48572" fmla="*/ 4449425 h 4449429"/>
              <a:gd name="connsiteX838-48573" fmla="*/ 8153658 w 18982931"/>
              <a:gd name="connsiteY838-48574" fmla="*/ 4449425 h 4449429"/>
              <a:gd name="connsiteX839-48575" fmla="*/ 8153658 w 18982931"/>
              <a:gd name="connsiteY839-48576" fmla="*/ 4449429 h 4449429"/>
              <a:gd name="connsiteX840-48577" fmla="*/ 6861227 w 18982931"/>
              <a:gd name="connsiteY840-48578" fmla="*/ 4449429 h 4449429"/>
              <a:gd name="connsiteX841-48579" fmla="*/ 6859697 w 18982931"/>
              <a:gd name="connsiteY841-48580" fmla="*/ 4432598 h 4449429"/>
              <a:gd name="connsiteX842-48581" fmla="*/ 6858292 w 18982931"/>
              <a:gd name="connsiteY842-48582" fmla="*/ 4449425 h 4449429"/>
              <a:gd name="connsiteX843-48583" fmla="*/ 7922 w 18982931"/>
              <a:gd name="connsiteY843-48584" fmla="*/ 4440866 h 4449429"/>
              <a:gd name="connsiteX844-48585" fmla="*/ 0 w 18982931"/>
              <a:gd name="connsiteY844-48586" fmla="*/ 1181446 h 4449429"/>
              <a:gd name="connsiteX845-48587" fmla="*/ 169756 w 18982931"/>
              <a:gd name="connsiteY845-48588" fmla="*/ 979616 h 4449429"/>
              <a:gd name="connsiteX846-48589" fmla="*/ 301466 w 18982931"/>
              <a:gd name="connsiteY846-48590" fmla="*/ 971384 h 4449429"/>
              <a:gd name="connsiteX847-48591" fmla="*/ 301466 w 18982931"/>
              <a:gd name="connsiteY847-48592" fmla="*/ 909640 h 4449429"/>
              <a:gd name="connsiteX848-48593" fmla="*/ 346746 w 18982931"/>
              <a:gd name="connsiteY848-48594" fmla="*/ 810855 h 4449429"/>
              <a:gd name="connsiteX849-48595" fmla="*/ 571541 w 18982931"/>
              <a:gd name="connsiteY849-48596" fmla="*/ 799909 h 4449429"/>
              <a:gd name="connsiteX850-48597" fmla="*/ 581356 w 18982931"/>
              <a:gd name="connsiteY850-48598" fmla="*/ 963151 h 4449429"/>
              <a:gd name="connsiteX851-48599" fmla="*/ 737766 w 18982931"/>
              <a:gd name="connsiteY851-48600" fmla="*/ 963151 h 4449429"/>
              <a:gd name="connsiteX852-48601" fmla="*/ 750116 w 18982931"/>
              <a:gd name="connsiteY852-48602" fmla="*/ 1012543 h 4449429"/>
              <a:gd name="connsiteX853-48603" fmla="*/ 778926 w 18982931"/>
              <a:gd name="connsiteY853-48604" fmla="*/ 1016657 h 4449429"/>
              <a:gd name="connsiteX854-48605" fmla="*/ 820087 w 18982931"/>
              <a:gd name="connsiteY854-48606" fmla="*/ 1041353 h 4449429"/>
              <a:gd name="connsiteX855-48607" fmla="*/ 820087 w 18982931"/>
              <a:gd name="connsiteY855-48608" fmla="*/ 1119560 h 4449429"/>
              <a:gd name="connsiteX856-48609" fmla="*/ 791276 w 18982931"/>
              <a:gd name="connsiteY856-48610" fmla="*/ 1193648 h 4449429"/>
              <a:gd name="connsiteX857-48611" fmla="*/ 791276 w 18982931"/>
              <a:gd name="connsiteY857-48612" fmla="*/ 1580555 h 4449429"/>
              <a:gd name="connsiteX858-48613" fmla="*/ 791276 w 18982931"/>
              <a:gd name="connsiteY858-48614" fmla="*/ 1955112 h 4449429"/>
              <a:gd name="connsiteX859-48615" fmla="*/ 840669 w 18982931"/>
              <a:gd name="connsiteY859-48616" fmla="*/ 1950998 h 4449429"/>
              <a:gd name="connsiteX860-48617" fmla="*/ 844783 w 18982931"/>
              <a:gd name="connsiteY860-48618" fmla="*/ 1720500 h 4449429"/>
              <a:gd name="connsiteX861-48619" fmla="*/ 873596 w 18982931"/>
              <a:gd name="connsiteY861-48620" fmla="*/ 1597020 h 4449429"/>
              <a:gd name="connsiteX862-48621" fmla="*/ 906526 w 18982931"/>
              <a:gd name="connsiteY862-48622" fmla="*/ 1584670 h 4449429"/>
              <a:gd name="connsiteX863-48623" fmla="*/ 1034120 w 18982931"/>
              <a:gd name="connsiteY863-48624" fmla="*/ 1584670 h 4449429"/>
              <a:gd name="connsiteX864-48625" fmla="*/ 1034120 w 18982931"/>
              <a:gd name="connsiteY864-48626" fmla="*/ 1420028 h 4449429"/>
              <a:gd name="connsiteX865-48627" fmla="*/ 1320382 w 18982931"/>
              <a:gd name="connsiteY865-48628" fmla="*/ 1408806 h 4449429"/>
              <a:gd name="connsiteX866-48629" fmla="*/ 1318126 w 18982931"/>
              <a:gd name="connsiteY866-48630" fmla="*/ 1576437 h 4449429"/>
              <a:gd name="connsiteX867-48631" fmla="*/ 1511305 w 18982931"/>
              <a:gd name="connsiteY867-48632" fmla="*/ 1594214 h 4449429"/>
              <a:gd name="connsiteX868-48633" fmla="*/ 1507466 w 18982931"/>
              <a:gd name="connsiteY868-48634" fmla="*/ 2337905 h 4449429"/>
              <a:gd name="connsiteX869-48635" fmla="*/ 1523929 w 18982931"/>
              <a:gd name="connsiteY869-48636" fmla="*/ 2337905 h 4449429"/>
              <a:gd name="connsiteX870-48637" fmla="*/ 1523929 w 18982931"/>
              <a:gd name="connsiteY870-48638" fmla="*/ 2169146 h 4449429"/>
              <a:gd name="connsiteX871-48639" fmla="*/ 1692685 w 18982931"/>
              <a:gd name="connsiteY871-48640" fmla="*/ 2169146 h 4449429"/>
              <a:gd name="connsiteX872-48641" fmla="*/ 1692685 w 18982931"/>
              <a:gd name="connsiteY872-48642" fmla="*/ 2020968 h 4449429"/>
              <a:gd name="connsiteX873-48643" fmla="*/ 1766772 w 18982931"/>
              <a:gd name="connsiteY873-48644" fmla="*/ 1922183 h 4449429"/>
              <a:gd name="connsiteX874-48645" fmla="*/ 1766772 w 18982931"/>
              <a:gd name="connsiteY874-48646" fmla="*/ 1757542 h 4449429"/>
              <a:gd name="connsiteX875-48647" fmla="*/ 1849095 w 18982931"/>
              <a:gd name="connsiteY875-48648" fmla="*/ 1757542 h 4449429"/>
              <a:gd name="connsiteX876-48649" fmla="*/ 1849095 w 18982931"/>
              <a:gd name="connsiteY876-48650" fmla="*/ 2156799 h 4449429"/>
              <a:gd name="connsiteX877-48651" fmla="*/ 1919070 w 18982931"/>
              <a:gd name="connsiteY877-48652" fmla="*/ 2156799 h 4449429"/>
              <a:gd name="connsiteX878-48653" fmla="*/ 1919070 w 18982931"/>
              <a:gd name="connsiteY878-48654" fmla="*/ 1864559 h 4449429"/>
              <a:gd name="connsiteX879-48655" fmla="*/ 1919070 w 18982931"/>
              <a:gd name="connsiteY879-48656" fmla="*/ 695608 h 4449429"/>
              <a:gd name="connsiteX880-48657" fmla="*/ 2005504 w 18982931"/>
              <a:gd name="connsiteY880-48658" fmla="*/ 609173 h 4449429"/>
              <a:gd name="connsiteX881-48659" fmla="*/ 2026085 w 18982931"/>
              <a:gd name="connsiteY881-48660" fmla="*/ 605054 h 4449429"/>
              <a:gd name="connsiteX882-48661" fmla="*/ 2100174 w 18982931"/>
              <a:gd name="connsiteY882-48662" fmla="*/ 448645 h 4449429"/>
              <a:gd name="connsiteX883-48663" fmla="*/ 2137215 w 18982931"/>
              <a:gd name="connsiteY883-48664" fmla="*/ 407485 h 4449429"/>
              <a:gd name="connsiteX884-48665" fmla="*/ 2194840 w 18982931"/>
              <a:gd name="connsiteY884-48666" fmla="*/ 337515 h 4449429"/>
              <a:gd name="connsiteX885-48667" fmla="*/ 2198958 w 18982931"/>
              <a:gd name="connsiteY885-48668" fmla="*/ 292236 h 4449429"/>
              <a:gd name="connsiteX886-48669" fmla="*/ 2240121 w 18982931"/>
              <a:gd name="connsiteY886-48670" fmla="*/ 358093 h 4449429"/>
              <a:gd name="connsiteX887-48671" fmla="*/ 2273047 w 18982931"/>
              <a:gd name="connsiteY887-48672" fmla="*/ 444532 h 4449429"/>
              <a:gd name="connsiteX888-48673" fmla="*/ 2330670 w 18982931"/>
              <a:gd name="connsiteY888-48674" fmla="*/ 563894 h 4449429"/>
              <a:gd name="connsiteX889-48675" fmla="*/ 2351248 w 18982931"/>
              <a:gd name="connsiteY889-48676" fmla="*/ 613286 h 4449429"/>
              <a:gd name="connsiteX890-48677" fmla="*/ 2429455 w 18982931"/>
              <a:gd name="connsiteY890-48678" fmla="*/ 675029 h 4449429"/>
              <a:gd name="connsiteX891-48679" fmla="*/ 2470614 w 18982931"/>
              <a:gd name="connsiteY891-48680" fmla="*/ 757350 h 4449429"/>
              <a:gd name="connsiteX892-48681" fmla="*/ 2470614 w 18982931"/>
              <a:gd name="connsiteY892-48682" fmla="*/ 1086631 h 4449429"/>
              <a:gd name="connsiteX893-48683" fmla="*/ 2470614 w 18982931"/>
              <a:gd name="connsiteY893-48684" fmla="*/ 2008622 h 4449429"/>
              <a:gd name="connsiteX894-48685" fmla="*/ 2487080 w 18982931"/>
              <a:gd name="connsiteY894-48686" fmla="*/ 2053897 h 4449429"/>
              <a:gd name="connsiteX895-48687" fmla="*/ 2499426 w 18982931"/>
              <a:gd name="connsiteY895-48688" fmla="*/ 1897488 h 4449429"/>
              <a:gd name="connsiteX896-48689" fmla="*/ 2602322 w 18982931"/>
              <a:gd name="connsiteY896-48690" fmla="*/ 1798703 h 4449429"/>
              <a:gd name="connsiteX897-48691" fmla="*/ 2836935 w 18982931"/>
              <a:gd name="connsiteY897-48692" fmla="*/ 1798703 h 4449429"/>
              <a:gd name="connsiteX898-48693" fmla="*/ 2836935 w 18982931"/>
              <a:gd name="connsiteY898-48694" fmla="*/ 1860446 h 4449429"/>
              <a:gd name="connsiteX899-48695" fmla="*/ 2836935 w 18982931"/>
              <a:gd name="connsiteY899-48696" fmla="*/ 2263816 h 4449429"/>
              <a:gd name="connsiteX900-48697" fmla="*/ 2845169 w 18982931"/>
              <a:gd name="connsiteY900-48698" fmla="*/ 2304976 h 4449429"/>
              <a:gd name="connsiteX901-48699" fmla="*/ 2861629 w 18982931"/>
              <a:gd name="connsiteY901-48700" fmla="*/ 2300858 h 4449429"/>
              <a:gd name="connsiteX902-48701" fmla="*/ 2861629 w 18982931"/>
              <a:gd name="connsiteY902-48702" fmla="*/ 2247351 h 4449429"/>
              <a:gd name="connsiteX903-48703" fmla="*/ 2869861 w 18982931"/>
              <a:gd name="connsiteY903-48704" fmla="*/ 1996272 h 4449429"/>
              <a:gd name="connsiteX904-48705" fmla="*/ 2923374 w 18982931"/>
              <a:gd name="connsiteY904-48706" fmla="*/ 1967462 h 4449429"/>
              <a:gd name="connsiteX905-48707" fmla="*/ 2939836 w 18982931"/>
              <a:gd name="connsiteY905-48708" fmla="*/ 2300858 h 4449429"/>
              <a:gd name="connsiteX906-48709" fmla="*/ 2956300 w 18982931"/>
              <a:gd name="connsiteY906-48710" fmla="*/ 2300858 h 4449429"/>
              <a:gd name="connsiteX907-48711" fmla="*/ 2989230 w 18982931"/>
              <a:gd name="connsiteY907-48712" fmla="*/ 2111521 h 4449429"/>
              <a:gd name="connsiteX908-48713" fmla="*/ 3018038 w 18982931"/>
              <a:gd name="connsiteY908-48714" fmla="*/ 2058015 h 4449429"/>
              <a:gd name="connsiteX909-48715" fmla="*/ 3034502 w 18982931"/>
              <a:gd name="connsiteY909-48716" fmla="*/ 2123871 h 4449429"/>
              <a:gd name="connsiteX910-48717" fmla="*/ 3038620 w 18982931"/>
              <a:gd name="connsiteY910-48718" fmla="*/ 2132104 h 4449429"/>
              <a:gd name="connsiteX911-48719" fmla="*/ 3088018 w 18982931"/>
              <a:gd name="connsiteY911-48720" fmla="*/ 2140336 h 4449429"/>
              <a:gd name="connsiteX912-48721" fmla="*/ 3095320 w 18982931"/>
              <a:gd name="connsiteY912-48722" fmla="*/ 2275334 h 4449429"/>
              <a:gd name="connsiteX913-48723" fmla="*/ 3162101 w 18982931"/>
              <a:gd name="connsiteY913-48724" fmla="*/ 2275334 h 4449429"/>
              <a:gd name="connsiteX914-48725" fmla="*/ 3162101 w 18982931"/>
              <a:gd name="connsiteY914-48726" fmla="*/ 1580555 h 4449429"/>
              <a:gd name="connsiteX915-48727" fmla="*/ 3162101 w 18982931"/>
              <a:gd name="connsiteY915-48728" fmla="*/ 1531163 h 4449429"/>
              <a:gd name="connsiteX916-48729" fmla="*/ 3199146 w 18982931"/>
              <a:gd name="connsiteY916-48730" fmla="*/ 1498235 h 4449429"/>
              <a:gd name="connsiteX917-48731" fmla="*/ 3281469 w 18982931"/>
              <a:gd name="connsiteY917-48732" fmla="*/ 1498235 h 4449429"/>
              <a:gd name="connsiteX918-48733" fmla="*/ 3281469 w 18982931"/>
              <a:gd name="connsiteY918-48734" fmla="*/ 1325362 h 4449429"/>
              <a:gd name="connsiteX919-48735" fmla="*/ 3343207 w 18982931"/>
              <a:gd name="connsiteY919-48736" fmla="*/ 1263619 h 4449429"/>
              <a:gd name="connsiteX920-48737" fmla="*/ 3544891 w 18982931"/>
              <a:gd name="connsiteY920-48738" fmla="*/ 1263619 h 4449429"/>
              <a:gd name="connsiteX921-48739" fmla="*/ 3544891 w 18982931"/>
              <a:gd name="connsiteY921-48740" fmla="*/ 712071 h 4449429"/>
              <a:gd name="connsiteX922-48741" fmla="*/ 3561357 w 18982931"/>
              <a:gd name="connsiteY922-48742" fmla="*/ 555662 h 4449429"/>
              <a:gd name="connsiteX923-48743" fmla="*/ 3606633 w 18982931"/>
              <a:gd name="connsiteY923-48744" fmla="*/ 316933 h 4449429"/>
              <a:gd name="connsiteX924-48745" fmla="*/ 3614865 w 18982931"/>
              <a:gd name="connsiteY924-48746" fmla="*/ 279891 h 4449429"/>
              <a:gd name="connsiteX925-48747" fmla="*/ 3676603 w 18982931"/>
              <a:gd name="connsiteY925-48748" fmla="*/ 341628 h 4449429"/>
              <a:gd name="connsiteX926-48749" fmla="*/ 3684835 w 18982931"/>
              <a:gd name="connsiteY926-48750" fmla="*/ 386907 h 4449429"/>
              <a:gd name="connsiteX927-48751" fmla="*/ 3742460 w 18982931"/>
              <a:gd name="connsiteY927-48752" fmla="*/ 481574 h 4449429"/>
              <a:gd name="connsiteX928-48753" fmla="*/ 3763042 w 18982931"/>
              <a:gd name="connsiteY928-48754" fmla="*/ 703838 h 4449429"/>
              <a:gd name="connsiteX929-48755" fmla="*/ 3763042 w 18982931"/>
              <a:gd name="connsiteY929-48756" fmla="*/ 1144256 h 4449429"/>
              <a:gd name="connsiteX930-48757" fmla="*/ 3771275 w 18982931"/>
              <a:gd name="connsiteY930-48758" fmla="*/ 1181298 h 4449429"/>
              <a:gd name="connsiteX931-48759" fmla="*/ 3775390 w 18982931"/>
              <a:gd name="connsiteY931-48760" fmla="*/ 1115443 h 4449429"/>
              <a:gd name="connsiteX932-48761" fmla="*/ 3923568 w 18982931"/>
              <a:gd name="connsiteY932-48762" fmla="*/ 996079 h 4449429"/>
              <a:gd name="connsiteX933-48763" fmla="*/ 3940029 w 18982931"/>
              <a:gd name="connsiteY933-48764" fmla="*/ 1020776 h 4449429"/>
              <a:gd name="connsiteX934-48765" fmla="*/ 3960611 w 18982931"/>
              <a:gd name="connsiteY934-48766" fmla="*/ 1321244 h 4449429"/>
              <a:gd name="connsiteX935-48767" fmla="*/ 3960611 w 18982931"/>
              <a:gd name="connsiteY935-48768" fmla="*/ 1584670 h 4449429"/>
              <a:gd name="connsiteX936-48769" fmla="*/ 3977076 w 18982931"/>
              <a:gd name="connsiteY936-48770" fmla="*/ 1625830 h 4449429"/>
              <a:gd name="connsiteX937-48771" fmla="*/ 4010007 w 18982931"/>
              <a:gd name="connsiteY937-48772" fmla="*/ 1666990 h 4449429"/>
              <a:gd name="connsiteX938-48773" fmla="*/ 4055279 w 18982931"/>
              <a:gd name="connsiteY938-48774" fmla="*/ 1819286 h 4449429"/>
              <a:gd name="connsiteX939-48775" fmla="*/ 4104670 w 18982931"/>
              <a:gd name="connsiteY939-48776" fmla="*/ 1819286 h 4449429"/>
              <a:gd name="connsiteX940-48777" fmla="*/ 4108788 w 18982931"/>
              <a:gd name="connsiteY940-48778" fmla="*/ 1741079 h 4449429"/>
              <a:gd name="connsiteX941-48779" fmla="*/ 4211689 w 18982931"/>
              <a:gd name="connsiteY941-48780" fmla="*/ 1741079 h 4449429"/>
              <a:gd name="connsiteX942-48781" fmla="*/ 4252847 w 18982931"/>
              <a:gd name="connsiteY942-48782" fmla="*/ 1559973 h 4449429"/>
              <a:gd name="connsiteX943-48783" fmla="*/ 4265197 w 18982931"/>
              <a:gd name="connsiteY943-48784" fmla="*/ 1559973 h 4449429"/>
              <a:gd name="connsiteX944-48785" fmla="*/ 4277546 w 18982931"/>
              <a:gd name="connsiteY944-48786" fmla="*/ 1592900 h 4449429"/>
              <a:gd name="connsiteX945-48787" fmla="*/ 4302239 w 18982931"/>
              <a:gd name="connsiteY945-48788" fmla="*/ 1708150 h 4449429"/>
              <a:gd name="connsiteX946-48789" fmla="*/ 4368100 w 18982931"/>
              <a:gd name="connsiteY946-48790" fmla="*/ 1741079 h 4449429"/>
              <a:gd name="connsiteX947-48791" fmla="*/ 4363984 w 18982931"/>
              <a:gd name="connsiteY947-48792" fmla="*/ 1634062 h 4449429"/>
              <a:gd name="connsiteX948-48793" fmla="*/ 4372218 w 18982931"/>
              <a:gd name="connsiteY948-48794" fmla="*/ 839670 h 4449429"/>
              <a:gd name="connsiteX949-48795" fmla="*/ 4442184 w 18982931"/>
              <a:gd name="connsiteY949-48796" fmla="*/ 279891 h 4449429"/>
              <a:gd name="connsiteX950-48797" fmla="*/ 4479230 w 18982931"/>
              <a:gd name="connsiteY950-48798" fmla="*/ 234611 h 4449429"/>
              <a:gd name="connsiteX951-48799" fmla="*/ 4520394 w 18982931"/>
              <a:gd name="connsiteY951-48800" fmla="*/ 284004 h 4449429"/>
              <a:gd name="connsiteX952-48801" fmla="*/ 4549200 w 18982931"/>
              <a:gd name="connsiteY952-48802" fmla="*/ 440413 h 4449429"/>
              <a:gd name="connsiteX953-48803" fmla="*/ 4680914 w 18982931"/>
              <a:gd name="connsiteY953-48804" fmla="*/ 395140 h 4449429"/>
              <a:gd name="connsiteX954-48805" fmla="*/ 4759121 w 18982931"/>
              <a:gd name="connsiteY954-48806" fmla="*/ 460995 h 4449429"/>
              <a:gd name="connsiteX955-48807" fmla="*/ 4771466 w 18982931"/>
              <a:gd name="connsiteY955-48808" fmla="*/ 493924 h 4449429"/>
              <a:gd name="connsiteX956-48809" fmla="*/ 4888657 w 18982931"/>
              <a:gd name="connsiteY956-48810" fmla="*/ 747622 h 4449429"/>
              <a:gd name="connsiteX957-48811" fmla="*/ 4888893 w 18982931"/>
              <a:gd name="connsiteY957-48812" fmla="*/ 807315 h 4449429"/>
              <a:gd name="connsiteX958-48813" fmla="*/ 4856617 w 18982931"/>
              <a:gd name="connsiteY958-48814" fmla="*/ 807315 h 4449429"/>
              <a:gd name="connsiteX959-48815" fmla="*/ 4856617 w 18982931"/>
              <a:gd name="connsiteY959-48816" fmla="*/ 944475 h 4449429"/>
              <a:gd name="connsiteX960-48817" fmla="*/ 4888332 w 18982931"/>
              <a:gd name="connsiteY960-48818" fmla="*/ 944475 h 4449429"/>
              <a:gd name="connsiteX961-48819" fmla="*/ 4888325 w 18982931"/>
              <a:gd name="connsiteY961-48820" fmla="*/ 945600 h 4449429"/>
              <a:gd name="connsiteX962-48821" fmla="*/ 4890835 w 18982931"/>
              <a:gd name="connsiteY962-48822" fmla="*/ 1609365 h 4449429"/>
              <a:gd name="connsiteX963-48823" fmla="*/ 4952574 w 18982931"/>
              <a:gd name="connsiteY963-48824" fmla="*/ 1617597 h 4449429"/>
              <a:gd name="connsiteX964-48825" fmla="*/ 4952574 w 18982931"/>
              <a:gd name="connsiteY964-48826" fmla="*/ 1868678 h 4449429"/>
              <a:gd name="connsiteX965-48827" fmla="*/ 4956691 w 18982931"/>
              <a:gd name="connsiteY965-48828" fmla="*/ 1905720 h 4449429"/>
              <a:gd name="connsiteX966-48829" fmla="*/ 4981387 w 18982931"/>
              <a:gd name="connsiteY966-48830" fmla="*/ 1967462 h 4449429"/>
              <a:gd name="connsiteX967-48831" fmla="*/ 4981387 w 18982931"/>
              <a:gd name="connsiteY967-48832" fmla="*/ 2058015 h 4449429"/>
              <a:gd name="connsiteX968-48833" fmla="*/ 5001966 w 18982931"/>
              <a:gd name="connsiteY968-48834" fmla="*/ 2086824 h 4449429"/>
              <a:gd name="connsiteX969-48835" fmla="*/ 5018429 w 18982931"/>
              <a:gd name="connsiteY969-48836" fmla="*/ 2078592 h 4449429"/>
              <a:gd name="connsiteX970-48837" fmla="*/ 5018429 w 18982931"/>
              <a:gd name="connsiteY970-48838" fmla="*/ 1881023 h 4449429"/>
              <a:gd name="connsiteX971-48839" fmla="*/ 5018429 w 18982931"/>
              <a:gd name="connsiteY971-48840" fmla="*/ 1366522 h 4449429"/>
              <a:gd name="connsiteX972-48841" fmla="*/ 5034894 w 18982931"/>
              <a:gd name="connsiteY972-48842" fmla="*/ 864367 h 4449429"/>
              <a:gd name="connsiteX973-48843" fmla="*/ 5067821 w 18982931"/>
              <a:gd name="connsiteY973-48844" fmla="*/ 197569 h 4449429"/>
              <a:gd name="connsiteX974-48845" fmla="*/ 5080173 w 18982931"/>
              <a:gd name="connsiteY974-48846" fmla="*/ 102899 h 4449429"/>
              <a:gd name="connsiteX975-48847" fmla="*/ 5216000 w 18982931"/>
              <a:gd name="connsiteY975-48848" fmla="*/ 37042 h 4449429"/>
              <a:gd name="connsiteX976-48849" fmla="*/ 5248927 w 18982931"/>
              <a:gd name="connsiteY976-48850" fmla="*/ 69972 h 4449429"/>
              <a:gd name="connsiteX977-48851" fmla="*/ 5372409 w 18982931"/>
              <a:gd name="connsiteY977-48852" fmla="*/ 69972 h 4449429"/>
              <a:gd name="connsiteX978-48853" fmla="*/ 5434151 w 18982931"/>
              <a:gd name="connsiteY978-48854" fmla="*/ 131714 h 4449429"/>
              <a:gd name="connsiteX979-48855" fmla="*/ 5434151 w 18982931"/>
              <a:gd name="connsiteY979-48856" fmla="*/ 382788 h 4449429"/>
              <a:gd name="connsiteX980-48857" fmla="*/ 5434151 w 18982931"/>
              <a:gd name="connsiteY980-48858" fmla="*/ 683261 h 4449429"/>
              <a:gd name="connsiteX981-48859" fmla="*/ 5545282 w 18982931"/>
              <a:gd name="connsiteY981-48860" fmla="*/ 687375 h 4449429"/>
              <a:gd name="connsiteX982-48861" fmla="*/ 5545282 w 18982931"/>
              <a:gd name="connsiteY982-48862" fmla="*/ 1045471 h 4449429"/>
              <a:gd name="connsiteX983-48863" fmla="*/ 5676994 w 18982931"/>
              <a:gd name="connsiteY983-48864" fmla="*/ 1045471 h 4449429"/>
              <a:gd name="connsiteX984-48865" fmla="*/ 5685227 w 18982931"/>
              <a:gd name="connsiteY984-48866" fmla="*/ 1103096 h 4449429"/>
              <a:gd name="connsiteX985-48867" fmla="*/ 5759314 w 18982931"/>
              <a:gd name="connsiteY985-48868" fmla="*/ 1193648 h 4449429"/>
              <a:gd name="connsiteX986-48869" fmla="*/ 5759314 w 18982931"/>
              <a:gd name="connsiteY986-48870" fmla="*/ 1395331 h 4449429"/>
              <a:gd name="connsiteX987-48871" fmla="*/ 5825171 w 18982931"/>
              <a:gd name="connsiteY987-48872" fmla="*/ 1395331 h 4449429"/>
              <a:gd name="connsiteX988-48873" fmla="*/ 5903378 w 18982931"/>
              <a:gd name="connsiteY988-48874" fmla="*/ 1477653 h 4449429"/>
              <a:gd name="connsiteX989-48875" fmla="*/ 5903378 w 18982931"/>
              <a:gd name="connsiteY989-48876" fmla="*/ 1918070 h 4449429"/>
              <a:gd name="connsiteX990-48877" fmla="*/ 5936306 w 18982931"/>
              <a:gd name="connsiteY990-48878" fmla="*/ 1975695 h 4449429"/>
              <a:gd name="connsiteX991-48879" fmla="*/ 5965115 w 18982931"/>
              <a:gd name="connsiteY991-48880" fmla="*/ 1275969 h 4449429"/>
              <a:gd name="connsiteX992-48881" fmla="*/ 5969235 w 18982931"/>
              <a:gd name="connsiteY992-48882" fmla="*/ 1238922 h 4449429"/>
              <a:gd name="connsiteX993-48883" fmla="*/ 6166804 w 18982931"/>
              <a:gd name="connsiteY993-48884" fmla="*/ 1238922 h 4449429"/>
              <a:gd name="connsiteX994-48885" fmla="*/ 6216196 w 18982931"/>
              <a:gd name="connsiteY994-48886" fmla="*/ 1288315 h 4449429"/>
              <a:gd name="connsiteX995-48887" fmla="*/ 6236774 w 18982931"/>
              <a:gd name="connsiteY995-48888" fmla="*/ 1428261 h 4449429"/>
              <a:gd name="connsiteX996-48889" fmla="*/ 6273821 w 18982931"/>
              <a:gd name="connsiteY996-48890" fmla="*/ 1498235 h 4449429"/>
              <a:gd name="connsiteX997-48891" fmla="*/ 6273821 w 18982931"/>
              <a:gd name="connsiteY997-48892" fmla="*/ 2230888 h 4449429"/>
              <a:gd name="connsiteX998-48893" fmla="*/ 6277935 w 18982931"/>
              <a:gd name="connsiteY998-48894" fmla="*/ 2280280 h 4449429"/>
              <a:gd name="connsiteX999-48895" fmla="*/ 6319095 w 18982931"/>
              <a:gd name="connsiteY999-48896" fmla="*/ 2193841 h 4449429"/>
              <a:gd name="connsiteX1000-48897" fmla="*/ 6364373 w 18982931"/>
              <a:gd name="connsiteY1000-48898" fmla="*/ 2288513 h 4449429"/>
              <a:gd name="connsiteX1001-48899" fmla="*/ 6389068 w 18982931"/>
              <a:gd name="connsiteY1001-48900" fmla="*/ 2313208 h 4449429"/>
              <a:gd name="connsiteX1002-48901" fmla="*/ 6541355 w 18982931"/>
              <a:gd name="connsiteY1002-48902" fmla="*/ 2313208 h 4449429"/>
              <a:gd name="connsiteX1003-48903" fmla="*/ 6541355 w 18982931"/>
              <a:gd name="connsiteY1003-48904" fmla="*/ 2148567 h 4449429"/>
              <a:gd name="connsiteX1004-48905" fmla="*/ 6660723 w 18982931"/>
              <a:gd name="connsiteY1004-48906" fmla="*/ 2148567 h 4449429"/>
              <a:gd name="connsiteX1005-48907" fmla="*/ 6660723 w 18982931"/>
              <a:gd name="connsiteY1005-48908" fmla="*/ 2259698 h 4449429"/>
              <a:gd name="connsiteX1006-48909" fmla="*/ 6705999 w 18982931"/>
              <a:gd name="connsiteY1006-48910" fmla="*/ 2551938 h 4449429"/>
              <a:gd name="connsiteX1007-48911" fmla="*/ 6714228 w 18982931"/>
              <a:gd name="connsiteY1007-48912" fmla="*/ 2580748 h 4449429"/>
              <a:gd name="connsiteX1008-48913" fmla="*/ 6722461 w 18982931"/>
              <a:gd name="connsiteY1008-48914" fmla="*/ 2576634 h 4449429"/>
              <a:gd name="connsiteX1009-48915" fmla="*/ 6751278 w 18982931"/>
              <a:gd name="connsiteY1009-48916" fmla="*/ 2263816 h 4449429"/>
              <a:gd name="connsiteX1010-48917" fmla="*/ 6800669 w 18982931"/>
              <a:gd name="connsiteY1010-48918" fmla="*/ 2255583 h 4449429"/>
              <a:gd name="connsiteX1011-48919" fmla="*/ 6837709 w 18982931"/>
              <a:gd name="connsiteY1011-48920" fmla="*/ 2181496 h 4449429"/>
              <a:gd name="connsiteX1012-48921" fmla="*/ 6841831 w 18982931"/>
              <a:gd name="connsiteY1012-48922" fmla="*/ 2152681 h 4449429"/>
              <a:gd name="connsiteX1013-48923" fmla="*/ 6845941 w 18982931"/>
              <a:gd name="connsiteY1013-48924" fmla="*/ 2115639 h 4449429"/>
              <a:gd name="connsiteX1014-48925" fmla="*/ 6857139 w 18982931"/>
              <a:gd name="connsiteY1014-48926" fmla="*/ 2115639 h 4449429"/>
              <a:gd name="connsiteX1015-48927" fmla="*/ 6899298 w 18982931"/>
              <a:gd name="connsiteY1015-48928" fmla="*/ 2109470 h 4449429"/>
              <a:gd name="connsiteX1016-48929" fmla="*/ 6922965 w 18982931"/>
              <a:gd name="connsiteY1016-48930" fmla="*/ 2140339 h 4449429"/>
              <a:gd name="connsiteX1017-48931" fmla="*/ 7009406 w 18982931"/>
              <a:gd name="connsiteY1017-48932" fmla="*/ 2070365 h 4449429"/>
              <a:gd name="connsiteX1018-48933" fmla="*/ 7145231 w 18982931"/>
              <a:gd name="connsiteY1018-48934" fmla="*/ 2066247 h 4449429"/>
              <a:gd name="connsiteX1019-48935" fmla="*/ 7145231 w 18982931"/>
              <a:gd name="connsiteY1019-48936" fmla="*/ 1901605 h 4449429"/>
              <a:gd name="connsiteX1020-48937" fmla="*/ 7145231 w 18982931"/>
              <a:gd name="connsiteY1020-48938" fmla="*/ 1769896 h 4449429"/>
              <a:gd name="connsiteX1021-48939" fmla="*/ 7215204 w 18982931"/>
              <a:gd name="connsiteY1021-48940" fmla="*/ 1597024 h 4449429"/>
              <a:gd name="connsiteX1022-48941" fmla="*/ 7285174 w 18982931"/>
              <a:gd name="connsiteY1022-48942" fmla="*/ 1753433 h 4449429"/>
              <a:gd name="connsiteX1023-48943" fmla="*/ 7297524 w 18982931"/>
              <a:gd name="connsiteY1023-48944" fmla="*/ 2062134 h 4449429"/>
              <a:gd name="connsiteX1024-48945" fmla="*/ 7367494 w 18982931"/>
              <a:gd name="connsiteY1024-48946" fmla="*/ 2066247 h 4449429"/>
              <a:gd name="connsiteX1025-48947" fmla="*/ 7371610 w 18982931"/>
              <a:gd name="connsiteY1025-48948" fmla="*/ 2148567 h 4449429"/>
              <a:gd name="connsiteX1026-48949" fmla="*/ 7462167 w 18982931"/>
              <a:gd name="connsiteY1026-48950" fmla="*/ 2148567 h 4449429"/>
              <a:gd name="connsiteX1027-48951" fmla="*/ 7462167 w 18982931"/>
              <a:gd name="connsiteY1027-48952" fmla="*/ 2095061 h 4449429"/>
              <a:gd name="connsiteX1028-48953" fmla="*/ 7462167 w 18982931"/>
              <a:gd name="connsiteY1028-48954" fmla="*/ 1597024 h 4449429"/>
              <a:gd name="connsiteX1029-48955" fmla="*/ 7482743 w 18982931"/>
              <a:gd name="connsiteY1029-48956" fmla="*/ 1008430 h 4449429"/>
              <a:gd name="connsiteX1030-48957" fmla="*/ 7495096 w 18982931"/>
              <a:gd name="connsiteY1030-48958" fmla="*/ 921991 h 4449429"/>
              <a:gd name="connsiteX1031-48959" fmla="*/ 7536254 w 18982931"/>
              <a:gd name="connsiteY1031-48960" fmla="*/ 934341 h 4449429"/>
              <a:gd name="connsiteX1032-48961" fmla="*/ 7577416 w 18982931"/>
              <a:gd name="connsiteY1032-48962" fmla="*/ 563899 h 4449429"/>
              <a:gd name="connsiteX1033-48963" fmla="*/ 7589759 w 18982931"/>
              <a:gd name="connsiteY1033-48964" fmla="*/ 563899 h 4449429"/>
              <a:gd name="connsiteX1034-48965" fmla="*/ 7639153 w 18982931"/>
              <a:gd name="connsiteY1034-48966" fmla="*/ 975501 h 4449429"/>
              <a:gd name="connsiteX1035-48967" fmla="*/ 7655614 w 18982931"/>
              <a:gd name="connsiteY1035-48968" fmla="*/ 926109 h 4449429"/>
              <a:gd name="connsiteX1036-48969" fmla="*/ 7667968 w 18982931"/>
              <a:gd name="connsiteY1036-48970" fmla="*/ 926109 h 4449429"/>
              <a:gd name="connsiteX1037-48971" fmla="*/ 7676196 w 18982931"/>
              <a:gd name="connsiteY1037-48972" fmla="*/ 1037243 h 4449429"/>
              <a:gd name="connsiteX1038-48973" fmla="*/ 7676196 w 18982931"/>
              <a:gd name="connsiteY1038-48974" fmla="*/ 2049787 h 4449429"/>
              <a:gd name="connsiteX1039-48975" fmla="*/ 7705009 w 18982931"/>
              <a:gd name="connsiteY1039-48976" fmla="*/ 2267935 h 4449429"/>
              <a:gd name="connsiteX1040-48977" fmla="*/ 7750287 w 18982931"/>
              <a:gd name="connsiteY1040-48978" fmla="*/ 2469622 h 4449429"/>
              <a:gd name="connsiteX1041-48979" fmla="*/ 7849072 w 18982931"/>
              <a:gd name="connsiteY1041-48980" fmla="*/ 2469622 h 4449429"/>
              <a:gd name="connsiteX1042-48981" fmla="*/ 7849072 w 18982931"/>
              <a:gd name="connsiteY1042-48982" fmla="*/ 2284398 h 4449429"/>
              <a:gd name="connsiteX1043-48983" fmla="*/ 7919042 w 18982931"/>
              <a:gd name="connsiteY1043-48984" fmla="*/ 2284398 h 4449429"/>
              <a:gd name="connsiteX1044-48985" fmla="*/ 7919042 w 18982931"/>
              <a:gd name="connsiteY1044-48986" fmla="*/ 2473736 h 4449429"/>
              <a:gd name="connsiteX1045-48987" fmla="*/ 8108380 w 18982931"/>
              <a:gd name="connsiteY1045-48988" fmla="*/ 2473736 h 4449429"/>
              <a:gd name="connsiteX1046-48989" fmla="*/ 8142338 w 18982931"/>
              <a:gd name="connsiteY1046-48990" fmla="*/ 2481454 h 4449429"/>
              <a:gd name="connsiteX1047-48991" fmla="*/ 8144242 w 18982931"/>
              <a:gd name="connsiteY1047-48992" fmla="*/ 2485067 h 4449429"/>
              <a:gd name="connsiteX1048-48993" fmla="*/ 8144242 w 18982931"/>
              <a:gd name="connsiteY1048-48994" fmla="*/ 1280084 h 4449429"/>
              <a:gd name="connsiteX1049-48995" fmla="*/ 8189518 w 18982931"/>
              <a:gd name="connsiteY1049-48996" fmla="*/ 1115443 h 4449429"/>
              <a:gd name="connsiteX1050-48997" fmla="*/ 8230679 w 18982931"/>
              <a:gd name="connsiteY1050-48998" fmla="*/ 1090746 h 4449429"/>
              <a:gd name="connsiteX1051-48999" fmla="*/ 8477642 w 18982931"/>
              <a:gd name="connsiteY1051-49000" fmla="*/ 1090746 h 4449429"/>
              <a:gd name="connsiteX1052-49001" fmla="*/ 8518799 w 18982931"/>
              <a:gd name="connsiteY1052-49002" fmla="*/ 1111328 h 4449429"/>
              <a:gd name="connsiteX1053-49003" fmla="*/ 8568194 w 18982931"/>
              <a:gd name="connsiteY1053-49004" fmla="*/ 1288315 h 4449429"/>
              <a:gd name="connsiteX1054-49005" fmla="*/ 8572304 w 18982931"/>
              <a:gd name="connsiteY1054-49006" fmla="*/ 2152681 h 4449429"/>
              <a:gd name="connsiteX1055-49007" fmla="*/ 8572304 w 18982931"/>
              <a:gd name="connsiteY1055-49008" fmla="*/ 2222656 h 4449429"/>
              <a:gd name="connsiteX1056-49009" fmla="*/ 8827499 w 18982931"/>
              <a:gd name="connsiteY1056-49010" fmla="*/ 2222656 h 4449429"/>
              <a:gd name="connsiteX1057-49011" fmla="*/ 8827499 w 18982931"/>
              <a:gd name="connsiteY1057-49012" fmla="*/ 2053897 h 4449429"/>
              <a:gd name="connsiteX1058-49013" fmla="*/ 8827499 w 18982931"/>
              <a:gd name="connsiteY1058-49014" fmla="*/ 1996272 h 4449429"/>
              <a:gd name="connsiteX1059-49015" fmla="*/ 8926285 w 18982931"/>
              <a:gd name="connsiteY1059-49016" fmla="*/ 1876910 h 4449429"/>
              <a:gd name="connsiteX1060-49017" fmla="*/ 8926285 w 18982931"/>
              <a:gd name="connsiteY1060-49018" fmla="*/ 1757542 h 4449429"/>
              <a:gd name="connsiteX1061-49019" fmla="*/ 8926285 w 18982931"/>
              <a:gd name="connsiteY1061-49020" fmla="*/ 1527045 h 4449429"/>
              <a:gd name="connsiteX1062-49021" fmla="*/ 8950980 w 18982931"/>
              <a:gd name="connsiteY1062-49022" fmla="*/ 1432378 h 4449429"/>
              <a:gd name="connsiteX1063-49023" fmla="*/ 8950980 w 18982931"/>
              <a:gd name="connsiteY1063-49024" fmla="*/ 1424146 h 4449429"/>
              <a:gd name="connsiteX1064-49025" fmla="*/ 8983911 w 18982931"/>
              <a:gd name="connsiteY1064-49026" fmla="*/ 1107210 h 4449429"/>
              <a:gd name="connsiteX1065-49027" fmla="*/ 8992140 w 18982931"/>
              <a:gd name="connsiteY1065-49028" fmla="*/ 1049586 h 4449429"/>
              <a:gd name="connsiteX1066-49029" fmla="*/ 9012723 w 18982931"/>
              <a:gd name="connsiteY1066-49030" fmla="*/ 1049586 h 4449429"/>
              <a:gd name="connsiteX1067-49031" fmla="*/ 9049767 w 18982931"/>
              <a:gd name="connsiteY1067-49032" fmla="*/ 1325362 h 4449429"/>
              <a:gd name="connsiteX1068-49033" fmla="*/ 9115624 w 18982931"/>
              <a:gd name="connsiteY1068-49034" fmla="*/ 1329476 h 4449429"/>
              <a:gd name="connsiteX1069-49035" fmla="*/ 9165014 w 18982931"/>
              <a:gd name="connsiteY1069-49036" fmla="*/ 1436493 h 4449429"/>
              <a:gd name="connsiteX1070-49037" fmla="*/ 9181479 w 18982931"/>
              <a:gd name="connsiteY1070-49038" fmla="*/ 1494116 h 4449429"/>
              <a:gd name="connsiteX1071-49039" fmla="*/ 9181479 w 18982931"/>
              <a:gd name="connsiteY1071-49040" fmla="*/ 1823399 h 4449429"/>
              <a:gd name="connsiteX1072-49041" fmla="*/ 9181479 w 18982931"/>
              <a:gd name="connsiteY1072-49042" fmla="*/ 1881023 h 4449429"/>
              <a:gd name="connsiteX1073-49043" fmla="*/ 9280267 w 18982931"/>
              <a:gd name="connsiteY1073-49044" fmla="*/ 1881023 h 4449429"/>
              <a:gd name="connsiteX1074-49045" fmla="*/ 9280267 w 18982931"/>
              <a:gd name="connsiteY1074-49046" fmla="*/ 1815166 h 4449429"/>
              <a:gd name="connsiteX1075-49047" fmla="*/ 9280267 w 18982931"/>
              <a:gd name="connsiteY1075-49048" fmla="*/ 304587 h 4449429"/>
              <a:gd name="connsiteX1076-49049" fmla="*/ 9346122 w 18982931"/>
              <a:gd name="connsiteY1076-49050" fmla="*/ 238731 h 4449429"/>
              <a:gd name="connsiteX1077-49051" fmla="*/ 9453137 w 18982931"/>
              <a:gd name="connsiteY1077-49052" fmla="*/ 341628 h 4449429"/>
              <a:gd name="connsiteX1078-49053" fmla="*/ 9453137 w 18982931"/>
              <a:gd name="connsiteY1078-49054" fmla="*/ 1815166 h 4449429"/>
              <a:gd name="connsiteX1079-49055" fmla="*/ 9453137 w 18982931"/>
              <a:gd name="connsiteY1079-49056" fmla="*/ 1876910 h 4449429"/>
              <a:gd name="connsiteX1080-49057" fmla="*/ 9551919 w 18982931"/>
              <a:gd name="connsiteY1080-49058" fmla="*/ 1876910 h 4449429"/>
              <a:gd name="connsiteX1081-49059" fmla="*/ 9551919 w 18982931"/>
              <a:gd name="connsiteY1081-49060" fmla="*/ 1724614 h 4449429"/>
              <a:gd name="connsiteX1082-49061" fmla="*/ 9551919 w 18982931"/>
              <a:gd name="connsiteY1082-49062" fmla="*/ 1481771 h 4449429"/>
              <a:gd name="connsiteX1083-49063" fmla="*/ 9597198 w 18982931"/>
              <a:gd name="connsiteY1083-49064" fmla="*/ 1374754 h 4449429"/>
              <a:gd name="connsiteX1084-49065" fmla="*/ 9613662 w 18982931"/>
              <a:gd name="connsiteY1084-49066" fmla="*/ 1325362 h 4449429"/>
              <a:gd name="connsiteX1085-49067" fmla="*/ 9683632 w 18982931"/>
              <a:gd name="connsiteY1085-49068" fmla="*/ 1325362 h 4449429"/>
              <a:gd name="connsiteX1086-49069" fmla="*/ 9683632 w 18982931"/>
              <a:gd name="connsiteY1086-49070" fmla="*/ 1522931 h 4449429"/>
              <a:gd name="connsiteX1087-49071" fmla="*/ 9819464 w 18982931"/>
              <a:gd name="connsiteY1087-49072" fmla="*/ 1522931 h 4449429"/>
              <a:gd name="connsiteX1088-49073" fmla="*/ 9819464 w 18982931"/>
              <a:gd name="connsiteY1088-49074" fmla="*/ 1720501 h 4449429"/>
              <a:gd name="connsiteX1089-49075" fmla="*/ 9819464 w 18982931"/>
              <a:gd name="connsiteY1089-49076" fmla="*/ 1835749 h 4449429"/>
              <a:gd name="connsiteX1090-49077" fmla="*/ 9868856 w 18982931"/>
              <a:gd name="connsiteY1090-49078" fmla="*/ 1885142 h 4449429"/>
              <a:gd name="connsiteX1091-49079" fmla="*/ 9922361 w 18982931"/>
              <a:gd name="connsiteY1091-49080" fmla="*/ 1938648 h 4449429"/>
              <a:gd name="connsiteX1092-49081" fmla="*/ 9922361 w 18982931"/>
              <a:gd name="connsiteY1092-49082" fmla="*/ 2226770 h 4449429"/>
              <a:gd name="connsiteX1093-49083" fmla="*/ 10189906 w 18982931"/>
              <a:gd name="connsiteY1093-49084" fmla="*/ 2226770 h 4449429"/>
              <a:gd name="connsiteX1094-49085" fmla="*/ 10189906 w 18982931"/>
              <a:gd name="connsiteY1094-49086" fmla="*/ 1864559 h 4449429"/>
              <a:gd name="connsiteX1095-49087" fmla="*/ 10251644 w 18982931"/>
              <a:gd name="connsiteY1095-49088" fmla="*/ 1852213 h 4449429"/>
              <a:gd name="connsiteX1096-49089" fmla="*/ 10251644 w 18982931"/>
              <a:gd name="connsiteY1096-49090" fmla="*/ 1465306 h 4449429"/>
              <a:gd name="connsiteX1097-49091" fmla="*/ 10198137 w 18982931"/>
              <a:gd name="connsiteY1097-49092" fmla="*/ 1461188 h 4449429"/>
              <a:gd name="connsiteX1098-49093" fmla="*/ 10198137 w 18982931"/>
              <a:gd name="connsiteY1098-49094" fmla="*/ 1317129 h 4449429"/>
              <a:gd name="connsiteX1099-49095" fmla="*/ 10572694 w 18982931"/>
              <a:gd name="connsiteY1099-49096" fmla="*/ 1317129 h 4449429"/>
              <a:gd name="connsiteX1100-49097" fmla="*/ 10572694 w 18982931"/>
              <a:gd name="connsiteY1100-49098" fmla="*/ 2140336 h 4449429"/>
              <a:gd name="connsiteX1101-49099" fmla="*/ 10642669 w 18982931"/>
              <a:gd name="connsiteY1101-49100" fmla="*/ 2144449 h 4449429"/>
              <a:gd name="connsiteX1102-49101" fmla="*/ 10642669 w 18982931"/>
              <a:gd name="connsiteY1102-49102" fmla="*/ 2477849 h 4449429"/>
              <a:gd name="connsiteX1103-49103" fmla="*/ 10885512 w 18982931"/>
              <a:gd name="connsiteY1103-49104" fmla="*/ 2477849 h 4449429"/>
              <a:gd name="connsiteX1104-49105" fmla="*/ 10885512 w 18982931"/>
              <a:gd name="connsiteY1104-49106" fmla="*/ 2292626 h 4449429"/>
              <a:gd name="connsiteX1105-49107" fmla="*/ 10959601 w 18982931"/>
              <a:gd name="connsiteY1105-49108" fmla="*/ 2292626 h 4449429"/>
              <a:gd name="connsiteX1106-49109" fmla="*/ 10959601 w 18982931"/>
              <a:gd name="connsiteY1106-49110" fmla="*/ 2477849 h 4449429"/>
              <a:gd name="connsiteX1107-49111" fmla="*/ 11066618 w 18982931"/>
              <a:gd name="connsiteY1107-49112" fmla="*/ 2477849 h 4449429"/>
              <a:gd name="connsiteX1108-49113" fmla="*/ 11107778 w 18982931"/>
              <a:gd name="connsiteY1108-49114" fmla="*/ 2284395 h 4449429"/>
              <a:gd name="connsiteX1109-49115" fmla="*/ 11136593 w 18982931"/>
              <a:gd name="connsiteY1109-49116" fmla="*/ 2053897 h 4449429"/>
              <a:gd name="connsiteX1110-49117" fmla="*/ 11136593 w 18982931"/>
              <a:gd name="connsiteY1110-49118" fmla="*/ 1061936 h 4449429"/>
              <a:gd name="connsiteX1111-49119" fmla="*/ 11148938 w 18982931"/>
              <a:gd name="connsiteY1111-49120" fmla="*/ 938454 h 4449429"/>
              <a:gd name="connsiteX1112-49121" fmla="*/ 11161288 w 18982931"/>
              <a:gd name="connsiteY1112-49122" fmla="*/ 938454 h 4449429"/>
              <a:gd name="connsiteX1113-49123" fmla="*/ 11177753 w 18982931"/>
              <a:gd name="connsiteY1113-49124" fmla="*/ 983729 h 4449429"/>
              <a:gd name="connsiteX1114-49125" fmla="*/ 11231258 w 18982931"/>
              <a:gd name="connsiteY1114-49126" fmla="*/ 572126 h 4449429"/>
              <a:gd name="connsiteX1115-49127" fmla="*/ 11243610 w 18982931"/>
              <a:gd name="connsiteY1115-49128" fmla="*/ 572126 h 4449429"/>
              <a:gd name="connsiteX1116-49129" fmla="*/ 11284770 w 18982931"/>
              <a:gd name="connsiteY1116-49130" fmla="*/ 946687 h 4449429"/>
              <a:gd name="connsiteX1117-49131" fmla="*/ 11325929 w 18982931"/>
              <a:gd name="connsiteY1117-49132" fmla="*/ 934337 h 4449429"/>
              <a:gd name="connsiteX1118-49133" fmla="*/ 11342394 w 18982931"/>
              <a:gd name="connsiteY1118-49134" fmla="*/ 1061936 h 4449429"/>
              <a:gd name="connsiteX1119-49135" fmla="*/ 11342394 w 18982931"/>
              <a:gd name="connsiteY1119-49136" fmla="*/ 1300666 h 4449429"/>
              <a:gd name="connsiteX1120-49137" fmla="*/ 11358857 w 18982931"/>
              <a:gd name="connsiteY1120-49138" fmla="*/ 2132104 h 4449429"/>
              <a:gd name="connsiteX1121-49139" fmla="*/ 11362976 w 18982931"/>
              <a:gd name="connsiteY1121-49140" fmla="*/ 2165031 h 4449429"/>
              <a:gd name="connsiteX1122-49141" fmla="*/ 11453524 w 18982931"/>
              <a:gd name="connsiteY1122-49142" fmla="*/ 2165031 h 4449429"/>
              <a:gd name="connsiteX1123-49143" fmla="*/ 11457643 w 18982931"/>
              <a:gd name="connsiteY1123-49144" fmla="*/ 2082711 h 4449429"/>
              <a:gd name="connsiteX1124-49145" fmla="*/ 11535845 w 18982931"/>
              <a:gd name="connsiteY1124-49146" fmla="*/ 2078592 h 4449429"/>
              <a:gd name="connsiteX1125-49147" fmla="*/ 11535845 w 18982931"/>
              <a:gd name="connsiteY1125-49148" fmla="*/ 2004505 h 4449429"/>
              <a:gd name="connsiteX1126-49149" fmla="*/ 11548195 w 18982931"/>
              <a:gd name="connsiteY1126-49150" fmla="*/ 1736964 h 4449429"/>
              <a:gd name="connsiteX1127-49151" fmla="*/ 11609938 w 18982931"/>
              <a:gd name="connsiteY1127-49152" fmla="*/ 1609365 h 4449429"/>
              <a:gd name="connsiteX1128-49153" fmla="*/ 11688140 w 18982931"/>
              <a:gd name="connsiteY1128-49154" fmla="*/ 1765774 h 4449429"/>
              <a:gd name="connsiteX1129-49155" fmla="*/ 11688140 w 18982931"/>
              <a:gd name="connsiteY1129-49156" fmla="*/ 2082711 h 4449429"/>
              <a:gd name="connsiteX1130-49157" fmla="*/ 11910406 w 18982931"/>
              <a:gd name="connsiteY1130-49158" fmla="*/ 2148567 h 4449429"/>
              <a:gd name="connsiteX1131-49159" fmla="*/ 11988608 w 18982931"/>
              <a:gd name="connsiteY1131-49160" fmla="*/ 2119754 h 4449429"/>
              <a:gd name="connsiteX1132-49161" fmla="*/ 11991181 w 18982931"/>
              <a:gd name="connsiteY1132-49162" fmla="*/ 2153197 h 4449429"/>
              <a:gd name="connsiteX1133-49163" fmla="*/ 11993908 w 18982931"/>
              <a:gd name="connsiteY1133-49164" fmla="*/ 2158900 h 4449429"/>
              <a:gd name="connsiteX1134-49165" fmla="*/ 11993908 w 18982931"/>
              <a:gd name="connsiteY1134-49166" fmla="*/ 2156799 h 4449429"/>
              <a:gd name="connsiteX1135-49167" fmla="*/ 11998023 w 18982931"/>
              <a:gd name="connsiteY1135-49168" fmla="*/ 2115639 h 4449429"/>
              <a:gd name="connsiteX1136-49169" fmla="*/ 12010373 w 18982931"/>
              <a:gd name="connsiteY1136-49170" fmla="*/ 2115639 h 4449429"/>
              <a:gd name="connsiteX1137-49171" fmla="*/ 12014490 w 18982931"/>
              <a:gd name="connsiteY1137-49172" fmla="*/ 2185614 h 4449429"/>
              <a:gd name="connsiteX1138-49173" fmla="*/ 12055650 w 18982931"/>
              <a:gd name="connsiteY1138-49174" fmla="*/ 2259703 h 4449429"/>
              <a:gd name="connsiteX1139-49175" fmla="*/ 12109157 w 18982931"/>
              <a:gd name="connsiteY1139-49176" fmla="*/ 2267933 h 4449429"/>
              <a:gd name="connsiteX1140-49177" fmla="*/ 12137972 w 18982931"/>
              <a:gd name="connsiteY1140-49178" fmla="*/ 2580753 h 4449429"/>
              <a:gd name="connsiteX1141-49179" fmla="*/ 12150317 w 18982931"/>
              <a:gd name="connsiteY1141-49180" fmla="*/ 2580753 h 4449429"/>
              <a:gd name="connsiteX1142-49181" fmla="*/ 12179132 w 18982931"/>
              <a:gd name="connsiteY1142-49182" fmla="*/ 2411992 h 4449429"/>
              <a:gd name="connsiteX1143-49183" fmla="*/ 12207942 w 18982931"/>
              <a:gd name="connsiteY1143-49184" fmla="*/ 2160917 h 4449429"/>
              <a:gd name="connsiteX1144-49185" fmla="*/ 12216174 w 18982931"/>
              <a:gd name="connsiteY1144-49186" fmla="*/ 2152686 h 4449429"/>
              <a:gd name="connsiteX1145-49187" fmla="*/ 12331423 w 18982931"/>
              <a:gd name="connsiteY1145-49188" fmla="*/ 2152686 h 4449429"/>
              <a:gd name="connsiteX1146-49189" fmla="*/ 12331423 w 18982931"/>
              <a:gd name="connsiteY1146-49190" fmla="*/ 2317327 h 4449429"/>
              <a:gd name="connsiteX1147-49191" fmla="*/ 12496064 w 18982931"/>
              <a:gd name="connsiteY1147-49192" fmla="*/ 2313208 h 4449429"/>
              <a:gd name="connsiteX1148-49193" fmla="*/ 12557802 w 18982931"/>
              <a:gd name="connsiteY1148-49194" fmla="*/ 2210310 h 4449429"/>
              <a:gd name="connsiteX1149-49195" fmla="*/ 12566034 w 18982931"/>
              <a:gd name="connsiteY1149-49196" fmla="*/ 2206191 h 4449429"/>
              <a:gd name="connsiteX1150-49197" fmla="*/ 12598962 w 18982931"/>
              <a:gd name="connsiteY1150-49198" fmla="*/ 2267933 h 4449429"/>
              <a:gd name="connsiteX1151-49199" fmla="*/ 12607194 w 18982931"/>
              <a:gd name="connsiteY1151-49200" fmla="*/ 2263816 h 4449429"/>
              <a:gd name="connsiteX1152-49201" fmla="*/ 12607194 w 18982931"/>
              <a:gd name="connsiteY1152-49202" fmla="*/ 1461193 h 4449429"/>
              <a:gd name="connsiteX1153-49203" fmla="*/ 12677169 w 18982931"/>
              <a:gd name="connsiteY1153-49204" fmla="*/ 1230695 h 4449429"/>
              <a:gd name="connsiteX1154-49205" fmla="*/ 12920017 w 18982931"/>
              <a:gd name="connsiteY1154-49206" fmla="*/ 1230695 h 4449429"/>
              <a:gd name="connsiteX1155-49207" fmla="*/ 12948827 w 18982931"/>
              <a:gd name="connsiteY1155-49208" fmla="*/ 1490003 h 4449429"/>
              <a:gd name="connsiteX1156-49209" fmla="*/ 12948827 w 18982931"/>
              <a:gd name="connsiteY1156-49210" fmla="*/ 1909838 h 4449429"/>
              <a:gd name="connsiteX1157-49211" fmla="*/ 12948827 w 18982931"/>
              <a:gd name="connsiteY1157-49212" fmla="*/ 1975695 h 4449429"/>
              <a:gd name="connsiteX1158-49213" fmla="*/ 12969405 w 18982931"/>
              <a:gd name="connsiteY1158-49214" fmla="*/ 1979812 h 4449429"/>
              <a:gd name="connsiteX1159-49215" fmla="*/ 12989987 w 18982931"/>
              <a:gd name="connsiteY1159-49216" fmla="*/ 1913955 h 4449429"/>
              <a:gd name="connsiteX1160-49217" fmla="*/ 12989987 w 18982931"/>
              <a:gd name="connsiteY1160-49218" fmla="*/ 1469425 h 4449429"/>
              <a:gd name="connsiteX1161-49219" fmla="*/ 13064076 w 18982931"/>
              <a:gd name="connsiteY1161-49220" fmla="*/ 1395336 h 4449429"/>
              <a:gd name="connsiteX1162-49221" fmla="*/ 13146396 w 18982931"/>
              <a:gd name="connsiteY1162-49222" fmla="*/ 1395336 h 4449429"/>
              <a:gd name="connsiteX1163-49223" fmla="*/ 13146396 w 18982931"/>
              <a:gd name="connsiteY1163-49224" fmla="*/ 1111328 h 4449429"/>
              <a:gd name="connsiteX1164-49225" fmla="*/ 13216366 w 18982931"/>
              <a:gd name="connsiteY1164-49226" fmla="*/ 1103096 h 4449429"/>
              <a:gd name="connsiteX1165-49227" fmla="*/ 13228716 w 18982931"/>
              <a:gd name="connsiteY1165-49228" fmla="*/ 1041358 h 4449429"/>
              <a:gd name="connsiteX1166-49229" fmla="*/ 13368662 w 18982931"/>
              <a:gd name="connsiteY1166-49230" fmla="*/ 1041358 h 4449429"/>
              <a:gd name="connsiteX1167-49231" fmla="*/ 13368662 w 18982931"/>
              <a:gd name="connsiteY1167-49232" fmla="*/ 687379 h 4449429"/>
              <a:gd name="connsiteX1168-49233" fmla="*/ 13483911 w 18982931"/>
              <a:gd name="connsiteY1168-49234" fmla="*/ 687379 h 4449429"/>
              <a:gd name="connsiteX1169-49235" fmla="*/ 13483911 w 18982931"/>
              <a:gd name="connsiteY1169-49236" fmla="*/ 617404 h 4449429"/>
              <a:gd name="connsiteX1170-49237" fmla="*/ 13483911 w 18982931"/>
              <a:gd name="connsiteY1170-49238" fmla="*/ 131714 h 4449429"/>
              <a:gd name="connsiteX1171-49239" fmla="*/ 13541534 w 18982931"/>
              <a:gd name="connsiteY1171-49240" fmla="*/ 74089 h 4449429"/>
              <a:gd name="connsiteX1172-49241" fmla="*/ 13685593 w 18982931"/>
              <a:gd name="connsiteY1172-49242" fmla="*/ 74089 h 4449429"/>
              <a:gd name="connsiteX1173-49243" fmla="*/ 13730872 w 18982931"/>
              <a:gd name="connsiteY1173-49244" fmla="*/ 49392 h 4449429"/>
              <a:gd name="connsiteX1174-49245" fmla="*/ 13739104 w 18982931"/>
              <a:gd name="connsiteY1174-49246" fmla="*/ 0 h 4449429"/>
              <a:gd name="connsiteX0-49247" fmla="*/ 16404499 w 18982931"/>
              <a:gd name="connsiteY0-49248" fmla="*/ 4309270 h 4449429"/>
              <a:gd name="connsiteX1-49249" fmla="*/ 16404499 w 18982931"/>
              <a:gd name="connsiteY1-49250" fmla="*/ 4366104 h 4449429"/>
              <a:gd name="connsiteX2-49251" fmla="*/ 16461332 w 18982931"/>
              <a:gd name="connsiteY2-49252" fmla="*/ 4366104 h 4449429"/>
              <a:gd name="connsiteX3-49253" fmla="*/ 16461332 w 18982931"/>
              <a:gd name="connsiteY3-49254" fmla="*/ 4309270 h 4449429"/>
              <a:gd name="connsiteX4-49255" fmla="*/ 16404499 w 18982931"/>
              <a:gd name="connsiteY4-49256" fmla="*/ 4309270 h 4449429"/>
              <a:gd name="connsiteX5-49257" fmla="*/ 16292444 w 18982931"/>
              <a:gd name="connsiteY5-49258" fmla="*/ 4309270 h 4449429"/>
              <a:gd name="connsiteX6-49259" fmla="*/ 16292444 w 18982931"/>
              <a:gd name="connsiteY6-49260" fmla="*/ 4366104 h 4449429"/>
              <a:gd name="connsiteX7-49261" fmla="*/ 16349278 w 18982931"/>
              <a:gd name="connsiteY7-49262" fmla="*/ 4366104 h 4449429"/>
              <a:gd name="connsiteX8-49263" fmla="*/ 16349278 w 18982931"/>
              <a:gd name="connsiteY8-49264" fmla="*/ 4309270 h 4449429"/>
              <a:gd name="connsiteX9-49265" fmla="*/ 16292444 w 18982931"/>
              <a:gd name="connsiteY9-49266" fmla="*/ 4309270 h 4449429"/>
              <a:gd name="connsiteX10-49267" fmla="*/ 16180390 w 18982931"/>
              <a:gd name="connsiteY10-49268" fmla="*/ 4309270 h 4449429"/>
              <a:gd name="connsiteX11-49269" fmla="*/ 16180390 w 18982931"/>
              <a:gd name="connsiteY11-49270" fmla="*/ 4366104 h 4449429"/>
              <a:gd name="connsiteX12-49271" fmla="*/ 16237224 w 18982931"/>
              <a:gd name="connsiteY12-49272" fmla="*/ 4366104 h 4449429"/>
              <a:gd name="connsiteX13-49273" fmla="*/ 16237224 w 18982931"/>
              <a:gd name="connsiteY13-49274" fmla="*/ 4309270 h 4449429"/>
              <a:gd name="connsiteX14-49275" fmla="*/ 16180390 w 18982931"/>
              <a:gd name="connsiteY14-49276" fmla="*/ 4309270 h 4449429"/>
              <a:gd name="connsiteX15-49277" fmla="*/ 2813944 w 18982931"/>
              <a:gd name="connsiteY15-49278" fmla="*/ 4309269 h 4449429"/>
              <a:gd name="connsiteX16-49279" fmla="*/ 2813944 w 18982931"/>
              <a:gd name="connsiteY16-49280" fmla="*/ 4366102 h 4449429"/>
              <a:gd name="connsiteX17-49281" fmla="*/ 2870780 w 18982931"/>
              <a:gd name="connsiteY17-49282" fmla="*/ 4366102 h 4449429"/>
              <a:gd name="connsiteX18-49283" fmla="*/ 2870780 w 18982931"/>
              <a:gd name="connsiteY18-49284" fmla="*/ 4309269 h 4449429"/>
              <a:gd name="connsiteX19-49285" fmla="*/ 2813944 w 18982931"/>
              <a:gd name="connsiteY19-49286" fmla="*/ 4309269 h 4449429"/>
              <a:gd name="connsiteX20-49287" fmla="*/ 2701890 w 18982931"/>
              <a:gd name="connsiteY20-49288" fmla="*/ 4309269 h 4449429"/>
              <a:gd name="connsiteX21-49289" fmla="*/ 2701890 w 18982931"/>
              <a:gd name="connsiteY21-49290" fmla="*/ 4366102 h 4449429"/>
              <a:gd name="connsiteX22-49291" fmla="*/ 2758723 w 18982931"/>
              <a:gd name="connsiteY22-49292" fmla="*/ 4366102 h 4449429"/>
              <a:gd name="connsiteX23-49293" fmla="*/ 2758723 w 18982931"/>
              <a:gd name="connsiteY23-49294" fmla="*/ 4309269 h 4449429"/>
              <a:gd name="connsiteX24-49295" fmla="*/ 2701890 w 18982931"/>
              <a:gd name="connsiteY24-49296" fmla="*/ 4309269 h 4449429"/>
              <a:gd name="connsiteX25-49297" fmla="*/ 2589843 w 18982931"/>
              <a:gd name="connsiteY25-49298" fmla="*/ 4309269 h 4449429"/>
              <a:gd name="connsiteX26-49299" fmla="*/ 2589843 w 18982931"/>
              <a:gd name="connsiteY26-49300" fmla="*/ 4366102 h 4449429"/>
              <a:gd name="connsiteX27-49301" fmla="*/ 2646669 w 18982931"/>
              <a:gd name="connsiteY27-49302" fmla="*/ 4366102 h 4449429"/>
              <a:gd name="connsiteX28-49303" fmla="*/ 2646669 w 18982931"/>
              <a:gd name="connsiteY28-49304" fmla="*/ 4309269 h 4449429"/>
              <a:gd name="connsiteX29-49305" fmla="*/ 2589843 w 18982931"/>
              <a:gd name="connsiteY29-49306" fmla="*/ 4309269 h 4449429"/>
              <a:gd name="connsiteX30-49307" fmla="*/ 16404499 w 18982931"/>
              <a:gd name="connsiteY30-49308" fmla="*/ 4163982 h 4449429"/>
              <a:gd name="connsiteX31-49309" fmla="*/ 16404499 w 18982931"/>
              <a:gd name="connsiteY31-49310" fmla="*/ 4220816 h 4449429"/>
              <a:gd name="connsiteX32-49311" fmla="*/ 16461332 w 18982931"/>
              <a:gd name="connsiteY32-49312" fmla="*/ 4220816 h 4449429"/>
              <a:gd name="connsiteX33-49313" fmla="*/ 16461332 w 18982931"/>
              <a:gd name="connsiteY33-49314" fmla="*/ 4163982 h 4449429"/>
              <a:gd name="connsiteX34-49315" fmla="*/ 16404499 w 18982931"/>
              <a:gd name="connsiteY34-49316" fmla="*/ 4163982 h 4449429"/>
              <a:gd name="connsiteX35-49317" fmla="*/ 16292444 w 18982931"/>
              <a:gd name="connsiteY35-49318" fmla="*/ 4163982 h 4449429"/>
              <a:gd name="connsiteX36-49319" fmla="*/ 16292444 w 18982931"/>
              <a:gd name="connsiteY36-49320" fmla="*/ 4220816 h 4449429"/>
              <a:gd name="connsiteX37-49321" fmla="*/ 16349278 w 18982931"/>
              <a:gd name="connsiteY37-49322" fmla="*/ 4220816 h 4449429"/>
              <a:gd name="connsiteX38-49323" fmla="*/ 16349278 w 18982931"/>
              <a:gd name="connsiteY38-49324" fmla="*/ 4163982 h 4449429"/>
              <a:gd name="connsiteX39-49325" fmla="*/ 16292444 w 18982931"/>
              <a:gd name="connsiteY39-49326" fmla="*/ 4163982 h 4449429"/>
              <a:gd name="connsiteX40-49327" fmla="*/ 16180390 w 18982931"/>
              <a:gd name="connsiteY40-49328" fmla="*/ 4163982 h 4449429"/>
              <a:gd name="connsiteX41-49329" fmla="*/ 16180390 w 18982931"/>
              <a:gd name="connsiteY41-49330" fmla="*/ 4220816 h 4449429"/>
              <a:gd name="connsiteX42-49331" fmla="*/ 16237224 w 18982931"/>
              <a:gd name="connsiteY42-49332" fmla="*/ 4220816 h 4449429"/>
              <a:gd name="connsiteX43-49333" fmla="*/ 16237224 w 18982931"/>
              <a:gd name="connsiteY43-49334" fmla="*/ 4163982 h 4449429"/>
              <a:gd name="connsiteX44-49335" fmla="*/ 16180390 w 18982931"/>
              <a:gd name="connsiteY44-49336" fmla="*/ 4163982 h 4449429"/>
              <a:gd name="connsiteX45-49337" fmla="*/ 2813944 w 18982931"/>
              <a:gd name="connsiteY45-49338" fmla="*/ 4163981 h 4449429"/>
              <a:gd name="connsiteX46-49339" fmla="*/ 2813944 w 18982931"/>
              <a:gd name="connsiteY46-49340" fmla="*/ 4220814 h 4449429"/>
              <a:gd name="connsiteX47-49341" fmla="*/ 2870780 w 18982931"/>
              <a:gd name="connsiteY47-49342" fmla="*/ 4220814 h 4449429"/>
              <a:gd name="connsiteX48-49343" fmla="*/ 2870780 w 18982931"/>
              <a:gd name="connsiteY48-49344" fmla="*/ 4163981 h 4449429"/>
              <a:gd name="connsiteX49-49345" fmla="*/ 2813944 w 18982931"/>
              <a:gd name="connsiteY49-49346" fmla="*/ 4163981 h 4449429"/>
              <a:gd name="connsiteX50-49347" fmla="*/ 2701890 w 18982931"/>
              <a:gd name="connsiteY50-49348" fmla="*/ 4163981 h 4449429"/>
              <a:gd name="connsiteX51-49349" fmla="*/ 2701890 w 18982931"/>
              <a:gd name="connsiteY51-49350" fmla="*/ 4220814 h 4449429"/>
              <a:gd name="connsiteX52-49351" fmla="*/ 2758723 w 18982931"/>
              <a:gd name="connsiteY52-49352" fmla="*/ 4220814 h 4449429"/>
              <a:gd name="connsiteX53-49353" fmla="*/ 2758723 w 18982931"/>
              <a:gd name="connsiteY53-49354" fmla="*/ 4163981 h 4449429"/>
              <a:gd name="connsiteX54-49355" fmla="*/ 2701890 w 18982931"/>
              <a:gd name="connsiteY54-49356" fmla="*/ 4163981 h 4449429"/>
              <a:gd name="connsiteX55-49357" fmla="*/ 2589843 w 18982931"/>
              <a:gd name="connsiteY55-49358" fmla="*/ 4163981 h 4449429"/>
              <a:gd name="connsiteX56-49359" fmla="*/ 2589843 w 18982931"/>
              <a:gd name="connsiteY56-49360" fmla="*/ 4220814 h 4449429"/>
              <a:gd name="connsiteX57-49361" fmla="*/ 2646669 w 18982931"/>
              <a:gd name="connsiteY57-49362" fmla="*/ 4220814 h 4449429"/>
              <a:gd name="connsiteX58-49363" fmla="*/ 2646669 w 18982931"/>
              <a:gd name="connsiteY58-49364" fmla="*/ 4163981 h 4449429"/>
              <a:gd name="connsiteX59-49365" fmla="*/ 2589843 w 18982931"/>
              <a:gd name="connsiteY59-49366" fmla="*/ 4163981 h 4449429"/>
              <a:gd name="connsiteX60-49367" fmla="*/ 9851983 w 18982931"/>
              <a:gd name="connsiteY60-49368" fmla="*/ 4073253 h 4449429"/>
              <a:gd name="connsiteX61-49369" fmla="*/ 9851983 w 18982931"/>
              <a:gd name="connsiteY61-49370" fmla="*/ 4282100 h 4449429"/>
              <a:gd name="connsiteX62-49371" fmla="*/ 9897683 w 18982931"/>
              <a:gd name="connsiteY62-49372" fmla="*/ 4282100 h 4449429"/>
              <a:gd name="connsiteX63-49373" fmla="*/ 9897683 w 18982931"/>
              <a:gd name="connsiteY63-49374" fmla="*/ 4073253 h 4449429"/>
              <a:gd name="connsiteX64-49375" fmla="*/ 9851983 w 18982931"/>
              <a:gd name="connsiteY64-49376" fmla="*/ 4073253 h 4449429"/>
              <a:gd name="connsiteX65-49377" fmla="*/ 9760354 w 18982931"/>
              <a:gd name="connsiteY65-49378" fmla="*/ 4073253 h 4449429"/>
              <a:gd name="connsiteX66-49379" fmla="*/ 9760354 w 18982931"/>
              <a:gd name="connsiteY66-49380" fmla="*/ 4282100 h 4449429"/>
              <a:gd name="connsiteX67-49381" fmla="*/ 9806054 w 18982931"/>
              <a:gd name="connsiteY67-49382" fmla="*/ 4282100 h 4449429"/>
              <a:gd name="connsiteX68-49383" fmla="*/ 9806054 w 18982931"/>
              <a:gd name="connsiteY68-49384" fmla="*/ 4073253 h 4449429"/>
              <a:gd name="connsiteX69-49385" fmla="*/ 9760354 w 18982931"/>
              <a:gd name="connsiteY69-49386" fmla="*/ 4073253 h 4449429"/>
              <a:gd name="connsiteX70-49387" fmla="*/ 9668723 w 18982931"/>
              <a:gd name="connsiteY70-49388" fmla="*/ 4073253 h 4449429"/>
              <a:gd name="connsiteX71-49389" fmla="*/ 9668723 w 18982931"/>
              <a:gd name="connsiteY71-49390" fmla="*/ 4282100 h 4449429"/>
              <a:gd name="connsiteX72-49391" fmla="*/ 9714423 w 18982931"/>
              <a:gd name="connsiteY72-49392" fmla="*/ 4282100 h 4449429"/>
              <a:gd name="connsiteX73-49393" fmla="*/ 9714423 w 18982931"/>
              <a:gd name="connsiteY73-49394" fmla="*/ 4073253 h 4449429"/>
              <a:gd name="connsiteX74-49395" fmla="*/ 9668723 w 18982931"/>
              <a:gd name="connsiteY74-49396" fmla="*/ 4073253 h 4449429"/>
              <a:gd name="connsiteX75-49397" fmla="*/ 9577094 w 18982931"/>
              <a:gd name="connsiteY75-49398" fmla="*/ 4073253 h 4449429"/>
              <a:gd name="connsiteX76-49399" fmla="*/ 9577094 w 18982931"/>
              <a:gd name="connsiteY76-49400" fmla="*/ 4282100 h 4449429"/>
              <a:gd name="connsiteX77-49401" fmla="*/ 9622794 w 18982931"/>
              <a:gd name="connsiteY77-49402" fmla="*/ 4282100 h 4449429"/>
              <a:gd name="connsiteX78-49403" fmla="*/ 9622794 w 18982931"/>
              <a:gd name="connsiteY78-49404" fmla="*/ 4073253 h 4449429"/>
              <a:gd name="connsiteX79-49405" fmla="*/ 9577094 w 18982931"/>
              <a:gd name="connsiteY79-49406" fmla="*/ 4073253 h 4449429"/>
              <a:gd name="connsiteX80-49407" fmla="*/ 9485470 w 18982931"/>
              <a:gd name="connsiteY80-49408" fmla="*/ 4073253 h 4449429"/>
              <a:gd name="connsiteX81-49409" fmla="*/ 9485470 w 18982931"/>
              <a:gd name="connsiteY81-49410" fmla="*/ 4282100 h 4449429"/>
              <a:gd name="connsiteX82-49411" fmla="*/ 9531165 w 18982931"/>
              <a:gd name="connsiteY82-49412" fmla="*/ 4282100 h 4449429"/>
              <a:gd name="connsiteX83-49413" fmla="*/ 9531165 w 18982931"/>
              <a:gd name="connsiteY83-49414" fmla="*/ 4073253 h 4449429"/>
              <a:gd name="connsiteX84-49415" fmla="*/ 9485470 w 18982931"/>
              <a:gd name="connsiteY84-49416" fmla="*/ 4073253 h 4449429"/>
              <a:gd name="connsiteX85-49417" fmla="*/ 9393836 w 18982931"/>
              <a:gd name="connsiteY85-49418" fmla="*/ 4073253 h 4449429"/>
              <a:gd name="connsiteX86-49419" fmla="*/ 9393836 w 18982931"/>
              <a:gd name="connsiteY86-49420" fmla="*/ 4282100 h 4449429"/>
              <a:gd name="connsiteX87-49421" fmla="*/ 9439536 w 18982931"/>
              <a:gd name="connsiteY87-49422" fmla="*/ 4282100 h 4449429"/>
              <a:gd name="connsiteX88-49423" fmla="*/ 9439536 w 18982931"/>
              <a:gd name="connsiteY88-49424" fmla="*/ 4073253 h 4449429"/>
              <a:gd name="connsiteX89-49425" fmla="*/ 9393836 w 18982931"/>
              <a:gd name="connsiteY89-49426" fmla="*/ 4073253 h 4449429"/>
              <a:gd name="connsiteX90-49427" fmla="*/ 9302203 w 18982931"/>
              <a:gd name="connsiteY90-49428" fmla="*/ 4073253 h 4449429"/>
              <a:gd name="connsiteX91-49429" fmla="*/ 9302203 w 18982931"/>
              <a:gd name="connsiteY91-49430" fmla="*/ 4282100 h 4449429"/>
              <a:gd name="connsiteX92-49431" fmla="*/ 9347904 w 18982931"/>
              <a:gd name="connsiteY92-49432" fmla="*/ 4282100 h 4449429"/>
              <a:gd name="connsiteX93-49433" fmla="*/ 9347904 w 18982931"/>
              <a:gd name="connsiteY93-49434" fmla="*/ 4073253 h 4449429"/>
              <a:gd name="connsiteX94-49435" fmla="*/ 9302203 w 18982931"/>
              <a:gd name="connsiteY94-49436" fmla="*/ 4073253 h 4449429"/>
              <a:gd name="connsiteX95-49437" fmla="*/ 16404499 w 18982931"/>
              <a:gd name="connsiteY95-49438" fmla="*/ 4018694 h 4449429"/>
              <a:gd name="connsiteX96-49439" fmla="*/ 16404499 w 18982931"/>
              <a:gd name="connsiteY96-49440" fmla="*/ 4075528 h 4449429"/>
              <a:gd name="connsiteX97-49441" fmla="*/ 16461332 w 18982931"/>
              <a:gd name="connsiteY97-49442" fmla="*/ 4075528 h 4449429"/>
              <a:gd name="connsiteX98-49443" fmla="*/ 16461332 w 18982931"/>
              <a:gd name="connsiteY98-49444" fmla="*/ 4018694 h 4449429"/>
              <a:gd name="connsiteX99-49445" fmla="*/ 16404499 w 18982931"/>
              <a:gd name="connsiteY99-49446" fmla="*/ 4018694 h 4449429"/>
              <a:gd name="connsiteX100-49447" fmla="*/ 16292444 w 18982931"/>
              <a:gd name="connsiteY100-49448" fmla="*/ 4018694 h 4449429"/>
              <a:gd name="connsiteX101-49449" fmla="*/ 16292444 w 18982931"/>
              <a:gd name="connsiteY101-49450" fmla="*/ 4075528 h 4449429"/>
              <a:gd name="connsiteX102-49451" fmla="*/ 16349278 w 18982931"/>
              <a:gd name="connsiteY102-49452" fmla="*/ 4075528 h 4449429"/>
              <a:gd name="connsiteX103-49453" fmla="*/ 16349278 w 18982931"/>
              <a:gd name="connsiteY103-49454" fmla="*/ 4018694 h 4449429"/>
              <a:gd name="connsiteX104-49455" fmla="*/ 16292444 w 18982931"/>
              <a:gd name="connsiteY104-49456" fmla="*/ 4018694 h 4449429"/>
              <a:gd name="connsiteX105-49457" fmla="*/ 16180390 w 18982931"/>
              <a:gd name="connsiteY105-49458" fmla="*/ 4018694 h 4449429"/>
              <a:gd name="connsiteX106-49459" fmla="*/ 16180390 w 18982931"/>
              <a:gd name="connsiteY106-49460" fmla="*/ 4075528 h 4449429"/>
              <a:gd name="connsiteX107-49461" fmla="*/ 16237224 w 18982931"/>
              <a:gd name="connsiteY107-49462" fmla="*/ 4075528 h 4449429"/>
              <a:gd name="connsiteX108-49463" fmla="*/ 16237224 w 18982931"/>
              <a:gd name="connsiteY108-49464" fmla="*/ 4018694 h 4449429"/>
              <a:gd name="connsiteX109-49465" fmla="*/ 16180390 w 18982931"/>
              <a:gd name="connsiteY109-49466" fmla="*/ 4018694 h 4449429"/>
              <a:gd name="connsiteX110-49467" fmla="*/ 2813944 w 18982931"/>
              <a:gd name="connsiteY110-49468" fmla="*/ 4018692 h 4449429"/>
              <a:gd name="connsiteX111-49469" fmla="*/ 2813944 w 18982931"/>
              <a:gd name="connsiteY111-49470" fmla="*/ 4075526 h 4449429"/>
              <a:gd name="connsiteX112-49471" fmla="*/ 2870780 w 18982931"/>
              <a:gd name="connsiteY112-49472" fmla="*/ 4075526 h 4449429"/>
              <a:gd name="connsiteX113-49473" fmla="*/ 2870780 w 18982931"/>
              <a:gd name="connsiteY113-49474" fmla="*/ 4018692 h 4449429"/>
              <a:gd name="connsiteX114-49475" fmla="*/ 2813944 w 18982931"/>
              <a:gd name="connsiteY114-49476" fmla="*/ 4018692 h 4449429"/>
              <a:gd name="connsiteX115-49477" fmla="*/ 2701890 w 18982931"/>
              <a:gd name="connsiteY115-49478" fmla="*/ 4018692 h 4449429"/>
              <a:gd name="connsiteX116-49479" fmla="*/ 2701890 w 18982931"/>
              <a:gd name="connsiteY116-49480" fmla="*/ 4075526 h 4449429"/>
              <a:gd name="connsiteX117-49481" fmla="*/ 2758723 w 18982931"/>
              <a:gd name="connsiteY117-49482" fmla="*/ 4075526 h 4449429"/>
              <a:gd name="connsiteX118-49483" fmla="*/ 2758723 w 18982931"/>
              <a:gd name="connsiteY118-49484" fmla="*/ 4018692 h 4449429"/>
              <a:gd name="connsiteX119-49485" fmla="*/ 2701890 w 18982931"/>
              <a:gd name="connsiteY119-49486" fmla="*/ 4018692 h 4449429"/>
              <a:gd name="connsiteX120-49487" fmla="*/ 2589843 w 18982931"/>
              <a:gd name="connsiteY120-49488" fmla="*/ 4018692 h 4449429"/>
              <a:gd name="connsiteX121-49489" fmla="*/ 2589843 w 18982931"/>
              <a:gd name="connsiteY121-49490" fmla="*/ 4075526 h 4449429"/>
              <a:gd name="connsiteX122-49491" fmla="*/ 2646669 w 18982931"/>
              <a:gd name="connsiteY122-49492" fmla="*/ 4075526 h 4449429"/>
              <a:gd name="connsiteX123-49493" fmla="*/ 2646669 w 18982931"/>
              <a:gd name="connsiteY123-49494" fmla="*/ 4018692 h 4449429"/>
              <a:gd name="connsiteX124-49495" fmla="*/ 2589843 w 18982931"/>
              <a:gd name="connsiteY124-49496" fmla="*/ 4018692 h 4449429"/>
              <a:gd name="connsiteX125-49497" fmla="*/ 16404499 w 18982931"/>
              <a:gd name="connsiteY125-49498" fmla="*/ 3873406 h 4449429"/>
              <a:gd name="connsiteX126-49499" fmla="*/ 16404499 w 18982931"/>
              <a:gd name="connsiteY126-49500" fmla="*/ 3930240 h 4449429"/>
              <a:gd name="connsiteX127-49501" fmla="*/ 16461332 w 18982931"/>
              <a:gd name="connsiteY127-49502" fmla="*/ 3930240 h 4449429"/>
              <a:gd name="connsiteX128-49503" fmla="*/ 16461332 w 18982931"/>
              <a:gd name="connsiteY128-49504" fmla="*/ 3873406 h 4449429"/>
              <a:gd name="connsiteX129-49505" fmla="*/ 16404499 w 18982931"/>
              <a:gd name="connsiteY129-49506" fmla="*/ 3873406 h 4449429"/>
              <a:gd name="connsiteX130-49507" fmla="*/ 16292444 w 18982931"/>
              <a:gd name="connsiteY130-49508" fmla="*/ 3873406 h 4449429"/>
              <a:gd name="connsiteX131-49509" fmla="*/ 16292444 w 18982931"/>
              <a:gd name="connsiteY131-49510" fmla="*/ 3930240 h 4449429"/>
              <a:gd name="connsiteX132-49511" fmla="*/ 16349278 w 18982931"/>
              <a:gd name="connsiteY132-49512" fmla="*/ 3930240 h 4449429"/>
              <a:gd name="connsiteX133-49513" fmla="*/ 16349278 w 18982931"/>
              <a:gd name="connsiteY133-49514" fmla="*/ 3873406 h 4449429"/>
              <a:gd name="connsiteX134-49515" fmla="*/ 16292444 w 18982931"/>
              <a:gd name="connsiteY134-49516" fmla="*/ 3873406 h 4449429"/>
              <a:gd name="connsiteX135-49517" fmla="*/ 16180390 w 18982931"/>
              <a:gd name="connsiteY135-49518" fmla="*/ 3873406 h 4449429"/>
              <a:gd name="connsiteX136-49519" fmla="*/ 16180390 w 18982931"/>
              <a:gd name="connsiteY136-49520" fmla="*/ 3930240 h 4449429"/>
              <a:gd name="connsiteX137-49521" fmla="*/ 16237224 w 18982931"/>
              <a:gd name="connsiteY137-49522" fmla="*/ 3930240 h 4449429"/>
              <a:gd name="connsiteX138-49523" fmla="*/ 16237224 w 18982931"/>
              <a:gd name="connsiteY138-49524" fmla="*/ 3873406 h 4449429"/>
              <a:gd name="connsiteX139-49525" fmla="*/ 16180390 w 18982931"/>
              <a:gd name="connsiteY139-49526" fmla="*/ 3873406 h 4449429"/>
              <a:gd name="connsiteX140-49527" fmla="*/ 2813944 w 18982931"/>
              <a:gd name="connsiteY140-49528" fmla="*/ 3873404 h 4449429"/>
              <a:gd name="connsiteX141-49529" fmla="*/ 2813944 w 18982931"/>
              <a:gd name="connsiteY141-49530" fmla="*/ 3930238 h 4449429"/>
              <a:gd name="connsiteX142-49531" fmla="*/ 2870780 w 18982931"/>
              <a:gd name="connsiteY142-49532" fmla="*/ 3930238 h 4449429"/>
              <a:gd name="connsiteX143-49533" fmla="*/ 2870780 w 18982931"/>
              <a:gd name="connsiteY143-49534" fmla="*/ 3873404 h 4449429"/>
              <a:gd name="connsiteX144-49535" fmla="*/ 2813944 w 18982931"/>
              <a:gd name="connsiteY144-49536" fmla="*/ 3873404 h 4449429"/>
              <a:gd name="connsiteX145-49537" fmla="*/ 2701890 w 18982931"/>
              <a:gd name="connsiteY145-49538" fmla="*/ 3873404 h 4449429"/>
              <a:gd name="connsiteX146-49539" fmla="*/ 2701890 w 18982931"/>
              <a:gd name="connsiteY146-49540" fmla="*/ 3930238 h 4449429"/>
              <a:gd name="connsiteX147-49541" fmla="*/ 2758723 w 18982931"/>
              <a:gd name="connsiteY147-49542" fmla="*/ 3930238 h 4449429"/>
              <a:gd name="connsiteX148-49543" fmla="*/ 2758723 w 18982931"/>
              <a:gd name="connsiteY148-49544" fmla="*/ 3873404 h 4449429"/>
              <a:gd name="connsiteX149-49545" fmla="*/ 2701890 w 18982931"/>
              <a:gd name="connsiteY149-49546" fmla="*/ 3873404 h 4449429"/>
              <a:gd name="connsiteX150-49547" fmla="*/ 2589843 w 18982931"/>
              <a:gd name="connsiteY150-49548" fmla="*/ 3873404 h 4449429"/>
              <a:gd name="connsiteX151-49549" fmla="*/ 2589843 w 18982931"/>
              <a:gd name="connsiteY151-49550" fmla="*/ 3930238 h 4449429"/>
              <a:gd name="connsiteX152-49551" fmla="*/ 2646669 w 18982931"/>
              <a:gd name="connsiteY152-49552" fmla="*/ 3930238 h 4449429"/>
              <a:gd name="connsiteX153-49553" fmla="*/ 2646669 w 18982931"/>
              <a:gd name="connsiteY153-49554" fmla="*/ 3873404 h 4449429"/>
              <a:gd name="connsiteX154-49555" fmla="*/ 2589843 w 18982931"/>
              <a:gd name="connsiteY154-49556" fmla="*/ 3873404 h 4449429"/>
              <a:gd name="connsiteX155-49557" fmla="*/ 17351339 w 18982931"/>
              <a:gd name="connsiteY155-49558" fmla="*/ 3769299 h 4449429"/>
              <a:gd name="connsiteX156-49559" fmla="*/ 17351339 w 18982931"/>
              <a:gd name="connsiteY156-49560" fmla="*/ 3815000 h 4449429"/>
              <a:gd name="connsiteX157-49561" fmla="*/ 17560187 w 18982931"/>
              <a:gd name="connsiteY157-49562" fmla="*/ 3815000 h 4449429"/>
              <a:gd name="connsiteX158-49563" fmla="*/ 17560187 w 18982931"/>
              <a:gd name="connsiteY158-49564" fmla="*/ 3769299 h 4449429"/>
              <a:gd name="connsiteX159-49565" fmla="*/ 17351339 w 18982931"/>
              <a:gd name="connsiteY159-49566" fmla="*/ 3769299 h 4449429"/>
              <a:gd name="connsiteX160-49567" fmla="*/ 16404499 w 18982931"/>
              <a:gd name="connsiteY160-49568" fmla="*/ 3728118 h 4449429"/>
              <a:gd name="connsiteX161-49569" fmla="*/ 16404499 w 18982931"/>
              <a:gd name="connsiteY161-49570" fmla="*/ 3784951 h 4449429"/>
              <a:gd name="connsiteX162-49571" fmla="*/ 16461332 w 18982931"/>
              <a:gd name="connsiteY162-49572" fmla="*/ 3784951 h 4449429"/>
              <a:gd name="connsiteX163-49573" fmla="*/ 16461332 w 18982931"/>
              <a:gd name="connsiteY163-49574" fmla="*/ 3728118 h 4449429"/>
              <a:gd name="connsiteX164-49575" fmla="*/ 16404499 w 18982931"/>
              <a:gd name="connsiteY164-49576" fmla="*/ 3728118 h 4449429"/>
              <a:gd name="connsiteX165-49577" fmla="*/ 16292444 w 18982931"/>
              <a:gd name="connsiteY165-49578" fmla="*/ 3728118 h 4449429"/>
              <a:gd name="connsiteX166-49579" fmla="*/ 16292444 w 18982931"/>
              <a:gd name="connsiteY166-49580" fmla="*/ 3784951 h 4449429"/>
              <a:gd name="connsiteX167-49581" fmla="*/ 16349278 w 18982931"/>
              <a:gd name="connsiteY167-49582" fmla="*/ 3784951 h 4449429"/>
              <a:gd name="connsiteX168-49583" fmla="*/ 16349278 w 18982931"/>
              <a:gd name="connsiteY168-49584" fmla="*/ 3728118 h 4449429"/>
              <a:gd name="connsiteX169-49585" fmla="*/ 16292444 w 18982931"/>
              <a:gd name="connsiteY169-49586" fmla="*/ 3728118 h 4449429"/>
              <a:gd name="connsiteX170-49587" fmla="*/ 16180390 w 18982931"/>
              <a:gd name="connsiteY170-49588" fmla="*/ 3728118 h 4449429"/>
              <a:gd name="connsiteX171-49589" fmla="*/ 16180390 w 18982931"/>
              <a:gd name="connsiteY171-49590" fmla="*/ 3784951 h 4449429"/>
              <a:gd name="connsiteX172-49591" fmla="*/ 16237224 w 18982931"/>
              <a:gd name="connsiteY172-49592" fmla="*/ 3784951 h 4449429"/>
              <a:gd name="connsiteX173-49593" fmla="*/ 16237224 w 18982931"/>
              <a:gd name="connsiteY173-49594" fmla="*/ 3728118 h 4449429"/>
              <a:gd name="connsiteX174-49595" fmla="*/ 16180390 w 18982931"/>
              <a:gd name="connsiteY174-49596" fmla="*/ 3728118 h 4449429"/>
              <a:gd name="connsiteX175-49597" fmla="*/ 2813944 w 18982931"/>
              <a:gd name="connsiteY175-49598" fmla="*/ 3728116 h 4449429"/>
              <a:gd name="connsiteX176-49599" fmla="*/ 2813944 w 18982931"/>
              <a:gd name="connsiteY176-49600" fmla="*/ 3784950 h 4449429"/>
              <a:gd name="connsiteX177-49601" fmla="*/ 2870780 w 18982931"/>
              <a:gd name="connsiteY177-49602" fmla="*/ 3784950 h 4449429"/>
              <a:gd name="connsiteX178-49603" fmla="*/ 2870780 w 18982931"/>
              <a:gd name="connsiteY178-49604" fmla="*/ 3728116 h 4449429"/>
              <a:gd name="connsiteX179-49605" fmla="*/ 2813944 w 18982931"/>
              <a:gd name="connsiteY179-49606" fmla="*/ 3728116 h 4449429"/>
              <a:gd name="connsiteX180-49607" fmla="*/ 2701891 w 18982931"/>
              <a:gd name="connsiteY180-49608" fmla="*/ 3728116 h 4449429"/>
              <a:gd name="connsiteX181-49609" fmla="*/ 2701891 w 18982931"/>
              <a:gd name="connsiteY181-49610" fmla="*/ 3784950 h 4449429"/>
              <a:gd name="connsiteX182-49611" fmla="*/ 2758730 w 18982931"/>
              <a:gd name="connsiteY182-49612" fmla="*/ 3784950 h 4449429"/>
              <a:gd name="connsiteX183-49613" fmla="*/ 2758730 w 18982931"/>
              <a:gd name="connsiteY183-49614" fmla="*/ 3728116 h 4449429"/>
              <a:gd name="connsiteX184-49615" fmla="*/ 2701891 w 18982931"/>
              <a:gd name="connsiteY184-49616" fmla="*/ 3728116 h 4449429"/>
              <a:gd name="connsiteX185-49617" fmla="*/ 2589845 w 18982931"/>
              <a:gd name="connsiteY185-49618" fmla="*/ 3728116 h 4449429"/>
              <a:gd name="connsiteX186-49619" fmla="*/ 2589845 w 18982931"/>
              <a:gd name="connsiteY186-49620" fmla="*/ 3784950 h 4449429"/>
              <a:gd name="connsiteX187-49621" fmla="*/ 2646671 w 18982931"/>
              <a:gd name="connsiteY187-49622" fmla="*/ 3784950 h 4449429"/>
              <a:gd name="connsiteX188-49623" fmla="*/ 2646671 w 18982931"/>
              <a:gd name="connsiteY188-49624" fmla="*/ 3728116 h 4449429"/>
              <a:gd name="connsiteX189-49625" fmla="*/ 2589845 w 18982931"/>
              <a:gd name="connsiteY189-49626" fmla="*/ 3728116 h 4449429"/>
              <a:gd name="connsiteX190-49627" fmla="*/ 17351339 w 18982931"/>
              <a:gd name="connsiteY190-49628" fmla="*/ 3677667 h 4449429"/>
              <a:gd name="connsiteX191-49629" fmla="*/ 17351339 w 18982931"/>
              <a:gd name="connsiteY191-49630" fmla="*/ 3723368 h 4449429"/>
              <a:gd name="connsiteX192-49631" fmla="*/ 17560187 w 18982931"/>
              <a:gd name="connsiteY192-49632" fmla="*/ 3723368 h 4449429"/>
              <a:gd name="connsiteX193-49633" fmla="*/ 17560187 w 18982931"/>
              <a:gd name="connsiteY193-49634" fmla="*/ 3677667 h 4449429"/>
              <a:gd name="connsiteX194-49635" fmla="*/ 17351339 w 18982931"/>
              <a:gd name="connsiteY194-49636" fmla="*/ 3677667 h 4449429"/>
              <a:gd name="connsiteX195-49637" fmla="*/ 12612246 w 18982931"/>
              <a:gd name="connsiteY195-49638" fmla="*/ 3645952 h 4449429"/>
              <a:gd name="connsiteX196-49639" fmla="*/ 12612246 w 18982931"/>
              <a:gd name="connsiteY196-49640" fmla="*/ 3702785 h 4449429"/>
              <a:gd name="connsiteX197-49641" fmla="*/ 12669079 w 18982931"/>
              <a:gd name="connsiteY197-49642" fmla="*/ 3702785 h 4449429"/>
              <a:gd name="connsiteX198-49643" fmla="*/ 12669079 w 18982931"/>
              <a:gd name="connsiteY198-49644" fmla="*/ 3645952 h 4449429"/>
              <a:gd name="connsiteX199-49645" fmla="*/ 12612246 w 18982931"/>
              <a:gd name="connsiteY199-49646" fmla="*/ 3645952 h 4449429"/>
              <a:gd name="connsiteX200-49647" fmla="*/ 12500191 w 18982931"/>
              <a:gd name="connsiteY200-49648" fmla="*/ 3645952 h 4449429"/>
              <a:gd name="connsiteX201-49649" fmla="*/ 12500191 w 18982931"/>
              <a:gd name="connsiteY201-49650" fmla="*/ 3702785 h 4449429"/>
              <a:gd name="connsiteX202-49651" fmla="*/ 12557025 w 18982931"/>
              <a:gd name="connsiteY202-49652" fmla="*/ 3702785 h 4449429"/>
              <a:gd name="connsiteX203-49653" fmla="*/ 12557025 w 18982931"/>
              <a:gd name="connsiteY203-49654" fmla="*/ 3645952 h 4449429"/>
              <a:gd name="connsiteX204-49655" fmla="*/ 12500191 w 18982931"/>
              <a:gd name="connsiteY204-49656" fmla="*/ 3645952 h 4449429"/>
              <a:gd name="connsiteX205-49657" fmla="*/ 12388137 w 18982931"/>
              <a:gd name="connsiteY205-49658" fmla="*/ 3645952 h 4449429"/>
              <a:gd name="connsiteX206-49659" fmla="*/ 12388137 w 18982931"/>
              <a:gd name="connsiteY206-49660" fmla="*/ 3702785 h 4449429"/>
              <a:gd name="connsiteX207-49661" fmla="*/ 12444971 w 18982931"/>
              <a:gd name="connsiteY207-49662" fmla="*/ 3702785 h 4449429"/>
              <a:gd name="connsiteX208-49663" fmla="*/ 12444971 w 18982931"/>
              <a:gd name="connsiteY208-49664" fmla="*/ 3645952 h 4449429"/>
              <a:gd name="connsiteX209-49665" fmla="*/ 12388137 w 18982931"/>
              <a:gd name="connsiteY209-49666" fmla="*/ 3645952 h 4449429"/>
              <a:gd name="connsiteX210-49667" fmla="*/ 17351339 w 18982931"/>
              <a:gd name="connsiteY210-49668" fmla="*/ 3586038 h 4449429"/>
              <a:gd name="connsiteX211-49669" fmla="*/ 17351339 w 18982931"/>
              <a:gd name="connsiteY211-49670" fmla="*/ 3631739 h 4449429"/>
              <a:gd name="connsiteX212-49671" fmla="*/ 17560187 w 18982931"/>
              <a:gd name="connsiteY212-49672" fmla="*/ 3631739 h 4449429"/>
              <a:gd name="connsiteX213-49673" fmla="*/ 17560187 w 18982931"/>
              <a:gd name="connsiteY213-49674" fmla="*/ 3586038 h 4449429"/>
              <a:gd name="connsiteX214-49675" fmla="*/ 17351339 w 18982931"/>
              <a:gd name="connsiteY214-49676" fmla="*/ 3586038 h 4449429"/>
              <a:gd name="connsiteX215-49677" fmla="*/ 16404499 w 18982931"/>
              <a:gd name="connsiteY215-49678" fmla="*/ 3582830 h 4449429"/>
              <a:gd name="connsiteX216-49679" fmla="*/ 16404499 w 18982931"/>
              <a:gd name="connsiteY216-49680" fmla="*/ 3639663 h 4449429"/>
              <a:gd name="connsiteX217-49681" fmla="*/ 16461332 w 18982931"/>
              <a:gd name="connsiteY217-49682" fmla="*/ 3639663 h 4449429"/>
              <a:gd name="connsiteX218-49683" fmla="*/ 16461332 w 18982931"/>
              <a:gd name="connsiteY218-49684" fmla="*/ 3582830 h 4449429"/>
              <a:gd name="connsiteX219-49685" fmla="*/ 16404499 w 18982931"/>
              <a:gd name="connsiteY219-49686" fmla="*/ 3582830 h 4449429"/>
              <a:gd name="connsiteX220-49687" fmla="*/ 16292444 w 18982931"/>
              <a:gd name="connsiteY220-49688" fmla="*/ 3582830 h 4449429"/>
              <a:gd name="connsiteX221-49689" fmla="*/ 16292444 w 18982931"/>
              <a:gd name="connsiteY221-49690" fmla="*/ 3639663 h 4449429"/>
              <a:gd name="connsiteX222-49691" fmla="*/ 16349278 w 18982931"/>
              <a:gd name="connsiteY222-49692" fmla="*/ 3639663 h 4449429"/>
              <a:gd name="connsiteX223-49693" fmla="*/ 16349278 w 18982931"/>
              <a:gd name="connsiteY223-49694" fmla="*/ 3582830 h 4449429"/>
              <a:gd name="connsiteX224-49695" fmla="*/ 16292444 w 18982931"/>
              <a:gd name="connsiteY224-49696" fmla="*/ 3582830 h 4449429"/>
              <a:gd name="connsiteX225-49697" fmla="*/ 16180390 w 18982931"/>
              <a:gd name="connsiteY225-49698" fmla="*/ 3582830 h 4449429"/>
              <a:gd name="connsiteX226-49699" fmla="*/ 16180390 w 18982931"/>
              <a:gd name="connsiteY226-49700" fmla="*/ 3639663 h 4449429"/>
              <a:gd name="connsiteX227-49701" fmla="*/ 16237224 w 18982931"/>
              <a:gd name="connsiteY227-49702" fmla="*/ 3639663 h 4449429"/>
              <a:gd name="connsiteX228-49703" fmla="*/ 16237224 w 18982931"/>
              <a:gd name="connsiteY228-49704" fmla="*/ 3582830 h 4449429"/>
              <a:gd name="connsiteX229-49705" fmla="*/ 16180390 w 18982931"/>
              <a:gd name="connsiteY229-49706" fmla="*/ 3582830 h 4449429"/>
              <a:gd name="connsiteX230-49707" fmla="*/ 2813944 w 18982931"/>
              <a:gd name="connsiteY230-49708" fmla="*/ 3582828 h 4449429"/>
              <a:gd name="connsiteX231-49709" fmla="*/ 2813944 w 18982931"/>
              <a:gd name="connsiteY231-49710" fmla="*/ 3639662 h 4449429"/>
              <a:gd name="connsiteX232-49711" fmla="*/ 2870780 w 18982931"/>
              <a:gd name="connsiteY232-49712" fmla="*/ 3639662 h 4449429"/>
              <a:gd name="connsiteX233-49713" fmla="*/ 2870780 w 18982931"/>
              <a:gd name="connsiteY233-49714" fmla="*/ 3582828 h 4449429"/>
              <a:gd name="connsiteX234-49715" fmla="*/ 2813944 w 18982931"/>
              <a:gd name="connsiteY234-49716" fmla="*/ 3582828 h 4449429"/>
              <a:gd name="connsiteX235-49717" fmla="*/ 2701891 w 18982931"/>
              <a:gd name="connsiteY235-49718" fmla="*/ 3582828 h 4449429"/>
              <a:gd name="connsiteX236-49719" fmla="*/ 2701891 w 18982931"/>
              <a:gd name="connsiteY236-49720" fmla="*/ 3639662 h 4449429"/>
              <a:gd name="connsiteX237-49721" fmla="*/ 2758730 w 18982931"/>
              <a:gd name="connsiteY237-49722" fmla="*/ 3639662 h 4449429"/>
              <a:gd name="connsiteX238-49723" fmla="*/ 2758730 w 18982931"/>
              <a:gd name="connsiteY238-49724" fmla="*/ 3582828 h 4449429"/>
              <a:gd name="connsiteX239-49725" fmla="*/ 2701891 w 18982931"/>
              <a:gd name="connsiteY239-49726" fmla="*/ 3582828 h 4449429"/>
              <a:gd name="connsiteX240-49727" fmla="*/ 2589845 w 18982931"/>
              <a:gd name="connsiteY240-49728" fmla="*/ 3582828 h 4449429"/>
              <a:gd name="connsiteX241-49729" fmla="*/ 2589845 w 18982931"/>
              <a:gd name="connsiteY241-49730" fmla="*/ 3639662 h 4449429"/>
              <a:gd name="connsiteX242-49731" fmla="*/ 2646671 w 18982931"/>
              <a:gd name="connsiteY242-49732" fmla="*/ 3639662 h 4449429"/>
              <a:gd name="connsiteX243-49733" fmla="*/ 2646671 w 18982931"/>
              <a:gd name="connsiteY243-49734" fmla="*/ 3582828 h 4449429"/>
              <a:gd name="connsiteX244-49735" fmla="*/ 2589845 w 18982931"/>
              <a:gd name="connsiteY244-49736" fmla="*/ 3582828 h 4449429"/>
              <a:gd name="connsiteX245-49737" fmla="*/ 12612246 w 18982931"/>
              <a:gd name="connsiteY245-49738" fmla="*/ 3500664 h 4449429"/>
              <a:gd name="connsiteX246-49739" fmla="*/ 12612246 w 18982931"/>
              <a:gd name="connsiteY246-49740" fmla="*/ 3557497 h 4449429"/>
              <a:gd name="connsiteX247-49741" fmla="*/ 12669079 w 18982931"/>
              <a:gd name="connsiteY247-49742" fmla="*/ 3557497 h 4449429"/>
              <a:gd name="connsiteX248-49743" fmla="*/ 12669079 w 18982931"/>
              <a:gd name="connsiteY248-49744" fmla="*/ 3500664 h 4449429"/>
              <a:gd name="connsiteX249-49745" fmla="*/ 12612246 w 18982931"/>
              <a:gd name="connsiteY249-49746" fmla="*/ 3500664 h 4449429"/>
              <a:gd name="connsiteX250-49747" fmla="*/ 12500191 w 18982931"/>
              <a:gd name="connsiteY250-49748" fmla="*/ 3500664 h 4449429"/>
              <a:gd name="connsiteX251-49749" fmla="*/ 12500191 w 18982931"/>
              <a:gd name="connsiteY251-49750" fmla="*/ 3557497 h 4449429"/>
              <a:gd name="connsiteX252-49751" fmla="*/ 12557025 w 18982931"/>
              <a:gd name="connsiteY252-49752" fmla="*/ 3557497 h 4449429"/>
              <a:gd name="connsiteX253-49753" fmla="*/ 12557025 w 18982931"/>
              <a:gd name="connsiteY253-49754" fmla="*/ 3500664 h 4449429"/>
              <a:gd name="connsiteX254-49755" fmla="*/ 12500191 w 18982931"/>
              <a:gd name="connsiteY254-49756" fmla="*/ 3500664 h 4449429"/>
              <a:gd name="connsiteX255-49757" fmla="*/ 12388137 w 18982931"/>
              <a:gd name="connsiteY255-49758" fmla="*/ 3500664 h 4449429"/>
              <a:gd name="connsiteX256-49759" fmla="*/ 12388137 w 18982931"/>
              <a:gd name="connsiteY256-49760" fmla="*/ 3557497 h 4449429"/>
              <a:gd name="connsiteX257-49761" fmla="*/ 12444971 w 18982931"/>
              <a:gd name="connsiteY257-49762" fmla="*/ 3557497 h 4449429"/>
              <a:gd name="connsiteX258-49763" fmla="*/ 12444971 w 18982931"/>
              <a:gd name="connsiteY258-49764" fmla="*/ 3500664 h 4449429"/>
              <a:gd name="connsiteX259-49765" fmla="*/ 12388137 w 18982931"/>
              <a:gd name="connsiteY259-49766" fmla="*/ 3500664 h 4449429"/>
              <a:gd name="connsiteX260-49767" fmla="*/ 17351339 w 18982931"/>
              <a:gd name="connsiteY260-49768" fmla="*/ 3492933 h 4449429"/>
              <a:gd name="connsiteX261-49769" fmla="*/ 17351339 w 18982931"/>
              <a:gd name="connsiteY261-49770" fmla="*/ 3538633 h 4449429"/>
              <a:gd name="connsiteX262-49771" fmla="*/ 17560187 w 18982931"/>
              <a:gd name="connsiteY262-49772" fmla="*/ 3538633 h 4449429"/>
              <a:gd name="connsiteX263-49773" fmla="*/ 17560187 w 18982931"/>
              <a:gd name="connsiteY263-49774" fmla="*/ 3492933 h 4449429"/>
              <a:gd name="connsiteX264-49775" fmla="*/ 17351339 w 18982931"/>
              <a:gd name="connsiteY264-49776" fmla="*/ 3492933 h 4449429"/>
              <a:gd name="connsiteX265-49777" fmla="*/ 17351339 w 18982931"/>
              <a:gd name="connsiteY265-49778" fmla="*/ 3401301 h 4449429"/>
              <a:gd name="connsiteX266-49779" fmla="*/ 17351339 w 18982931"/>
              <a:gd name="connsiteY266-49780" fmla="*/ 3447001 h 4449429"/>
              <a:gd name="connsiteX267-49781" fmla="*/ 17560187 w 18982931"/>
              <a:gd name="connsiteY267-49782" fmla="*/ 3447001 h 4449429"/>
              <a:gd name="connsiteX268-49783" fmla="*/ 17560187 w 18982931"/>
              <a:gd name="connsiteY268-49784" fmla="*/ 3401301 h 4449429"/>
              <a:gd name="connsiteX269-49785" fmla="*/ 17351339 w 18982931"/>
              <a:gd name="connsiteY269-49786" fmla="*/ 3401301 h 4449429"/>
              <a:gd name="connsiteX270-49787" fmla="*/ 1596781 w 18982931"/>
              <a:gd name="connsiteY270-49788" fmla="*/ 3357078 h 4449429"/>
              <a:gd name="connsiteX271-49789" fmla="*/ 1596781 w 18982931"/>
              <a:gd name="connsiteY271-49790" fmla="*/ 3402779 h 4449429"/>
              <a:gd name="connsiteX272-49791" fmla="*/ 1805629 w 18982931"/>
              <a:gd name="connsiteY272-49792" fmla="*/ 3402779 h 4449429"/>
              <a:gd name="connsiteX273-49793" fmla="*/ 1805629 w 18982931"/>
              <a:gd name="connsiteY273-49794" fmla="*/ 3357078 h 4449429"/>
              <a:gd name="connsiteX274-49795" fmla="*/ 1596781 w 18982931"/>
              <a:gd name="connsiteY274-49796" fmla="*/ 3357078 h 4449429"/>
              <a:gd name="connsiteX275-49797" fmla="*/ 12612246 w 18982931"/>
              <a:gd name="connsiteY275-49798" fmla="*/ 3355375 h 4449429"/>
              <a:gd name="connsiteX276-49799" fmla="*/ 12612246 w 18982931"/>
              <a:gd name="connsiteY276-49800" fmla="*/ 3412209 h 4449429"/>
              <a:gd name="connsiteX277-49801" fmla="*/ 12669079 w 18982931"/>
              <a:gd name="connsiteY277-49802" fmla="*/ 3412209 h 4449429"/>
              <a:gd name="connsiteX278-49803" fmla="*/ 12669079 w 18982931"/>
              <a:gd name="connsiteY278-49804" fmla="*/ 3355375 h 4449429"/>
              <a:gd name="connsiteX279-49805" fmla="*/ 12612246 w 18982931"/>
              <a:gd name="connsiteY279-49806" fmla="*/ 3355375 h 4449429"/>
              <a:gd name="connsiteX280-49807" fmla="*/ 12500191 w 18982931"/>
              <a:gd name="connsiteY280-49808" fmla="*/ 3355375 h 4449429"/>
              <a:gd name="connsiteX281-49809" fmla="*/ 12500191 w 18982931"/>
              <a:gd name="connsiteY281-49810" fmla="*/ 3412209 h 4449429"/>
              <a:gd name="connsiteX282-49811" fmla="*/ 12557025 w 18982931"/>
              <a:gd name="connsiteY282-49812" fmla="*/ 3412209 h 4449429"/>
              <a:gd name="connsiteX283-49813" fmla="*/ 12557025 w 18982931"/>
              <a:gd name="connsiteY283-49814" fmla="*/ 3355375 h 4449429"/>
              <a:gd name="connsiteX284-49815" fmla="*/ 12500191 w 18982931"/>
              <a:gd name="connsiteY284-49816" fmla="*/ 3355375 h 4449429"/>
              <a:gd name="connsiteX285-49817" fmla="*/ 12388137 w 18982931"/>
              <a:gd name="connsiteY285-49818" fmla="*/ 3355375 h 4449429"/>
              <a:gd name="connsiteX286-49819" fmla="*/ 12388137 w 18982931"/>
              <a:gd name="connsiteY286-49820" fmla="*/ 3412209 h 4449429"/>
              <a:gd name="connsiteX287-49821" fmla="*/ 12444971 w 18982931"/>
              <a:gd name="connsiteY287-49822" fmla="*/ 3412209 h 4449429"/>
              <a:gd name="connsiteX288-49823" fmla="*/ 12444971 w 18982931"/>
              <a:gd name="connsiteY288-49824" fmla="*/ 3355375 h 4449429"/>
              <a:gd name="connsiteX289-49825" fmla="*/ 12388137 w 18982931"/>
              <a:gd name="connsiteY289-49826" fmla="*/ 3355375 h 4449429"/>
              <a:gd name="connsiteX290-49827" fmla="*/ 17351339 w 18982931"/>
              <a:gd name="connsiteY290-49828" fmla="*/ 3309670 h 4449429"/>
              <a:gd name="connsiteX291-49829" fmla="*/ 17351339 w 18982931"/>
              <a:gd name="connsiteY291-49830" fmla="*/ 3355371 h 4449429"/>
              <a:gd name="connsiteX292-49831" fmla="*/ 17560187 w 18982931"/>
              <a:gd name="connsiteY292-49832" fmla="*/ 3355371 h 4449429"/>
              <a:gd name="connsiteX293-49833" fmla="*/ 17560187 w 18982931"/>
              <a:gd name="connsiteY293-49834" fmla="*/ 3309670 h 4449429"/>
              <a:gd name="connsiteX294-49835" fmla="*/ 17351339 w 18982931"/>
              <a:gd name="connsiteY294-49836" fmla="*/ 3309670 h 4449429"/>
              <a:gd name="connsiteX295-49837" fmla="*/ 1596781 w 18982931"/>
              <a:gd name="connsiteY295-49838" fmla="*/ 3265446 h 4449429"/>
              <a:gd name="connsiteX296-49839" fmla="*/ 1596781 w 18982931"/>
              <a:gd name="connsiteY296-49840" fmla="*/ 3311147 h 4449429"/>
              <a:gd name="connsiteX297-49841" fmla="*/ 1805629 w 18982931"/>
              <a:gd name="connsiteY297-49842" fmla="*/ 3311147 h 4449429"/>
              <a:gd name="connsiteX298-49843" fmla="*/ 1805629 w 18982931"/>
              <a:gd name="connsiteY298-49844" fmla="*/ 3265446 h 4449429"/>
              <a:gd name="connsiteX299-49845" fmla="*/ 1596781 w 18982931"/>
              <a:gd name="connsiteY299-49846" fmla="*/ 3265446 h 4449429"/>
              <a:gd name="connsiteX300-49847" fmla="*/ 17351339 w 18982931"/>
              <a:gd name="connsiteY300-49848" fmla="*/ 3218041 h 4449429"/>
              <a:gd name="connsiteX301-49849" fmla="*/ 17351339 w 18982931"/>
              <a:gd name="connsiteY301-49850" fmla="*/ 3263742 h 4449429"/>
              <a:gd name="connsiteX302-49851" fmla="*/ 17560187 w 18982931"/>
              <a:gd name="connsiteY302-49852" fmla="*/ 3263742 h 4449429"/>
              <a:gd name="connsiteX303-49853" fmla="*/ 17560187 w 18982931"/>
              <a:gd name="connsiteY303-49854" fmla="*/ 3218041 h 4449429"/>
              <a:gd name="connsiteX304-49855" fmla="*/ 17351339 w 18982931"/>
              <a:gd name="connsiteY304-49856" fmla="*/ 3218041 h 4449429"/>
              <a:gd name="connsiteX305-49857" fmla="*/ 12612246 w 18982931"/>
              <a:gd name="connsiteY305-49858" fmla="*/ 3210087 h 4449429"/>
              <a:gd name="connsiteX306-49859" fmla="*/ 12612246 w 18982931"/>
              <a:gd name="connsiteY306-49860" fmla="*/ 3266921 h 4449429"/>
              <a:gd name="connsiteX307-49861" fmla="*/ 12669079 w 18982931"/>
              <a:gd name="connsiteY307-49862" fmla="*/ 3266921 h 4449429"/>
              <a:gd name="connsiteX308-49863" fmla="*/ 12669079 w 18982931"/>
              <a:gd name="connsiteY308-49864" fmla="*/ 3210087 h 4449429"/>
              <a:gd name="connsiteX309-49865" fmla="*/ 12612246 w 18982931"/>
              <a:gd name="connsiteY309-49866" fmla="*/ 3210087 h 4449429"/>
              <a:gd name="connsiteX310-49867" fmla="*/ 12500191 w 18982931"/>
              <a:gd name="connsiteY310-49868" fmla="*/ 3210087 h 4449429"/>
              <a:gd name="connsiteX311-49869" fmla="*/ 12500191 w 18982931"/>
              <a:gd name="connsiteY311-49870" fmla="*/ 3266921 h 4449429"/>
              <a:gd name="connsiteX312-49871" fmla="*/ 12557025 w 18982931"/>
              <a:gd name="connsiteY312-49872" fmla="*/ 3266921 h 4449429"/>
              <a:gd name="connsiteX313-49873" fmla="*/ 12557025 w 18982931"/>
              <a:gd name="connsiteY313-49874" fmla="*/ 3210087 h 4449429"/>
              <a:gd name="connsiteX314-49875" fmla="*/ 12500191 w 18982931"/>
              <a:gd name="connsiteY314-49876" fmla="*/ 3210087 h 4449429"/>
              <a:gd name="connsiteX315-49877" fmla="*/ 12388137 w 18982931"/>
              <a:gd name="connsiteY315-49878" fmla="*/ 3210087 h 4449429"/>
              <a:gd name="connsiteX316-49879" fmla="*/ 12388137 w 18982931"/>
              <a:gd name="connsiteY316-49880" fmla="*/ 3266921 h 4449429"/>
              <a:gd name="connsiteX317-49881" fmla="*/ 12444971 w 18982931"/>
              <a:gd name="connsiteY317-49882" fmla="*/ 3266921 h 4449429"/>
              <a:gd name="connsiteX318-49883" fmla="*/ 12444971 w 18982931"/>
              <a:gd name="connsiteY318-49884" fmla="*/ 3210087 h 4449429"/>
              <a:gd name="connsiteX319-49885" fmla="*/ 12388137 w 18982931"/>
              <a:gd name="connsiteY319-49886" fmla="*/ 3210087 h 4449429"/>
              <a:gd name="connsiteX320-49887" fmla="*/ 1596781 w 18982931"/>
              <a:gd name="connsiteY320-49888" fmla="*/ 3173817 h 4449429"/>
              <a:gd name="connsiteX321-49889" fmla="*/ 1596781 w 18982931"/>
              <a:gd name="connsiteY321-49890" fmla="*/ 3219518 h 4449429"/>
              <a:gd name="connsiteX322-49891" fmla="*/ 1805629 w 18982931"/>
              <a:gd name="connsiteY322-49892" fmla="*/ 3219518 h 4449429"/>
              <a:gd name="connsiteX323-49893" fmla="*/ 1805629 w 18982931"/>
              <a:gd name="connsiteY323-49894" fmla="*/ 3173817 h 4449429"/>
              <a:gd name="connsiteX324-49895" fmla="*/ 1596781 w 18982931"/>
              <a:gd name="connsiteY324-49896" fmla="*/ 3173817 h 4449429"/>
              <a:gd name="connsiteX325-49897" fmla="*/ 17351339 w 18982931"/>
              <a:gd name="connsiteY325-49898" fmla="*/ 3126412 h 4449429"/>
              <a:gd name="connsiteX326-49899" fmla="*/ 17351339 w 18982931"/>
              <a:gd name="connsiteY326-49900" fmla="*/ 3172113 h 4449429"/>
              <a:gd name="connsiteX327-49901" fmla="*/ 17560187 w 18982931"/>
              <a:gd name="connsiteY327-49902" fmla="*/ 3172113 h 4449429"/>
              <a:gd name="connsiteX328-49903" fmla="*/ 17560187 w 18982931"/>
              <a:gd name="connsiteY328-49904" fmla="*/ 3126412 h 4449429"/>
              <a:gd name="connsiteX329-49905" fmla="*/ 17351339 w 18982931"/>
              <a:gd name="connsiteY329-49906" fmla="*/ 3126412 h 4449429"/>
              <a:gd name="connsiteX330-49907" fmla="*/ 1596781 w 18982931"/>
              <a:gd name="connsiteY330-49908" fmla="*/ 3080712 h 4449429"/>
              <a:gd name="connsiteX331-49909" fmla="*/ 1596781 w 18982931"/>
              <a:gd name="connsiteY331-49910" fmla="*/ 3126412 h 4449429"/>
              <a:gd name="connsiteX332-49911" fmla="*/ 1805629 w 18982931"/>
              <a:gd name="connsiteY332-49912" fmla="*/ 3126412 h 4449429"/>
              <a:gd name="connsiteX333-49913" fmla="*/ 1805629 w 18982931"/>
              <a:gd name="connsiteY333-49914" fmla="*/ 3080712 h 4449429"/>
              <a:gd name="connsiteX334-49915" fmla="*/ 1596781 w 18982931"/>
              <a:gd name="connsiteY334-49916" fmla="*/ 3080712 h 4449429"/>
              <a:gd name="connsiteX335-49917" fmla="*/ 12612246 w 18982931"/>
              <a:gd name="connsiteY335-49918" fmla="*/ 3064799 h 4449429"/>
              <a:gd name="connsiteX336-49919" fmla="*/ 12612246 w 18982931"/>
              <a:gd name="connsiteY336-49920" fmla="*/ 3121633 h 4449429"/>
              <a:gd name="connsiteX337-49921" fmla="*/ 12669079 w 18982931"/>
              <a:gd name="connsiteY337-49922" fmla="*/ 3121633 h 4449429"/>
              <a:gd name="connsiteX338-49923" fmla="*/ 12669079 w 18982931"/>
              <a:gd name="connsiteY338-49924" fmla="*/ 3064799 h 4449429"/>
              <a:gd name="connsiteX339-49925" fmla="*/ 12612246 w 18982931"/>
              <a:gd name="connsiteY339-49926" fmla="*/ 3064799 h 4449429"/>
              <a:gd name="connsiteX340-49927" fmla="*/ 12500191 w 18982931"/>
              <a:gd name="connsiteY340-49928" fmla="*/ 3064799 h 4449429"/>
              <a:gd name="connsiteX341-49929" fmla="*/ 12500191 w 18982931"/>
              <a:gd name="connsiteY341-49930" fmla="*/ 3121633 h 4449429"/>
              <a:gd name="connsiteX342-49931" fmla="*/ 12557025 w 18982931"/>
              <a:gd name="connsiteY342-49932" fmla="*/ 3121633 h 4449429"/>
              <a:gd name="connsiteX343-49933" fmla="*/ 12557025 w 18982931"/>
              <a:gd name="connsiteY343-49934" fmla="*/ 3064799 h 4449429"/>
              <a:gd name="connsiteX344-49935" fmla="*/ 12500191 w 18982931"/>
              <a:gd name="connsiteY344-49936" fmla="*/ 3064799 h 4449429"/>
              <a:gd name="connsiteX345-49937" fmla="*/ 12388137 w 18982931"/>
              <a:gd name="connsiteY345-49938" fmla="*/ 3064799 h 4449429"/>
              <a:gd name="connsiteX346-49939" fmla="*/ 12388137 w 18982931"/>
              <a:gd name="connsiteY346-49940" fmla="*/ 3121633 h 4449429"/>
              <a:gd name="connsiteX347-49941" fmla="*/ 12444971 w 18982931"/>
              <a:gd name="connsiteY347-49942" fmla="*/ 3121633 h 4449429"/>
              <a:gd name="connsiteX348-49943" fmla="*/ 12444971 w 18982931"/>
              <a:gd name="connsiteY348-49944" fmla="*/ 3064799 h 4449429"/>
              <a:gd name="connsiteX349-49945" fmla="*/ 12388137 w 18982931"/>
              <a:gd name="connsiteY349-49946" fmla="*/ 3064799 h 4449429"/>
              <a:gd name="connsiteX350-49947" fmla="*/ 17351339 w 18982931"/>
              <a:gd name="connsiteY350-49948" fmla="*/ 3034782 h 4449429"/>
              <a:gd name="connsiteX351-49949" fmla="*/ 17351339 w 18982931"/>
              <a:gd name="connsiteY351-49950" fmla="*/ 3080482 h 4449429"/>
              <a:gd name="connsiteX352-49951" fmla="*/ 17560187 w 18982931"/>
              <a:gd name="connsiteY352-49952" fmla="*/ 3080482 h 4449429"/>
              <a:gd name="connsiteX353-49953" fmla="*/ 17560187 w 18982931"/>
              <a:gd name="connsiteY353-49954" fmla="*/ 3034782 h 4449429"/>
              <a:gd name="connsiteX354-49955" fmla="*/ 17351339 w 18982931"/>
              <a:gd name="connsiteY354-49956" fmla="*/ 3034782 h 4449429"/>
              <a:gd name="connsiteX355-49957" fmla="*/ 1596781 w 18982931"/>
              <a:gd name="connsiteY355-49958" fmla="*/ 2989080 h 4449429"/>
              <a:gd name="connsiteX356-49959" fmla="*/ 1596781 w 18982931"/>
              <a:gd name="connsiteY356-49960" fmla="*/ 3034780 h 4449429"/>
              <a:gd name="connsiteX357-49961" fmla="*/ 1805629 w 18982931"/>
              <a:gd name="connsiteY357-49962" fmla="*/ 3034780 h 4449429"/>
              <a:gd name="connsiteX358-49963" fmla="*/ 1805629 w 18982931"/>
              <a:gd name="connsiteY358-49964" fmla="*/ 2989080 h 4449429"/>
              <a:gd name="connsiteX359-49965" fmla="*/ 1596781 w 18982931"/>
              <a:gd name="connsiteY359-49966" fmla="*/ 2989080 h 4449429"/>
              <a:gd name="connsiteX360-49967" fmla="*/ 17351339 w 18982931"/>
              <a:gd name="connsiteY360-49968" fmla="*/ 2943153 h 4449429"/>
              <a:gd name="connsiteX361-49969" fmla="*/ 17351339 w 18982931"/>
              <a:gd name="connsiteY361-49970" fmla="*/ 2988853 h 4449429"/>
              <a:gd name="connsiteX362-49971" fmla="*/ 17560187 w 18982931"/>
              <a:gd name="connsiteY362-49972" fmla="*/ 2988853 h 4449429"/>
              <a:gd name="connsiteX363-49973" fmla="*/ 17560187 w 18982931"/>
              <a:gd name="connsiteY363-49974" fmla="*/ 2943153 h 4449429"/>
              <a:gd name="connsiteX364-49975" fmla="*/ 17351339 w 18982931"/>
              <a:gd name="connsiteY364-49976" fmla="*/ 2943153 h 4449429"/>
              <a:gd name="connsiteX365-49977" fmla="*/ 12612246 w 18982931"/>
              <a:gd name="connsiteY365-49978" fmla="*/ 2919511 h 4449429"/>
              <a:gd name="connsiteX366-49979" fmla="*/ 12612246 w 18982931"/>
              <a:gd name="connsiteY366-49980" fmla="*/ 2976345 h 4449429"/>
              <a:gd name="connsiteX367-49981" fmla="*/ 12669079 w 18982931"/>
              <a:gd name="connsiteY367-49982" fmla="*/ 2976345 h 4449429"/>
              <a:gd name="connsiteX368-49983" fmla="*/ 12669079 w 18982931"/>
              <a:gd name="connsiteY368-49984" fmla="*/ 2919511 h 4449429"/>
              <a:gd name="connsiteX369-49985" fmla="*/ 12612246 w 18982931"/>
              <a:gd name="connsiteY369-49986" fmla="*/ 2919511 h 4449429"/>
              <a:gd name="connsiteX370-49987" fmla="*/ 12500191 w 18982931"/>
              <a:gd name="connsiteY370-49988" fmla="*/ 2919511 h 4449429"/>
              <a:gd name="connsiteX371-49989" fmla="*/ 12500191 w 18982931"/>
              <a:gd name="connsiteY371-49990" fmla="*/ 2976345 h 4449429"/>
              <a:gd name="connsiteX372-49991" fmla="*/ 12557025 w 18982931"/>
              <a:gd name="connsiteY372-49992" fmla="*/ 2976345 h 4449429"/>
              <a:gd name="connsiteX373-49993" fmla="*/ 12557025 w 18982931"/>
              <a:gd name="connsiteY373-49994" fmla="*/ 2919511 h 4449429"/>
              <a:gd name="connsiteX374-49995" fmla="*/ 12500191 w 18982931"/>
              <a:gd name="connsiteY374-49996" fmla="*/ 2919511 h 4449429"/>
              <a:gd name="connsiteX375-49997" fmla="*/ 12388137 w 18982931"/>
              <a:gd name="connsiteY375-49998" fmla="*/ 2919511 h 4449429"/>
              <a:gd name="connsiteX376-49999" fmla="*/ 12388137 w 18982931"/>
              <a:gd name="connsiteY376-50000" fmla="*/ 2976345 h 4449429"/>
              <a:gd name="connsiteX377-50001" fmla="*/ 12444971 w 18982931"/>
              <a:gd name="connsiteY377-50002" fmla="*/ 2976345 h 4449429"/>
              <a:gd name="connsiteX378-50003" fmla="*/ 12444971 w 18982931"/>
              <a:gd name="connsiteY378-50004" fmla="*/ 2919511 h 4449429"/>
              <a:gd name="connsiteX379-50005" fmla="*/ 12388137 w 18982931"/>
              <a:gd name="connsiteY379-50006" fmla="*/ 2919511 h 4449429"/>
              <a:gd name="connsiteX380-50007" fmla="*/ 1596781 w 18982931"/>
              <a:gd name="connsiteY380-50008" fmla="*/ 2897450 h 4449429"/>
              <a:gd name="connsiteX381-50009" fmla="*/ 1596781 w 18982931"/>
              <a:gd name="connsiteY381-50010" fmla="*/ 2943150 h 4449429"/>
              <a:gd name="connsiteX382-50011" fmla="*/ 1805629 w 18982931"/>
              <a:gd name="connsiteY382-50012" fmla="*/ 2943150 h 4449429"/>
              <a:gd name="connsiteX383-50013" fmla="*/ 1805629 w 18982931"/>
              <a:gd name="connsiteY383-50014" fmla="*/ 2897450 h 4449429"/>
              <a:gd name="connsiteX384-50015" fmla="*/ 1596781 w 18982931"/>
              <a:gd name="connsiteY384-50016" fmla="*/ 2897450 h 4449429"/>
              <a:gd name="connsiteX385-50017" fmla="*/ 17351339 w 18982931"/>
              <a:gd name="connsiteY385-50018" fmla="*/ 2851522 h 4449429"/>
              <a:gd name="connsiteX386-50019" fmla="*/ 17351339 w 18982931"/>
              <a:gd name="connsiteY386-50020" fmla="*/ 2897223 h 4449429"/>
              <a:gd name="connsiteX387-50021" fmla="*/ 17560187 w 18982931"/>
              <a:gd name="connsiteY387-50022" fmla="*/ 2897223 h 4449429"/>
              <a:gd name="connsiteX388-50023" fmla="*/ 17560187 w 18982931"/>
              <a:gd name="connsiteY388-50024" fmla="*/ 2851522 h 4449429"/>
              <a:gd name="connsiteX389-50025" fmla="*/ 17351339 w 18982931"/>
              <a:gd name="connsiteY389-50026" fmla="*/ 2851522 h 4449429"/>
              <a:gd name="connsiteX390-50027" fmla="*/ 1596781 w 18982931"/>
              <a:gd name="connsiteY390-50028" fmla="*/ 2805821 h 4449429"/>
              <a:gd name="connsiteX391-50029" fmla="*/ 1596781 w 18982931"/>
              <a:gd name="connsiteY391-50030" fmla="*/ 2851521 h 4449429"/>
              <a:gd name="connsiteX392-50031" fmla="*/ 1805629 w 18982931"/>
              <a:gd name="connsiteY392-50032" fmla="*/ 2851521 h 4449429"/>
              <a:gd name="connsiteX393-50033" fmla="*/ 1805629 w 18982931"/>
              <a:gd name="connsiteY393-50034" fmla="*/ 2805821 h 4449429"/>
              <a:gd name="connsiteX394-50035" fmla="*/ 1596781 w 18982931"/>
              <a:gd name="connsiteY394-50036" fmla="*/ 2805821 h 4449429"/>
              <a:gd name="connsiteX395-50037" fmla="*/ 1596781 w 18982931"/>
              <a:gd name="connsiteY395-50038" fmla="*/ 2714192 h 4449429"/>
              <a:gd name="connsiteX396-50039" fmla="*/ 1596781 w 18982931"/>
              <a:gd name="connsiteY396-50040" fmla="*/ 2759892 h 4449429"/>
              <a:gd name="connsiteX397-50041" fmla="*/ 1805629 w 18982931"/>
              <a:gd name="connsiteY397-50042" fmla="*/ 2759892 h 4449429"/>
              <a:gd name="connsiteX398-50043" fmla="*/ 1805629 w 18982931"/>
              <a:gd name="connsiteY398-50044" fmla="*/ 2714192 h 4449429"/>
              <a:gd name="connsiteX399-50045" fmla="*/ 1596781 w 18982931"/>
              <a:gd name="connsiteY399-50046" fmla="*/ 2714192 h 4449429"/>
              <a:gd name="connsiteX400-50047" fmla="*/ 4422120 w 18982931"/>
              <a:gd name="connsiteY400-50048" fmla="*/ 2688604 h 4449429"/>
              <a:gd name="connsiteX401-50049" fmla="*/ 4422120 w 18982931"/>
              <a:gd name="connsiteY401-50050" fmla="*/ 2851522 h 4449429"/>
              <a:gd name="connsiteX402-50051" fmla="*/ 4459897 w 18982931"/>
              <a:gd name="connsiteY402-50052" fmla="*/ 2851522 h 4449429"/>
              <a:gd name="connsiteX403-50053" fmla="*/ 4459897 w 18982931"/>
              <a:gd name="connsiteY403-50054" fmla="*/ 2688604 h 4449429"/>
              <a:gd name="connsiteX404-50055" fmla="*/ 4422120 w 18982931"/>
              <a:gd name="connsiteY404-50056" fmla="*/ 2688604 h 4449429"/>
              <a:gd name="connsiteX405-50057" fmla="*/ 4346370 w 18982931"/>
              <a:gd name="connsiteY405-50058" fmla="*/ 2688604 h 4449429"/>
              <a:gd name="connsiteX406-50059" fmla="*/ 4346370 w 18982931"/>
              <a:gd name="connsiteY406-50060" fmla="*/ 2851522 h 4449429"/>
              <a:gd name="connsiteX407-50061" fmla="*/ 4384149 w 18982931"/>
              <a:gd name="connsiteY407-50062" fmla="*/ 2851522 h 4449429"/>
              <a:gd name="connsiteX408-50063" fmla="*/ 4384149 w 18982931"/>
              <a:gd name="connsiteY408-50064" fmla="*/ 2688604 h 4449429"/>
              <a:gd name="connsiteX409-50065" fmla="*/ 4346370 w 18982931"/>
              <a:gd name="connsiteY409-50066" fmla="*/ 2688604 h 4449429"/>
              <a:gd name="connsiteX410-50067" fmla="*/ 4270624 w 18982931"/>
              <a:gd name="connsiteY410-50068" fmla="*/ 2688604 h 4449429"/>
              <a:gd name="connsiteX411-50069" fmla="*/ 4270624 w 18982931"/>
              <a:gd name="connsiteY411-50070" fmla="*/ 2851522 h 4449429"/>
              <a:gd name="connsiteX412-50071" fmla="*/ 4308407 w 18982931"/>
              <a:gd name="connsiteY412-50072" fmla="*/ 2851522 h 4449429"/>
              <a:gd name="connsiteX413-50073" fmla="*/ 4308407 w 18982931"/>
              <a:gd name="connsiteY413-50074" fmla="*/ 2688604 h 4449429"/>
              <a:gd name="connsiteX414-50075" fmla="*/ 4270624 w 18982931"/>
              <a:gd name="connsiteY414-50076" fmla="*/ 2688604 h 4449429"/>
              <a:gd name="connsiteX415-50077" fmla="*/ 4194881 w 18982931"/>
              <a:gd name="connsiteY415-50078" fmla="*/ 2688604 h 4449429"/>
              <a:gd name="connsiteX416-50079" fmla="*/ 4194881 w 18982931"/>
              <a:gd name="connsiteY416-50080" fmla="*/ 2851522 h 4449429"/>
              <a:gd name="connsiteX417-50081" fmla="*/ 4232658 w 18982931"/>
              <a:gd name="connsiteY417-50082" fmla="*/ 2851522 h 4449429"/>
              <a:gd name="connsiteX418-50083" fmla="*/ 4232658 w 18982931"/>
              <a:gd name="connsiteY418-50084" fmla="*/ 2688604 h 4449429"/>
              <a:gd name="connsiteX419-50085" fmla="*/ 4194881 w 18982931"/>
              <a:gd name="connsiteY419-50086" fmla="*/ 2688604 h 4449429"/>
              <a:gd name="connsiteX420-50087" fmla="*/ 4119132 w 18982931"/>
              <a:gd name="connsiteY420-50088" fmla="*/ 2688604 h 4449429"/>
              <a:gd name="connsiteX421-50089" fmla="*/ 4119132 w 18982931"/>
              <a:gd name="connsiteY421-50090" fmla="*/ 2851522 h 4449429"/>
              <a:gd name="connsiteX422-50091" fmla="*/ 4156909 w 18982931"/>
              <a:gd name="connsiteY422-50092" fmla="*/ 2851522 h 4449429"/>
              <a:gd name="connsiteX423-50093" fmla="*/ 4156909 w 18982931"/>
              <a:gd name="connsiteY423-50094" fmla="*/ 2688604 h 4449429"/>
              <a:gd name="connsiteX424-50095" fmla="*/ 4119132 w 18982931"/>
              <a:gd name="connsiteY424-50096" fmla="*/ 2688604 h 4449429"/>
              <a:gd name="connsiteX425-50097" fmla="*/ 4043383 w 18982931"/>
              <a:gd name="connsiteY425-50098" fmla="*/ 2688604 h 4449429"/>
              <a:gd name="connsiteX426-50099" fmla="*/ 4043383 w 18982931"/>
              <a:gd name="connsiteY426-50100" fmla="*/ 2851522 h 4449429"/>
              <a:gd name="connsiteX427-50101" fmla="*/ 4081160 w 18982931"/>
              <a:gd name="connsiteY427-50102" fmla="*/ 2851522 h 4449429"/>
              <a:gd name="connsiteX428-50103" fmla="*/ 4081160 w 18982931"/>
              <a:gd name="connsiteY428-50104" fmla="*/ 2688604 h 4449429"/>
              <a:gd name="connsiteX429-50105" fmla="*/ 4043383 w 18982931"/>
              <a:gd name="connsiteY429-50106" fmla="*/ 2688604 h 4449429"/>
              <a:gd name="connsiteX430-50107" fmla="*/ 3967636 w 18982931"/>
              <a:gd name="connsiteY430-50108" fmla="*/ 2688604 h 4449429"/>
              <a:gd name="connsiteX431-50109" fmla="*/ 3967636 w 18982931"/>
              <a:gd name="connsiteY431-50110" fmla="*/ 2851522 h 4449429"/>
              <a:gd name="connsiteX432-50111" fmla="*/ 4005415 w 18982931"/>
              <a:gd name="connsiteY432-50112" fmla="*/ 2851522 h 4449429"/>
              <a:gd name="connsiteX433-50113" fmla="*/ 4005415 w 18982931"/>
              <a:gd name="connsiteY433-50114" fmla="*/ 2688604 h 4449429"/>
              <a:gd name="connsiteX434-50115" fmla="*/ 3967636 w 18982931"/>
              <a:gd name="connsiteY434-50116" fmla="*/ 2688604 h 4449429"/>
              <a:gd name="connsiteX435-50117" fmla="*/ 3891895 w 18982931"/>
              <a:gd name="connsiteY435-50118" fmla="*/ 2688604 h 4449429"/>
              <a:gd name="connsiteX436-50119" fmla="*/ 3891895 w 18982931"/>
              <a:gd name="connsiteY436-50120" fmla="*/ 2851522 h 4449429"/>
              <a:gd name="connsiteX437-50121" fmla="*/ 3929672 w 18982931"/>
              <a:gd name="connsiteY437-50122" fmla="*/ 2851522 h 4449429"/>
              <a:gd name="connsiteX438-50123" fmla="*/ 3929672 w 18982931"/>
              <a:gd name="connsiteY438-50124" fmla="*/ 2688604 h 4449429"/>
              <a:gd name="connsiteX439-50125" fmla="*/ 3891895 w 18982931"/>
              <a:gd name="connsiteY439-50126" fmla="*/ 2688604 h 4449429"/>
              <a:gd name="connsiteX440-50127" fmla="*/ 15043403 w 18982931"/>
              <a:gd name="connsiteY440-50128" fmla="*/ 2685661 h 4449429"/>
              <a:gd name="connsiteX441-50129" fmla="*/ 15043403 w 18982931"/>
              <a:gd name="connsiteY441-50130" fmla="*/ 2894508 h 4449429"/>
              <a:gd name="connsiteX442-50131" fmla="*/ 15089105 w 18982931"/>
              <a:gd name="connsiteY442-50132" fmla="*/ 2894508 h 4449429"/>
              <a:gd name="connsiteX443-50133" fmla="*/ 15089105 w 18982931"/>
              <a:gd name="connsiteY443-50134" fmla="*/ 2685661 h 4449429"/>
              <a:gd name="connsiteX444-50135" fmla="*/ 15043403 w 18982931"/>
              <a:gd name="connsiteY444-50136" fmla="*/ 2685661 h 4449429"/>
              <a:gd name="connsiteX445-50137" fmla="*/ 14951773 w 18982931"/>
              <a:gd name="connsiteY445-50138" fmla="*/ 2685661 h 4449429"/>
              <a:gd name="connsiteX446-50139" fmla="*/ 14951773 w 18982931"/>
              <a:gd name="connsiteY446-50140" fmla="*/ 2894508 h 4449429"/>
              <a:gd name="connsiteX447-50141" fmla="*/ 14997475 w 18982931"/>
              <a:gd name="connsiteY447-50142" fmla="*/ 2894508 h 4449429"/>
              <a:gd name="connsiteX448-50143" fmla="*/ 14997475 w 18982931"/>
              <a:gd name="connsiteY448-50144" fmla="*/ 2685661 h 4449429"/>
              <a:gd name="connsiteX449-50145" fmla="*/ 14951773 w 18982931"/>
              <a:gd name="connsiteY449-50146" fmla="*/ 2685661 h 4449429"/>
              <a:gd name="connsiteX450-50147" fmla="*/ 14860145 w 18982931"/>
              <a:gd name="connsiteY450-50148" fmla="*/ 2685661 h 4449429"/>
              <a:gd name="connsiteX451-50149" fmla="*/ 14860145 w 18982931"/>
              <a:gd name="connsiteY451-50150" fmla="*/ 2894508 h 4449429"/>
              <a:gd name="connsiteX452-50151" fmla="*/ 14905844 w 18982931"/>
              <a:gd name="connsiteY452-50152" fmla="*/ 2894508 h 4449429"/>
              <a:gd name="connsiteX453-50153" fmla="*/ 14905844 w 18982931"/>
              <a:gd name="connsiteY453-50154" fmla="*/ 2685661 h 4449429"/>
              <a:gd name="connsiteX454-50155" fmla="*/ 14860145 w 18982931"/>
              <a:gd name="connsiteY454-50156" fmla="*/ 2685661 h 4449429"/>
              <a:gd name="connsiteX455-50157" fmla="*/ 14768515 w 18982931"/>
              <a:gd name="connsiteY455-50158" fmla="*/ 2685661 h 4449429"/>
              <a:gd name="connsiteX456-50159" fmla="*/ 14768515 w 18982931"/>
              <a:gd name="connsiteY456-50160" fmla="*/ 2894508 h 4449429"/>
              <a:gd name="connsiteX457-50161" fmla="*/ 14814217 w 18982931"/>
              <a:gd name="connsiteY457-50162" fmla="*/ 2894508 h 4449429"/>
              <a:gd name="connsiteX458-50163" fmla="*/ 14814217 w 18982931"/>
              <a:gd name="connsiteY458-50164" fmla="*/ 2685661 h 4449429"/>
              <a:gd name="connsiteX459-50165" fmla="*/ 14768515 w 18982931"/>
              <a:gd name="connsiteY459-50166" fmla="*/ 2685661 h 4449429"/>
              <a:gd name="connsiteX460-50167" fmla="*/ 14676884 w 18982931"/>
              <a:gd name="connsiteY460-50168" fmla="*/ 2685661 h 4449429"/>
              <a:gd name="connsiteX461-50169" fmla="*/ 14676884 w 18982931"/>
              <a:gd name="connsiteY461-50170" fmla="*/ 2894508 h 4449429"/>
              <a:gd name="connsiteX462-50171" fmla="*/ 14722586 w 18982931"/>
              <a:gd name="connsiteY462-50172" fmla="*/ 2894508 h 4449429"/>
              <a:gd name="connsiteX463-50173" fmla="*/ 14722586 w 18982931"/>
              <a:gd name="connsiteY463-50174" fmla="*/ 2685661 h 4449429"/>
              <a:gd name="connsiteX464-50175" fmla="*/ 14676884 w 18982931"/>
              <a:gd name="connsiteY464-50176" fmla="*/ 2685661 h 4449429"/>
              <a:gd name="connsiteX465-50177" fmla="*/ 14585255 w 18982931"/>
              <a:gd name="connsiteY465-50178" fmla="*/ 2685661 h 4449429"/>
              <a:gd name="connsiteX466-50179" fmla="*/ 14585255 w 18982931"/>
              <a:gd name="connsiteY466-50180" fmla="*/ 2894508 h 4449429"/>
              <a:gd name="connsiteX467-50181" fmla="*/ 14630955 w 18982931"/>
              <a:gd name="connsiteY467-50182" fmla="*/ 2894508 h 4449429"/>
              <a:gd name="connsiteX468-50183" fmla="*/ 14630955 w 18982931"/>
              <a:gd name="connsiteY468-50184" fmla="*/ 2685661 h 4449429"/>
              <a:gd name="connsiteX469-50185" fmla="*/ 14585255 w 18982931"/>
              <a:gd name="connsiteY469-50186" fmla="*/ 2685661 h 4449429"/>
              <a:gd name="connsiteX470-50187" fmla="*/ 14493625 w 18982931"/>
              <a:gd name="connsiteY470-50188" fmla="*/ 2685661 h 4449429"/>
              <a:gd name="connsiteX471-50189" fmla="*/ 14493625 w 18982931"/>
              <a:gd name="connsiteY471-50190" fmla="*/ 2894508 h 4449429"/>
              <a:gd name="connsiteX472-50191" fmla="*/ 14539325 w 18982931"/>
              <a:gd name="connsiteY472-50192" fmla="*/ 2894508 h 4449429"/>
              <a:gd name="connsiteX473-50193" fmla="*/ 14539325 w 18982931"/>
              <a:gd name="connsiteY473-50194" fmla="*/ 2685661 h 4449429"/>
              <a:gd name="connsiteX474-50195" fmla="*/ 14493625 w 18982931"/>
              <a:gd name="connsiteY474-50196" fmla="*/ 2685661 h 4449429"/>
              <a:gd name="connsiteX475-50197" fmla="*/ 2875284 w 18982931"/>
              <a:gd name="connsiteY475-50198" fmla="*/ 2661196 h 4449429"/>
              <a:gd name="connsiteX476-50199" fmla="*/ 2875284 w 18982931"/>
              <a:gd name="connsiteY476-50200" fmla="*/ 3265443 h 4449429"/>
              <a:gd name="connsiteX477-50201" fmla="*/ 2913063 w 18982931"/>
              <a:gd name="connsiteY477-50202" fmla="*/ 3265443 h 4449429"/>
              <a:gd name="connsiteX478-50203" fmla="*/ 2913063 w 18982931"/>
              <a:gd name="connsiteY478-50204" fmla="*/ 2661196 h 4449429"/>
              <a:gd name="connsiteX479-50205" fmla="*/ 2875284 w 18982931"/>
              <a:gd name="connsiteY479-50206" fmla="*/ 2661196 h 4449429"/>
              <a:gd name="connsiteX480-50207" fmla="*/ 2769698 w 18982931"/>
              <a:gd name="connsiteY480-50208" fmla="*/ 2661196 h 4449429"/>
              <a:gd name="connsiteX481-50209" fmla="*/ 2769698 w 18982931"/>
              <a:gd name="connsiteY481-50210" fmla="*/ 3265443 h 4449429"/>
              <a:gd name="connsiteX482-50211" fmla="*/ 2807479 w 18982931"/>
              <a:gd name="connsiteY482-50212" fmla="*/ 3265443 h 4449429"/>
              <a:gd name="connsiteX483-50213" fmla="*/ 2807479 w 18982931"/>
              <a:gd name="connsiteY483-50214" fmla="*/ 2661196 h 4449429"/>
              <a:gd name="connsiteX484-50215" fmla="*/ 2769698 w 18982931"/>
              <a:gd name="connsiteY484-50216" fmla="*/ 2661196 h 4449429"/>
              <a:gd name="connsiteX485-50217" fmla="*/ 2664114 w 18982931"/>
              <a:gd name="connsiteY485-50218" fmla="*/ 2661196 h 4449429"/>
              <a:gd name="connsiteX486-50219" fmla="*/ 2664114 w 18982931"/>
              <a:gd name="connsiteY486-50220" fmla="*/ 3265443 h 4449429"/>
              <a:gd name="connsiteX487-50221" fmla="*/ 2701891 w 18982931"/>
              <a:gd name="connsiteY487-50222" fmla="*/ 3265443 h 4449429"/>
              <a:gd name="connsiteX488-50223" fmla="*/ 2701891 w 18982931"/>
              <a:gd name="connsiteY488-50224" fmla="*/ 2661196 h 4449429"/>
              <a:gd name="connsiteX489-50225" fmla="*/ 2664114 w 18982931"/>
              <a:gd name="connsiteY489-50226" fmla="*/ 2661196 h 4449429"/>
              <a:gd name="connsiteX490-50227" fmla="*/ 2558534 w 18982931"/>
              <a:gd name="connsiteY490-50228" fmla="*/ 2661196 h 4449429"/>
              <a:gd name="connsiteX491-50229" fmla="*/ 2558534 w 18982931"/>
              <a:gd name="connsiteY491-50230" fmla="*/ 3265443 h 4449429"/>
              <a:gd name="connsiteX492-50231" fmla="*/ 2596306 w 18982931"/>
              <a:gd name="connsiteY492-50232" fmla="*/ 3265443 h 4449429"/>
              <a:gd name="connsiteX493-50233" fmla="*/ 2596306 w 18982931"/>
              <a:gd name="connsiteY493-50234" fmla="*/ 2661196 h 4449429"/>
              <a:gd name="connsiteX494-50235" fmla="*/ 2558534 w 18982931"/>
              <a:gd name="connsiteY494-50236" fmla="*/ 2661196 h 4449429"/>
              <a:gd name="connsiteX495-50237" fmla="*/ 2980870 w 18982931"/>
              <a:gd name="connsiteY495-50238" fmla="*/ 2661194 h 4449429"/>
              <a:gd name="connsiteX496-50239" fmla="*/ 2980870 w 18982931"/>
              <a:gd name="connsiteY496-50240" fmla="*/ 3265442 h 4449429"/>
              <a:gd name="connsiteX497-50241" fmla="*/ 3018648 w 18982931"/>
              <a:gd name="connsiteY497-50242" fmla="*/ 3265442 h 4449429"/>
              <a:gd name="connsiteX498-50243" fmla="*/ 3018648 w 18982931"/>
              <a:gd name="connsiteY498-50244" fmla="*/ 2661194 h 4449429"/>
              <a:gd name="connsiteX499-50245" fmla="*/ 2980870 w 18982931"/>
              <a:gd name="connsiteY499-50246" fmla="*/ 2661194 h 4449429"/>
              <a:gd name="connsiteX500-50247" fmla="*/ 16374516 w 18982931"/>
              <a:gd name="connsiteY500-50248" fmla="*/ 2632791 h 4449429"/>
              <a:gd name="connsiteX501-50249" fmla="*/ 16374516 w 18982931"/>
              <a:gd name="connsiteY501-50250" fmla="*/ 3237039 h 4449429"/>
              <a:gd name="connsiteX502-50251" fmla="*/ 16412296 w 18982931"/>
              <a:gd name="connsiteY502-50252" fmla="*/ 3237039 h 4449429"/>
              <a:gd name="connsiteX503-50253" fmla="*/ 16412296 w 18982931"/>
              <a:gd name="connsiteY503-50254" fmla="*/ 2632791 h 4449429"/>
              <a:gd name="connsiteX504-50255" fmla="*/ 16374516 w 18982931"/>
              <a:gd name="connsiteY504-50256" fmla="*/ 2632791 h 4449429"/>
              <a:gd name="connsiteX505-50257" fmla="*/ 16268931 w 18982931"/>
              <a:gd name="connsiteY505-50258" fmla="*/ 2632791 h 4449429"/>
              <a:gd name="connsiteX506-50259" fmla="*/ 16268931 w 18982931"/>
              <a:gd name="connsiteY506-50260" fmla="*/ 3237039 h 4449429"/>
              <a:gd name="connsiteX507-50261" fmla="*/ 16306709 w 18982931"/>
              <a:gd name="connsiteY507-50262" fmla="*/ 3237039 h 4449429"/>
              <a:gd name="connsiteX508-50263" fmla="*/ 16306709 w 18982931"/>
              <a:gd name="connsiteY508-50264" fmla="*/ 2632791 h 4449429"/>
              <a:gd name="connsiteX509-50265" fmla="*/ 16268931 w 18982931"/>
              <a:gd name="connsiteY509-50266" fmla="*/ 2632791 h 4449429"/>
              <a:gd name="connsiteX510-50267" fmla="*/ 16163344 w 18982931"/>
              <a:gd name="connsiteY510-50268" fmla="*/ 2632791 h 4449429"/>
              <a:gd name="connsiteX511-50269" fmla="*/ 16163344 w 18982931"/>
              <a:gd name="connsiteY511-50270" fmla="*/ 3237039 h 4449429"/>
              <a:gd name="connsiteX512-50271" fmla="*/ 16201125 w 18982931"/>
              <a:gd name="connsiteY512-50272" fmla="*/ 3237039 h 4449429"/>
              <a:gd name="connsiteX513-50273" fmla="*/ 16201125 w 18982931"/>
              <a:gd name="connsiteY513-50274" fmla="*/ 2632791 h 4449429"/>
              <a:gd name="connsiteX514-50275" fmla="*/ 16163344 w 18982931"/>
              <a:gd name="connsiteY514-50276" fmla="*/ 2632791 h 4449429"/>
              <a:gd name="connsiteX515-50277" fmla="*/ 16057760 w 18982931"/>
              <a:gd name="connsiteY515-50278" fmla="*/ 2632791 h 4449429"/>
              <a:gd name="connsiteX516-50279" fmla="*/ 16057760 w 18982931"/>
              <a:gd name="connsiteY516-50280" fmla="*/ 3237039 h 4449429"/>
              <a:gd name="connsiteX517-50281" fmla="*/ 16095537 w 18982931"/>
              <a:gd name="connsiteY517-50282" fmla="*/ 3237039 h 4449429"/>
              <a:gd name="connsiteX518-50283" fmla="*/ 16095537 w 18982931"/>
              <a:gd name="connsiteY518-50284" fmla="*/ 2632791 h 4449429"/>
              <a:gd name="connsiteX519-50285" fmla="*/ 16057760 w 18982931"/>
              <a:gd name="connsiteY519-50286" fmla="*/ 2632791 h 4449429"/>
              <a:gd name="connsiteX520-50287" fmla="*/ 16480103 w 18982931"/>
              <a:gd name="connsiteY520-50288" fmla="*/ 2632790 h 4449429"/>
              <a:gd name="connsiteX521-50289" fmla="*/ 16480103 w 18982931"/>
              <a:gd name="connsiteY521-50290" fmla="*/ 3237037 h 4449429"/>
              <a:gd name="connsiteX522-50291" fmla="*/ 16517880 w 18982931"/>
              <a:gd name="connsiteY522-50292" fmla="*/ 3237037 h 4449429"/>
              <a:gd name="connsiteX523-50293" fmla="*/ 16517880 w 18982931"/>
              <a:gd name="connsiteY523-50294" fmla="*/ 2632790 h 4449429"/>
              <a:gd name="connsiteX524-50295" fmla="*/ 16480103 w 18982931"/>
              <a:gd name="connsiteY524-50296" fmla="*/ 2632790 h 4449429"/>
              <a:gd name="connsiteX525-50297" fmla="*/ 1596781 w 18982931"/>
              <a:gd name="connsiteY525-50298" fmla="*/ 2622561 h 4449429"/>
              <a:gd name="connsiteX526-50299" fmla="*/ 1596781 w 18982931"/>
              <a:gd name="connsiteY526-50300" fmla="*/ 2668261 h 4449429"/>
              <a:gd name="connsiteX527-50301" fmla="*/ 1805629 w 18982931"/>
              <a:gd name="connsiteY527-50302" fmla="*/ 2668261 h 4449429"/>
              <a:gd name="connsiteX528-50303" fmla="*/ 1805629 w 18982931"/>
              <a:gd name="connsiteY528-50304" fmla="*/ 2622561 h 4449429"/>
              <a:gd name="connsiteX529-50305" fmla="*/ 1596781 w 18982931"/>
              <a:gd name="connsiteY529-50306" fmla="*/ 2622561 h 4449429"/>
              <a:gd name="connsiteX530-50307" fmla="*/ 1596781 w 18982931"/>
              <a:gd name="connsiteY530-50308" fmla="*/ 2530932 h 4449429"/>
              <a:gd name="connsiteX531-50309" fmla="*/ 1596781 w 18982931"/>
              <a:gd name="connsiteY531-50310" fmla="*/ 2576632 h 4449429"/>
              <a:gd name="connsiteX532-50311" fmla="*/ 1805629 w 18982931"/>
              <a:gd name="connsiteY532-50312" fmla="*/ 2576632 h 4449429"/>
              <a:gd name="connsiteX533-50313" fmla="*/ 1805629 w 18982931"/>
              <a:gd name="connsiteY533-50314" fmla="*/ 2530932 h 4449429"/>
              <a:gd name="connsiteX534-50315" fmla="*/ 1596781 w 18982931"/>
              <a:gd name="connsiteY534-50316" fmla="*/ 2530932 h 4449429"/>
              <a:gd name="connsiteX535-50317" fmla="*/ 1596781 w 18982931"/>
              <a:gd name="connsiteY535-50318" fmla="*/ 2439301 h 4449429"/>
              <a:gd name="connsiteX536-50319" fmla="*/ 1596781 w 18982931"/>
              <a:gd name="connsiteY536-50320" fmla="*/ 2485002 h 4449429"/>
              <a:gd name="connsiteX537-50321" fmla="*/ 1805629 w 18982931"/>
              <a:gd name="connsiteY537-50322" fmla="*/ 2485002 h 4449429"/>
              <a:gd name="connsiteX538-50323" fmla="*/ 1805629 w 18982931"/>
              <a:gd name="connsiteY538-50324" fmla="*/ 2439301 h 4449429"/>
              <a:gd name="connsiteX539-50325" fmla="*/ 1596781 w 18982931"/>
              <a:gd name="connsiteY539-50326" fmla="*/ 2439301 h 4449429"/>
              <a:gd name="connsiteX540-50327" fmla="*/ 17217171 w 18982931"/>
              <a:gd name="connsiteY540-50328" fmla="*/ 2397981 h 4449429"/>
              <a:gd name="connsiteX541-50329" fmla="*/ 17217171 w 18982931"/>
              <a:gd name="connsiteY541-50330" fmla="*/ 2434557 h 4449429"/>
              <a:gd name="connsiteX542-50331" fmla="*/ 17582931 w 18982931"/>
              <a:gd name="connsiteY542-50332" fmla="*/ 2434557 h 4449429"/>
              <a:gd name="connsiteX543-50333" fmla="*/ 17582931 w 18982931"/>
              <a:gd name="connsiteY543-50334" fmla="*/ 2397981 h 4449429"/>
              <a:gd name="connsiteX544-50335" fmla="*/ 17217171 w 18982931"/>
              <a:gd name="connsiteY544-50336" fmla="*/ 2397981 h 4449429"/>
              <a:gd name="connsiteX545-50337" fmla="*/ 9762349 w 18982931"/>
              <a:gd name="connsiteY545-50338" fmla="*/ 2057780 h 4449429"/>
              <a:gd name="connsiteX546-50339" fmla="*/ 9762349 w 18982931"/>
              <a:gd name="connsiteY546-50340" fmla="*/ 2266627 h 4449429"/>
              <a:gd name="connsiteX547-50341" fmla="*/ 9808049 w 18982931"/>
              <a:gd name="connsiteY547-50342" fmla="*/ 2266627 h 4449429"/>
              <a:gd name="connsiteX548-50343" fmla="*/ 9808049 w 18982931"/>
              <a:gd name="connsiteY548-50344" fmla="*/ 2057780 h 4449429"/>
              <a:gd name="connsiteX549-50345" fmla="*/ 9762349 w 18982931"/>
              <a:gd name="connsiteY549-50346" fmla="*/ 2057780 h 4449429"/>
              <a:gd name="connsiteX550-50347" fmla="*/ 9670720 w 18982931"/>
              <a:gd name="connsiteY550-50348" fmla="*/ 2057780 h 4449429"/>
              <a:gd name="connsiteX551-50349" fmla="*/ 9670720 w 18982931"/>
              <a:gd name="connsiteY551-50350" fmla="*/ 2266627 h 4449429"/>
              <a:gd name="connsiteX552-50351" fmla="*/ 9716420 w 18982931"/>
              <a:gd name="connsiteY552-50352" fmla="*/ 2266627 h 4449429"/>
              <a:gd name="connsiteX553-50353" fmla="*/ 9716420 w 18982931"/>
              <a:gd name="connsiteY553-50354" fmla="*/ 2057780 h 4449429"/>
              <a:gd name="connsiteX554-50355" fmla="*/ 9670720 w 18982931"/>
              <a:gd name="connsiteY554-50356" fmla="*/ 2057780 h 4449429"/>
              <a:gd name="connsiteX555-50357" fmla="*/ 9579089 w 18982931"/>
              <a:gd name="connsiteY555-50358" fmla="*/ 2057780 h 4449429"/>
              <a:gd name="connsiteX556-50359" fmla="*/ 9579089 w 18982931"/>
              <a:gd name="connsiteY556-50360" fmla="*/ 2266627 h 4449429"/>
              <a:gd name="connsiteX557-50361" fmla="*/ 9624790 w 18982931"/>
              <a:gd name="connsiteY557-50362" fmla="*/ 2266627 h 4449429"/>
              <a:gd name="connsiteX558-50363" fmla="*/ 9624790 w 18982931"/>
              <a:gd name="connsiteY558-50364" fmla="*/ 2057780 h 4449429"/>
              <a:gd name="connsiteX559-50365" fmla="*/ 9579089 w 18982931"/>
              <a:gd name="connsiteY559-50366" fmla="*/ 2057780 h 4449429"/>
              <a:gd name="connsiteX560-50367" fmla="*/ 9487461 w 18982931"/>
              <a:gd name="connsiteY560-50368" fmla="*/ 2057780 h 4449429"/>
              <a:gd name="connsiteX561-50369" fmla="*/ 9487461 w 18982931"/>
              <a:gd name="connsiteY561-50370" fmla="*/ 2266627 h 4449429"/>
              <a:gd name="connsiteX562-50371" fmla="*/ 9533161 w 18982931"/>
              <a:gd name="connsiteY562-50372" fmla="*/ 2266627 h 4449429"/>
              <a:gd name="connsiteX563-50373" fmla="*/ 9533161 w 18982931"/>
              <a:gd name="connsiteY563-50374" fmla="*/ 2057780 h 4449429"/>
              <a:gd name="connsiteX564-50375" fmla="*/ 9487461 w 18982931"/>
              <a:gd name="connsiteY564-50376" fmla="*/ 2057780 h 4449429"/>
              <a:gd name="connsiteX565-50377" fmla="*/ 9395836 w 18982931"/>
              <a:gd name="connsiteY565-50378" fmla="*/ 2057780 h 4449429"/>
              <a:gd name="connsiteX566-50379" fmla="*/ 9395836 w 18982931"/>
              <a:gd name="connsiteY566-50380" fmla="*/ 2266627 h 4449429"/>
              <a:gd name="connsiteX567-50381" fmla="*/ 9441534 w 18982931"/>
              <a:gd name="connsiteY567-50382" fmla="*/ 2266627 h 4449429"/>
              <a:gd name="connsiteX568-50383" fmla="*/ 9441534 w 18982931"/>
              <a:gd name="connsiteY568-50384" fmla="*/ 2057780 h 4449429"/>
              <a:gd name="connsiteX569-50385" fmla="*/ 9395836 w 18982931"/>
              <a:gd name="connsiteY569-50386" fmla="*/ 2057780 h 4449429"/>
              <a:gd name="connsiteX570-50387" fmla="*/ 9304202 w 18982931"/>
              <a:gd name="connsiteY570-50388" fmla="*/ 2057780 h 4449429"/>
              <a:gd name="connsiteX571-50389" fmla="*/ 9304202 w 18982931"/>
              <a:gd name="connsiteY571-50390" fmla="*/ 2266627 h 4449429"/>
              <a:gd name="connsiteX572-50391" fmla="*/ 9349902 w 18982931"/>
              <a:gd name="connsiteY572-50392" fmla="*/ 2266627 h 4449429"/>
              <a:gd name="connsiteX573-50393" fmla="*/ 9349902 w 18982931"/>
              <a:gd name="connsiteY573-50394" fmla="*/ 2057780 h 4449429"/>
              <a:gd name="connsiteX574-50395" fmla="*/ 9304202 w 18982931"/>
              <a:gd name="connsiteY574-50396" fmla="*/ 2057780 h 4449429"/>
              <a:gd name="connsiteX575-50397" fmla="*/ 9212570 w 18982931"/>
              <a:gd name="connsiteY575-50398" fmla="*/ 2057780 h 4449429"/>
              <a:gd name="connsiteX576-50399" fmla="*/ 9212570 w 18982931"/>
              <a:gd name="connsiteY576-50400" fmla="*/ 2266627 h 4449429"/>
              <a:gd name="connsiteX577-50401" fmla="*/ 9258270 w 18982931"/>
              <a:gd name="connsiteY577-50402" fmla="*/ 2266627 h 4449429"/>
              <a:gd name="connsiteX578-50403" fmla="*/ 9258270 w 18982931"/>
              <a:gd name="connsiteY578-50404" fmla="*/ 2057780 h 4449429"/>
              <a:gd name="connsiteX579-50405" fmla="*/ 9212570 w 18982931"/>
              <a:gd name="connsiteY579-50406" fmla="*/ 2057780 h 4449429"/>
              <a:gd name="connsiteX580-50407" fmla="*/ 14092702 w 18982931"/>
              <a:gd name="connsiteY580-50408" fmla="*/ 1859157 h 4449429"/>
              <a:gd name="connsiteX581-50409" fmla="*/ 14092702 w 18982931"/>
              <a:gd name="connsiteY581-50410" fmla="*/ 1895733 h 4449429"/>
              <a:gd name="connsiteX582-50411" fmla="*/ 14458462 w 18982931"/>
              <a:gd name="connsiteY582-50412" fmla="*/ 1895733 h 4449429"/>
              <a:gd name="connsiteX583-50413" fmla="*/ 14458462 w 18982931"/>
              <a:gd name="connsiteY583-50414" fmla="*/ 1859157 h 4449429"/>
              <a:gd name="connsiteX584-50415" fmla="*/ 14092702 w 18982931"/>
              <a:gd name="connsiteY584-50416" fmla="*/ 1859157 h 4449429"/>
              <a:gd name="connsiteX585-50417" fmla="*/ 17871603 w 18982931"/>
              <a:gd name="connsiteY585-50418" fmla="*/ 1806939 h 4449429"/>
              <a:gd name="connsiteX586-50419" fmla="*/ 17871603 w 18982931"/>
              <a:gd name="connsiteY586-50420" fmla="*/ 1809649 h 4449429"/>
              <a:gd name="connsiteX587-50421" fmla="*/ 17871627 w 18982931"/>
              <a:gd name="connsiteY587-50422" fmla="*/ 1809649 h 4449429"/>
              <a:gd name="connsiteX588-50423" fmla="*/ 17871603 w 18982931"/>
              <a:gd name="connsiteY588-50424" fmla="*/ 1806939 h 4449429"/>
              <a:gd name="connsiteX589-50425" fmla="*/ 18172695 w 18982931"/>
              <a:gd name="connsiteY589-50426" fmla="*/ 1733739 h 4449429"/>
              <a:gd name="connsiteX590-50427" fmla="*/ 18172695 w 18982931"/>
              <a:gd name="connsiteY590-50428" fmla="*/ 1870899 h 4449429"/>
              <a:gd name="connsiteX591-50429" fmla="*/ 18209271 w 18982931"/>
              <a:gd name="connsiteY591-50430" fmla="*/ 1870899 h 4449429"/>
              <a:gd name="connsiteX592-50431" fmla="*/ 18209271 w 18982931"/>
              <a:gd name="connsiteY592-50432" fmla="*/ 1733739 h 4449429"/>
              <a:gd name="connsiteX593-50433" fmla="*/ 18172695 w 18982931"/>
              <a:gd name="connsiteY593-50434" fmla="*/ 1733739 h 4449429"/>
              <a:gd name="connsiteX594-50435" fmla="*/ 18104295 w 18982931"/>
              <a:gd name="connsiteY594-50436" fmla="*/ 1733739 h 4449429"/>
              <a:gd name="connsiteX595-50437" fmla="*/ 18104295 w 18982931"/>
              <a:gd name="connsiteY595-50438" fmla="*/ 1870899 h 4449429"/>
              <a:gd name="connsiteX596-50439" fmla="*/ 18140871 w 18982931"/>
              <a:gd name="connsiteY596-50440" fmla="*/ 1870899 h 4449429"/>
              <a:gd name="connsiteX597-50441" fmla="*/ 18140871 w 18982931"/>
              <a:gd name="connsiteY597-50442" fmla="*/ 1733739 h 4449429"/>
              <a:gd name="connsiteX598-50443" fmla="*/ 18104295 w 18982931"/>
              <a:gd name="connsiteY598-50444" fmla="*/ 1733739 h 4449429"/>
              <a:gd name="connsiteX599-50445" fmla="*/ 18035895 w 18982931"/>
              <a:gd name="connsiteY599-50446" fmla="*/ 1733739 h 4449429"/>
              <a:gd name="connsiteX600-50447" fmla="*/ 18035895 w 18982931"/>
              <a:gd name="connsiteY600-50448" fmla="*/ 1870899 h 4449429"/>
              <a:gd name="connsiteX601-50449" fmla="*/ 18072471 w 18982931"/>
              <a:gd name="connsiteY601-50450" fmla="*/ 1870899 h 4449429"/>
              <a:gd name="connsiteX602-50451" fmla="*/ 18072471 w 18982931"/>
              <a:gd name="connsiteY602-50452" fmla="*/ 1733739 h 4449429"/>
              <a:gd name="connsiteX603-50453" fmla="*/ 18035895 w 18982931"/>
              <a:gd name="connsiteY603-50454" fmla="*/ 1733739 h 4449429"/>
              <a:gd name="connsiteX604-50455" fmla="*/ 17967493 w 18982931"/>
              <a:gd name="connsiteY604-50456" fmla="*/ 1733739 h 4449429"/>
              <a:gd name="connsiteX605-50457" fmla="*/ 17967493 w 18982931"/>
              <a:gd name="connsiteY605-50458" fmla="*/ 1870899 h 4449429"/>
              <a:gd name="connsiteX606-50459" fmla="*/ 18004069 w 18982931"/>
              <a:gd name="connsiteY606-50460" fmla="*/ 1870899 h 4449429"/>
              <a:gd name="connsiteX607-50461" fmla="*/ 18004069 w 18982931"/>
              <a:gd name="connsiteY607-50462" fmla="*/ 1733739 h 4449429"/>
              <a:gd name="connsiteX608-50463" fmla="*/ 17967493 w 18982931"/>
              <a:gd name="connsiteY608-50464" fmla="*/ 1733739 h 4449429"/>
              <a:gd name="connsiteX609-50465" fmla="*/ 14251161 w 18982931"/>
              <a:gd name="connsiteY609-50466" fmla="*/ 868400 h 4449429"/>
              <a:gd name="connsiteX610-50467" fmla="*/ 14251161 w 18982931"/>
              <a:gd name="connsiteY610-50468" fmla="*/ 1005560 h 4449429"/>
              <a:gd name="connsiteX611-50469" fmla="*/ 14287737 w 18982931"/>
              <a:gd name="connsiteY611-50470" fmla="*/ 1005560 h 4449429"/>
              <a:gd name="connsiteX612-50471" fmla="*/ 14287737 w 18982931"/>
              <a:gd name="connsiteY612-50472" fmla="*/ 868400 h 4449429"/>
              <a:gd name="connsiteX613-50473" fmla="*/ 14251161 w 18982931"/>
              <a:gd name="connsiteY613-50474" fmla="*/ 868400 h 4449429"/>
              <a:gd name="connsiteX614-50475" fmla="*/ 14182760 w 18982931"/>
              <a:gd name="connsiteY614-50476" fmla="*/ 868400 h 4449429"/>
              <a:gd name="connsiteX615-50477" fmla="*/ 14182760 w 18982931"/>
              <a:gd name="connsiteY615-50478" fmla="*/ 1005560 h 4449429"/>
              <a:gd name="connsiteX616-50479" fmla="*/ 14219336 w 18982931"/>
              <a:gd name="connsiteY616-50480" fmla="*/ 1005560 h 4449429"/>
              <a:gd name="connsiteX617-50481" fmla="*/ 14219336 w 18982931"/>
              <a:gd name="connsiteY617-50482" fmla="*/ 868400 h 4449429"/>
              <a:gd name="connsiteX618-50483" fmla="*/ 14182760 w 18982931"/>
              <a:gd name="connsiteY618-50484" fmla="*/ 868400 h 4449429"/>
              <a:gd name="connsiteX619-50485" fmla="*/ 14114359 w 18982931"/>
              <a:gd name="connsiteY619-50486" fmla="*/ 868400 h 4449429"/>
              <a:gd name="connsiteX620-50487" fmla="*/ 14114359 w 18982931"/>
              <a:gd name="connsiteY620-50488" fmla="*/ 1005560 h 4449429"/>
              <a:gd name="connsiteX621-50489" fmla="*/ 14150935 w 18982931"/>
              <a:gd name="connsiteY621-50490" fmla="*/ 1005560 h 4449429"/>
              <a:gd name="connsiteX622-50491" fmla="*/ 14150935 w 18982931"/>
              <a:gd name="connsiteY622-50492" fmla="*/ 868400 h 4449429"/>
              <a:gd name="connsiteX623-50493" fmla="*/ 14114359 w 18982931"/>
              <a:gd name="connsiteY623-50494" fmla="*/ 868400 h 4449429"/>
              <a:gd name="connsiteX624-50495" fmla="*/ 4788216 w 18982931"/>
              <a:gd name="connsiteY624-50496" fmla="*/ 807315 h 4449429"/>
              <a:gd name="connsiteX625-50497" fmla="*/ 4788216 w 18982931"/>
              <a:gd name="connsiteY625-50498" fmla="*/ 944475 h 4449429"/>
              <a:gd name="connsiteX626-50499" fmla="*/ 4824792 w 18982931"/>
              <a:gd name="connsiteY626-50500" fmla="*/ 944475 h 4449429"/>
              <a:gd name="connsiteX627-50501" fmla="*/ 4824792 w 18982931"/>
              <a:gd name="connsiteY627-50502" fmla="*/ 807315 h 4449429"/>
              <a:gd name="connsiteX628-50503" fmla="*/ 4788216 w 18982931"/>
              <a:gd name="connsiteY628-50504" fmla="*/ 807315 h 4449429"/>
              <a:gd name="connsiteX629-50505" fmla="*/ 4719815 w 18982931"/>
              <a:gd name="connsiteY629-50506" fmla="*/ 807315 h 4449429"/>
              <a:gd name="connsiteX630-50507" fmla="*/ 4719815 w 18982931"/>
              <a:gd name="connsiteY630-50508" fmla="*/ 944475 h 4449429"/>
              <a:gd name="connsiteX631-50509" fmla="*/ 4756391 w 18982931"/>
              <a:gd name="connsiteY631-50510" fmla="*/ 944475 h 4449429"/>
              <a:gd name="connsiteX632-50511" fmla="*/ 4756391 w 18982931"/>
              <a:gd name="connsiteY632-50512" fmla="*/ 807315 h 4449429"/>
              <a:gd name="connsiteX633-50513" fmla="*/ 4719815 w 18982931"/>
              <a:gd name="connsiteY633-50514" fmla="*/ 807315 h 4449429"/>
              <a:gd name="connsiteX634-50515" fmla="*/ 4651414 w 18982931"/>
              <a:gd name="connsiteY634-50516" fmla="*/ 807315 h 4449429"/>
              <a:gd name="connsiteX635-50517" fmla="*/ 4651414 w 18982931"/>
              <a:gd name="connsiteY635-50518" fmla="*/ 944475 h 4449429"/>
              <a:gd name="connsiteX636-50519" fmla="*/ 4687992 w 18982931"/>
              <a:gd name="connsiteY636-50520" fmla="*/ 944475 h 4449429"/>
              <a:gd name="connsiteX637-50521" fmla="*/ 4687992 w 18982931"/>
              <a:gd name="connsiteY637-50522" fmla="*/ 807315 h 4449429"/>
              <a:gd name="connsiteX638-50523" fmla="*/ 4651414 w 18982931"/>
              <a:gd name="connsiteY638-50524" fmla="*/ 807315 h 4449429"/>
              <a:gd name="connsiteX639-50525" fmla="*/ 2212838 w 18982931"/>
              <a:gd name="connsiteY639-50526" fmla="*/ 748887 h 4449429"/>
              <a:gd name="connsiteX640-50527" fmla="*/ 2212838 w 18982931"/>
              <a:gd name="connsiteY640-50528" fmla="*/ 886047 h 4449429"/>
              <a:gd name="connsiteX641-50529" fmla="*/ 2249414 w 18982931"/>
              <a:gd name="connsiteY641-50530" fmla="*/ 886047 h 4449429"/>
              <a:gd name="connsiteX642-50531" fmla="*/ 2249414 w 18982931"/>
              <a:gd name="connsiteY642-50532" fmla="*/ 748887 h 4449429"/>
              <a:gd name="connsiteX643-50533" fmla="*/ 2212838 w 18982931"/>
              <a:gd name="connsiteY643-50534" fmla="*/ 748887 h 4449429"/>
              <a:gd name="connsiteX644-50535" fmla="*/ 2144438 w 18982931"/>
              <a:gd name="connsiteY644-50536" fmla="*/ 748887 h 4449429"/>
              <a:gd name="connsiteX645-50537" fmla="*/ 2144438 w 18982931"/>
              <a:gd name="connsiteY645-50538" fmla="*/ 886047 h 4449429"/>
              <a:gd name="connsiteX646-50539" fmla="*/ 2181014 w 18982931"/>
              <a:gd name="connsiteY646-50540" fmla="*/ 886047 h 4449429"/>
              <a:gd name="connsiteX647-50541" fmla="*/ 2181014 w 18982931"/>
              <a:gd name="connsiteY647-50542" fmla="*/ 748887 h 4449429"/>
              <a:gd name="connsiteX648-50543" fmla="*/ 2144438 w 18982931"/>
              <a:gd name="connsiteY648-50544" fmla="*/ 748887 h 4449429"/>
              <a:gd name="connsiteX649-50545" fmla="*/ 2076037 w 18982931"/>
              <a:gd name="connsiteY649-50546" fmla="*/ 748887 h 4449429"/>
              <a:gd name="connsiteX650-50547" fmla="*/ 2076037 w 18982931"/>
              <a:gd name="connsiteY650-50548" fmla="*/ 886047 h 4449429"/>
              <a:gd name="connsiteX651-50549" fmla="*/ 2112612 w 18982931"/>
              <a:gd name="connsiteY651-50550" fmla="*/ 886047 h 4449429"/>
              <a:gd name="connsiteX652-50551" fmla="*/ 2112612 w 18982931"/>
              <a:gd name="connsiteY652-50552" fmla="*/ 748887 h 4449429"/>
              <a:gd name="connsiteX653-50553" fmla="*/ 2076037 w 18982931"/>
              <a:gd name="connsiteY653-50554" fmla="*/ 748887 h 4449429"/>
              <a:gd name="connsiteX654-50555" fmla="*/ 2007635 w 18982931"/>
              <a:gd name="connsiteY654-50556" fmla="*/ 748887 h 4449429"/>
              <a:gd name="connsiteX655-50557" fmla="*/ 2007635 w 18982931"/>
              <a:gd name="connsiteY655-50558" fmla="*/ 886047 h 4449429"/>
              <a:gd name="connsiteX656-50559" fmla="*/ 2044211 w 18982931"/>
              <a:gd name="connsiteY656-50560" fmla="*/ 886047 h 4449429"/>
              <a:gd name="connsiteX657-50561" fmla="*/ 2044211 w 18982931"/>
              <a:gd name="connsiteY657-50562" fmla="*/ 748887 h 4449429"/>
              <a:gd name="connsiteX658-50563" fmla="*/ 2007635 w 18982931"/>
              <a:gd name="connsiteY658-50564" fmla="*/ 748887 h 4449429"/>
              <a:gd name="connsiteX659-50565" fmla="*/ 17088019 w 18982931"/>
              <a:gd name="connsiteY659-50566" fmla="*/ 737716 h 4449429"/>
              <a:gd name="connsiteX660-50567" fmla="*/ 17088019 w 18982931"/>
              <a:gd name="connsiteY660-50568" fmla="*/ 825107 h 4449429"/>
              <a:gd name="connsiteX661-50569" fmla="*/ 17124595 w 18982931"/>
              <a:gd name="connsiteY661-50570" fmla="*/ 825107 h 4449429"/>
              <a:gd name="connsiteX662-50571" fmla="*/ 17124595 w 18982931"/>
              <a:gd name="connsiteY662-50572" fmla="*/ 737716 h 4449429"/>
              <a:gd name="connsiteX663-50573" fmla="*/ 17088019 w 18982931"/>
              <a:gd name="connsiteY663-50574" fmla="*/ 737716 h 4449429"/>
              <a:gd name="connsiteX664-50575" fmla="*/ 17021803 w 18982931"/>
              <a:gd name="connsiteY664-50576" fmla="*/ 737716 h 4449429"/>
              <a:gd name="connsiteX665-50577" fmla="*/ 17021803 w 18982931"/>
              <a:gd name="connsiteY665-50578" fmla="*/ 825107 h 4449429"/>
              <a:gd name="connsiteX666-50579" fmla="*/ 17058379 w 18982931"/>
              <a:gd name="connsiteY666-50580" fmla="*/ 825107 h 4449429"/>
              <a:gd name="connsiteX667-50581" fmla="*/ 17058379 w 18982931"/>
              <a:gd name="connsiteY667-50582" fmla="*/ 737716 h 4449429"/>
              <a:gd name="connsiteX668-50583" fmla="*/ 17021803 w 18982931"/>
              <a:gd name="connsiteY668-50584" fmla="*/ 737716 h 4449429"/>
              <a:gd name="connsiteX669-50585" fmla="*/ 16955591 w 18982931"/>
              <a:gd name="connsiteY669-50586" fmla="*/ 737716 h 4449429"/>
              <a:gd name="connsiteX670-50587" fmla="*/ 16955591 w 18982931"/>
              <a:gd name="connsiteY670-50588" fmla="*/ 825107 h 4449429"/>
              <a:gd name="connsiteX671-50589" fmla="*/ 16992167 w 18982931"/>
              <a:gd name="connsiteY671-50590" fmla="*/ 825107 h 4449429"/>
              <a:gd name="connsiteX672-50591" fmla="*/ 16992167 w 18982931"/>
              <a:gd name="connsiteY672-50592" fmla="*/ 737716 h 4449429"/>
              <a:gd name="connsiteX673-50593" fmla="*/ 16955591 w 18982931"/>
              <a:gd name="connsiteY673-50594" fmla="*/ 737716 h 4449429"/>
              <a:gd name="connsiteX674-50595" fmla="*/ 16889375 w 18982931"/>
              <a:gd name="connsiteY674-50596" fmla="*/ 737716 h 4449429"/>
              <a:gd name="connsiteX675-50597" fmla="*/ 16889375 w 18982931"/>
              <a:gd name="connsiteY675-50598" fmla="*/ 825107 h 4449429"/>
              <a:gd name="connsiteX676-50599" fmla="*/ 16925951 w 18982931"/>
              <a:gd name="connsiteY676-50600" fmla="*/ 825107 h 4449429"/>
              <a:gd name="connsiteX677-50601" fmla="*/ 16925951 w 18982931"/>
              <a:gd name="connsiteY677-50602" fmla="*/ 737716 h 4449429"/>
              <a:gd name="connsiteX678-50603" fmla="*/ 16889375 w 18982931"/>
              <a:gd name="connsiteY678-50604" fmla="*/ 737716 h 4449429"/>
              <a:gd name="connsiteX679-50605" fmla="*/ 16823163 w 18982931"/>
              <a:gd name="connsiteY679-50606" fmla="*/ 737716 h 4449429"/>
              <a:gd name="connsiteX680-50607" fmla="*/ 16823163 w 18982931"/>
              <a:gd name="connsiteY680-50608" fmla="*/ 825107 h 4449429"/>
              <a:gd name="connsiteX681-50609" fmla="*/ 16859739 w 18982931"/>
              <a:gd name="connsiteY681-50610" fmla="*/ 825107 h 4449429"/>
              <a:gd name="connsiteX682-50611" fmla="*/ 16859739 w 18982931"/>
              <a:gd name="connsiteY682-50612" fmla="*/ 737716 h 4449429"/>
              <a:gd name="connsiteX683-50613" fmla="*/ 16823163 w 18982931"/>
              <a:gd name="connsiteY683-50614" fmla="*/ 737716 h 4449429"/>
              <a:gd name="connsiteX684-50615" fmla="*/ 16756948 w 18982931"/>
              <a:gd name="connsiteY684-50616" fmla="*/ 737716 h 4449429"/>
              <a:gd name="connsiteX685-50617" fmla="*/ 16756948 w 18982931"/>
              <a:gd name="connsiteY685-50618" fmla="*/ 825107 h 4449429"/>
              <a:gd name="connsiteX686-50619" fmla="*/ 16793523 w 18982931"/>
              <a:gd name="connsiteY686-50620" fmla="*/ 825107 h 4449429"/>
              <a:gd name="connsiteX687-50621" fmla="*/ 16793523 w 18982931"/>
              <a:gd name="connsiteY687-50622" fmla="*/ 737716 h 4449429"/>
              <a:gd name="connsiteX688-50623" fmla="*/ 16756948 w 18982931"/>
              <a:gd name="connsiteY688-50624" fmla="*/ 737716 h 4449429"/>
              <a:gd name="connsiteX689-50625" fmla="*/ 13739104 w 18982931"/>
              <a:gd name="connsiteY689-50626" fmla="*/ 0 h 4449429"/>
              <a:gd name="connsiteX690-50627" fmla="*/ 13842002 w 18982931"/>
              <a:gd name="connsiteY690-50628" fmla="*/ 0 h 4449429"/>
              <a:gd name="connsiteX691-50629" fmla="*/ 13883163 w 18982931"/>
              <a:gd name="connsiteY691-50630" fmla="*/ 428067 h 4449429"/>
              <a:gd name="connsiteX692-50631" fmla="*/ 13883163 w 18982931"/>
              <a:gd name="connsiteY692-50632" fmla="*/ 456882 h 4449429"/>
              <a:gd name="connsiteX693-50633" fmla="*/ 13907863 w 18982931"/>
              <a:gd name="connsiteY693-50634" fmla="*/ 954919 h 4449429"/>
              <a:gd name="connsiteX694-50635" fmla="*/ 13911978 w 18982931"/>
              <a:gd name="connsiteY694-50636" fmla="*/ 1679340 h 4449429"/>
              <a:gd name="connsiteX695-50637" fmla="*/ 13916091 w 18982931"/>
              <a:gd name="connsiteY695-50638" fmla="*/ 2058015 h 4449429"/>
              <a:gd name="connsiteX696-50639" fmla="*/ 13936673 w 18982931"/>
              <a:gd name="connsiteY696-50640" fmla="*/ 2086829 h 4449429"/>
              <a:gd name="connsiteX697-50641" fmla="*/ 13953138 w 18982931"/>
              <a:gd name="connsiteY697-50642" fmla="*/ 2058015 h 4449429"/>
              <a:gd name="connsiteX698-50643" fmla="*/ 13953138 w 18982931"/>
              <a:gd name="connsiteY698-50644" fmla="*/ 1955115 h 4449429"/>
              <a:gd name="connsiteX699-50645" fmla="*/ 13965483 w 18982931"/>
              <a:gd name="connsiteY699-50646" fmla="*/ 1922188 h 4449429"/>
              <a:gd name="connsiteX700-50647" fmla="*/ 13986066 w 18982931"/>
              <a:gd name="connsiteY700-50648" fmla="*/ 1876909 h 4449429"/>
              <a:gd name="connsiteX701-50649" fmla="*/ 13986066 w 18982931"/>
              <a:gd name="connsiteY701-50650" fmla="*/ 1625834 h 4449429"/>
              <a:gd name="connsiteX702-50651" fmla="*/ 14051922 w 18982931"/>
              <a:gd name="connsiteY702-50652" fmla="*/ 1617602 h 4449429"/>
              <a:gd name="connsiteX703-50653" fmla="*/ 14047992 w 18982931"/>
              <a:gd name="connsiteY703-50654" fmla="*/ 1005560 h 4449429"/>
              <a:gd name="connsiteX704-50655" fmla="*/ 14082534 w 18982931"/>
              <a:gd name="connsiteY704-50656" fmla="*/ 1005560 h 4449429"/>
              <a:gd name="connsiteX705-50657" fmla="*/ 14082534 w 18982931"/>
              <a:gd name="connsiteY705-50658" fmla="*/ 868400 h 4449429"/>
              <a:gd name="connsiteX706-50659" fmla="*/ 14047111 w 18982931"/>
              <a:gd name="connsiteY706-50660" fmla="*/ 868400 h 4449429"/>
              <a:gd name="connsiteX707-50661" fmla="*/ 14046442 w 18982931"/>
              <a:gd name="connsiteY707-50662" fmla="*/ 764191 h 4449429"/>
              <a:gd name="connsiteX708-50663" fmla="*/ 14187749 w 18982931"/>
              <a:gd name="connsiteY708-50664" fmla="*/ 436300 h 4449429"/>
              <a:gd name="connsiteX709-50665" fmla="*/ 14212445 w 18982931"/>
              <a:gd name="connsiteY709-50666" fmla="*/ 411603 h 4449429"/>
              <a:gd name="connsiteX710-50667" fmla="*/ 14410015 w 18982931"/>
              <a:gd name="connsiteY710-50668" fmla="*/ 444532 h 4449429"/>
              <a:gd name="connsiteX711-50669" fmla="*/ 14442947 w 18982931"/>
              <a:gd name="connsiteY711-50670" fmla="*/ 275776 h 4449429"/>
              <a:gd name="connsiteX712-50671" fmla="*/ 14479990 w 18982931"/>
              <a:gd name="connsiteY712-50672" fmla="*/ 246961 h 4449429"/>
              <a:gd name="connsiteX713-50673" fmla="*/ 14517032 w 18982931"/>
              <a:gd name="connsiteY713-50674" fmla="*/ 271658 h 4449429"/>
              <a:gd name="connsiteX714-50675" fmla="*/ 14574655 w 18982931"/>
              <a:gd name="connsiteY714-50676" fmla="*/ 522739 h 4449429"/>
              <a:gd name="connsiteX715-50677" fmla="*/ 14603469 w 18982931"/>
              <a:gd name="connsiteY715-50678" fmla="*/ 1123678 h 4449429"/>
              <a:gd name="connsiteX716-50679" fmla="*/ 14603469 w 18982931"/>
              <a:gd name="connsiteY716-50680" fmla="*/ 1617602 h 4449429"/>
              <a:gd name="connsiteX717-50681" fmla="*/ 14595237 w 18982931"/>
              <a:gd name="connsiteY717-50682" fmla="*/ 1683457 h 4449429"/>
              <a:gd name="connsiteX718-50683" fmla="*/ 14607589 w 18982931"/>
              <a:gd name="connsiteY718-50684" fmla="*/ 1753429 h 4449429"/>
              <a:gd name="connsiteX719-50685" fmla="*/ 14656976 w 18982931"/>
              <a:gd name="connsiteY719-50686" fmla="*/ 1753429 h 4449429"/>
              <a:gd name="connsiteX720-50687" fmla="*/ 14706369 w 18982931"/>
              <a:gd name="connsiteY720-50688" fmla="*/ 1568210 h 4449429"/>
              <a:gd name="connsiteX721-50689" fmla="*/ 14722833 w 18982931"/>
              <a:gd name="connsiteY721-50690" fmla="*/ 1568210 h 4449429"/>
              <a:gd name="connsiteX722-50691" fmla="*/ 14768111 w 18982931"/>
              <a:gd name="connsiteY722-50692" fmla="*/ 1753429 h 4449429"/>
              <a:gd name="connsiteX723-50693" fmla="*/ 14875128 w 18982931"/>
              <a:gd name="connsiteY723-50694" fmla="*/ 1753429 h 4449429"/>
              <a:gd name="connsiteX724-50695" fmla="*/ 14883360 w 18982931"/>
              <a:gd name="connsiteY724-50696" fmla="*/ 1827516 h 4449429"/>
              <a:gd name="connsiteX725-50697" fmla="*/ 14940984 w 18982931"/>
              <a:gd name="connsiteY725-50698" fmla="*/ 1827516 h 4449429"/>
              <a:gd name="connsiteX726-50699" fmla="*/ 15019191 w 18982931"/>
              <a:gd name="connsiteY726-50700" fmla="*/ 1625834 h 4449429"/>
              <a:gd name="connsiteX727-50701" fmla="*/ 15043883 w 18982931"/>
              <a:gd name="connsiteY727-50702" fmla="*/ 1090750 h 4449429"/>
              <a:gd name="connsiteX728-50703" fmla="*/ 15134436 w 18982931"/>
              <a:gd name="connsiteY728-50704" fmla="*/ 1000197 h 4449429"/>
              <a:gd name="connsiteX729-50705" fmla="*/ 15212643 w 18982931"/>
              <a:gd name="connsiteY729-50706" fmla="*/ 1078400 h 4449429"/>
              <a:gd name="connsiteX730-50707" fmla="*/ 15212643 w 18982931"/>
              <a:gd name="connsiteY730-50708" fmla="*/ 1152488 h 4449429"/>
              <a:gd name="connsiteX731-50709" fmla="*/ 15224993 w 18982931"/>
              <a:gd name="connsiteY731-50710" fmla="*/ 1119560 h 4449429"/>
              <a:gd name="connsiteX732-50711" fmla="*/ 15237338 w 18982931"/>
              <a:gd name="connsiteY732-50712" fmla="*/ 563899 h 4449429"/>
              <a:gd name="connsiteX733-50713" fmla="*/ 15290845 w 18982931"/>
              <a:gd name="connsiteY733-50714" fmla="*/ 382793 h 4449429"/>
              <a:gd name="connsiteX734-50715" fmla="*/ 15323772 w 18982931"/>
              <a:gd name="connsiteY734-50716" fmla="*/ 300473 h 4449429"/>
              <a:gd name="connsiteX735-50717" fmla="*/ 15364932 w 18982931"/>
              <a:gd name="connsiteY735-50718" fmla="*/ 259313 h 4449429"/>
              <a:gd name="connsiteX736-50719" fmla="*/ 15389634 w 18982931"/>
              <a:gd name="connsiteY736-50720" fmla="*/ 296354 h 4449429"/>
              <a:gd name="connsiteX737-50721" fmla="*/ 15401979 w 18982931"/>
              <a:gd name="connsiteY737-50722" fmla="*/ 411603 h 4449429"/>
              <a:gd name="connsiteX738-50723" fmla="*/ 15451371 w 18982931"/>
              <a:gd name="connsiteY738-50724" fmla="*/ 703843 h 4449429"/>
              <a:gd name="connsiteX739-50725" fmla="*/ 15455486 w 18982931"/>
              <a:gd name="connsiteY739-50726" fmla="*/ 1173070 h 4449429"/>
              <a:gd name="connsiteX740-50727" fmla="*/ 15455486 w 18982931"/>
              <a:gd name="connsiteY740-50728" fmla="*/ 1238927 h 4449429"/>
              <a:gd name="connsiteX741-50729" fmla="*/ 15727143 w 18982931"/>
              <a:gd name="connsiteY741-50730" fmla="*/ 1238927 h 4449429"/>
              <a:gd name="connsiteX742-50731" fmla="*/ 15727143 w 18982931"/>
              <a:gd name="connsiteY742-50732" fmla="*/ 1465306 h 4449429"/>
              <a:gd name="connsiteX743-50733" fmla="*/ 15772422 w 18982931"/>
              <a:gd name="connsiteY743-50734" fmla="*/ 1469425 h 4449429"/>
              <a:gd name="connsiteX744-50735" fmla="*/ 15850624 w 18982931"/>
              <a:gd name="connsiteY744-50736" fmla="*/ 1551745 h 4449429"/>
              <a:gd name="connsiteX745-50737" fmla="*/ 15850624 w 18982931"/>
              <a:gd name="connsiteY745-50738" fmla="*/ 2224712 h 4449429"/>
              <a:gd name="connsiteX746-50739" fmla="*/ 15923336 w 18982931"/>
              <a:gd name="connsiteY746-50740" fmla="*/ 2224712 h 4449429"/>
              <a:gd name="connsiteX747-50741" fmla="*/ 15924718 w 18982931"/>
              <a:gd name="connsiteY747-50742" fmla="*/ 2177381 h 4449429"/>
              <a:gd name="connsiteX748-50743" fmla="*/ 15982338 w 18982931"/>
              <a:gd name="connsiteY748-50744" fmla="*/ 2103294 h 4449429"/>
              <a:gd name="connsiteX749-50745" fmla="*/ 15986455 w 18982931"/>
              <a:gd name="connsiteY749-50746" fmla="*/ 2045669 h 4449429"/>
              <a:gd name="connsiteX750-50747" fmla="*/ 16002920 w 18982931"/>
              <a:gd name="connsiteY750-50748" fmla="*/ 2033319 h 4449429"/>
              <a:gd name="connsiteX751-50749" fmla="*/ 16015265 w 18982931"/>
              <a:gd name="connsiteY751-50750" fmla="*/ 2041550 h 4449429"/>
              <a:gd name="connsiteX752-50751" fmla="*/ 16056425 w 18982931"/>
              <a:gd name="connsiteY752-50752" fmla="*/ 2210310 h 4449429"/>
              <a:gd name="connsiteX753-50753" fmla="*/ 16056425 w 18982931"/>
              <a:gd name="connsiteY753-50754" fmla="*/ 2276166 h 4449429"/>
              <a:gd name="connsiteX754-50755" fmla="*/ 16077008 w 18982931"/>
              <a:gd name="connsiteY754-50756" fmla="*/ 2276166 h 4449429"/>
              <a:gd name="connsiteX755-50757" fmla="*/ 16097587 w 18982931"/>
              <a:gd name="connsiteY755-50758" fmla="*/ 1938652 h 4449429"/>
              <a:gd name="connsiteX756-50759" fmla="*/ 16122282 w 18982931"/>
              <a:gd name="connsiteY756-50760" fmla="*/ 1934533 h 4449429"/>
              <a:gd name="connsiteX757-50761" fmla="*/ 16155210 w 18982931"/>
              <a:gd name="connsiteY757-50762" fmla="*/ 1938652 h 4449429"/>
              <a:gd name="connsiteX758-50763" fmla="*/ 16155210 w 18982931"/>
              <a:gd name="connsiteY758-50764" fmla="*/ 2272048 h 4449429"/>
              <a:gd name="connsiteX759-50765" fmla="*/ 16175792 w 18982931"/>
              <a:gd name="connsiteY759-50766" fmla="*/ 2276166 h 4449429"/>
              <a:gd name="connsiteX760-50767" fmla="*/ 16192257 w 18982931"/>
              <a:gd name="connsiteY760-50768" fmla="*/ 2243238 h 4449429"/>
              <a:gd name="connsiteX761-50769" fmla="*/ 16192257 w 18982931"/>
              <a:gd name="connsiteY761-50770" fmla="*/ 1992158 h 4449429"/>
              <a:gd name="connsiteX762-50771" fmla="*/ 16192257 w 18982931"/>
              <a:gd name="connsiteY762-50772" fmla="*/ 1774011 h 4449429"/>
              <a:gd name="connsiteX763-50773" fmla="*/ 16488610 w 18982931"/>
              <a:gd name="connsiteY763-50774" fmla="*/ 1774011 h 4449429"/>
              <a:gd name="connsiteX764-50775" fmla="*/ 16538004 w 18982931"/>
              <a:gd name="connsiteY764-50776" fmla="*/ 1823403 h 4449429"/>
              <a:gd name="connsiteX765-50777" fmla="*/ 16538004 w 18982931"/>
              <a:gd name="connsiteY765-50778" fmla="*/ 2029205 h 4449429"/>
              <a:gd name="connsiteX766-50779" fmla="*/ 16550349 w 18982931"/>
              <a:gd name="connsiteY766-50780" fmla="*/ 2033319 h 4449429"/>
              <a:gd name="connsiteX767-50781" fmla="*/ 16566812 w 18982931"/>
              <a:gd name="connsiteY767-50782" fmla="*/ 1992158 h 4449429"/>
              <a:gd name="connsiteX768-50783" fmla="*/ 16570932 w 18982931"/>
              <a:gd name="connsiteY768-50784" fmla="*/ 1695804 h 4449429"/>
              <a:gd name="connsiteX769-50785" fmla="*/ 16566812 w 18982931"/>
              <a:gd name="connsiteY769-50786" fmla="*/ 773813 h 4449429"/>
              <a:gd name="connsiteX770-50787" fmla="*/ 16636788 w 18982931"/>
              <a:gd name="connsiteY770-50788" fmla="*/ 646219 h 4449429"/>
              <a:gd name="connsiteX771-50789" fmla="*/ 16723226 w 18982931"/>
              <a:gd name="connsiteY771-50790" fmla="*/ 514506 h 4449429"/>
              <a:gd name="connsiteX772-50791" fmla="*/ 16743805 w 18982931"/>
              <a:gd name="connsiteY772-50792" fmla="*/ 481577 h 4449429"/>
              <a:gd name="connsiteX773-50793" fmla="*/ 16817899 w 18982931"/>
              <a:gd name="connsiteY773-50794" fmla="*/ 329283 h 4449429"/>
              <a:gd name="connsiteX774-50795" fmla="*/ 16842595 w 18982931"/>
              <a:gd name="connsiteY774-50796" fmla="*/ 275776 h 4449429"/>
              <a:gd name="connsiteX775-50797" fmla="*/ 16859059 w 18982931"/>
              <a:gd name="connsiteY775-50798" fmla="*/ 279891 h 4449429"/>
              <a:gd name="connsiteX776-50799" fmla="*/ 16859059 w 18982931"/>
              <a:gd name="connsiteY776-50800" fmla="*/ 337515 h 4449429"/>
              <a:gd name="connsiteX777-50801" fmla="*/ 16867291 w 18982931"/>
              <a:gd name="connsiteY777-50802" fmla="*/ 382793 h 4449429"/>
              <a:gd name="connsiteX778-50803" fmla="*/ 16966075 w 18982931"/>
              <a:gd name="connsiteY778-50804" fmla="*/ 436300 h 4449429"/>
              <a:gd name="connsiteX779-50805" fmla="*/ 17031935 w 18982931"/>
              <a:gd name="connsiteY779-50806" fmla="*/ 526852 h 4449429"/>
              <a:gd name="connsiteX780-50807" fmla="*/ 17031935 w 18982931"/>
              <a:gd name="connsiteY780-50808" fmla="*/ 596826 h 4449429"/>
              <a:gd name="connsiteX781-50809" fmla="*/ 17060743 w 18982931"/>
              <a:gd name="connsiteY781-50810" fmla="*/ 600941 h 4449429"/>
              <a:gd name="connsiteX782-50811" fmla="*/ 17147183 w 18982931"/>
              <a:gd name="connsiteY782-50812" fmla="*/ 691493 h 4449429"/>
              <a:gd name="connsiteX783-50813" fmla="*/ 17147219 w 18982931"/>
              <a:gd name="connsiteY783-50814" fmla="*/ 704240 h 4449429"/>
              <a:gd name="connsiteX784-50815" fmla="*/ 17148515 w 18982931"/>
              <a:gd name="connsiteY784-50816" fmla="*/ 704240 h 4449429"/>
              <a:gd name="connsiteX785-50817" fmla="*/ 17148515 w 18982931"/>
              <a:gd name="connsiteY785-50818" fmla="*/ 880086 h 4449429"/>
              <a:gd name="connsiteX786-50819" fmla="*/ 17147731 w 18982931"/>
              <a:gd name="connsiteY786-50820" fmla="*/ 880086 h 4449429"/>
              <a:gd name="connsiteX787-50821" fmla="*/ 17151295 w 18982931"/>
              <a:gd name="connsiteY787-50822" fmla="*/ 2103294 h 4449429"/>
              <a:gd name="connsiteX788-50823" fmla="*/ 17151295 w 18982931"/>
              <a:gd name="connsiteY788-50824" fmla="*/ 2152686 h 4449429"/>
              <a:gd name="connsiteX789-50825" fmla="*/ 17225383 w 18982931"/>
              <a:gd name="connsiteY789-50826" fmla="*/ 2152686 h 4449429"/>
              <a:gd name="connsiteX790-50827" fmla="*/ 17225383 w 18982931"/>
              <a:gd name="connsiteY790-50828" fmla="*/ 1811053 h 4449429"/>
              <a:gd name="connsiteX791-50829" fmla="*/ 17307703 w 18982931"/>
              <a:gd name="connsiteY791-50830" fmla="*/ 1757546 h 4449429"/>
              <a:gd name="connsiteX792-50831" fmla="*/ 17307703 w 18982931"/>
              <a:gd name="connsiteY792-50832" fmla="*/ 1889260 h 4449429"/>
              <a:gd name="connsiteX793-50833" fmla="*/ 17336519 w 18982931"/>
              <a:gd name="connsiteY793-50834" fmla="*/ 1926302 h 4449429"/>
              <a:gd name="connsiteX794-50835" fmla="*/ 17381799 w 18982931"/>
              <a:gd name="connsiteY794-50836" fmla="*/ 1975695 h 4449429"/>
              <a:gd name="connsiteX795-50837" fmla="*/ 17381799 w 18982931"/>
              <a:gd name="connsiteY795-50838" fmla="*/ 2165031 h 4449429"/>
              <a:gd name="connsiteX796-50839" fmla="*/ 17562899 w 18982931"/>
              <a:gd name="connsiteY796-50840" fmla="*/ 2165031 h 4449429"/>
              <a:gd name="connsiteX797-50841" fmla="*/ 17562899 w 18982931"/>
              <a:gd name="connsiteY797-50842" fmla="*/ 2329673 h 4449429"/>
              <a:gd name="connsiteX798-50843" fmla="*/ 17575251 w 18982931"/>
              <a:gd name="connsiteY798-50844" fmla="*/ 2329673 h 4449429"/>
              <a:gd name="connsiteX799-50845" fmla="*/ 17575251 w 18982931"/>
              <a:gd name="connsiteY799-50846" fmla="*/ 2127989 h 4449429"/>
              <a:gd name="connsiteX800-50847" fmla="*/ 17591711 w 18982931"/>
              <a:gd name="connsiteY800-50848" fmla="*/ 1609370 h 4449429"/>
              <a:gd name="connsiteX801-50849" fmla="*/ 17604059 w 18982931"/>
              <a:gd name="connsiteY801-50850" fmla="*/ 1584673 h 4449429"/>
              <a:gd name="connsiteX802-50851" fmla="*/ 17711083 w 18982931"/>
              <a:gd name="connsiteY802-50852" fmla="*/ 1580555 h 4449429"/>
              <a:gd name="connsiteX803-50853" fmla="*/ 17735775 w 18982931"/>
              <a:gd name="connsiteY803-50854" fmla="*/ 1609370 h 4449429"/>
              <a:gd name="connsiteX804-50855" fmla="*/ 17772819 w 18982931"/>
              <a:gd name="connsiteY804-50856" fmla="*/ 1613483 h 4449429"/>
              <a:gd name="connsiteX805-50857" fmla="*/ 17768699 w 18982931"/>
              <a:gd name="connsiteY805-50858" fmla="*/ 1559977 h 4449429"/>
              <a:gd name="connsiteX806-50859" fmla="*/ 17772819 w 18982931"/>
              <a:gd name="connsiteY806-50860" fmla="*/ 1531163 h 4449429"/>
              <a:gd name="connsiteX807-50861" fmla="*/ 17797515 w 18982931"/>
              <a:gd name="connsiteY807-50862" fmla="*/ 1469425 h 4449429"/>
              <a:gd name="connsiteX808-50863" fmla="*/ 17797515 w 18982931"/>
              <a:gd name="connsiteY808-50864" fmla="*/ 1374754 h 4449429"/>
              <a:gd name="connsiteX809-50865" fmla="*/ 17813979 w 18982931"/>
              <a:gd name="connsiteY809-50866" fmla="*/ 1374754 h 4449429"/>
              <a:gd name="connsiteX810-50867" fmla="*/ 17834559 w 18982931"/>
              <a:gd name="connsiteY810-50868" fmla="*/ 1424146 h 4449429"/>
              <a:gd name="connsiteX811-50869" fmla="*/ 17912763 w 18982931"/>
              <a:gd name="connsiteY811-50870" fmla="*/ 1378872 h 4449429"/>
              <a:gd name="connsiteX812-50871" fmla="*/ 18069171 w 18982931"/>
              <a:gd name="connsiteY812-50872" fmla="*/ 1415914 h 4449429"/>
              <a:gd name="connsiteX813-50873" fmla="*/ 18069171 w 18982931"/>
              <a:gd name="connsiteY813-50874" fmla="*/ 1576442 h 4449429"/>
              <a:gd name="connsiteX814-50875" fmla="*/ 18237927 w 18982931"/>
              <a:gd name="connsiteY814-50876" fmla="*/ 1576442 h 4449429"/>
              <a:gd name="connsiteX815-50877" fmla="*/ 18237927 w 18982931"/>
              <a:gd name="connsiteY815-50878" fmla="*/ 1642297 h 4449429"/>
              <a:gd name="connsiteX816-50879" fmla="*/ 18270859 w 18982931"/>
              <a:gd name="connsiteY816-50880" fmla="*/ 1691690 h 4449429"/>
              <a:gd name="connsiteX817-50881" fmla="*/ 18270859 w 18982931"/>
              <a:gd name="connsiteY817-50882" fmla="*/ 1704036 h 4449429"/>
              <a:gd name="connsiteX818-50883" fmla="*/ 18274975 w 18982931"/>
              <a:gd name="connsiteY818-50884" fmla="*/ 1926302 h 4449429"/>
              <a:gd name="connsiteX819-50885" fmla="*/ 18279087 w 18982931"/>
              <a:gd name="connsiteY819-50886" fmla="*/ 1938652 h 4449429"/>
              <a:gd name="connsiteX820-50887" fmla="*/ 18320247 w 18982931"/>
              <a:gd name="connsiteY820-50888" fmla="*/ 1934533 h 4449429"/>
              <a:gd name="connsiteX821-50889" fmla="*/ 18320247 w 18982931"/>
              <a:gd name="connsiteY821-50890" fmla="*/ 1144256 h 4449429"/>
              <a:gd name="connsiteX822-50891" fmla="*/ 18303783 w 18982931"/>
              <a:gd name="connsiteY822-50892" fmla="*/ 1111328 h 4449429"/>
              <a:gd name="connsiteX823-50893" fmla="*/ 18287323 w 18982931"/>
              <a:gd name="connsiteY823-50894" fmla="*/ 1024893 h 4449429"/>
              <a:gd name="connsiteX824-50895" fmla="*/ 18336711 w 18982931"/>
              <a:gd name="connsiteY824-50896" fmla="*/ 1000197 h 4449429"/>
              <a:gd name="connsiteX825-50897" fmla="*/ 18361407 w 18982931"/>
              <a:gd name="connsiteY825-50898" fmla="*/ 996079 h 4449429"/>
              <a:gd name="connsiteX826-50899" fmla="*/ 18373759 w 18982931"/>
              <a:gd name="connsiteY826-50900" fmla="*/ 946687 h 4449429"/>
              <a:gd name="connsiteX827-50901" fmla="*/ 18534287 w 18982931"/>
              <a:gd name="connsiteY827-50902" fmla="*/ 946687 h 4449429"/>
              <a:gd name="connsiteX828-50903" fmla="*/ 18563095 w 18982931"/>
              <a:gd name="connsiteY828-50904" fmla="*/ 798510 h 4449429"/>
              <a:gd name="connsiteX829-50905" fmla="*/ 18731851 w 18982931"/>
              <a:gd name="connsiteY829-50906" fmla="*/ 806742 h 4449429"/>
              <a:gd name="connsiteX830-50907" fmla="*/ 18773011 w 18982931"/>
              <a:gd name="connsiteY830-50908" fmla="*/ 798510 h 4449429"/>
              <a:gd name="connsiteX831-50909" fmla="*/ 18822407 w 18982931"/>
              <a:gd name="connsiteY831-50910" fmla="*/ 893180 h 4449429"/>
              <a:gd name="connsiteX832-50911" fmla="*/ 18822407 w 18982931"/>
              <a:gd name="connsiteY832-50912" fmla="*/ 963151 h 4449429"/>
              <a:gd name="connsiteX833-50913" fmla="*/ 18982931 w 18982931"/>
              <a:gd name="connsiteY833-50914" fmla="*/ 983734 h 4449429"/>
              <a:gd name="connsiteX834-50915" fmla="*/ 18982931 w 18982931"/>
              <a:gd name="connsiteY834-50916" fmla="*/ 4449429 h 4449429"/>
              <a:gd name="connsiteX835-50917" fmla="*/ 11998023 w 18982931"/>
              <a:gd name="connsiteY835-50918" fmla="*/ 4449429 h 4449429"/>
              <a:gd name="connsiteX836-50919" fmla="*/ 11995198 w 18982931"/>
              <a:gd name="connsiteY836-50920" fmla="*/ 4429646 h 4449429"/>
              <a:gd name="connsiteX837-50921" fmla="*/ 11992726 w 18982931"/>
              <a:gd name="connsiteY837-50922" fmla="*/ 4449425 h 4449429"/>
              <a:gd name="connsiteX838-50923" fmla="*/ 8153658 w 18982931"/>
              <a:gd name="connsiteY838-50924" fmla="*/ 4449425 h 4449429"/>
              <a:gd name="connsiteX839-50925" fmla="*/ 8153658 w 18982931"/>
              <a:gd name="connsiteY839-50926" fmla="*/ 4449429 h 4449429"/>
              <a:gd name="connsiteX840-50927" fmla="*/ 6861227 w 18982931"/>
              <a:gd name="connsiteY840-50928" fmla="*/ 4449429 h 4449429"/>
              <a:gd name="connsiteX841-50929" fmla="*/ 6859697 w 18982931"/>
              <a:gd name="connsiteY841-50930" fmla="*/ 4432598 h 4449429"/>
              <a:gd name="connsiteX842-50931" fmla="*/ 6858292 w 18982931"/>
              <a:gd name="connsiteY842-50932" fmla="*/ 4449425 h 4449429"/>
              <a:gd name="connsiteX843-50933" fmla="*/ 7922 w 18982931"/>
              <a:gd name="connsiteY843-50934" fmla="*/ 4440866 h 4449429"/>
              <a:gd name="connsiteX844-50935" fmla="*/ 0 w 18982931"/>
              <a:gd name="connsiteY844-50936" fmla="*/ 1181446 h 4449429"/>
              <a:gd name="connsiteX845-50937" fmla="*/ 169756 w 18982931"/>
              <a:gd name="connsiteY845-50938" fmla="*/ 979616 h 4449429"/>
              <a:gd name="connsiteX846-50939" fmla="*/ 301466 w 18982931"/>
              <a:gd name="connsiteY846-50940" fmla="*/ 971384 h 4449429"/>
              <a:gd name="connsiteX847-50941" fmla="*/ 301466 w 18982931"/>
              <a:gd name="connsiteY847-50942" fmla="*/ 909640 h 4449429"/>
              <a:gd name="connsiteX848-50943" fmla="*/ 346746 w 18982931"/>
              <a:gd name="connsiteY848-50944" fmla="*/ 810855 h 4449429"/>
              <a:gd name="connsiteX849-50945" fmla="*/ 571541 w 18982931"/>
              <a:gd name="connsiteY849-50946" fmla="*/ 799909 h 4449429"/>
              <a:gd name="connsiteX850-50947" fmla="*/ 581356 w 18982931"/>
              <a:gd name="connsiteY850-50948" fmla="*/ 963151 h 4449429"/>
              <a:gd name="connsiteX851-50949" fmla="*/ 737766 w 18982931"/>
              <a:gd name="connsiteY851-50950" fmla="*/ 963151 h 4449429"/>
              <a:gd name="connsiteX852-50951" fmla="*/ 750116 w 18982931"/>
              <a:gd name="connsiteY852-50952" fmla="*/ 1012543 h 4449429"/>
              <a:gd name="connsiteX853-50953" fmla="*/ 778926 w 18982931"/>
              <a:gd name="connsiteY853-50954" fmla="*/ 1016657 h 4449429"/>
              <a:gd name="connsiteX854-50955" fmla="*/ 820087 w 18982931"/>
              <a:gd name="connsiteY854-50956" fmla="*/ 1041353 h 4449429"/>
              <a:gd name="connsiteX855-50957" fmla="*/ 820087 w 18982931"/>
              <a:gd name="connsiteY855-50958" fmla="*/ 1119560 h 4449429"/>
              <a:gd name="connsiteX856-50959" fmla="*/ 791276 w 18982931"/>
              <a:gd name="connsiteY856-50960" fmla="*/ 1193648 h 4449429"/>
              <a:gd name="connsiteX857-50961" fmla="*/ 791276 w 18982931"/>
              <a:gd name="connsiteY857-50962" fmla="*/ 1580555 h 4449429"/>
              <a:gd name="connsiteX858-50963" fmla="*/ 791276 w 18982931"/>
              <a:gd name="connsiteY858-50964" fmla="*/ 1955112 h 4449429"/>
              <a:gd name="connsiteX859-50965" fmla="*/ 840669 w 18982931"/>
              <a:gd name="connsiteY859-50966" fmla="*/ 1950998 h 4449429"/>
              <a:gd name="connsiteX860-50967" fmla="*/ 844783 w 18982931"/>
              <a:gd name="connsiteY860-50968" fmla="*/ 1720500 h 4449429"/>
              <a:gd name="connsiteX861-50969" fmla="*/ 873596 w 18982931"/>
              <a:gd name="connsiteY861-50970" fmla="*/ 1597020 h 4449429"/>
              <a:gd name="connsiteX862-50971" fmla="*/ 906526 w 18982931"/>
              <a:gd name="connsiteY862-50972" fmla="*/ 1584670 h 4449429"/>
              <a:gd name="connsiteX863-50973" fmla="*/ 1034120 w 18982931"/>
              <a:gd name="connsiteY863-50974" fmla="*/ 1584670 h 4449429"/>
              <a:gd name="connsiteX864-50975" fmla="*/ 1034120 w 18982931"/>
              <a:gd name="connsiteY864-50976" fmla="*/ 1420028 h 4449429"/>
              <a:gd name="connsiteX865-50977" fmla="*/ 1320382 w 18982931"/>
              <a:gd name="connsiteY865-50978" fmla="*/ 1408806 h 4449429"/>
              <a:gd name="connsiteX866-50979" fmla="*/ 1318126 w 18982931"/>
              <a:gd name="connsiteY866-50980" fmla="*/ 1576437 h 4449429"/>
              <a:gd name="connsiteX867-50981" fmla="*/ 1511305 w 18982931"/>
              <a:gd name="connsiteY867-50982" fmla="*/ 1594214 h 4449429"/>
              <a:gd name="connsiteX868-50983" fmla="*/ 1507466 w 18982931"/>
              <a:gd name="connsiteY868-50984" fmla="*/ 2337905 h 4449429"/>
              <a:gd name="connsiteX869-50985" fmla="*/ 1523929 w 18982931"/>
              <a:gd name="connsiteY869-50986" fmla="*/ 2337905 h 4449429"/>
              <a:gd name="connsiteX870-50987" fmla="*/ 1523929 w 18982931"/>
              <a:gd name="connsiteY870-50988" fmla="*/ 2169146 h 4449429"/>
              <a:gd name="connsiteX871-50989" fmla="*/ 1692685 w 18982931"/>
              <a:gd name="connsiteY871-50990" fmla="*/ 2169146 h 4449429"/>
              <a:gd name="connsiteX872-50991" fmla="*/ 1692685 w 18982931"/>
              <a:gd name="connsiteY872-50992" fmla="*/ 2020968 h 4449429"/>
              <a:gd name="connsiteX873-50993" fmla="*/ 1766772 w 18982931"/>
              <a:gd name="connsiteY873-50994" fmla="*/ 1922183 h 4449429"/>
              <a:gd name="connsiteX874-50995" fmla="*/ 1766772 w 18982931"/>
              <a:gd name="connsiteY874-50996" fmla="*/ 1757542 h 4449429"/>
              <a:gd name="connsiteX875-50997" fmla="*/ 1849095 w 18982931"/>
              <a:gd name="connsiteY875-50998" fmla="*/ 1757542 h 4449429"/>
              <a:gd name="connsiteX876-50999" fmla="*/ 1849095 w 18982931"/>
              <a:gd name="connsiteY876-51000" fmla="*/ 2156799 h 4449429"/>
              <a:gd name="connsiteX877-51001" fmla="*/ 1919070 w 18982931"/>
              <a:gd name="connsiteY877-51002" fmla="*/ 2156799 h 4449429"/>
              <a:gd name="connsiteX878-51003" fmla="*/ 1919070 w 18982931"/>
              <a:gd name="connsiteY878-51004" fmla="*/ 1864559 h 4449429"/>
              <a:gd name="connsiteX879-51005" fmla="*/ 1919070 w 18982931"/>
              <a:gd name="connsiteY879-51006" fmla="*/ 695608 h 4449429"/>
              <a:gd name="connsiteX880-51007" fmla="*/ 2005504 w 18982931"/>
              <a:gd name="connsiteY880-51008" fmla="*/ 609173 h 4449429"/>
              <a:gd name="connsiteX881-51009" fmla="*/ 2026085 w 18982931"/>
              <a:gd name="connsiteY881-51010" fmla="*/ 605054 h 4449429"/>
              <a:gd name="connsiteX882-51011" fmla="*/ 2100174 w 18982931"/>
              <a:gd name="connsiteY882-51012" fmla="*/ 448645 h 4449429"/>
              <a:gd name="connsiteX883-51013" fmla="*/ 2137215 w 18982931"/>
              <a:gd name="connsiteY883-51014" fmla="*/ 407485 h 4449429"/>
              <a:gd name="connsiteX884-51015" fmla="*/ 2194840 w 18982931"/>
              <a:gd name="connsiteY884-51016" fmla="*/ 337515 h 4449429"/>
              <a:gd name="connsiteX885-51017" fmla="*/ 2198958 w 18982931"/>
              <a:gd name="connsiteY885-51018" fmla="*/ 292236 h 4449429"/>
              <a:gd name="connsiteX886-51019" fmla="*/ 2240121 w 18982931"/>
              <a:gd name="connsiteY886-51020" fmla="*/ 358093 h 4449429"/>
              <a:gd name="connsiteX887-51021" fmla="*/ 2273047 w 18982931"/>
              <a:gd name="connsiteY887-51022" fmla="*/ 444532 h 4449429"/>
              <a:gd name="connsiteX888-51023" fmla="*/ 2330670 w 18982931"/>
              <a:gd name="connsiteY888-51024" fmla="*/ 563894 h 4449429"/>
              <a:gd name="connsiteX889-51025" fmla="*/ 2351248 w 18982931"/>
              <a:gd name="connsiteY889-51026" fmla="*/ 613286 h 4449429"/>
              <a:gd name="connsiteX890-51027" fmla="*/ 2429455 w 18982931"/>
              <a:gd name="connsiteY890-51028" fmla="*/ 675029 h 4449429"/>
              <a:gd name="connsiteX891-51029" fmla="*/ 2470614 w 18982931"/>
              <a:gd name="connsiteY891-51030" fmla="*/ 757350 h 4449429"/>
              <a:gd name="connsiteX892-51031" fmla="*/ 2470614 w 18982931"/>
              <a:gd name="connsiteY892-51032" fmla="*/ 1086631 h 4449429"/>
              <a:gd name="connsiteX893-51033" fmla="*/ 2470614 w 18982931"/>
              <a:gd name="connsiteY893-51034" fmla="*/ 2008622 h 4449429"/>
              <a:gd name="connsiteX894-51035" fmla="*/ 2487080 w 18982931"/>
              <a:gd name="connsiteY894-51036" fmla="*/ 2053897 h 4449429"/>
              <a:gd name="connsiteX895-51037" fmla="*/ 2499426 w 18982931"/>
              <a:gd name="connsiteY895-51038" fmla="*/ 1897488 h 4449429"/>
              <a:gd name="connsiteX896-51039" fmla="*/ 2602322 w 18982931"/>
              <a:gd name="connsiteY896-51040" fmla="*/ 1798703 h 4449429"/>
              <a:gd name="connsiteX897-51041" fmla="*/ 2836935 w 18982931"/>
              <a:gd name="connsiteY897-51042" fmla="*/ 1798703 h 4449429"/>
              <a:gd name="connsiteX898-51043" fmla="*/ 2836935 w 18982931"/>
              <a:gd name="connsiteY898-51044" fmla="*/ 1860446 h 4449429"/>
              <a:gd name="connsiteX899-51045" fmla="*/ 2836935 w 18982931"/>
              <a:gd name="connsiteY899-51046" fmla="*/ 2263816 h 4449429"/>
              <a:gd name="connsiteX900-51047" fmla="*/ 2845169 w 18982931"/>
              <a:gd name="connsiteY900-51048" fmla="*/ 2304976 h 4449429"/>
              <a:gd name="connsiteX901-51049" fmla="*/ 2861629 w 18982931"/>
              <a:gd name="connsiteY901-51050" fmla="*/ 2300858 h 4449429"/>
              <a:gd name="connsiteX902-51051" fmla="*/ 2861629 w 18982931"/>
              <a:gd name="connsiteY902-51052" fmla="*/ 2247351 h 4449429"/>
              <a:gd name="connsiteX903-51053" fmla="*/ 2869861 w 18982931"/>
              <a:gd name="connsiteY903-51054" fmla="*/ 1996272 h 4449429"/>
              <a:gd name="connsiteX904-51055" fmla="*/ 2923374 w 18982931"/>
              <a:gd name="connsiteY904-51056" fmla="*/ 1967462 h 4449429"/>
              <a:gd name="connsiteX905-51057" fmla="*/ 2939836 w 18982931"/>
              <a:gd name="connsiteY905-51058" fmla="*/ 2300858 h 4449429"/>
              <a:gd name="connsiteX906-51059" fmla="*/ 2956300 w 18982931"/>
              <a:gd name="connsiteY906-51060" fmla="*/ 2300858 h 4449429"/>
              <a:gd name="connsiteX907-51061" fmla="*/ 2989230 w 18982931"/>
              <a:gd name="connsiteY907-51062" fmla="*/ 2111521 h 4449429"/>
              <a:gd name="connsiteX908-51063" fmla="*/ 3018038 w 18982931"/>
              <a:gd name="connsiteY908-51064" fmla="*/ 2058015 h 4449429"/>
              <a:gd name="connsiteX909-51065" fmla="*/ 3034502 w 18982931"/>
              <a:gd name="connsiteY909-51066" fmla="*/ 2123871 h 4449429"/>
              <a:gd name="connsiteX910-51067" fmla="*/ 3038620 w 18982931"/>
              <a:gd name="connsiteY910-51068" fmla="*/ 2132104 h 4449429"/>
              <a:gd name="connsiteX911-51069" fmla="*/ 3088018 w 18982931"/>
              <a:gd name="connsiteY911-51070" fmla="*/ 2140336 h 4449429"/>
              <a:gd name="connsiteX912-51071" fmla="*/ 3095320 w 18982931"/>
              <a:gd name="connsiteY912-51072" fmla="*/ 2275334 h 4449429"/>
              <a:gd name="connsiteX913-51073" fmla="*/ 3162101 w 18982931"/>
              <a:gd name="connsiteY913-51074" fmla="*/ 2275334 h 4449429"/>
              <a:gd name="connsiteX914-51075" fmla="*/ 3162101 w 18982931"/>
              <a:gd name="connsiteY914-51076" fmla="*/ 1580555 h 4449429"/>
              <a:gd name="connsiteX915-51077" fmla="*/ 3162101 w 18982931"/>
              <a:gd name="connsiteY915-51078" fmla="*/ 1531163 h 4449429"/>
              <a:gd name="connsiteX916-51079" fmla="*/ 3199146 w 18982931"/>
              <a:gd name="connsiteY916-51080" fmla="*/ 1498235 h 4449429"/>
              <a:gd name="connsiteX917-51081" fmla="*/ 3281469 w 18982931"/>
              <a:gd name="connsiteY917-51082" fmla="*/ 1498235 h 4449429"/>
              <a:gd name="connsiteX918-51083" fmla="*/ 3281469 w 18982931"/>
              <a:gd name="connsiteY918-51084" fmla="*/ 1325362 h 4449429"/>
              <a:gd name="connsiteX919-51085" fmla="*/ 3343207 w 18982931"/>
              <a:gd name="connsiteY919-51086" fmla="*/ 1263619 h 4449429"/>
              <a:gd name="connsiteX920-51087" fmla="*/ 3544891 w 18982931"/>
              <a:gd name="connsiteY920-51088" fmla="*/ 1263619 h 4449429"/>
              <a:gd name="connsiteX921-51089" fmla="*/ 3544891 w 18982931"/>
              <a:gd name="connsiteY921-51090" fmla="*/ 712071 h 4449429"/>
              <a:gd name="connsiteX922-51091" fmla="*/ 3561357 w 18982931"/>
              <a:gd name="connsiteY922-51092" fmla="*/ 555662 h 4449429"/>
              <a:gd name="connsiteX923-51093" fmla="*/ 3606633 w 18982931"/>
              <a:gd name="connsiteY923-51094" fmla="*/ 316933 h 4449429"/>
              <a:gd name="connsiteX924-51095" fmla="*/ 3614865 w 18982931"/>
              <a:gd name="connsiteY924-51096" fmla="*/ 279891 h 4449429"/>
              <a:gd name="connsiteX925-51097" fmla="*/ 3676603 w 18982931"/>
              <a:gd name="connsiteY925-51098" fmla="*/ 341628 h 4449429"/>
              <a:gd name="connsiteX926-51099" fmla="*/ 3684835 w 18982931"/>
              <a:gd name="connsiteY926-51100" fmla="*/ 386907 h 4449429"/>
              <a:gd name="connsiteX927-51101" fmla="*/ 3742460 w 18982931"/>
              <a:gd name="connsiteY927-51102" fmla="*/ 481574 h 4449429"/>
              <a:gd name="connsiteX928-51103" fmla="*/ 3763042 w 18982931"/>
              <a:gd name="connsiteY928-51104" fmla="*/ 703838 h 4449429"/>
              <a:gd name="connsiteX929-51105" fmla="*/ 3763042 w 18982931"/>
              <a:gd name="connsiteY929-51106" fmla="*/ 1144256 h 4449429"/>
              <a:gd name="connsiteX930-51107" fmla="*/ 3771275 w 18982931"/>
              <a:gd name="connsiteY930-51108" fmla="*/ 1181298 h 4449429"/>
              <a:gd name="connsiteX931-51109" fmla="*/ 3775390 w 18982931"/>
              <a:gd name="connsiteY931-51110" fmla="*/ 1115443 h 4449429"/>
              <a:gd name="connsiteX932-51111" fmla="*/ 3923568 w 18982931"/>
              <a:gd name="connsiteY932-51112" fmla="*/ 996079 h 4449429"/>
              <a:gd name="connsiteX933-51113" fmla="*/ 3940029 w 18982931"/>
              <a:gd name="connsiteY933-51114" fmla="*/ 1020776 h 4449429"/>
              <a:gd name="connsiteX934-51115" fmla="*/ 3960611 w 18982931"/>
              <a:gd name="connsiteY934-51116" fmla="*/ 1321244 h 4449429"/>
              <a:gd name="connsiteX935-51117" fmla="*/ 3960611 w 18982931"/>
              <a:gd name="connsiteY935-51118" fmla="*/ 1584670 h 4449429"/>
              <a:gd name="connsiteX936-51119" fmla="*/ 3977076 w 18982931"/>
              <a:gd name="connsiteY936-51120" fmla="*/ 1625830 h 4449429"/>
              <a:gd name="connsiteX937-51121" fmla="*/ 4010007 w 18982931"/>
              <a:gd name="connsiteY937-51122" fmla="*/ 1666990 h 4449429"/>
              <a:gd name="connsiteX938-51123" fmla="*/ 4055279 w 18982931"/>
              <a:gd name="connsiteY938-51124" fmla="*/ 1819286 h 4449429"/>
              <a:gd name="connsiteX939-51125" fmla="*/ 4104670 w 18982931"/>
              <a:gd name="connsiteY939-51126" fmla="*/ 1819286 h 4449429"/>
              <a:gd name="connsiteX940-51127" fmla="*/ 4108788 w 18982931"/>
              <a:gd name="connsiteY940-51128" fmla="*/ 1741079 h 4449429"/>
              <a:gd name="connsiteX941-51129" fmla="*/ 4211689 w 18982931"/>
              <a:gd name="connsiteY941-51130" fmla="*/ 1741079 h 4449429"/>
              <a:gd name="connsiteX942-51131" fmla="*/ 4252847 w 18982931"/>
              <a:gd name="connsiteY942-51132" fmla="*/ 1559973 h 4449429"/>
              <a:gd name="connsiteX943-51133" fmla="*/ 4265197 w 18982931"/>
              <a:gd name="connsiteY943-51134" fmla="*/ 1559973 h 4449429"/>
              <a:gd name="connsiteX944-51135" fmla="*/ 4277546 w 18982931"/>
              <a:gd name="connsiteY944-51136" fmla="*/ 1592900 h 4449429"/>
              <a:gd name="connsiteX945-51137" fmla="*/ 4302239 w 18982931"/>
              <a:gd name="connsiteY945-51138" fmla="*/ 1708150 h 4449429"/>
              <a:gd name="connsiteX946-51139" fmla="*/ 4368100 w 18982931"/>
              <a:gd name="connsiteY946-51140" fmla="*/ 1741079 h 4449429"/>
              <a:gd name="connsiteX947-51141" fmla="*/ 4363984 w 18982931"/>
              <a:gd name="connsiteY947-51142" fmla="*/ 1634062 h 4449429"/>
              <a:gd name="connsiteX948-51143" fmla="*/ 4372218 w 18982931"/>
              <a:gd name="connsiteY948-51144" fmla="*/ 839670 h 4449429"/>
              <a:gd name="connsiteX949-51145" fmla="*/ 4442184 w 18982931"/>
              <a:gd name="connsiteY949-51146" fmla="*/ 279891 h 4449429"/>
              <a:gd name="connsiteX950-51147" fmla="*/ 4479230 w 18982931"/>
              <a:gd name="connsiteY950-51148" fmla="*/ 234611 h 4449429"/>
              <a:gd name="connsiteX951-51149" fmla="*/ 4520394 w 18982931"/>
              <a:gd name="connsiteY951-51150" fmla="*/ 284004 h 4449429"/>
              <a:gd name="connsiteX952-51151" fmla="*/ 4549200 w 18982931"/>
              <a:gd name="connsiteY952-51152" fmla="*/ 440413 h 4449429"/>
              <a:gd name="connsiteX953-51153" fmla="*/ 4680914 w 18982931"/>
              <a:gd name="connsiteY953-51154" fmla="*/ 395140 h 4449429"/>
              <a:gd name="connsiteX954-51155" fmla="*/ 4759121 w 18982931"/>
              <a:gd name="connsiteY954-51156" fmla="*/ 460995 h 4449429"/>
              <a:gd name="connsiteX955-51157" fmla="*/ 4771466 w 18982931"/>
              <a:gd name="connsiteY955-51158" fmla="*/ 493924 h 4449429"/>
              <a:gd name="connsiteX956-51159" fmla="*/ 4888657 w 18982931"/>
              <a:gd name="connsiteY956-51160" fmla="*/ 747622 h 4449429"/>
              <a:gd name="connsiteX957-51161" fmla="*/ 4888893 w 18982931"/>
              <a:gd name="connsiteY957-51162" fmla="*/ 807315 h 4449429"/>
              <a:gd name="connsiteX958-51163" fmla="*/ 4856617 w 18982931"/>
              <a:gd name="connsiteY958-51164" fmla="*/ 807315 h 4449429"/>
              <a:gd name="connsiteX959-51165" fmla="*/ 4856617 w 18982931"/>
              <a:gd name="connsiteY959-51166" fmla="*/ 944475 h 4449429"/>
              <a:gd name="connsiteX960-51167" fmla="*/ 4888332 w 18982931"/>
              <a:gd name="connsiteY960-51168" fmla="*/ 944475 h 4449429"/>
              <a:gd name="connsiteX961-51169" fmla="*/ 4888325 w 18982931"/>
              <a:gd name="connsiteY961-51170" fmla="*/ 945600 h 4449429"/>
              <a:gd name="connsiteX962-51171" fmla="*/ 4890835 w 18982931"/>
              <a:gd name="connsiteY962-51172" fmla="*/ 1609365 h 4449429"/>
              <a:gd name="connsiteX963-51173" fmla="*/ 4952574 w 18982931"/>
              <a:gd name="connsiteY963-51174" fmla="*/ 1617597 h 4449429"/>
              <a:gd name="connsiteX964-51175" fmla="*/ 4952574 w 18982931"/>
              <a:gd name="connsiteY964-51176" fmla="*/ 1868678 h 4449429"/>
              <a:gd name="connsiteX965-51177" fmla="*/ 4956691 w 18982931"/>
              <a:gd name="connsiteY965-51178" fmla="*/ 1905720 h 4449429"/>
              <a:gd name="connsiteX966-51179" fmla="*/ 4981387 w 18982931"/>
              <a:gd name="connsiteY966-51180" fmla="*/ 1967462 h 4449429"/>
              <a:gd name="connsiteX967-51181" fmla="*/ 4981387 w 18982931"/>
              <a:gd name="connsiteY967-51182" fmla="*/ 2058015 h 4449429"/>
              <a:gd name="connsiteX968-51183" fmla="*/ 5001966 w 18982931"/>
              <a:gd name="connsiteY968-51184" fmla="*/ 2086824 h 4449429"/>
              <a:gd name="connsiteX969-51185" fmla="*/ 5018429 w 18982931"/>
              <a:gd name="connsiteY969-51186" fmla="*/ 2078592 h 4449429"/>
              <a:gd name="connsiteX970-51187" fmla="*/ 5018429 w 18982931"/>
              <a:gd name="connsiteY970-51188" fmla="*/ 1881023 h 4449429"/>
              <a:gd name="connsiteX971-51189" fmla="*/ 5018429 w 18982931"/>
              <a:gd name="connsiteY971-51190" fmla="*/ 1366522 h 4449429"/>
              <a:gd name="connsiteX972-51191" fmla="*/ 5034894 w 18982931"/>
              <a:gd name="connsiteY972-51192" fmla="*/ 864367 h 4449429"/>
              <a:gd name="connsiteX973-51193" fmla="*/ 5067821 w 18982931"/>
              <a:gd name="connsiteY973-51194" fmla="*/ 197569 h 4449429"/>
              <a:gd name="connsiteX974-51195" fmla="*/ 5080173 w 18982931"/>
              <a:gd name="connsiteY974-51196" fmla="*/ 102899 h 4449429"/>
              <a:gd name="connsiteX975-51197" fmla="*/ 5216000 w 18982931"/>
              <a:gd name="connsiteY975-51198" fmla="*/ 37042 h 4449429"/>
              <a:gd name="connsiteX976-51199" fmla="*/ 5248927 w 18982931"/>
              <a:gd name="connsiteY976-51200" fmla="*/ 69972 h 4449429"/>
              <a:gd name="connsiteX977-51201" fmla="*/ 5372409 w 18982931"/>
              <a:gd name="connsiteY977-51202" fmla="*/ 69972 h 4449429"/>
              <a:gd name="connsiteX978-51203" fmla="*/ 5434151 w 18982931"/>
              <a:gd name="connsiteY978-51204" fmla="*/ 131714 h 4449429"/>
              <a:gd name="connsiteX979-51205" fmla="*/ 5434151 w 18982931"/>
              <a:gd name="connsiteY979-51206" fmla="*/ 382788 h 4449429"/>
              <a:gd name="connsiteX980-51207" fmla="*/ 5434151 w 18982931"/>
              <a:gd name="connsiteY980-51208" fmla="*/ 683261 h 4449429"/>
              <a:gd name="connsiteX981-51209" fmla="*/ 5545282 w 18982931"/>
              <a:gd name="connsiteY981-51210" fmla="*/ 687375 h 4449429"/>
              <a:gd name="connsiteX982-51211" fmla="*/ 5545282 w 18982931"/>
              <a:gd name="connsiteY982-51212" fmla="*/ 1045471 h 4449429"/>
              <a:gd name="connsiteX983-51213" fmla="*/ 5676994 w 18982931"/>
              <a:gd name="connsiteY983-51214" fmla="*/ 1045471 h 4449429"/>
              <a:gd name="connsiteX984-51215" fmla="*/ 5685227 w 18982931"/>
              <a:gd name="connsiteY984-51216" fmla="*/ 1103096 h 4449429"/>
              <a:gd name="connsiteX985-51217" fmla="*/ 5759314 w 18982931"/>
              <a:gd name="connsiteY985-51218" fmla="*/ 1193648 h 4449429"/>
              <a:gd name="connsiteX986-51219" fmla="*/ 5759314 w 18982931"/>
              <a:gd name="connsiteY986-51220" fmla="*/ 1395331 h 4449429"/>
              <a:gd name="connsiteX987-51221" fmla="*/ 5825171 w 18982931"/>
              <a:gd name="connsiteY987-51222" fmla="*/ 1395331 h 4449429"/>
              <a:gd name="connsiteX988-51223" fmla="*/ 5903378 w 18982931"/>
              <a:gd name="connsiteY988-51224" fmla="*/ 1477653 h 4449429"/>
              <a:gd name="connsiteX989-51225" fmla="*/ 5903378 w 18982931"/>
              <a:gd name="connsiteY989-51226" fmla="*/ 1918070 h 4449429"/>
              <a:gd name="connsiteX990-51227" fmla="*/ 5936306 w 18982931"/>
              <a:gd name="connsiteY990-51228" fmla="*/ 1975695 h 4449429"/>
              <a:gd name="connsiteX991-51229" fmla="*/ 5965115 w 18982931"/>
              <a:gd name="connsiteY991-51230" fmla="*/ 1275969 h 4449429"/>
              <a:gd name="connsiteX992-51231" fmla="*/ 5969235 w 18982931"/>
              <a:gd name="connsiteY992-51232" fmla="*/ 1238922 h 4449429"/>
              <a:gd name="connsiteX993-51233" fmla="*/ 6166804 w 18982931"/>
              <a:gd name="connsiteY993-51234" fmla="*/ 1238922 h 4449429"/>
              <a:gd name="connsiteX994-51235" fmla="*/ 6216196 w 18982931"/>
              <a:gd name="connsiteY994-51236" fmla="*/ 1288315 h 4449429"/>
              <a:gd name="connsiteX995-51237" fmla="*/ 6236774 w 18982931"/>
              <a:gd name="connsiteY995-51238" fmla="*/ 1428261 h 4449429"/>
              <a:gd name="connsiteX996-51239" fmla="*/ 6273821 w 18982931"/>
              <a:gd name="connsiteY996-51240" fmla="*/ 1498235 h 4449429"/>
              <a:gd name="connsiteX997-51241" fmla="*/ 6273821 w 18982931"/>
              <a:gd name="connsiteY997-51242" fmla="*/ 2230888 h 4449429"/>
              <a:gd name="connsiteX998-51243" fmla="*/ 6277935 w 18982931"/>
              <a:gd name="connsiteY998-51244" fmla="*/ 2280280 h 4449429"/>
              <a:gd name="connsiteX999-51245" fmla="*/ 6319095 w 18982931"/>
              <a:gd name="connsiteY999-51246" fmla="*/ 2193841 h 4449429"/>
              <a:gd name="connsiteX1000-51247" fmla="*/ 6364373 w 18982931"/>
              <a:gd name="connsiteY1000-51248" fmla="*/ 2288513 h 4449429"/>
              <a:gd name="connsiteX1001-51249" fmla="*/ 6389068 w 18982931"/>
              <a:gd name="connsiteY1001-51250" fmla="*/ 2313208 h 4449429"/>
              <a:gd name="connsiteX1002-51251" fmla="*/ 6541355 w 18982931"/>
              <a:gd name="connsiteY1002-51252" fmla="*/ 2313208 h 4449429"/>
              <a:gd name="connsiteX1003-51253" fmla="*/ 6541355 w 18982931"/>
              <a:gd name="connsiteY1003-51254" fmla="*/ 2148567 h 4449429"/>
              <a:gd name="connsiteX1004-51255" fmla="*/ 6660723 w 18982931"/>
              <a:gd name="connsiteY1004-51256" fmla="*/ 2148567 h 4449429"/>
              <a:gd name="connsiteX1005-51257" fmla="*/ 6660723 w 18982931"/>
              <a:gd name="connsiteY1005-51258" fmla="*/ 2259698 h 4449429"/>
              <a:gd name="connsiteX1006-51259" fmla="*/ 6705999 w 18982931"/>
              <a:gd name="connsiteY1006-51260" fmla="*/ 2551938 h 4449429"/>
              <a:gd name="connsiteX1007-51261" fmla="*/ 6714228 w 18982931"/>
              <a:gd name="connsiteY1007-51262" fmla="*/ 2580748 h 4449429"/>
              <a:gd name="connsiteX1008-51263" fmla="*/ 6722461 w 18982931"/>
              <a:gd name="connsiteY1008-51264" fmla="*/ 2576634 h 4449429"/>
              <a:gd name="connsiteX1009-51265" fmla="*/ 6751278 w 18982931"/>
              <a:gd name="connsiteY1009-51266" fmla="*/ 2263816 h 4449429"/>
              <a:gd name="connsiteX1010-51267" fmla="*/ 6800669 w 18982931"/>
              <a:gd name="connsiteY1010-51268" fmla="*/ 2255583 h 4449429"/>
              <a:gd name="connsiteX1011-51269" fmla="*/ 6837709 w 18982931"/>
              <a:gd name="connsiteY1011-51270" fmla="*/ 2181496 h 4449429"/>
              <a:gd name="connsiteX1012-51271" fmla="*/ 6841831 w 18982931"/>
              <a:gd name="connsiteY1012-51272" fmla="*/ 2152681 h 4449429"/>
              <a:gd name="connsiteX1013-51273" fmla="*/ 6845941 w 18982931"/>
              <a:gd name="connsiteY1013-51274" fmla="*/ 2115639 h 4449429"/>
              <a:gd name="connsiteX1014-51275" fmla="*/ 6857139 w 18982931"/>
              <a:gd name="connsiteY1014-51276" fmla="*/ 2115639 h 4449429"/>
              <a:gd name="connsiteX1015-51277" fmla="*/ 6899298 w 18982931"/>
              <a:gd name="connsiteY1015-51278" fmla="*/ 2109470 h 4449429"/>
              <a:gd name="connsiteX1016-51279" fmla="*/ 6922965 w 18982931"/>
              <a:gd name="connsiteY1016-51280" fmla="*/ 2140339 h 4449429"/>
              <a:gd name="connsiteX1017-51281" fmla="*/ 7009406 w 18982931"/>
              <a:gd name="connsiteY1017-51282" fmla="*/ 2070365 h 4449429"/>
              <a:gd name="connsiteX1018-51283" fmla="*/ 7145231 w 18982931"/>
              <a:gd name="connsiteY1018-51284" fmla="*/ 2066247 h 4449429"/>
              <a:gd name="connsiteX1019-51285" fmla="*/ 7145231 w 18982931"/>
              <a:gd name="connsiteY1019-51286" fmla="*/ 1901605 h 4449429"/>
              <a:gd name="connsiteX1020-51287" fmla="*/ 7145231 w 18982931"/>
              <a:gd name="connsiteY1020-51288" fmla="*/ 1769896 h 4449429"/>
              <a:gd name="connsiteX1021-51289" fmla="*/ 7215204 w 18982931"/>
              <a:gd name="connsiteY1021-51290" fmla="*/ 1597024 h 4449429"/>
              <a:gd name="connsiteX1022-51291" fmla="*/ 7285174 w 18982931"/>
              <a:gd name="connsiteY1022-51292" fmla="*/ 1753433 h 4449429"/>
              <a:gd name="connsiteX1023-51293" fmla="*/ 7297524 w 18982931"/>
              <a:gd name="connsiteY1023-51294" fmla="*/ 2062134 h 4449429"/>
              <a:gd name="connsiteX1024-51295" fmla="*/ 7367494 w 18982931"/>
              <a:gd name="connsiteY1024-51296" fmla="*/ 2066247 h 4449429"/>
              <a:gd name="connsiteX1025-51297" fmla="*/ 7371610 w 18982931"/>
              <a:gd name="connsiteY1025-51298" fmla="*/ 2148567 h 4449429"/>
              <a:gd name="connsiteX1026-51299" fmla="*/ 7462167 w 18982931"/>
              <a:gd name="connsiteY1026-51300" fmla="*/ 2148567 h 4449429"/>
              <a:gd name="connsiteX1027-51301" fmla="*/ 7462167 w 18982931"/>
              <a:gd name="connsiteY1027-51302" fmla="*/ 2095061 h 4449429"/>
              <a:gd name="connsiteX1028-51303" fmla="*/ 7462167 w 18982931"/>
              <a:gd name="connsiteY1028-51304" fmla="*/ 1597024 h 4449429"/>
              <a:gd name="connsiteX1029-51305" fmla="*/ 7482743 w 18982931"/>
              <a:gd name="connsiteY1029-51306" fmla="*/ 1008430 h 4449429"/>
              <a:gd name="connsiteX1030-51307" fmla="*/ 7495096 w 18982931"/>
              <a:gd name="connsiteY1030-51308" fmla="*/ 921991 h 4449429"/>
              <a:gd name="connsiteX1031-51309" fmla="*/ 7536254 w 18982931"/>
              <a:gd name="connsiteY1031-51310" fmla="*/ 934341 h 4449429"/>
              <a:gd name="connsiteX1032-51311" fmla="*/ 7577416 w 18982931"/>
              <a:gd name="connsiteY1032-51312" fmla="*/ 563899 h 4449429"/>
              <a:gd name="connsiteX1033-51313" fmla="*/ 7589759 w 18982931"/>
              <a:gd name="connsiteY1033-51314" fmla="*/ 563899 h 4449429"/>
              <a:gd name="connsiteX1034-51315" fmla="*/ 7639153 w 18982931"/>
              <a:gd name="connsiteY1034-51316" fmla="*/ 975501 h 4449429"/>
              <a:gd name="connsiteX1035-51317" fmla="*/ 7655614 w 18982931"/>
              <a:gd name="connsiteY1035-51318" fmla="*/ 926109 h 4449429"/>
              <a:gd name="connsiteX1036-51319" fmla="*/ 7667968 w 18982931"/>
              <a:gd name="connsiteY1036-51320" fmla="*/ 926109 h 4449429"/>
              <a:gd name="connsiteX1037-51321" fmla="*/ 7676196 w 18982931"/>
              <a:gd name="connsiteY1037-51322" fmla="*/ 1037243 h 4449429"/>
              <a:gd name="connsiteX1038-51323" fmla="*/ 7676196 w 18982931"/>
              <a:gd name="connsiteY1038-51324" fmla="*/ 2049787 h 4449429"/>
              <a:gd name="connsiteX1039-51325" fmla="*/ 7705009 w 18982931"/>
              <a:gd name="connsiteY1039-51326" fmla="*/ 2267935 h 4449429"/>
              <a:gd name="connsiteX1040-51327" fmla="*/ 7750287 w 18982931"/>
              <a:gd name="connsiteY1040-51328" fmla="*/ 2469622 h 4449429"/>
              <a:gd name="connsiteX1041-51329" fmla="*/ 7849072 w 18982931"/>
              <a:gd name="connsiteY1041-51330" fmla="*/ 2469622 h 4449429"/>
              <a:gd name="connsiteX1042-51331" fmla="*/ 7849072 w 18982931"/>
              <a:gd name="connsiteY1042-51332" fmla="*/ 2284398 h 4449429"/>
              <a:gd name="connsiteX1043-51333" fmla="*/ 7919042 w 18982931"/>
              <a:gd name="connsiteY1043-51334" fmla="*/ 2284398 h 4449429"/>
              <a:gd name="connsiteX1044-51335" fmla="*/ 7919042 w 18982931"/>
              <a:gd name="connsiteY1044-51336" fmla="*/ 2473736 h 4449429"/>
              <a:gd name="connsiteX1045-51337" fmla="*/ 8108380 w 18982931"/>
              <a:gd name="connsiteY1045-51338" fmla="*/ 2473736 h 4449429"/>
              <a:gd name="connsiteX1046-51339" fmla="*/ 8142338 w 18982931"/>
              <a:gd name="connsiteY1046-51340" fmla="*/ 2481454 h 4449429"/>
              <a:gd name="connsiteX1047-51341" fmla="*/ 8144242 w 18982931"/>
              <a:gd name="connsiteY1047-51342" fmla="*/ 2485067 h 4449429"/>
              <a:gd name="connsiteX1048-51343" fmla="*/ 8144242 w 18982931"/>
              <a:gd name="connsiteY1048-51344" fmla="*/ 1280084 h 4449429"/>
              <a:gd name="connsiteX1049-51345" fmla="*/ 8189518 w 18982931"/>
              <a:gd name="connsiteY1049-51346" fmla="*/ 1115443 h 4449429"/>
              <a:gd name="connsiteX1050-51347" fmla="*/ 8230679 w 18982931"/>
              <a:gd name="connsiteY1050-51348" fmla="*/ 1090746 h 4449429"/>
              <a:gd name="connsiteX1051-51349" fmla="*/ 8477642 w 18982931"/>
              <a:gd name="connsiteY1051-51350" fmla="*/ 1090746 h 4449429"/>
              <a:gd name="connsiteX1052-51351" fmla="*/ 8518799 w 18982931"/>
              <a:gd name="connsiteY1052-51352" fmla="*/ 1111328 h 4449429"/>
              <a:gd name="connsiteX1053-51353" fmla="*/ 8568194 w 18982931"/>
              <a:gd name="connsiteY1053-51354" fmla="*/ 1288315 h 4449429"/>
              <a:gd name="connsiteX1054-51355" fmla="*/ 8572304 w 18982931"/>
              <a:gd name="connsiteY1054-51356" fmla="*/ 2152681 h 4449429"/>
              <a:gd name="connsiteX1055-51357" fmla="*/ 8572304 w 18982931"/>
              <a:gd name="connsiteY1055-51358" fmla="*/ 2222656 h 4449429"/>
              <a:gd name="connsiteX1056-51359" fmla="*/ 8827499 w 18982931"/>
              <a:gd name="connsiteY1056-51360" fmla="*/ 2222656 h 4449429"/>
              <a:gd name="connsiteX1057-51361" fmla="*/ 8827499 w 18982931"/>
              <a:gd name="connsiteY1057-51362" fmla="*/ 2053897 h 4449429"/>
              <a:gd name="connsiteX1058-51363" fmla="*/ 8827499 w 18982931"/>
              <a:gd name="connsiteY1058-51364" fmla="*/ 1996272 h 4449429"/>
              <a:gd name="connsiteX1059-51365" fmla="*/ 8926285 w 18982931"/>
              <a:gd name="connsiteY1059-51366" fmla="*/ 1876910 h 4449429"/>
              <a:gd name="connsiteX1060-51367" fmla="*/ 8926285 w 18982931"/>
              <a:gd name="connsiteY1060-51368" fmla="*/ 1757542 h 4449429"/>
              <a:gd name="connsiteX1061-51369" fmla="*/ 8926285 w 18982931"/>
              <a:gd name="connsiteY1061-51370" fmla="*/ 1527045 h 4449429"/>
              <a:gd name="connsiteX1062-51371" fmla="*/ 8950980 w 18982931"/>
              <a:gd name="connsiteY1062-51372" fmla="*/ 1432378 h 4449429"/>
              <a:gd name="connsiteX1063-51373" fmla="*/ 8950980 w 18982931"/>
              <a:gd name="connsiteY1063-51374" fmla="*/ 1424146 h 4449429"/>
              <a:gd name="connsiteX1064-51375" fmla="*/ 8983911 w 18982931"/>
              <a:gd name="connsiteY1064-51376" fmla="*/ 1107210 h 4449429"/>
              <a:gd name="connsiteX1065-51377" fmla="*/ 8992140 w 18982931"/>
              <a:gd name="connsiteY1065-51378" fmla="*/ 1049586 h 4449429"/>
              <a:gd name="connsiteX1066-51379" fmla="*/ 9012723 w 18982931"/>
              <a:gd name="connsiteY1066-51380" fmla="*/ 1049586 h 4449429"/>
              <a:gd name="connsiteX1067-51381" fmla="*/ 9049767 w 18982931"/>
              <a:gd name="connsiteY1067-51382" fmla="*/ 1325362 h 4449429"/>
              <a:gd name="connsiteX1068-51383" fmla="*/ 9115624 w 18982931"/>
              <a:gd name="connsiteY1068-51384" fmla="*/ 1329476 h 4449429"/>
              <a:gd name="connsiteX1069-51385" fmla="*/ 9165014 w 18982931"/>
              <a:gd name="connsiteY1069-51386" fmla="*/ 1436493 h 4449429"/>
              <a:gd name="connsiteX1070-51387" fmla="*/ 9181479 w 18982931"/>
              <a:gd name="connsiteY1070-51388" fmla="*/ 1494116 h 4449429"/>
              <a:gd name="connsiteX1071-51389" fmla="*/ 9181479 w 18982931"/>
              <a:gd name="connsiteY1071-51390" fmla="*/ 1823399 h 4449429"/>
              <a:gd name="connsiteX1072-51391" fmla="*/ 9181479 w 18982931"/>
              <a:gd name="connsiteY1072-51392" fmla="*/ 1881023 h 4449429"/>
              <a:gd name="connsiteX1073-51393" fmla="*/ 9280267 w 18982931"/>
              <a:gd name="connsiteY1073-51394" fmla="*/ 1881023 h 4449429"/>
              <a:gd name="connsiteX1074-51395" fmla="*/ 9280267 w 18982931"/>
              <a:gd name="connsiteY1074-51396" fmla="*/ 1815166 h 4449429"/>
              <a:gd name="connsiteX1075-51397" fmla="*/ 9280267 w 18982931"/>
              <a:gd name="connsiteY1075-51398" fmla="*/ 304587 h 4449429"/>
              <a:gd name="connsiteX1076-51399" fmla="*/ 9346122 w 18982931"/>
              <a:gd name="connsiteY1076-51400" fmla="*/ 238731 h 4449429"/>
              <a:gd name="connsiteX1077-51401" fmla="*/ 9453137 w 18982931"/>
              <a:gd name="connsiteY1077-51402" fmla="*/ 341628 h 4449429"/>
              <a:gd name="connsiteX1078-51403" fmla="*/ 9453137 w 18982931"/>
              <a:gd name="connsiteY1078-51404" fmla="*/ 1815166 h 4449429"/>
              <a:gd name="connsiteX1079-51405" fmla="*/ 9453137 w 18982931"/>
              <a:gd name="connsiteY1079-51406" fmla="*/ 1876910 h 4449429"/>
              <a:gd name="connsiteX1080-51407" fmla="*/ 9551919 w 18982931"/>
              <a:gd name="connsiteY1080-51408" fmla="*/ 1876910 h 4449429"/>
              <a:gd name="connsiteX1081-51409" fmla="*/ 9551919 w 18982931"/>
              <a:gd name="connsiteY1081-51410" fmla="*/ 1724614 h 4449429"/>
              <a:gd name="connsiteX1082-51411" fmla="*/ 9551919 w 18982931"/>
              <a:gd name="connsiteY1082-51412" fmla="*/ 1481771 h 4449429"/>
              <a:gd name="connsiteX1083-51413" fmla="*/ 9597198 w 18982931"/>
              <a:gd name="connsiteY1083-51414" fmla="*/ 1374754 h 4449429"/>
              <a:gd name="connsiteX1084-51415" fmla="*/ 9613662 w 18982931"/>
              <a:gd name="connsiteY1084-51416" fmla="*/ 1325362 h 4449429"/>
              <a:gd name="connsiteX1085-51417" fmla="*/ 9683632 w 18982931"/>
              <a:gd name="connsiteY1085-51418" fmla="*/ 1325362 h 4449429"/>
              <a:gd name="connsiteX1086-51419" fmla="*/ 9683632 w 18982931"/>
              <a:gd name="connsiteY1086-51420" fmla="*/ 1522931 h 4449429"/>
              <a:gd name="connsiteX1087-51421" fmla="*/ 9819464 w 18982931"/>
              <a:gd name="connsiteY1087-51422" fmla="*/ 1522931 h 4449429"/>
              <a:gd name="connsiteX1088-51423" fmla="*/ 9819464 w 18982931"/>
              <a:gd name="connsiteY1088-51424" fmla="*/ 1720501 h 4449429"/>
              <a:gd name="connsiteX1089-51425" fmla="*/ 9819464 w 18982931"/>
              <a:gd name="connsiteY1089-51426" fmla="*/ 1835749 h 4449429"/>
              <a:gd name="connsiteX1090-51427" fmla="*/ 9868856 w 18982931"/>
              <a:gd name="connsiteY1090-51428" fmla="*/ 1885142 h 4449429"/>
              <a:gd name="connsiteX1091-51429" fmla="*/ 9922361 w 18982931"/>
              <a:gd name="connsiteY1091-51430" fmla="*/ 1938648 h 4449429"/>
              <a:gd name="connsiteX1092-51431" fmla="*/ 9922361 w 18982931"/>
              <a:gd name="connsiteY1092-51432" fmla="*/ 2226770 h 4449429"/>
              <a:gd name="connsiteX1093-51433" fmla="*/ 10189906 w 18982931"/>
              <a:gd name="connsiteY1093-51434" fmla="*/ 2226770 h 4449429"/>
              <a:gd name="connsiteX1094-51435" fmla="*/ 10189906 w 18982931"/>
              <a:gd name="connsiteY1094-51436" fmla="*/ 1864559 h 4449429"/>
              <a:gd name="connsiteX1095-51437" fmla="*/ 10251644 w 18982931"/>
              <a:gd name="connsiteY1095-51438" fmla="*/ 1852213 h 4449429"/>
              <a:gd name="connsiteX1096-51439" fmla="*/ 10251644 w 18982931"/>
              <a:gd name="connsiteY1096-51440" fmla="*/ 1465306 h 4449429"/>
              <a:gd name="connsiteX1097-51441" fmla="*/ 10198137 w 18982931"/>
              <a:gd name="connsiteY1097-51442" fmla="*/ 1461188 h 4449429"/>
              <a:gd name="connsiteX1098-51443" fmla="*/ 10198137 w 18982931"/>
              <a:gd name="connsiteY1098-51444" fmla="*/ 1317129 h 4449429"/>
              <a:gd name="connsiteX1099-51445" fmla="*/ 10572694 w 18982931"/>
              <a:gd name="connsiteY1099-51446" fmla="*/ 1317129 h 4449429"/>
              <a:gd name="connsiteX1100-51447" fmla="*/ 10572694 w 18982931"/>
              <a:gd name="connsiteY1100-51448" fmla="*/ 2140336 h 4449429"/>
              <a:gd name="connsiteX1101-51449" fmla="*/ 10642669 w 18982931"/>
              <a:gd name="connsiteY1101-51450" fmla="*/ 2144449 h 4449429"/>
              <a:gd name="connsiteX1102-51451" fmla="*/ 10642669 w 18982931"/>
              <a:gd name="connsiteY1102-51452" fmla="*/ 2477849 h 4449429"/>
              <a:gd name="connsiteX1103-51453" fmla="*/ 10885512 w 18982931"/>
              <a:gd name="connsiteY1103-51454" fmla="*/ 2477849 h 4449429"/>
              <a:gd name="connsiteX1104-51455" fmla="*/ 10885512 w 18982931"/>
              <a:gd name="connsiteY1104-51456" fmla="*/ 2292626 h 4449429"/>
              <a:gd name="connsiteX1105-51457" fmla="*/ 10959601 w 18982931"/>
              <a:gd name="connsiteY1105-51458" fmla="*/ 2292626 h 4449429"/>
              <a:gd name="connsiteX1106-51459" fmla="*/ 10959601 w 18982931"/>
              <a:gd name="connsiteY1106-51460" fmla="*/ 2477849 h 4449429"/>
              <a:gd name="connsiteX1107-51461" fmla="*/ 11066618 w 18982931"/>
              <a:gd name="connsiteY1107-51462" fmla="*/ 2477849 h 4449429"/>
              <a:gd name="connsiteX1108-51463" fmla="*/ 11107778 w 18982931"/>
              <a:gd name="connsiteY1108-51464" fmla="*/ 2284395 h 4449429"/>
              <a:gd name="connsiteX1109-51465" fmla="*/ 11136593 w 18982931"/>
              <a:gd name="connsiteY1109-51466" fmla="*/ 2053897 h 4449429"/>
              <a:gd name="connsiteX1110-51467" fmla="*/ 11136593 w 18982931"/>
              <a:gd name="connsiteY1110-51468" fmla="*/ 1061936 h 4449429"/>
              <a:gd name="connsiteX1111-51469" fmla="*/ 11148938 w 18982931"/>
              <a:gd name="connsiteY1111-51470" fmla="*/ 938454 h 4449429"/>
              <a:gd name="connsiteX1112-51471" fmla="*/ 11161288 w 18982931"/>
              <a:gd name="connsiteY1112-51472" fmla="*/ 938454 h 4449429"/>
              <a:gd name="connsiteX1113-51473" fmla="*/ 11177753 w 18982931"/>
              <a:gd name="connsiteY1113-51474" fmla="*/ 983729 h 4449429"/>
              <a:gd name="connsiteX1114-51475" fmla="*/ 11231258 w 18982931"/>
              <a:gd name="connsiteY1114-51476" fmla="*/ 572126 h 4449429"/>
              <a:gd name="connsiteX1115-51477" fmla="*/ 11243610 w 18982931"/>
              <a:gd name="connsiteY1115-51478" fmla="*/ 572126 h 4449429"/>
              <a:gd name="connsiteX1116-51479" fmla="*/ 11284770 w 18982931"/>
              <a:gd name="connsiteY1116-51480" fmla="*/ 946687 h 4449429"/>
              <a:gd name="connsiteX1117-51481" fmla="*/ 11325929 w 18982931"/>
              <a:gd name="connsiteY1117-51482" fmla="*/ 934337 h 4449429"/>
              <a:gd name="connsiteX1118-51483" fmla="*/ 11342394 w 18982931"/>
              <a:gd name="connsiteY1118-51484" fmla="*/ 1061936 h 4449429"/>
              <a:gd name="connsiteX1119-51485" fmla="*/ 11342394 w 18982931"/>
              <a:gd name="connsiteY1119-51486" fmla="*/ 1300666 h 4449429"/>
              <a:gd name="connsiteX1120-51487" fmla="*/ 11358857 w 18982931"/>
              <a:gd name="connsiteY1120-51488" fmla="*/ 2132104 h 4449429"/>
              <a:gd name="connsiteX1121-51489" fmla="*/ 11362976 w 18982931"/>
              <a:gd name="connsiteY1121-51490" fmla="*/ 2165031 h 4449429"/>
              <a:gd name="connsiteX1122-51491" fmla="*/ 11453524 w 18982931"/>
              <a:gd name="connsiteY1122-51492" fmla="*/ 2165031 h 4449429"/>
              <a:gd name="connsiteX1123-51493" fmla="*/ 11457643 w 18982931"/>
              <a:gd name="connsiteY1123-51494" fmla="*/ 2082711 h 4449429"/>
              <a:gd name="connsiteX1124-51495" fmla="*/ 11535845 w 18982931"/>
              <a:gd name="connsiteY1124-51496" fmla="*/ 2078592 h 4449429"/>
              <a:gd name="connsiteX1125-51497" fmla="*/ 11535845 w 18982931"/>
              <a:gd name="connsiteY1125-51498" fmla="*/ 2004505 h 4449429"/>
              <a:gd name="connsiteX1126-51499" fmla="*/ 11548195 w 18982931"/>
              <a:gd name="connsiteY1126-51500" fmla="*/ 1736964 h 4449429"/>
              <a:gd name="connsiteX1127-51501" fmla="*/ 11609938 w 18982931"/>
              <a:gd name="connsiteY1127-51502" fmla="*/ 1609365 h 4449429"/>
              <a:gd name="connsiteX1128-51503" fmla="*/ 11688140 w 18982931"/>
              <a:gd name="connsiteY1128-51504" fmla="*/ 1765774 h 4449429"/>
              <a:gd name="connsiteX1129-51505" fmla="*/ 11688140 w 18982931"/>
              <a:gd name="connsiteY1129-51506" fmla="*/ 2082711 h 4449429"/>
              <a:gd name="connsiteX1130-51507" fmla="*/ 11910406 w 18982931"/>
              <a:gd name="connsiteY1130-51508" fmla="*/ 2148567 h 4449429"/>
              <a:gd name="connsiteX1131-51509" fmla="*/ 11988608 w 18982931"/>
              <a:gd name="connsiteY1131-51510" fmla="*/ 2119754 h 4449429"/>
              <a:gd name="connsiteX1132-51511" fmla="*/ 11991181 w 18982931"/>
              <a:gd name="connsiteY1132-51512" fmla="*/ 2153197 h 4449429"/>
              <a:gd name="connsiteX1133-51513" fmla="*/ 11993908 w 18982931"/>
              <a:gd name="connsiteY1133-51514" fmla="*/ 2158900 h 4449429"/>
              <a:gd name="connsiteX1134-51515" fmla="*/ 11993908 w 18982931"/>
              <a:gd name="connsiteY1134-51516" fmla="*/ 2156799 h 4449429"/>
              <a:gd name="connsiteX1135-51517" fmla="*/ 11998023 w 18982931"/>
              <a:gd name="connsiteY1135-51518" fmla="*/ 2115639 h 4449429"/>
              <a:gd name="connsiteX1136-51519" fmla="*/ 12010373 w 18982931"/>
              <a:gd name="connsiteY1136-51520" fmla="*/ 2115639 h 4449429"/>
              <a:gd name="connsiteX1137-51521" fmla="*/ 12014490 w 18982931"/>
              <a:gd name="connsiteY1137-51522" fmla="*/ 2185614 h 4449429"/>
              <a:gd name="connsiteX1138-51523" fmla="*/ 12055650 w 18982931"/>
              <a:gd name="connsiteY1138-51524" fmla="*/ 2259703 h 4449429"/>
              <a:gd name="connsiteX1139-51525" fmla="*/ 12109157 w 18982931"/>
              <a:gd name="connsiteY1139-51526" fmla="*/ 2267933 h 4449429"/>
              <a:gd name="connsiteX1140-51527" fmla="*/ 12137972 w 18982931"/>
              <a:gd name="connsiteY1140-51528" fmla="*/ 2580753 h 4449429"/>
              <a:gd name="connsiteX1141-51529" fmla="*/ 12150317 w 18982931"/>
              <a:gd name="connsiteY1141-51530" fmla="*/ 2580753 h 4449429"/>
              <a:gd name="connsiteX1142-51531" fmla="*/ 12179132 w 18982931"/>
              <a:gd name="connsiteY1142-51532" fmla="*/ 2411992 h 4449429"/>
              <a:gd name="connsiteX1143-51533" fmla="*/ 12207942 w 18982931"/>
              <a:gd name="connsiteY1143-51534" fmla="*/ 2160917 h 4449429"/>
              <a:gd name="connsiteX1144-51535" fmla="*/ 12216174 w 18982931"/>
              <a:gd name="connsiteY1144-51536" fmla="*/ 2152686 h 4449429"/>
              <a:gd name="connsiteX1145-51537" fmla="*/ 12331423 w 18982931"/>
              <a:gd name="connsiteY1145-51538" fmla="*/ 2152686 h 4449429"/>
              <a:gd name="connsiteX1146-51539" fmla="*/ 12331423 w 18982931"/>
              <a:gd name="connsiteY1146-51540" fmla="*/ 2317327 h 4449429"/>
              <a:gd name="connsiteX1147-51541" fmla="*/ 12496064 w 18982931"/>
              <a:gd name="connsiteY1147-51542" fmla="*/ 2313208 h 4449429"/>
              <a:gd name="connsiteX1148-51543" fmla="*/ 12557802 w 18982931"/>
              <a:gd name="connsiteY1148-51544" fmla="*/ 2210310 h 4449429"/>
              <a:gd name="connsiteX1149-51545" fmla="*/ 12566034 w 18982931"/>
              <a:gd name="connsiteY1149-51546" fmla="*/ 2206191 h 4449429"/>
              <a:gd name="connsiteX1150-51547" fmla="*/ 12598962 w 18982931"/>
              <a:gd name="connsiteY1150-51548" fmla="*/ 2267933 h 4449429"/>
              <a:gd name="connsiteX1151-51549" fmla="*/ 12607194 w 18982931"/>
              <a:gd name="connsiteY1151-51550" fmla="*/ 2263816 h 4449429"/>
              <a:gd name="connsiteX1152-51551" fmla="*/ 12607194 w 18982931"/>
              <a:gd name="connsiteY1152-51552" fmla="*/ 1461193 h 4449429"/>
              <a:gd name="connsiteX1153-51553" fmla="*/ 12677169 w 18982931"/>
              <a:gd name="connsiteY1153-51554" fmla="*/ 1230695 h 4449429"/>
              <a:gd name="connsiteX1154-51555" fmla="*/ 12920017 w 18982931"/>
              <a:gd name="connsiteY1154-51556" fmla="*/ 1230695 h 4449429"/>
              <a:gd name="connsiteX1155-51557" fmla="*/ 12948827 w 18982931"/>
              <a:gd name="connsiteY1155-51558" fmla="*/ 1490003 h 4449429"/>
              <a:gd name="connsiteX1156-51559" fmla="*/ 12948827 w 18982931"/>
              <a:gd name="connsiteY1156-51560" fmla="*/ 1909838 h 4449429"/>
              <a:gd name="connsiteX1157-51561" fmla="*/ 12948827 w 18982931"/>
              <a:gd name="connsiteY1157-51562" fmla="*/ 1975695 h 4449429"/>
              <a:gd name="connsiteX1158-51563" fmla="*/ 12969405 w 18982931"/>
              <a:gd name="connsiteY1158-51564" fmla="*/ 1979812 h 4449429"/>
              <a:gd name="connsiteX1159-51565" fmla="*/ 12989987 w 18982931"/>
              <a:gd name="connsiteY1159-51566" fmla="*/ 1913955 h 4449429"/>
              <a:gd name="connsiteX1160-51567" fmla="*/ 12989987 w 18982931"/>
              <a:gd name="connsiteY1160-51568" fmla="*/ 1469425 h 4449429"/>
              <a:gd name="connsiteX1161-51569" fmla="*/ 13064076 w 18982931"/>
              <a:gd name="connsiteY1161-51570" fmla="*/ 1395336 h 4449429"/>
              <a:gd name="connsiteX1162-51571" fmla="*/ 13146396 w 18982931"/>
              <a:gd name="connsiteY1162-51572" fmla="*/ 1395336 h 4449429"/>
              <a:gd name="connsiteX1163-51573" fmla="*/ 13146396 w 18982931"/>
              <a:gd name="connsiteY1163-51574" fmla="*/ 1111328 h 4449429"/>
              <a:gd name="connsiteX1164-51575" fmla="*/ 13216366 w 18982931"/>
              <a:gd name="connsiteY1164-51576" fmla="*/ 1103096 h 4449429"/>
              <a:gd name="connsiteX1165-51577" fmla="*/ 13228716 w 18982931"/>
              <a:gd name="connsiteY1165-51578" fmla="*/ 1041358 h 4449429"/>
              <a:gd name="connsiteX1166-51579" fmla="*/ 13368662 w 18982931"/>
              <a:gd name="connsiteY1166-51580" fmla="*/ 1041358 h 4449429"/>
              <a:gd name="connsiteX1167-51581" fmla="*/ 13368662 w 18982931"/>
              <a:gd name="connsiteY1167-51582" fmla="*/ 687379 h 4449429"/>
              <a:gd name="connsiteX1168-51583" fmla="*/ 13483911 w 18982931"/>
              <a:gd name="connsiteY1168-51584" fmla="*/ 687379 h 4449429"/>
              <a:gd name="connsiteX1169-51585" fmla="*/ 13483911 w 18982931"/>
              <a:gd name="connsiteY1169-51586" fmla="*/ 617404 h 4449429"/>
              <a:gd name="connsiteX1170-51587" fmla="*/ 13483911 w 18982931"/>
              <a:gd name="connsiteY1170-51588" fmla="*/ 131714 h 4449429"/>
              <a:gd name="connsiteX1171-51589" fmla="*/ 13541534 w 18982931"/>
              <a:gd name="connsiteY1171-51590" fmla="*/ 74089 h 4449429"/>
              <a:gd name="connsiteX1172-51591" fmla="*/ 13685593 w 18982931"/>
              <a:gd name="connsiteY1172-51592" fmla="*/ 74089 h 4449429"/>
              <a:gd name="connsiteX1173-51593" fmla="*/ 13730872 w 18982931"/>
              <a:gd name="connsiteY1173-51594" fmla="*/ 49392 h 4449429"/>
              <a:gd name="connsiteX1174-51595" fmla="*/ 13739104 w 18982931"/>
              <a:gd name="connsiteY1174-51596" fmla="*/ 0 h 4449429"/>
              <a:gd name="connsiteX0-51597" fmla="*/ 16404499 w 18982931"/>
              <a:gd name="connsiteY0-51598" fmla="*/ 4309270 h 4449429"/>
              <a:gd name="connsiteX1-51599" fmla="*/ 16404499 w 18982931"/>
              <a:gd name="connsiteY1-51600" fmla="*/ 4366104 h 4449429"/>
              <a:gd name="connsiteX2-51601" fmla="*/ 16461332 w 18982931"/>
              <a:gd name="connsiteY2-51602" fmla="*/ 4366104 h 4449429"/>
              <a:gd name="connsiteX3-51603" fmla="*/ 16461332 w 18982931"/>
              <a:gd name="connsiteY3-51604" fmla="*/ 4309270 h 4449429"/>
              <a:gd name="connsiteX4-51605" fmla="*/ 16404499 w 18982931"/>
              <a:gd name="connsiteY4-51606" fmla="*/ 4309270 h 4449429"/>
              <a:gd name="connsiteX5-51607" fmla="*/ 16292444 w 18982931"/>
              <a:gd name="connsiteY5-51608" fmla="*/ 4309270 h 4449429"/>
              <a:gd name="connsiteX6-51609" fmla="*/ 16292444 w 18982931"/>
              <a:gd name="connsiteY6-51610" fmla="*/ 4366104 h 4449429"/>
              <a:gd name="connsiteX7-51611" fmla="*/ 16349278 w 18982931"/>
              <a:gd name="connsiteY7-51612" fmla="*/ 4366104 h 4449429"/>
              <a:gd name="connsiteX8-51613" fmla="*/ 16349278 w 18982931"/>
              <a:gd name="connsiteY8-51614" fmla="*/ 4309270 h 4449429"/>
              <a:gd name="connsiteX9-51615" fmla="*/ 16292444 w 18982931"/>
              <a:gd name="connsiteY9-51616" fmla="*/ 4309270 h 4449429"/>
              <a:gd name="connsiteX10-51617" fmla="*/ 16180390 w 18982931"/>
              <a:gd name="connsiteY10-51618" fmla="*/ 4309270 h 4449429"/>
              <a:gd name="connsiteX11-51619" fmla="*/ 16180390 w 18982931"/>
              <a:gd name="connsiteY11-51620" fmla="*/ 4366104 h 4449429"/>
              <a:gd name="connsiteX12-51621" fmla="*/ 16237224 w 18982931"/>
              <a:gd name="connsiteY12-51622" fmla="*/ 4366104 h 4449429"/>
              <a:gd name="connsiteX13-51623" fmla="*/ 16237224 w 18982931"/>
              <a:gd name="connsiteY13-51624" fmla="*/ 4309270 h 4449429"/>
              <a:gd name="connsiteX14-51625" fmla="*/ 16180390 w 18982931"/>
              <a:gd name="connsiteY14-51626" fmla="*/ 4309270 h 4449429"/>
              <a:gd name="connsiteX15-51627" fmla="*/ 2813944 w 18982931"/>
              <a:gd name="connsiteY15-51628" fmla="*/ 4309269 h 4449429"/>
              <a:gd name="connsiteX16-51629" fmla="*/ 2813944 w 18982931"/>
              <a:gd name="connsiteY16-51630" fmla="*/ 4366102 h 4449429"/>
              <a:gd name="connsiteX17-51631" fmla="*/ 2870780 w 18982931"/>
              <a:gd name="connsiteY17-51632" fmla="*/ 4366102 h 4449429"/>
              <a:gd name="connsiteX18-51633" fmla="*/ 2870780 w 18982931"/>
              <a:gd name="connsiteY18-51634" fmla="*/ 4309269 h 4449429"/>
              <a:gd name="connsiteX19-51635" fmla="*/ 2813944 w 18982931"/>
              <a:gd name="connsiteY19-51636" fmla="*/ 4309269 h 4449429"/>
              <a:gd name="connsiteX20-51637" fmla="*/ 2701890 w 18982931"/>
              <a:gd name="connsiteY20-51638" fmla="*/ 4309269 h 4449429"/>
              <a:gd name="connsiteX21-51639" fmla="*/ 2701890 w 18982931"/>
              <a:gd name="connsiteY21-51640" fmla="*/ 4366102 h 4449429"/>
              <a:gd name="connsiteX22-51641" fmla="*/ 2758723 w 18982931"/>
              <a:gd name="connsiteY22-51642" fmla="*/ 4366102 h 4449429"/>
              <a:gd name="connsiteX23-51643" fmla="*/ 2758723 w 18982931"/>
              <a:gd name="connsiteY23-51644" fmla="*/ 4309269 h 4449429"/>
              <a:gd name="connsiteX24-51645" fmla="*/ 2701890 w 18982931"/>
              <a:gd name="connsiteY24-51646" fmla="*/ 4309269 h 4449429"/>
              <a:gd name="connsiteX25-51647" fmla="*/ 2589843 w 18982931"/>
              <a:gd name="connsiteY25-51648" fmla="*/ 4309269 h 4449429"/>
              <a:gd name="connsiteX26-51649" fmla="*/ 2589843 w 18982931"/>
              <a:gd name="connsiteY26-51650" fmla="*/ 4366102 h 4449429"/>
              <a:gd name="connsiteX27-51651" fmla="*/ 2646669 w 18982931"/>
              <a:gd name="connsiteY27-51652" fmla="*/ 4366102 h 4449429"/>
              <a:gd name="connsiteX28-51653" fmla="*/ 2646669 w 18982931"/>
              <a:gd name="connsiteY28-51654" fmla="*/ 4309269 h 4449429"/>
              <a:gd name="connsiteX29-51655" fmla="*/ 2589843 w 18982931"/>
              <a:gd name="connsiteY29-51656" fmla="*/ 4309269 h 4449429"/>
              <a:gd name="connsiteX30-51657" fmla="*/ 16404499 w 18982931"/>
              <a:gd name="connsiteY30-51658" fmla="*/ 4163982 h 4449429"/>
              <a:gd name="connsiteX31-51659" fmla="*/ 16404499 w 18982931"/>
              <a:gd name="connsiteY31-51660" fmla="*/ 4220816 h 4449429"/>
              <a:gd name="connsiteX32-51661" fmla="*/ 16461332 w 18982931"/>
              <a:gd name="connsiteY32-51662" fmla="*/ 4220816 h 4449429"/>
              <a:gd name="connsiteX33-51663" fmla="*/ 16461332 w 18982931"/>
              <a:gd name="connsiteY33-51664" fmla="*/ 4163982 h 4449429"/>
              <a:gd name="connsiteX34-51665" fmla="*/ 16404499 w 18982931"/>
              <a:gd name="connsiteY34-51666" fmla="*/ 4163982 h 4449429"/>
              <a:gd name="connsiteX35-51667" fmla="*/ 16292444 w 18982931"/>
              <a:gd name="connsiteY35-51668" fmla="*/ 4163982 h 4449429"/>
              <a:gd name="connsiteX36-51669" fmla="*/ 16292444 w 18982931"/>
              <a:gd name="connsiteY36-51670" fmla="*/ 4220816 h 4449429"/>
              <a:gd name="connsiteX37-51671" fmla="*/ 16349278 w 18982931"/>
              <a:gd name="connsiteY37-51672" fmla="*/ 4220816 h 4449429"/>
              <a:gd name="connsiteX38-51673" fmla="*/ 16349278 w 18982931"/>
              <a:gd name="connsiteY38-51674" fmla="*/ 4163982 h 4449429"/>
              <a:gd name="connsiteX39-51675" fmla="*/ 16292444 w 18982931"/>
              <a:gd name="connsiteY39-51676" fmla="*/ 4163982 h 4449429"/>
              <a:gd name="connsiteX40-51677" fmla="*/ 16180390 w 18982931"/>
              <a:gd name="connsiteY40-51678" fmla="*/ 4163982 h 4449429"/>
              <a:gd name="connsiteX41-51679" fmla="*/ 16180390 w 18982931"/>
              <a:gd name="connsiteY41-51680" fmla="*/ 4220816 h 4449429"/>
              <a:gd name="connsiteX42-51681" fmla="*/ 16237224 w 18982931"/>
              <a:gd name="connsiteY42-51682" fmla="*/ 4220816 h 4449429"/>
              <a:gd name="connsiteX43-51683" fmla="*/ 16237224 w 18982931"/>
              <a:gd name="connsiteY43-51684" fmla="*/ 4163982 h 4449429"/>
              <a:gd name="connsiteX44-51685" fmla="*/ 16180390 w 18982931"/>
              <a:gd name="connsiteY44-51686" fmla="*/ 4163982 h 4449429"/>
              <a:gd name="connsiteX45-51687" fmla="*/ 2813944 w 18982931"/>
              <a:gd name="connsiteY45-51688" fmla="*/ 4163981 h 4449429"/>
              <a:gd name="connsiteX46-51689" fmla="*/ 2813944 w 18982931"/>
              <a:gd name="connsiteY46-51690" fmla="*/ 4220814 h 4449429"/>
              <a:gd name="connsiteX47-51691" fmla="*/ 2870780 w 18982931"/>
              <a:gd name="connsiteY47-51692" fmla="*/ 4220814 h 4449429"/>
              <a:gd name="connsiteX48-51693" fmla="*/ 2870780 w 18982931"/>
              <a:gd name="connsiteY48-51694" fmla="*/ 4163981 h 4449429"/>
              <a:gd name="connsiteX49-51695" fmla="*/ 2813944 w 18982931"/>
              <a:gd name="connsiteY49-51696" fmla="*/ 4163981 h 4449429"/>
              <a:gd name="connsiteX50-51697" fmla="*/ 2701890 w 18982931"/>
              <a:gd name="connsiteY50-51698" fmla="*/ 4163981 h 4449429"/>
              <a:gd name="connsiteX51-51699" fmla="*/ 2701890 w 18982931"/>
              <a:gd name="connsiteY51-51700" fmla="*/ 4220814 h 4449429"/>
              <a:gd name="connsiteX52-51701" fmla="*/ 2758723 w 18982931"/>
              <a:gd name="connsiteY52-51702" fmla="*/ 4220814 h 4449429"/>
              <a:gd name="connsiteX53-51703" fmla="*/ 2758723 w 18982931"/>
              <a:gd name="connsiteY53-51704" fmla="*/ 4163981 h 4449429"/>
              <a:gd name="connsiteX54-51705" fmla="*/ 2701890 w 18982931"/>
              <a:gd name="connsiteY54-51706" fmla="*/ 4163981 h 4449429"/>
              <a:gd name="connsiteX55-51707" fmla="*/ 2589843 w 18982931"/>
              <a:gd name="connsiteY55-51708" fmla="*/ 4163981 h 4449429"/>
              <a:gd name="connsiteX56-51709" fmla="*/ 2589843 w 18982931"/>
              <a:gd name="connsiteY56-51710" fmla="*/ 4220814 h 4449429"/>
              <a:gd name="connsiteX57-51711" fmla="*/ 2646669 w 18982931"/>
              <a:gd name="connsiteY57-51712" fmla="*/ 4220814 h 4449429"/>
              <a:gd name="connsiteX58-51713" fmla="*/ 2646669 w 18982931"/>
              <a:gd name="connsiteY58-51714" fmla="*/ 4163981 h 4449429"/>
              <a:gd name="connsiteX59-51715" fmla="*/ 2589843 w 18982931"/>
              <a:gd name="connsiteY59-51716" fmla="*/ 4163981 h 4449429"/>
              <a:gd name="connsiteX60-51717" fmla="*/ 9851983 w 18982931"/>
              <a:gd name="connsiteY60-51718" fmla="*/ 4073253 h 4449429"/>
              <a:gd name="connsiteX61-51719" fmla="*/ 9851983 w 18982931"/>
              <a:gd name="connsiteY61-51720" fmla="*/ 4282100 h 4449429"/>
              <a:gd name="connsiteX62-51721" fmla="*/ 9897683 w 18982931"/>
              <a:gd name="connsiteY62-51722" fmla="*/ 4282100 h 4449429"/>
              <a:gd name="connsiteX63-51723" fmla="*/ 9897683 w 18982931"/>
              <a:gd name="connsiteY63-51724" fmla="*/ 4073253 h 4449429"/>
              <a:gd name="connsiteX64-51725" fmla="*/ 9851983 w 18982931"/>
              <a:gd name="connsiteY64-51726" fmla="*/ 4073253 h 4449429"/>
              <a:gd name="connsiteX65-51727" fmla="*/ 9760354 w 18982931"/>
              <a:gd name="connsiteY65-51728" fmla="*/ 4073253 h 4449429"/>
              <a:gd name="connsiteX66-51729" fmla="*/ 9760354 w 18982931"/>
              <a:gd name="connsiteY66-51730" fmla="*/ 4282100 h 4449429"/>
              <a:gd name="connsiteX67-51731" fmla="*/ 9806054 w 18982931"/>
              <a:gd name="connsiteY67-51732" fmla="*/ 4282100 h 4449429"/>
              <a:gd name="connsiteX68-51733" fmla="*/ 9806054 w 18982931"/>
              <a:gd name="connsiteY68-51734" fmla="*/ 4073253 h 4449429"/>
              <a:gd name="connsiteX69-51735" fmla="*/ 9760354 w 18982931"/>
              <a:gd name="connsiteY69-51736" fmla="*/ 4073253 h 4449429"/>
              <a:gd name="connsiteX70-51737" fmla="*/ 9668723 w 18982931"/>
              <a:gd name="connsiteY70-51738" fmla="*/ 4073253 h 4449429"/>
              <a:gd name="connsiteX71-51739" fmla="*/ 9668723 w 18982931"/>
              <a:gd name="connsiteY71-51740" fmla="*/ 4282100 h 4449429"/>
              <a:gd name="connsiteX72-51741" fmla="*/ 9714423 w 18982931"/>
              <a:gd name="connsiteY72-51742" fmla="*/ 4282100 h 4449429"/>
              <a:gd name="connsiteX73-51743" fmla="*/ 9714423 w 18982931"/>
              <a:gd name="connsiteY73-51744" fmla="*/ 4073253 h 4449429"/>
              <a:gd name="connsiteX74-51745" fmla="*/ 9668723 w 18982931"/>
              <a:gd name="connsiteY74-51746" fmla="*/ 4073253 h 4449429"/>
              <a:gd name="connsiteX75-51747" fmla="*/ 9577094 w 18982931"/>
              <a:gd name="connsiteY75-51748" fmla="*/ 4073253 h 4449429"/>
              <a:gd name="connsiteX76-51749" fmla="*/ 9577094 w 18982931"/>
              <a:gd name="connsiteY76-51750" fmla="*/ 4282100 h 4449429"/>
              <a:gd name="connsiteX77-51751" fmla="*/ 9622794 w 18982931"/>
              <a:gd name="connsiteY77-51752" fmla="*/ 4282100 h 4449429"/>
              <a:gd name="connsiteX78-51753" fmla="*/ 9622794 w 18982931"/>
              <a:gd name="connsiteY78-51754" fmla="*/ 4073253 h 4449429"/>
              <a:gd name="connsiteX79-51755" fmla="*/ 9577094 w 18982931"/>
              <a:gd name="connsiteY79-51756" fmla="*/ 4073253 h 4449429"/>
              <a:gd name="connsiteX80-51757" fmla="*/ 9485470 w 18982931"/>
              <a:gd name="connsiteY80-51758" fmla="*/ 4073253 h 4449429"/>
              <a:gd name="connsiteX81-51759" fmla="*/ 9485470 w 18982931"/>
              <a:gd name="connsiteY81-51760" fmla="*/ 4282100 h 4449429"/>
              <a:gd name="connsiteX82-51761" fmla="*/ 9531165 w 18982931"/>
              <a:gd name="connsiteY82-51762" fmla="*/ 4282100 h 4449429"/>
              <a:gd name="connsiteX83-51763" fmla="*/ 9531165 w 18982931"/>
              <a:gd name="connsiteY83-51764" fmla="*/ 4073253 h 4449429"/>
              <a:gd name="connsiteX84-51765" fmla="*/ 9485470 w 18982931"/>
              <a:gd name="connsiteY84-51766" fmla="*/ 4073253 h 4449429"/>
              <a:gd name="connsiteX85-51767" fmla="*/ 9393836 w 18982931"/>
              <a:gd name="connsiteY85-51768" fmla="*/ 4073253 h 4449429"/>
              <a:gd name="connsiteX86-51769" fmla="*/ 9393836 w 18982931"/>
              <a:gd name="connsiteY86-51770" fmla="*/ 4282100 h 4449429"/>
              <a:gd name="connsiteX87-51771" fmla="*/ 9439536 w 18982931"/>
              <a:gd name="connsiteY87-51772" fmla="*/ 4282100 h 4449429"/>
              <a:gd name="connsiteX88-51773" fmla="*/ 9439536 w 18982931"/>
              <a:gd name="connsiteY88-51774" fmla="*/ 4073253 h 4449429"/>
              <a:gd name="connsiteX89-51775" fmla="*/ 9393836 w 18982931"/>
              <a:gd name="connsiteY89-51776" fmla="*/ 4073253 h 4449429"/>
              <a:gd name="connsiteX90-51777" fmla="*/ 9302203 w 18982931"/>
              <a:gd name="connsiteY90-51778" fmla="*/ 4073253 h 4449429"/>
              <a:gd name="connsiteX91-51779" fmla="*/ 9302203 w 18982931"/>
              <a:gd name="connsiteY91-51780" fmla="*/ 4282100 h 4449429"/>
              <a:gd name="connsiteX92-51781" fmla="*/ 9347904 w 18982931"/>
              <a:gd name="connsiteY92-51782" fmla="*/ 4282100 h 4449429"/>
              <a:gd name="connsiteX93-51783" fmla="*/ 9347904 w 18982931"/>
              <a:gd name="connsiteY93-51784" fmla="*/ 4073253 h 4449429"/>
              <a:gd name="connsiteX94-51785" fmla="*/ 9302203 w 18982931"/>
              <a:gd name="connsiteY94-51786" fmla="*/ 4073253 h 4449429"/>
              <a:gd name="connsiteX95-51787" fmla="*/ 16404499 w 18982931"/>
              <a:gd name="connsiteY95-51788" fmla="*/ 4018694 h 4449429"/>
              <a:gd name="connsiteX96-51789" fmla="*/ 16404499 w 18982931"/>
              <a:gd name="connsiteY96-51790" fmla="*/ 4075528 h 4449429"/>
              <a:gd name="connsiteX97-51791" fmla="*/ 16461332 w 18982931"/>
              <a:gd name="connsiteY97-51792" fmla="*/ 4075528 h 4449429"/>
              <a:gd name="connsiteX98-51793" fmla="*/ 16461332 w 18982931"/>
              <a:gd name="connsiteY98-51794" fmla="*/ 4018694 h 4449429"/>
              <a:gd name="connsiteX99-51795" fmla="*/ 16404499 w 18982931"/>
              <a:gd name="connsiteY99-51796" fmla="*/ 4018694 h 4449429"/>
              <a:gd name="connsiteX100-51797" fmla="*/ 16292444 w 18982931"/>
              <a:gd name="connsiteY100-51798" fmla="*/ 4018694 h 4449429"/>
              <a:gd name="connsiteX101-51799" fmla="*/ 16292444 w 18982931"/>
              <a:gd name="connsiteY101-51800" fmla="*/ 4075528 h 4449429"/>
              <a:gd name="connsiteX102-51801" fmla="*/ 16349278 w 18982931"/>
              <a:gd name="connsiteY102-51802" fmla="*/ 4075528 h 4449429"/>
              <a:gd name="connsiteX103-51803" fmla="*/ 16349278 w 18982931"/>
              <a:gd name="connsiteY103-51804" fmla="*/ 4018694 h 4449429"/>
              <a:gd name="connsiteX104-51805" fmla="*/ 16292444 w 18982931"/>
              <a:gd name="connsiteY104-51806" fmla="*/ 4018694 h 4449429"/>
              <a:gd name="connsiteX105-51807" fmla="*/ 16180390 w 18982931"/>
              <a:gd name="connsiteY105-51808" fmla="*/ 4018694 h 4449429"/>
              <a:gd name="connsiteX106-51809" fmla="*/ 16180390 w 18982931"/>
              <a:gd name="connsiteY106-51810" fmla="*/ 4075528 h 4449429"/>
              <a:gd name="connsiteX107-51811" fmla="*/ 16237224 w 18982931"/>
              <a:gd name="connsiteY107-51812" fmla="*/ 4075528 h 4449429"/>
              <a:gd name="connsiteX108-51813" fmla="*/ 16237224 w 18982931"/>
              <a:gd name="connsiteY108-51814" fmla="*/ 4018694 h 4449429"/>
              <a:gd name="connsiteX109-51815" fmla="*/ 16180390 w 18982931"/>
              <a:gd name="connsiteY109-51816" fmla="*/ 4018694 h 4449429"/>
              <a:gd name="connsiteX110-51817" fmla="*/ 2813944 w 18982931"/>
              <a:gd name="connsiteY110-51818" fmla="*/ 4018692 h 4449429"/>
              <a:gd name="connsiteX111-51819" fmla="*/ 2813944 w 18982931"/>
              <a:gd name="connsiteY111-51820" fmla="*/ 4075526 h 4449429"/>
              <a:gd name="connsiteX112-51821" fmla="*/ 2870780 w 18982931"/>
              <a:gd name="connsiteY112-51822" fmla="*/ 4075526 h 4449429"/>
              <a:gd name="connsiteX113-51823" fmla="*/ 2870780 w 18982931"/>
              <a:gd name="connsiteY113-51824" fmla="*/ 4018692 h 4449429"/>
              <a:gd name="connsiteX114-51825" fmla="*/ 2813944 w 18982931"/>
              <a:gd name="connsiteY114-51826" fmla="*/ 4018692 h 4449429"/>
              <a:gd name="connsiteX115-51827" fmla="*/ 2701890 w 18982931"/>
              <a:gd name="connsiteY115-51828" fmla="*/ 4018692 h 4449429"/>
              <a:gd name="connsiteX116-51829" fmla="*/ 2701890 w 18982931"/>
              <a:gd name="connsiteY116-51830" fmla="*/ 4075526 h 4449429"/>
              <a:gd name="connsiteX117-51831" fmla="*/ 2758723 w 18982931"/>
              <a:gd name="connsiteY117-51832" fmla="*/ 4075526 h 4449429"/>
              <a:gd name="connsiteX118-51833" fmla="*/ 2758723 w 18982931"/>
              <a:gd name="connsiteY118-51834" fmla="*/ 4018692 h 4449429"/>
              <a:gd name="connsiteX119-51835" fmla="*/ 2701890 w 18982931"/>
              <a:gd name="connsiteY119-51836" fmla="*/ 4018692 h 4449429"/>
              <a:gd name="connsiteX120-51837" fmla="*/ 2589843 w 18982931"/>
              <a:gd name="connsiteY120-51838" fmla="*/ 4018692 h 4449429"/>
              <a:gd name="connsiteX121-51839" fmla="*/ 2589843 w 18982931"/>
              <a:gd name="connsiteY121-51840" fmla="*/ 4075526 h 4449429"/>
              <a:gd name="connsiteX122-51841" fmla="*/ 2646669 w 18982931"/>
              <a:gd name="connsiteY122-51842" fmla="*/ 4075526 h 4449429"/>
              <a:gd name="connsiteX123-51843" fmla="*/ 2646669 w 18982931"/>
              <a:gd name="connsiteY123-51844" fmla="*/ 4018692 h 4449429"/>
              <a:gd name="connsiteX124-51845" fmla="*/ 2589843 w 18982931"/>
              <a:gd name="connsiteY124-51846" fmla="*/ 4018692 h 4449429"/>
              <a:gd name="connsiteX125-51847" fmla="*/ 16404499 w 18982931"/>
              <a:gd name="connsiteY125-51848" fmla="*/ 3873406 h 4449429"/>
              <a:gd name="connsiteX126-51849" fmla="*/ 16404499 w 18982931"/>
              <a:gd name="connsiteY126-51850" fmla="*/ 3930240 h 4449429"/>
              <a:gd name="connsiteX127-51851" fmla="*/ 16461332 w 18982931"/>
              <a:gd name="connsiteY127-51852" fmla="*/ 3930240 h 4449429"/>
              <a:gd name="connsiteX128-51853" fmla="*/ 16461332 w 18982931"/>
              <a:gd name="connsiteY128-51854" fmla="*/ 3873406 h 4449429"/>
              <a:gd name="connsiteX129-51855" fmla="*/ 16404499 w 18982931"/>
              <a:gd name="connsiteY129-51856" fmla="*/ 3873406 h 4449429"/>
              <a:gd name="connsiteX130-51857" fmla="*/ 16292444 w 18982931"/>
              <a:gd name="connsiteY130-51858" fmla="*/ 3873406 h 4449429"/>
              <a:gd name="connsiteX131-51859" fmla="*/ 16292444 w 18982931"/>
              <a:gd name="connsiteY131-51860" fmla="*/ 3930240 h 4449429"/>
              <a:gd name="connsiteX132-51861" fmla="*/ 16349278 w 18982931"/>
              <a:gd name="connsiteY132-51862" fmla="*/ 3930240 h 4449429"/>
              <a:gd name="connsiteX133-51863" fmla="*/ 16349278 w 18982931"/>
              <a:gd name="connsiteY133-51864" fmla="*/ 3873406 h 4449429"/>
              <a:gd name="connsiteX134-51865" fmla="*/ 16292444 w 18982931"/>
              <a:gd name="connsiteY134-51866" fmla="*/ 3873406 h 4449429"/>
              <a:gd name="connsiteX135-51867" fmla="*/ 16180390 w 18982931"/>
              <a:gd name="connsiteY135-51868" fmla="*/ 3873406 h 4449429"/>
              <a:gd name="connsiteX136-51869" fmla="*/ 16180390 w 18982931"/>
              <a:gd name="connsiteY136-51870" fmla="*/ 3930240 h 4449429"/>
              <a:gd name="connsiteX137-51871" fmla="*/ 16237224 w 18982931"/>
              <a:gd name="connsiteY137-51872" fmla="*/ 3930240 h 4449429"/>
              <a:gd name="connsiteX138-51873" fmla="*/ 16237224 w 18982931"/>
              <a:gd name="connsiteY138-51874" fmla="*/ 3873406 h 4449429"/>
              <a:gd name="connsiteX139-51875" fmla="*/ 16180390 w 18982931"/>
              <a:gd name="connsiteY139-51876" fmla="*/ 3873406 h 4449429"/>
              <a:gd name="connsiteX140-51877" fmla="*/ 2813944 w 18982931"/>
              <a:gd name="connsiteY140-51878" fmla="*/ 3873404 h 4449429"/>
              <a:gd name="connsiteX141-51879" fmla="*/ 2813944 w 18982931"/>
              <a:gd name="connsiteY141-51880" fmla="*/ 3930238 h 4449429"/>
              <a:gd name="connsiteX142-51881" fmla="*/ 2870780 w 18982931"/>
              <a:gd name="connsiteY142-51882" fmla="*/ 3930238 h 4449429"/>
              <a:gd name="connsiteX143-51883" fmla="*/ 2870780 w 18982931"/>
              <a:gd name="connsiteY143-51884" fmla="*/ 3873404 h 4449429"/>
              <a:gd name="connsiteX144-51885" fmla="*/ 2813944 w 18982931"/>
              <a:gd name="connsiteY144-51886" fmla="*/ 3873404 h 4449429"/>
              <a:gd name="connsiteX145-51887" fmla="*/ 2701890 w 18982931"/>
              <a:gd name="connsiteY145-51888" fmla="*/ 3873404 h 4449429"/>
              <a:gd name="connsiteX146-51889" fmla="*/ 2701890 w 18982931"/>
              <a:gd name="connsiteY146-51890" fmla="*/ 3930238 h 4449429"/>
              <a:gd name="connsiteX147-51891" fmla="*/ 2758723 w 18982931"/>
              <a:gd name="connsiteY147-51892" fmla="*/ 3930238 h 4449429"/>
              <a:gd name="connsiteX148-51893" fmla="*/ 2758723 w 18982931"/>
              <a:gd name="connsiteY148-51894" fmla="*/ 3873404 h 4449429"/>
              <a:gd name="connsiteX149-51895" fmla="*/ 2701890 w 18982931"/>
              <a:gd name="connsiteY149-51896" fmla="*/ 3873404 h 4449429"/>
              <a:gd name="connsiteX150-51897" fmla="*/ 2589843 w 18982931"/>
              <a:gd name="connsiteY150-51898" fmla="*/ 3873404 h 4449429"/>
              <a:gd name="connsiteX151-51899" fmla="*/ 2589843 w 18982931"/>
              <a:gd name="connsiteY151-51900" fmla="*/ 3930238 h 4449429"/>
              <a:gd name="connsiteX152-51901" fmla="*/ 2646669 w 18982931"/>
              <a:gd name="connsiteY152-51902" fmla="*/ 3930238 h 4449429"/>
              <a:gd name="connsiteX153-51903" fmla="*/ 2646669 w 18982931"/>
              <a:gd name="connsiteY153-51904" fmla="*/ 3873404 h 4449429"/>
              <a:gd name="connsiteX154-51905" fmla="*/ 2589843 w 18982931"/>
              <a:gd name="connsiteY154-51906" fmla="*/ 3873404 h 4449429"/>
              <a:gd name="connsiteX155-51907" fmla="*/ 17351339 w 18982931"/>
              <a:gd name="connsiteY155-51908" fmla="*/ 3769299 h 4449429"/>
              <a:gd name="connsiteX156-51909" fmla="*/ 17351339 w 18982931"/>
              <a:gd name="connsiteY156-51910" fmla="*/ 3815000 h 4449429"/>
              <a:gd name="connsiteX157-51911" fmla="*/ 17560187 w 18982931"/>
              <a:gd name="connsiteY157-51912" fmla="*/ 3815000 h 4449429"/>
              <a:gd name="connsiteX158-51913" fmla="*/ 17560187 w 18982931"/>
              <a:gd name="connsiteY158-51914" fmla="*/ 3769299 h 4449429"/>
              <a:gd name="connsiteX159-51915" fmla="*/ 17351339 w 18982931"/>
              <a:gd name="connsiteY159-51916" fmla="*/ 3769299 h 4449429"/>
              <a:gd name="connsiteX160-51917" fmla="*/ 16404499 w 18982931"/>
              <a:gd name="connsiteY160-51918" fmla="*/ 3728118 h 4449429"/>
              <a:gd name="connsiteX161-51919" fmla="*/ 16404499 w 18982931"/>
              <a:gd name="connsiteY161-51920" fmla="*/ 3784951 h 4449429"/>
              <a:gd name="connsiteX162-51921" fmla="*/ 16461332 w 18982931"/>
              <a:gd name="connsiteY162-51922" fmla="*/ 3784951 h 4449429"/>
              <a:gd name="connsiteX163-51923" fmla="*/ 16461332 w 18982931"/>
              <a:gd name="connsiteY163-51924" fmla="*/ 3728118 h 4449429"/>
              <a:gd name="connsiteX164-51925" fmla="*/ 16404499 w 18982931"/>
              <a:gd name="connsiteY164-51926" fmla="*/ 3728118 h 4449429"/>
              <a:gd name="connsiteX165-51927" fmla="*/ 16292444 w 18982931"/>
              <a:gd name="connsiteY165-51928" fmla="*/ 3728118 h 4449429"/>
              <a:gd name="connsiteX166-51929" fmla="*/ 16292444 w 18982931"/>
              <a:gd name="connsiteY166-51930" fmla="*/ 3784951 h 4449429"/>
              <a:gd name="connsiteX167-51931" fmla="*/ 16349278 w 18982931"/>
              <a:gd name="connsiteY167-51932" fmla="*/ 3784951 h 4449429"/>
              <a:gd name="connsiteX168-51933" fmla="*/ 16349278 w 18982931"/>
              <a:gd name="connsiteY168-51934" fmla="*/ 3728118 h 4449429"/>
              <a:gd name="connsiteX169-51935" fmla="*/ 16292444 w 18982931"/>
              <a:gd name="connsiteY169-51936" fmla="*/ 3728118 h 4449429"/>
              <a:gd name="connsiteX170-51937" fmla="*/ 16180390 w 18982931"/>
              <a:gd name="connsiteY170-51938" fmla="*/ 3728118 h 4449429"/>
              <a:gd name="connsiteX171-51939" fmla="*/ 16180390 w 18982931"/>
              <a:gd name="connsiteY171-51940" fmla="*/ 3784951 h 4449429"/>
              <a:gd name="connsiteX172-51941" fmla="*/ 16237224 w 18982931"/>
              <a:gd name="connsiteY172-51942" fmla="*/ 3784951 h 4449429"/>
              <a:gd name="connsiteX173-51943" fmla="*/ 16237224 w 18982931"/>
              <a:gd name="connsiteY173-51944" fmla="*/ 3728118 h 4449429"/>
              <a:gd name="connsiteX174-51945" fmla="*/ 16180390 w 18982931"/>
              <a:gd name="connsiteY174-51946" fmla="*/ 3728118 h 4449429"/>
              <a:gd name="connsiteX175-51947" fmla="*/ 2813944 w 18982931"/>
              <a:gd name="connsiteY175-51948" fmla="*/ 3728116 h 4449429"/>
              <a:gd name="connsiteX176-51949" fmla="*/ 2813944 w 18982931"/>
              <a:gd name="connsiteY176-51950" fmla="*/ 3784950 h 4449429"/>
              <a:gd name="connsiteX177-51951" fmla="*/ 2870780 w 18982931"/>
              <a:gd name="connsiteY177-51952" fmla="*/ 3784950 h 4449429"/>
              <a:gd name="connsiteX178-51953" fmla="*/ 2870780 w 18982931"/>
              <a:gd name="connsiteY178-51954" fmla="*/ 3728116 h 4449429"/>
              <a:gd name="connsiteX179-51955" fmla="*/ 2813944 w 18982931"/>
              <a:gd name="connsiteY179-51956" fmla="*/ 3728116 h 4449429"/>
              <a:gd name="connsiteX180-51957" fmla="*/ 2701891 w 18982931"/>
              <a:gd name="connsiteY180-51958" fmla="*/ 3728116 h 4449429"/>
              <a:gd name="connsiteX181-51959" fmla="*/ 2701891 w 18982931"/>
              <a:gd name="connsiteY181-51960" fmla="*/ 3784950 h 4449429"/>
              <a:gd name="connsiteX182-51961" fmla="*/ 2758730 w 18982931"/>
              <a:gd name="connsiteY182-51962" fmla="*/ 3784950 h 4449429"/>
              <a:gd name="connsiteX183-51963" fmla="*/ 2758730 w 18982931"/>
              <a:gd name="connsiteY183-51964" fmla="*/ 3728116 h 4449429"/>
              <a:gd name="connsiteX184-51965" fmla="*/ 2701891 w 18982931"/>
              <a:gd name="connsiteY184-51966" fmla="*/ 3728116 h 4449429"/>
              <a:gd name="connsiteX185-51967" fmla="*/ 2589845 w 18982931"/>
              <a:gd name="connsiteY185-51968" fmla="*/ 3728116 h 4449429"/>
              <a:gd name="connsiteX186-51969" fmla="*/ 2589845 w 18982931"/>
              <a:gd name="connsiteY186-51970" fmla="*/ 3784950 h 4449429"/>
              <a:gd name="connsiteX187-51971" fmla="*/ 2646671 w 18982931"/>
              <a:gd name="connsiteY187-51972" fmla="*/ 3784950 h 4449429"/>
              <a:gd name="connsiteX188-51973" fmla="*/ 2646671 w 18982931"/>
              <a:gd name="connsiteY188-51974" fmla="*/ 3728116 h 4449429"/>
              <a:gd name="connsiteX189-51975" fmla="*/ 2589845 w 18982931"/>
              <a:gd name="connsiteY189-51976" fmla="*/ 3728116 h 4449429"/>
              <a:gd name="connsiteX190-51977" fmla="*/ 17351339 w 18982931"/>
              <a:gd name="connsiteY190-51978" fmla="*/ 3677667 h 4449429"/>
              <a:gd name="connsiteX191-51979" fmla="*/ 17351339 w 18982931"/>
              <a:gd name="connsiteY191-51980" fmla="*/ 3723368 h 4449429"/>
              <a:gd name="connsiteX192-51981" fmla="*/ 17560187 w 18982931"/>
              <a:gd name="connsiteY192-51982" fmla="*/ 3723368 h 4449429"/>
              <a:gd name="connsiteX193-51983" fmla="*/ 17560187 w 18982931"/>
              <a:gd name="connsiteY193-51984" fmla="*/ 3677667 h 4449429"/>
              <a:gd name="connsiteX194-51985" fmla="*/ 17351339 w 18982931"/>
              <a:gd name="connsiteY194-51986" fmla="*/ 3677667 h 4449429"/>
              <a:gd name="connsiteX195-51987" fmla="*/ 12612246 w 18982931"/>
              <a:gd name="connsiteY195-51988" fmla="*/ 3645952 h 4449429"/>
              <a:gd name="connsiteX196-51989" fmla="*/ 12612246 w 18982931"/>
              <a:gd name="connsiteY196-51990" fmla="*/ 3702785 h 4449429"/>
              <a:gd name="connsiteX197-51991" fmla="*/ 12669079 w 18982931"/>
              <a:gd name="connsiteY197-51992" fmla="*/ 3702785 h 4449429"/>
              <a:gd name="connsiteX198-51993" fmla="*/ 12669079 w 18982931"/>
              <a:gd name="connsiteY198-51994" fmla="*/ 3645952 h 4449429"/>
              <a:gd name="connsiteX199-51995" fmla="*/ 12612246 w 18982931"/>
              <a:gd name="connsiteY199-51996" fmla="*/ 3645952 h 4449429"/>
              <a:gd name="connsiteX200-51997" fmla="*/ 12500191 w 18982931"/>
              <a:gd name="connsiteY200-51998" fmla="*/ 3645952 h 4449429"/>
              <a:gd name="connsiteX201-51999" fmla="*/ 12500191 w 18982931"/>
              <a:gd name="connsiteY201-52000" fmla="*/ 3702785 h 4449429"/>
              <a:gd name="connsiteX202-52001" fmla="*/ 12557025 w 18982931"/>
              <a:gd name="connsiteY202-52002" fmla="*/ 3702785 h 4449429"/>
              <a:gd name="connsiteX203-52003" fmla="*/ 12557025 w 18982931"/>
              <a:gd name="connsiteY203-52004" fmla="*/ 3645952 h 4449429"/>
              <a:gd name="connsiteX204-52005" fmla="*/ 12500191 w 18982931"/>
              <a:gd name="connsiteY204-52006" fmla="*/ 3645952 h 4449429"/>
              <a:gd name="connsiteX205-52007" fmla="*/ 12388137 w 18982931"/>
              <a:gd name="connsiteY205-52008" fmla="*/ 3645952 h 4449429"/>
              <a:gd name="connsiteX206-52009" fmla="*/ 12388137 w 18982931"/>
              <a:gd name="connsiteY206-52010" fmla="*/ 3702785 h 4449429"/>
              <a:gd name="connsiteX207-52011" fmla="*/ 12444971 w 18982931"/>
              <a:gd name="connsiteY207-52012" fmla="*/ 3702785 h 4449429"/>
              <a:gd name="connsiteX208-52013" fmla="*/ 12444971 w 18982931"/>
              <a:gd name="connsiteY208-52014" fmla="*/ 3645952 h 4449429"/>
              <a:gd name="connsiteX209-52015" fmla="*/ 12388137 w 18982931"/>
              <a:gd name="connsiteY209-52016" fmla="*/ 3645952 h 4449429"/>
              <a:gd name="connsiteX210-52017" fmla="*/ 17351339 w 18982931"/>
              <a:gd name="connsiteY210-52018" fmla="*/ 3586038 h 4449429"/>
              <a:gd name="connsiteX211-52019" fmla="*/ 17351339 w 18982931"/>
              <a:gd name="connsiteY211-52020" fmla="*/ 3631739 h 4449429"/>
              <a:gd name="connsiteX212-52021" fmla="*/ 17560187 w 18982931"/>
              <a:gd name="connsiteY212-52022" fmla="*/ 3631739 h 4449429"/>
              <a:gd name="connsiteX213-52023" fmla="*/ 17560187 w 18982931"/>
              <a:gd name="connsiteY213-52024" fmla="*/ 3586038 h 4449429"/>
              <a:gd name="connsiteX214-52025" fmla="*/ 17351339 w 18982931"/>
              <a:gd name="connsiteY214-52026" fmla="*/ 3586038 h 4449429"/>
              <a:gd name="connsiteX215-52027" fmla="*/ 16404499 w 18982931"/>
              <a:gd name="connsiteY215-52028" fmla="*/ 3582830 h 4449429"/>
              <a:gd name="connsiteX216-52029" fmla="*/ 16404499 w 18982931"/>
              <a:gd name="connsiteY216-52030" fmla="*/ 3639663 h 4449429"/>
              <a:gd name="connsiteX217-52031" fmla="*/ 16461332 w 18982931"/>
              <a:gd name="connsiteY217-52032" fmla="*/ 3639663 h 4449429"/>
              <a:gd name="connsiteX218-52033" fmla="*/ 16461332 w 18982931"/>
              <a:gd name="connsiteY218-52034" fmla="*/ 3582830 h 4449429"/>
              <a:gd name="connsiteX219-52035" fmla="*/ 16404499 w 18982931"/>
              <a:gd name="connsiteY219-52036" fmla="*/ 3582830 h 4449429"/>
              <a:gd name="connsiteX220-52037" fmla="*/ 16292444 w 18982931"/>
              <a:gd name="connsiteY220-52038" fmla="*/ 3582830 h 4449429"/>
              <a:gd name="connsiteX221-52039" fmla="*/ 16292444 w 18982931"/>
              <a:gd name="connsiteY221-52040" fmla="*/ 3639663 h 4449429"/>
              <a:gd name="connsiteX222-52041" fmla="*/ 16349278 w 18982931"/>
              <a:gd name="connsiteY222-52042" fmla="*/ 3639663 h 4449429"/>
              <a:gd name="connsiteX223-52043" fmla="*/ 16349278 w 18982931"/>
              <a:gd name="connsiteY223-52044" fmla="*/ 3582830 h 4449429"/>
              <a:gd name="connsiteX224-52045" fmla="*/ 16292444 w 18982931"/>
              <a:gd name="connsiteY224-52046" fmla="*/ 3582830 h 4449429"/>
              <a:gd name="connsiteX225-52047" fmla="*/ 16180390 w 18982931"/>
              <a:gd name="connsiteY225-52048" fmla="*/ 3582830 h 4449429"/>
              <a:gd name="connsiteX226-52049" fmla="*/ 16180390 w 18982931"/>
              <a:gd name="connsiteY226-52050" fmla="*/ 3639663 h 4449429"/>
              <a:gd name="connsiteX227-52051" fmla="*/ 16237224 w 18982931"/>
              <a:gd name="connsiteY227-52052" fmla="*/ 3639663 h 4449429"/>
              <a:gd name="connsiteX228-52053" fmla="*/ 16237224 w 18982931"/>
              <a:gd name="connsiteY228-52054" fmla="*/ 3582830 h 4449429"/>
              <a:gd name="connsiteX229-52055" fmla="*/ 16180390 w 18982931"/>
              <a:gd name="connsiteY229-52056" fmla="*/ 3582830 h 4449429"/>
              <a:gd name="connsiteX230-52057" fmla="*/ 2813944 w 18982931"/>
              <a:gd name="connsiteY230-52058" fmla="*/ 3582828 h 4449429"/>
              <a:gd name="connsiteX231-52059" fmla="*/ 2813944 w 18982931"/>
              <a:gd name="connsiteY231-52060" fmla="*/ 3639662 h 4449429"/>
              <a:gd name="connsiteX232-52061" fmla="*/ 2870780 w 18982931"/>
              <a:gd name="connsiteY232-52062" fmla="*/ 3639662 h 4449429"/>
              <a:gd name="connsiteX233-52063" fmla="*/ 2870780 w 18982931"/>
              <a:gd name="connsiteY233-52064" fmla="*/ 3582828 h 4449429"/>
              <a:gd name="connsiteX234-52065" fmla="*/ 2813944 w 18982931"/>
              <a:gd name="connsiteY234-52066" fmla="*/ 3582828 h 4449429"/>
              <a:gd name="connsiteX235-52067" fmla="*/ 2701891 w 18982931"/>
              <a:gd name="connsiteY235-52068" fmla="*/ 3582828 h 4449429"/>
              <a:gd name="connsiteX236-52069" fmla="*/ 2701891 w 18982931"/>
              <a:gd name="connsiteY236-52070" fmla="*/ 3639662 h 4449429"/>
              <a:gd name="connsiteX237-52071" fmla="*/ 2758730 w 18982931"/>
              <a:gd name="connsiteY237-52072" fmla="*/ 3639662 h 4449429"/>
              <a:gd name="connsiteX238-52073" fmla="*/ 2758730 w 18982931"/>
              <a:gd name="connsiteY238-52074" fmla="*/ 3582828 h 4449429"/>
              <a:gd name="connsiteX239-52075" fmla="*/ 2701891 w 18982931"/>
              <a:gd name="connsiteY239-52076" fmla="*/ 3582828 h 4449429"/>
              <a:gd name="connsiteX240-52077" fmla="*/ 2589845 w 18982931"/>
              <a:gd name="connsiteY240-52078" fmla="*/ 3582828 h 4449429"/>
              <a:gd name="connsiteX241-52079" fmla="*/ 2589845 w 18982931"/>
              <a:gd name="connsiteY241-52080" fmla="*/ 3639662 h 4449429"/>
              <a:gd name="connsiteX242-52081" fmla="*/ 2646671 w 18982931"/>
              <a:gd name="connsiteY242-52082" fmla="*/ 3639662 h 4449429"/>
              <a:gd name="connsiteX243-52083" fmla="*/ 2646671 w 18982931"/>
              <a:gd name="connsiteY243-52084" fmla="*/ 3582828 h 4449429"/>
              <a:gd name="connsiteX244-52085" fmla="*/ 2589845 w 18982931"/>
              <a:gd name="connsiteY244-52086" fmla="*/ 3582828 h 4449429"/>
              <a:gd name="connsiteX245-52087" fmla="*/ 12612246 w 18982931"/>
              <a:gd name="connsiteY245-52088" fmla="*/ 3500664 h 4449429"/>
              <a:gd name="connsiteX246-52089" fmla="*/ 12612246 w 18982931"/>
              <a:gd name="connsiteY246-52090" fmla="*/ 3557497 h 4449429"/>
              <a:gd name="connsiteX247-52091" fmla="*/ 12669079 w 18982931"/>
              <a:gd name="connsiteY247-52092" fmla="*/ 3557497 h 4449429"/>
              <a:gd name="connsiteX248-52093" fmla="*/ 12669079 w 18982931"/>
              <a:gd name="connsiteY248-52094" fmla="*/ 3500664 h 4449429"/>
              <a:gd name="connsiteX249-52095" fmla="*/ 12612246 w 18982931"/>
              <a:gd name="connsiteY249-52096" fmla="*/ 3500664 h 4449429"/>
              <a:gd name="connsiteX250-52097" fmla="*/ 12500191 w 18982931"/>
              <a:gd name="connsiteY250-52098" fmla="*/ 3500664 h 4449429"/>
              <a:gd name="connsiteX251-52099" fmla="*/ 12500191 w 18982931"/>
              <a:gd name="connsiteY251-52100" fmla="*/ 3557497 h 4449429"/>
              <a:gd name="connsiteX252-52101" fmla="*/ 12557025 w 18982931"/>
              <a:gd name="connsiteY252-52102" fmla="*/ 3557497 h 4449429"/>
              <a:gd name="connsiteX253-52103" fmla="*/ 12557025 w 18982931"/>
              <a:gd name="connsiteY253-52104" fmla="*/ 3500664 h 4449429"/>
              <a:gd name="connsiteX254-52105" fmla="*/ 12500191 w 18982931"/>
              <a:gd name="connsiteY254-52106" fmla="*/ 3500664 h 4449429"/>
              <a:gd name="connsiteX255-52107" fmla="*/ 12388137 w 18982931"/>
              <a:gd name="connsiteY255-52108" fmla="*/ 3500664 h 4449429"/>
              <a:gd name="connsiteX256-52109" fmla="*/ 12388137 w 18982931"/>
              <a:gd name="connsiteY256-52110" fmla="*/ 3557497 h 4449429"/>
              <a:gd name="connsiteX257-52111" fmla="*/ 12444971 w 18982931"/>
              <a:gd name="connsiteY257-52112" fmla="*/ 3557497 h 4449429"/>
              <a:gd name="connsiteX258-52113" fmla="*/ 12444971 w 18982931"/>
              <a:gd name="connsiteY258-52114" fmla="*/ 3500664 h 4449429"/>
              <a:gd name="connsiteX259-52115" fmla="*/ 12388137 w 18982931"/>
              <a:gd name="connsiteY259-52116" fmla="*/ 3500664 h 4449429"/>
              <a:gd name="connsiteX260-52117" fmla="*/ 17351339 w 18982931"/>
              <a:gd name="connsiteY260-52118" fmla="*/ 3492933 h 4449429"/>
              <a:gd name="connsiteX261-52119" fmla="*/ 17351339 w 18982931"/>
              <a:gd name="connsiteY261-52120" fmla="*/ 3538633 h 4449429"/>
              <a:gd name="connsiteX262-52121" fmla="*/ 17560187 w 18982931"/>
              <a:gd name="connsiteY262-52122" fmla="*/ 3538633 h 4449429"/>
              <a:gd name="connsiteX263-52123" fmla="*/ 17560187 w 18982931"/>
              <a:gd name="connsiteY263-52124" fmla="*/ 3492933 h 4449429"/>
              <a:gd name="connsiteX264-52125" fmla="*/ 17351339 w 18982931"/>
              <a:gd name="connsiteY264-52126" fmla="*/ 3492933 h 4449429"/>
              <a:gd name="connsiteX265-52127" fmla="*/ 17351339 w 18982931"/>
              <a:gd name="connsiteY265-52128" fmla="*/ 3401301 h 4449429"/>
              <a:gd name="connsiteX266-52129" fmla="*/ 17351339 w 18982931"/>
              <a:gd name="connsiteY266-52130" fmla="*/ 3447001 h 4449429"/>
              <a:gd name="connsiteX267-52131" fmla="*/ 17560187 w 18982931"/>
              <a:gd name="connsiteY267-52132" fmla="*/ 3447001 h 4449429"/>
              <a:gd name="connsiteX268-52133" fmla="*/ 17560187 w 18982931"/>
              <a:gd name="connsiteY268-52134" fmla="*/ 3401301 h 4449429"/>
              <a:gd name="connsiteX269-52135" fmla="*/ 17351339 w 18982931"/>
              <a:gd name="connsiteY269-52136" fmla="*/ 3401301 h 4449429"/>
              <a:gd name="connsiteX270-52137" fmla="*/ 1596781 w 18982931"/>
              <a:gd name="connsiteY270-52138" fmla="*/ 3357078 h 4449429"/>
              <a:gd name="connsiteX271-52139" fmla="*/ 1596781 w 18982931"/>
              <a:gd name="connsiteY271-52140" fmla="*/ 3402779 h 4449429"/>
              <a:gd name="connsiteX272-52141" fmla="*/ 1805629 w 18982931"/>
              <a:gd name="connsiteY272-52142" fmla="*/ 3402779 h 4449429"/>
              <a:gd name="connsiteX273-52143" fmla="*/ 1805629 w 18982931"/>
              <a:gd name="connsiteY273-52144" fmla="*/ 3357078 h 4449429"/>
              <a:gd name="connsiteX274-52145" fmla="*/ 1596781 w 18982931"/>
              <a:gd name="connsiteY274-52146" fmla="*/ 3357078 h 4449429"/>
              <a:gd name="connsiteX275-52147" fmla="*/ 12612246 w 18982931"/>
              <a:gd name="connsiteY275-52148" fmla="*/ 3355375 h 4449429"/>
              <a:gd name="connsiteX276-52149" fmla="*/ 12612246 w 18982931"/>
              <a:gd name="connsiteY276-52150" fmla="*/ 3412209 h 4449429"/>
              <a:gd name="connsiteX277-52151" fmla="*/ 12669079 w 18982931"/>
              <a:gd name="connsiteY277-52152" fmla="*/ 3412209 h 4449429"/>
              <a:gd name="connsiteX278-52153" fmla="*/ 12669079 w 18982931"/>
              <a:gd name="connsiteY278-52154" fmla="*/ 3355375 h 4449429"/>
              <a:gd name="connsiteX279-52155" fmla="*/ 12612246 w 18982931"/>
              <a:gd name="connsiteY279-52156" fmla="*/ 3355375 h 4449429"/>
              <a:gd name="connsiteX280-52157" fmla="*/ 12500191 w 18982931"/>
              <a:gd name="connsiteY280-52158" fmla="*/ 3355375 h 4449429"/>
              <a:gd name="connsiteX281-52159" fmla="*/ 12500191 w 18982931"/>
              <a:gd name="connsiteY281-52160" fmla="*/ 3412209 h 4449429"/>
              <a:gd name="connsiteX282-52161" fmla="*/ 12557025 w 18982931"/>
              <a:gd name="connsiteY282-52162" fmla="*/ 3412209 h 4449429"/>
              <a:gd name="connsiteX283-52163" fmla="*/ 12557025 w 18982931"/>
              <a:gd name="connsiteY283-52164" fmla="*/ 3355375 h 4449429"/>
              <a:gd name="connsiteX284-52165" fmla="*/ 12500191 w 18982931"/>
              <a:gd name="connsiteY284-52166" fmla="*/ 3355375 h 4449429"/>
              <a:gd name="connsiteX285-52167" fmla="*/ 12388137 w 18982931"/>
              <a:gd name="connsiteY285-52168" fmla="*/ 3355375 h 4449429"/>
              <a:gd name="connsiteX286-52169" fmla="*/ 12388137 w 18982931"/>
              <a:gd name="connsiteY286-52170" fmla="*/ 3412209 h 4449429"/>
              <a:gd name="connsiteX287-52171" fmla="*/ 12444971 w 18982931"/>
              <a:gd name="connsiteY287-52172" fmla="*/ 3412209 h 4449429"/>
              <a:gd name="connsiteX288-52173" fmla="*/ 12444971 w 18982931"/>
              <a:gd name="connsiteY288-52174" fmla="*/ 3355375 h 4449429"/>
              <a:gd name="connsiteX289-52175" fmla="*/ 12388137 w 18982931"/>
              <a:gd name="connsiteY289-52176" fmla="*/ 3355375 h 4449429"/>
              <a:gd name="connsiteX290-52177" fmla="*/ 17351339 w 18982931"/>
              <a:gd name="connsiteY290-52178" fmla="*/ 3309670 h 4449429"/>
              <a:gd name="connsiteX291-52179" fmla="*/ 17351339 w 18982931"/>
              <a:gd name="connsiteY291-52180" fmla="*/ 3355371 h 4449429"/>
              <a:gd name="connsiteX292-52181" fmla="*/ 17560187 w 18982931"/>
              <a:gd name="connsiteY292-52182" fmla="*/ 3355371 h 4449429"/>
              <a:gd name="connsiteX293-52183" fmla="*/ 17560187 w 18982931"/>
              <a:gd name="connsiteY293-52184" fmla="*/ 3309670 h 4449429"/>
              <a:gd name="connsiteX294-52185" fmla="*/ 17351339 w 18982931"/>
              <a:gd name="connsiteY294-52186" fmla="*/ 3309670 h 4449429"/>
              <a:gd name="connsiteX295-52187" fmla="*/ 1596781 w 18982931"/>
              <a:gd name="connsiteY295-52188" fmla="*/ 3265446 h 4449429"/>
              <a:gd name="connsiteX296-52189" fmla="*/ 1596781 w 18982931"/>
              <a:gd name="connsiteY296-52190" fmla="*/ 3311147 h 4449429"/>
              <a:gd name="connsiteX297-52191" fmla="*/ 1805629 w 18982931"/>
              <a:gd name="connsiteY297-52192" fmla="*/ 3311147 h 4449429"/>
              <a:gd name="connsiteX298-52193" fmla="*/ 1805629 w 18982931"/>
              <a:gd name="connsiteY298-52194" fmla="*/ 3265446 h 4449429"/>
              <a:gd name="connsiteX299-52195" fmla="*/ 1596781 w 18982931"/>
              <a:gd name="connsiteY299-52196" fmla="*/ 3265446 h 4449429"/>
              <a:gd name="connsiteX300-52197" fmla="*/ 17351339 w 18982931"/>
              <a:gd name="connsiteY300-52198" fmla="*/ 3218041 h 4449429"/>
              <a:gd name="connsiteX301-52199" fmla="*/ 17351339 w 18982931"/>
              <a:gd name="connsiteY301-52200" fmla="*/ 3263742 h 4449429"/>
              <a:gd name="connsiteX302-52201" fmla="*/ 17560187 w 18982931"/>
              <a:gd name="connsiteY302-52202" fmla="*/ 3263742 h 4449429"/>
              <a:gd name="connsiteX303-52203" fmla="*/ 17560187 w 18982931"/>
              <a:gd name="connsiteY303-52204" fmla="*/ 3218041 h 4449429"/>
              <a:gd name="connsiteX304-52205" fmla="*/ 17351339 w 18982931"/>
              <a:gd name="connsiteY304-52206" fmla="*/ 3218041 h 4449429"/>
              <a:gd name="connsiteX305-52207" fmla="*/ 12612246 w 18982931"/>
              <a:gd name="connsiteY305-52208" fmla="*/ 3210087 h 4449429"/>
              <a:gd name="connsiteX306-52209" fmla="*/ 12612246 w 18982931"/>
              <a:gd name="connsiteY306-52210" fmla="*/ 3266921 h 4449429"/>
              <a:gd name="connsiteX307-52211" fmla="*/ 12669079 w 18982931"/>
              <a:gd name="connsiteY307-52212" fmla="*/ 3266921 h 4449429"/>
              <a:gd name="connsiteX308-52213" fmla="*/ 12669079 w 18982931"/>
              <a:gd name="connsiteY308-52214" fmla="*/ 3210087 h 4449429"/>
              <a:gd name="connsiteX309-52215" fmla="*/ 12612246 w 18982931"/>
              <a:gd name="connsiteY309-52216" fmla="*/ 3210087 h 4449429"/>
              <a:gd name="connsiteX310-52217" fmla="*/ 12500191 w 18982931"/>
              <a:gd name="connsiteY310-52218" fmla="*/ 3210087 h 4449429"/>
              <a:gd name="connsiteX311-52219" fmla="*/ 12500191 w 18982931"/>
              <a:gd name="connsiteY311-52220" fmla="*/ 3266921 h 4449429"/>
              <a:gd name="connsiteX312-52221" fmla="*/ 12557025 w 18982931"/>
              <a:gd name="connsiteY312-52222" fmla="*/ 3266921 h 4449429"/>
              <a:gd name="connsiteX313-52223" fmla="*/ 12557025 w 18982931"/>
              <a:gd name="connsiteY313-52224" fmla="*/ 3210087 h 4449429"/>
              <a:gd name="connsiteX314-52225" fmla="*/ 12500191 w 18982931"/>
              <a:gd name="connsiteY314-52226" fmla="*/ 3210087 h 4449429"/>
              <a:gd name="connsiteX315-52227" fmla="*/ 12388137 w 18982931"/>
              <a:gd name="connsiteY315-52228" fmla="*/ 3210087 h 4449429"/>
              <a:gd name="connsiteX316-52229" fmla="*/ 12388137 w 18982931"/>
              <a:gd name="connsiteY316-52230" fmla="*/ 3266921 h 4449429"/>
              <a:gd name="connsiteX317-52231" fmla="*/ 12444971 w 18982931"/>
              <a:gd name="connsiteY317-52232" fmla="*/ 3266921 h 4449429"/>
              <a:gd name="connsiteX318-52233" fmla="*/ 12444971 w 18982931"/>
              <a:gd name="connsiteY318-52234" fmla="*/ 3210087 h 4449429"/>
              <a:gd name="connsiteX319-52235" fmla="*/ 12388137 w 18982931"/>
              <a:gd name="connsiteY319-52236" fmla="*/ 3210087 h 4449429"/>
              <a:gd name="connsiteX320-52237" fmla="*/ 1596781 w 18982931"/>
              <a:gd name="connsiteY320-52238" fmla="*/ 3173817 h 4449429"/>
              <a:gd name="connsiteX321-52239" fmla="*/ 1596781 w 18982931"/>
              <a:gd name="connsiteY321-52240" fmla="*/ 3219518 h 4449429"/>
              <a:gd name="connsiteX322-52241" fmla="*/ 1805629 w 18982931"/>
              <a:gd name="connsiteY322-52242" fmla="*/ 3219518 h 4449429"/>
              <a:gd name="connsiteX323-52243" fmla="*/ 1805629 w 18982931"/>
              <a:gd name="connsiteY323-52244" fmla="*/ 3173817 h 4449429"/>
              <a:gd name="connsiteX324-52245" fmla="*/ 1596781 w 18982931"/>
              <a:gd name="connsiteY324-52246" fmla="*/ 3173817 h 4449429"/>
              <a:gd name="connsiteX325-52247" fmla="*/ 17351339 w 18982931"/>
              <a:gd name="connsiteY325-52248" fmla="*/ 3126412 h 4449429"/>
              <a:gd name="connsiteX326-52249" fmla="*/ 17351339 w 18982931"/>
              <a:gd name="connsiteY326-52250" fmla="*/ 3172113 h 4449429"/>
              <a:gd name="connsiteX327-52251" fmla="*/ 17560187 w 18982931"/>
              <a:gd name="connsiteY327-52252" fmla="*/ 3172113 h 4449429"/>
              <a:gd name="connsiteX328-52253" fmla="*/ 17560187 w 18982931"/>
              <a:gd name="connsiteY328-52254" fmla="*/ 3126412 h 4449429"/>
              <a:gd name="connsiteX329-52255" fmla="*/ 17351339 w 18982931"/>
              <a:gd name="connsiteY329-52256" fmla="*/ 3126412 h 4449429"/>
              <a:gd name="connsiteX330-52257" fmla="*/ 1596781 w 18982931"/>
              <a:gd name="connsiteY330-52258" fmla="*/ 3080712 h 4449429"/>
              <a:gd name="connsiteX331-52259" fmla="*/ 1596781 w 18982931"/>
              <a:gd name="connsiteY331-52260" fmla="*/ 3126412 h 4449429"/>
              <a:gd name="connsiteX332-52261" fmla="*/ 1805629 w 18982931"/>
              <a:gd name="connsiteY332-52262" fmla="*/ 3126412 h 4449429"/>
              <a:gd name="connsiteX333-52263" fmla="*/ 1805629 w 18982931"/>
              <a:gd name="connsiteY333-52264" fmla="*/ 3080712 h 4449429"/>
              <a:gd name="connsiteX334-52265" fmla="*/ 1596781 w 18982931"/>
              <a:gd name="connsiteY334-52266" fmla="*/ 3080712 h 4449429"/>
              <a:gd name="connsiteX335-52267" fmla="*/ 12612246 w 18982931"/>
              <a:gd name="connsiteY335-52268" fmla="*/ 3064799 h 4449429"/>
              <a:gd name="connsiteX336-52269" fmla="*/ 12612246 w 18982931"/>
              <a:gd name="connsiteY336-52270" fmla="*/ 3121633 h 4449429"/>
              <a:gd name="connsiteX337-52271" fmla="*/ 12669079 w 18982931"/>
              <a:gd name="connsiteY337-52272" fmla="*/ 3121633 h 4449429"/>
              <a:gd name="connsiteX338-52273" fmla="*/ 12669079 w 18982931"/>
              <a:gd name="connsiteY338-52274" fmla="*/ 3064799 h 4449429"/>
              <a:gd name="connsiteX339-52275" fmla="*/ 12612246 w 18982931"/>
              <a:gd name="connsiteY339-52276" fmla="*/ 3064799 h 4449429"/>
              <a:gd name="connsiteX340-52277" fmla="*/ 12500191 w 18982931"/>
              <a:gd name="connsiteY340-52278" fmla="*/ 3064799 h 4449429"/>
              <a:gd name="connsiteX341-52279" fmla="*/ 12500191 w 18982931"/>
              <a:gd name="connsiteY341-52280" fmla="*/ 3121633 h 4449429"/>
              <a:gd name="connsiteX342-52281" fmla="*/ 12557025 w 18982931"/>
              <a:gd name="connsiteY342-52282" fmla="*/ 3121633 h 4449429"/>
              <a:gd name="connsiteX343-52283" fmla="*/ 12557025 w 18982931"/>
              <a:gd name="connsiteY343-52284" fmla="*/ 3064799 h 4449429"/>
              <a:gd name="connsiteX344-52285" fmla="*/ 12500191 w 18982931"/>
              <a:gd name="connsiteY344-52286" fmla="*/ 3064799 h 4449429"/>
              <a:gd name="connsiteX345-52287" fmla="*/ 12388137 w 18982931"/>
              <a:gd name="connsiteY345-52288" fmla="*/ 3064799 h 4449429"/>
              <a:gd name="connsiteX346-52289" fmla="*/ 12388137 w 18982931"/>
              <a:gd name="connsiteY346-52290" fmla="*/ 3121633 h 4449429"/>
              <a:gd name="connsiteX347-52291" fmla="*/ 12444971 w 18982931"/>
              <a:gd name="connsiteY347-52292" fmla="*/ 3121633 h 4449429"/>
              <a:gd name="connsiteX348-52293" fmla="*/ 12444971 w 18982931"/>
              <a:gd name="connsiteY348-52294" fmla="*/ 3064799 h 4449429"/>
              <a:gd name="connsiteX349-52295" fmla="*/ 12388137 w 18982931"/>
              <a:gd name="connsiteY349-52296" fmla="*/ 3064799 h 4449429"/>
              <a:gd name="connsiteX350-52297" fmla="*/ 17351339 w 18982931"/>
              <a:gd name="connsiteY350-52298" fmla="*/ 3034782 h 4449429"/>
              <a:gd name="connsiteX351-52299" fmla="*/ 17351339 w 18982931"/>
              <a:gd name="connsiteY351-52300" fmla="*/ 3080482 h 4449429"/>
              <a:gd name="connsiteX352-52301" fmla="*/ 17560187 w 18982931"/>
              <a:gd name="connsiteY352-52302" fmla="*/ 3080482 h 4449429"/>
              <a:gd name="connsiteX353-52303" fmla="*/ 17560187 w 18982931"/>
              <a:gd name="connsiteY353-52304" fmla="*/ 3034782 h 4449429"/>
              <a:gd name="connsiteX354-52305" fmla="*/ 17351339 w 18982931"/>
              <a:gd name="connsiteY354-52306" fmla="*/ 3034782 h 4449429"/>
              <a:gd name="connsiteX355-52307" fmla="*/ 1596781 w 18982931"/>
              <a:gd name="connsiteY355-52308" fmla="*/ 2989080 h 4449429"/>
              <a:gd name="connsiteX356-52309" fmla="*/ 1596781 w 18982931"/>
              <a:gd name="connsiteY356-52310" fmla="*/ 3034780 h 4449429"/>
              <a:gd name="connsiteX357-52311" fmla="*/ 1805629 w 18982931"/>
              <a:gd name="connsiteY357-52312" fmla="*/ 3034780 h 4449429"/>
              <a:gd name="connsiteX358-52313" fmla="*/ 1805629 w 18982931"/>
              <a:gd name="connsiteY358-52314" fmla="*/ 2989080 h 4449429"/>
              <a:gd name="connsiteX359-52315" fmla="*/ 1596781 w 18982931"/>
              <a:gd name="connsiteY359-52316" fmla="*/ 2989080 h 4449429"/>
              <a:gd name="connsiteX360-52317" fmla="*/ 17351339 w 18982931"/>
              <a:gd name="connsiteY360-52318" fmla="*/ 2943153 h 4449429"/>
              <a:gd name="connsiteX361-52319" fmla="*/ 17351339 w 18982931"/>
              <a:gd name="connsiteY361-52320" fmla="*/ 2988853 h 4449429"/>
              <a:gd name="connsiteX362-52321" fmla="*/ 17560187 w 18982931"/>
              <a:gd name="connsiteY362-52322" fmla="*/ 2988853 h 4449429"/>
              <a:gd name="connsiteX363-52323" fmla="*/ 17560187 w 18982931"/>
              <a:gd name="connsiteY363-52324" fmla="*/ 2943153 h 4449429"/>
              <a:gd name="connsiteX364-52325" fmla="*/ 17351339 w 18982931"/>
              <a:gd name="connsiteY364-52326" fmla="*/ 2943153 h 4449429"/>
              <a:gd name="connsiteX365-52327" fmla="*/ 12612246 w 18982931"/>
              <a:gd name="connsiteY365-52328" fmla="*/ 2919511 h 4449429"/>
              <a:gd name="connsiteX366-52329" fmla="*/ 12612246 w 18982931"/>
              <a:gd name="connsiteY366-52330" fmla="*/ 2976345 h 4449429"/>
              <a:gd name="connsiteX367-52331" fmla="*/ 12669079 w 18982931"/>
              <a:gd name="connsiteY367-52332" fmla="*/ 2976345 h 4449429"/>
              <a:gd name="connsiteX368-52333" fmla="*/ 12669079 w 18982931"/>
              <a:gd name="connsiteY368-52334" fmla="*/ 2919511 h 4449429"/>
              <a:gd name="connsiteX369-52335" fmla="*/ 12612246 w 18982931"/>
              <a:gd name="connsiteY369-52336" fmla="*/ 2919511 h 4449429"/>
              <a:gd name="connsiteX370-52337" fmla="*/ 12500191 w 18982931"/>
              <a:gd name="connsiteY370-52338" fmla="*/ 2919511 h 4449429"/>
              <a:gd name="connsiteX371-52339" fmla="*/ 12500191 w 18982931"/>
              <a:gd name="connsiteY371-52340" fmla="*/ 2976345 h 4449429"/>
              <a:gd name="connsiteX372-52341" fmla="*/ 12557025 w 18982931"/>
              <a:gd name="connsiteY372-52342" fmla="*/ 2976345 h 4449429"/>
              <a:gd name="connsiteX373-52343" fmla="*/ 12557025 w 18982931"/>
              <a:gd name="connsiteY373-52344" fmla="*/ 2919511 h 4449429"/>
              <a:gd name="connsiteX374-52345" fmla="*/ 12500191 w 18982931"/>
              <a:gd name="connsiteY374-52346" fmla="*/ 2919511 h 4449429"/>
              <a:gd name="connsiteX375-52347" fmla="*/ 12388137 w 18982931"/>
              <a:gd name="connsiteY375-52348" fmla="*/ 2919511 h 4449429"/>
              <a:gd name="connsiteX376-52349" fmla="*/ 12388137 w 18982931"/>
              <a:gd name="connsiteY376-52350" fmla="*/ 2976345 h 4449429"/>
              <a:gd name="connsiteX377-52351" fmla="*/ 12444971 w 18982931"/>
              <a:gd name="connsiteY377-52352" fmla="*/ 2976345 h 4449429"/>
              <a:gd name="connsiteX378-52353" fmla="*/ 12444971 w 18982931"/>
              <a:gd name="connsiteY378-52354" fmla="*/ 2919511 h 4449429"/>
              <a:gd name="connsiteX379-52355" fmla="*/ 12388137 w 18982931"/>
              <a:gd name="connsiteY379-52356" fmla="*/ 2919511 h 4449429"/>
              <a:gd name="connsiteX380-52357" fmla="*/ 1596781 w 18982931"/>
              <a:gd name="connsiteY380-52358" fmla="*/ 2897450 h 4449429"/>
              <a:gd name="connsiteX381-52359" fmla="*/ 1596781 w 18982931"/>
              <a:gd name="connsiteY381-52360" fmla="*/ 2943150 h 4449429"/>
              <a:gd name="connsiteX382-52361" fmla="*/ 1805629 w 18982931"/>
              <a:gd name="connsiteY382-52362" fmla="*/ 2943150 h 4449429"/>
              <a:gd name="connsiteX383-52363" fmla="*/ 1805629 w 18982931"/>
              <a:gd name="connsiteY383-52364" fmla="*/ 2897450 h 4449429"/>
              <a:gd name="connsiteX384-52365" fmla="*/ 1596781 w 18982931"/>
              <a:gd name="connsiteY384-52366" fmla="*/ 2897450 h 4449429"/>
              <a:gd name="connsiteX385-52367" fmla="*/ 17351339 w 18982931"/>
              <a:gd name="connsiteY385-52368" fmla="*/ 2851522 h 4449429"/>
              <a:gd name="connsiteX386-52369" fmla="*/ 17351339 w 18982931"/>
              <a:gd name="connsiteY386-52370" fmla="*/ 2897223 h 4449429"/>
              <a:gd name="connsiteX387-52371" fmla="*/ 17560187 w 18982931"/>
              <a:gd name="connsiteY387-52372" fmla="*/ 2897223 h 4449429"/>
              <a:gd name="connsiteX388-52373" fmla="*/ 17560187 w 18982931"/>
              <a:gd name="connsiteY388-52374" fmla="*/ 2851522 h 4449429"/>
              <a:gd name="connsiteX389-52375" fmla="*/ 17351339 w 18982931"/>
              <a:gd name="connsiteY389-52376" fmla="*/ 2851522 h 4449429"/>
              <a:gd name="connsiteX390-52377" fmla="*/ 1596781 w 18982931"/>
              <a:gd name="connsiteY390-52378" fmla="*/ 2805821 h 4449429"/>
              <a:gd name="connsiteX391-52379" fmla="*/ 1596781 w 18982931"/>
              <a:gd name="connsiteY391-52380" fmla="*/ 2851521 h 4449429"/>
              <a:gd name="connsiteX392-52381" fmla="*/ 1805629 w 18982931"/>
              <a:gd name="connsiteY392-52382" fmla="*/ 2851521 h 4449429"/>
              <a:gd name="connsiteX393-52383" fmla="*/ 1805629 w 18982931"/>
              <a:gd name="connsiteY393-52384" fmla="*/ 2805821 h 4449429"/>
              <a:gd name="connsiteX394-52385" fmla="*/ 1596781 w 18982931"/>
              <a:gd name="connsiteY394-52386" fmla="*/ 2805821 h 4449429"/>
              <a:gd name="connsiteX395-52387" fmla="*/ 1596781 w 18982931"/>
              <a:gd name="connsiteY395-52388" fmla="*/ 2714192 h 4449429"/>
              <a:gd name="connsiteX396-52389" fmla="*/ 1596781 w 18982931"/>
              <a:gd name="connsiteY396-52390" fmla="*/ 2759892 h 4449429"/>
              <a:gd name="connsiteX397-52391" fmla="*/ 1805629 w 18982931"/>
              <a:gd name="connsiteY397-52392" fmla="*/ 2759892 h 4449429"/>
              <a:gd name="connsiteX398-52393" fmla="*/ 1805629 w 18982931"/>
              <a:gd name="connsiteY398-52394" fmla="*/ 2714192 h 4449429"/>
              <a:gd name="connsiteX399-52395" fmla="*/ 1596781 w 18982931"/>
              <a:gd name="connsiteY399-52396" fmla="*/ 2714192 h 4449429"/>
              <a:gd name="connsiteX400-52397" fmla="*/ 4422120 w 18982931"/>
              <a:gd name="connsiteY400-52398" fmla="*/ 2688604 h 4449429"/>
              <a:gd name="connsiteX401-52399" fmla="*/ 4422120 w 18982931"/>
              <a:gd name="connsiteY401-52400" fmla="*/ 2851522 h 4449429"/>
              <a:gd name="connsiteX402-52401" fmla="*/ 4459897 w 18982931"/>
              <a:gd name="connsiteY402-52402" fmla="*/ 2851522 h 4449429"/>
              <a:gd name="connsiteX403-52403" fmla="*/ 4459897 w 18982931"/>
              <a:gd name="connsiteY403-52404" fmla="*/ 2688604 h 4449429"/>
              <a:gd name="connsiteX404-52405" fmla="*/ 4422120 w 18982931"/>
              <a:gd name="connsiteY404-52406" fmla="*/ 2688604 h 4449429"/>
              <a:gd name="connsiteX405-52407" fmla="*/ 4346370 w 18982931"/>
              <a:gd name="connsiteY405-52408" fmla="*/ 2688604 h 4449429"/>
              <a:gd name="connsiteX406-52409" fmla="*/ 4346370 w 18982931"/>
              <a:gd name="connsiteY406-52410" fmla="*/ 2851522 h 4449429"/>
              <a:gd name="connsiteX407-52411" fmla="*/ 4384149 w 18982931"/>
              <a:gd name="connsiteY407-52412" fmla="*/ 2851522 h 4449429"/>
              <a:gd name="connsiteX408-52413" fmla="*/ 4384149 w 18982931"/>
              <a:gd name="connsiteY408-52414" fmla="*/ 2688604 h 4449429"/>
              <a:gd name="connsiteX409-52415" fmla="*/ 4346370 w 18982931"/>
              <a:gd name="connsiteY409-52416" fmla="*/ 2688604 h 4449429"/>
              <a:gd name="connsiteX410-52417" fmla="*/ 4270624 w 18982931"/>
              <a:gd name="connsiteY410-52418" fmla="*/ 2688604 h 4449429"/>
              <a:gd name="connsiteX411-52419" fmla="*/ 4270624 w 18982931"/>
              <a:gd name="connsiteY411-52420" fmla="*/ 2851522 h 4449429"/>
              <a:gd name="connsiteX412-52421" fmla="*/ 4308407 w 18982931"/>
              <a:gd name="connsiteY412-52422" fmla="*/ 2851522 h 4449429"/>
              <a:gd name="connsiteX413-52423" fmla="*/ 4308407 w 18982931"/>
              <a:gd name="connsiteY413-52424" fmla="*/ 2688604 h 4449429"/>
              <a:gd name="connsiteX414-52425" fmla="*/ 4270624 w 18982931"/>
              <a:gd name="connsiteY414-52426" fmla="*/ 2688604 h 4449429"/>
              <a:gd name="connsiteX415-52427" fmla="*/ 4194881 w 18982931"/>
              <a:gd name="connsiteY415-52428" fmla="*/ 2688604 h 4449429"/>
              <a:gd name="connsiteX416-52429" fmla="*/ 4194881 w 18982931"/>
              <a:gd name="connsiteY416-52430" fmla="*/ 2851522 h 4449429"/>
              <a:gd name="connsiteX417-52431" fmla="*/ 4232658 w 18982931"/>
              <a:gd name="connsiteY417-52432" fmla="*/ 2851522 h 4449429"/>
              <a:gd name="connsiteX418-52433" fmla="*/ 4232658 w 18982931"/>
              <a:gd name="connsiteY418-52434" fmla="*/ 2688604 h 4449429"/>
              <a:gd name="connsiteX419-52435" fmla="*/ 4194881 w 18982931"/>
              <a:gd name="connsiteY419-52436" fmla="*/ 2688604 h 4449429"/>
              <a:gd name="connsiteX420-52437" fmla="*/ 4119132 w 18982931"/>
              <a:gd name="connsiteY420-52438" fmla="*/ 2688604 h 4449429"/>
              <a:gd name="connsiteX421-52439" fmla="*/ 4119132 w 18982931"/>
              <a:gd name="connsiteY421-52440" fmla="*/ 2851522 h 4449429"/>
              <a:gd name="connsiteX422-52441" fmla="*/ 4156909 w 18982931"/>
              <a:gd name="connsiteY422-52442" fmla="*/ 2851522 h 4449429"/>
              <a:gd name="connsiteX423-52443" fmla="*/ 4156909 w 18982931"/>
              <a:gd name="connsiteY423-52444" fmla="*/ 2688604 h 4449429"/>
              <a:gd name="connsiteX424-52445" fmla="*/ 4119132 w 18982931"/>
              <a:gd name="connsiteY424-52446" fmla="*/ 2688604 h 4449429"/>
              <a:gd name="connsiteX425-52447" fmla="*/ 4043383 w 18982931"/>
              <a:gd name="connsiteY425-52448" fmla="*/ 2688604 h 4449429"/>
              <a:gd name="connsiteX426-52449" fmla="*/ 4043383 w 18982931"/>
              <a:gd name="connsiteY426-52450" fmla="*/ 2851522 h 4449429"/>
              <a:gd name="connsiteX427-52451" fmla="*/ 4081160 w 18982931"/>
              <a:gd name="connsiteY427-52452" fmla="*/ 2851522 h 4449429"/>
              <a:gd name="connsiteX428-52453" fmla="*/ 4081160 w 18982931"/>
              <a:gd name="connsiteY428-52454" fmla="*/ 2688604 h 4449429"/>
              <a:gd name="connsiteX429-52455" fmla="*/ 4043383 w 18982931"/>
              <a:gd name="connsiteY429-52456" fmla="*/ 2688604 h 4449429"/>
              <a:gd name="connsiteX430-52457" fmla="*/ 3967636 w 18982931"/>
              <a:gd name="connsiteY430-52458" fmla="*/ 2688604 h 4449429"/>
              <a:gd name="connsiteX431-52459" fmla="*/ 3967636 w 18982931"/>
              <a:gd name="connsiteY431-52460" fmla="*/ 2851522 h 4449429"/>
              <a:gd name="connsiteX432-52461" fmla="*/ 4005415 w 18982931"/>
              <a:gd name="connsiteY432-52462" fmla="*/ 2851522 h 4449429"/>
              <a:gd name="connsiteX433-52463" fmla="*/ 4005415 w 18982931"/>
              <a:gd name="connsiteY433-52464" fmla="*/ 2688604 h 4449429"/>
              <a:gd name="connsiteX434-52465" fmla="*/ 3967636 w 18982931"/>
              <a:gd name="connsiteY434-52466" fmla="*/ 2688604 h 4449429"/>
              <a:gd name="connsiteX435-52467" fmla="*/ 3891895 w 18982931"/>
              <a:gd name="connsiteY435-52468" fmla="*/ 2688604 h 4449429"/>
              <a:gd name="connsiteX436-52469" fmla="*/ 3891895 w 18982931"/>
              <a:gd name="connsiteY436-52470" fmla="*/ 2851522 h 4449429"/>
              <a:gd name="connsiteX437-52471" fmla="*/ 3929672 w 18982931"/>
              <a:gd name="connsiteY437-52472" fmla="*/ 2851522 h 4449429"/>
              <a:gd name="connsiteX438-52473" fmla="*/ 3929672 w 18982931"/>
              <a:gd name="connsiteY438-52474" fmla="*/ 2688604 h 4449429"/>
              <a:gd name="connsiteX439-52475" fmla="*/ 3891895 w 18982931"/>
              <a:gd name="connsiteY439-52476" fmla="*/ 2688604 h 4449429"/>
              <a:gd name="connsiteX440-52477" fmla="*/ 15043403 w 18982931"/>
              <a:gd name="connsiteY440-52478" fmla="*/ 2685661 h 4449429"/>
              <a:gd name="connsiteX441-52479" fmla="*/ 15043403 w 18982931"/>
              <a:gd name="connsiteY441-52480" fmla="*/ 2894508 h 4449429"/>
              <a:gd name="connsiteX442-52481" fmla="*/ 15089105 w 18982931"/>
              <a:gd name="connsiteY442-52482" fmla="*/ 2894508 h 4449429"/>
              <a:gd name="connsiteX443-52483" fmla="*/ 15089105 w 18982931"/>
              <a:gd name="connsiteY443-52484" fmla="*/ 2685661 h 4449429"/>
              <a:gd name="connsiteX444-52485" fmla="*/ 15043403 w 18982931"/>
              <a:gd name="connsiteY444-52486" fmla="*/ 2685661 h 4449429"/>
              <a:gd name="connsiteX445-52487" fmla="*/ 14951773 w 18982931"/>
              <a:gd name="connsiteY445-52488" fmla="*/ 2685661 h 4449429"/>
              <a:gd name="connsiteX446-52489" fmla="*/ 14951773 w 18982931"/>
              <a:gd name="connsiteY446-52490" fmla="*/ 2894508 h 4449429"/>
              <a:gd name="connsiteX447-52491" fmla="*/ 14997475 w 18982931"/>
              <a:gd name="connsiteY447-52492" fmla="*/ 2894508 h 4449429"/>
              <a:gd name="connsiteX448-52493" fmla="*/ 14997475 w 18982931"/>
              <a:gd name="connsiteY448-52494" fmla="*/ 2685661 h 4449429"/>
              <a:gd name="connsiteX449-52495" fmla="*/ 14951773 w 18982931"/>
              <a:gd name="connsiteY449-52496" fmla="*/ 2685661 h 4449429"/>
              <a:gd name="connsiteX450-52497" fmla="*/ 14860145 w 18982931"/>
              <a:gd name="connsiteY450-52498" fmla="*/ 2685661 h 4449429"/>
              <a:gd name="connsiteX451-52499" fmla="*/ 14860145 w 18982931"/>
              <a:gd name="connsiteY451-52500" fmla="*/ 2894508 h 4449429"/>
              <a:gd name="connsiteX452-52501" fmla="*/ 14905844 w 18982931"/>
              <a:gd name="connsiteY452-52502" fmla="*/ 2894508 h 4449429"/>
              <a:gd name="connsiteX453-52503" fmla="*/ 14905844 w 18982931"/>
              <a:gd name="connsiteY453-52504" fmla="*/ 2685661 h 4449429"/>
              <a:gd name="connsiteX454-52505" fmla="*/ 14860145 w 18982931"/>
              <a:gd name="connsiteY454-52506" fmla="*/ 2685661 h 4449429"/>
              <a:gd name="connsiteX455-52507" fmla="*/ 14768515 w 18982931"/>
              <a:gd name="connsiteY455-52508" fmla="*/ 2685661 h 4449429"/>
              <a:gd name="connsiteX456-52509" fmla="*/ 14768515 w 18982931"/>
              <a:gd name="connsiteY456-52510" fmla="*/ 2894508 h 4449429"/>
              <a:gd name="connsiteX457-52511" fmla="*/ 14814217 w 18982931"/>
              <a:gd name="connsiteY457-52512" fmla="*/ 2894508 h 4449429"/>
              <a:gd name="connsiteX458-52513" fmla="*/ 14814217 w 18982931"/>
              <a:gd name="connsiteY458-52514" fmla="*/ 2685661 h 4449429"/>
              <a:gd name="connsiteX459-52515" fmla="*/ 14768515 w 18982931"/>
              <a:gd name="connsiteY459-52516" fmla="*/ 2685661 h 4449429"/>
              <a:gd name="connsiteX460-52517" fmla="*/ 14676884 w 18982931"/>
              <a:gd name="connsiteY460-52518" fmla="*/ 2685661 h 4449429"/>
              <a:gd name="connsiteX461-52519" fmla="*/ 14676884 w 18982931"/>
              <a:gd name="connsiteY461-52520" fmla="*/ 2894508 h 4449429"/>
              <a:gd name="connsiteX462-52521" fmla="*/ 14722586 w 18982931"/>
              <a:gd name="connsiteY462-52522" fmla="*/ 2894508 h 4449429"/>
              <a:gd name="connsiteX463-52523" fmla="*/ 14722586 w 18982931"/>
              <a:gd name="connsiteY463-52524" fmla="*/ 2685661 h 4449429"/>
              <a:gd name="connsiteX464-52525" fmla="*/ 14676884 w 18982931"/>
              <a:gd name="connsiteY464-52526" fmla="*/ 2685661 h 4449429"/>
              <a:gd name="connsiteX465-52527" fmla="*/ 14585255 w 18982931"/>
              <a:gd name="connsiteY465-52528" fmla="*/ 2685661 h 4449429"/>
              <a:gd name="connsiteX466-52529" fmla="*/ 14585255 w 18982931"/>
              <a:gd name="connsiteY466-52530" fmla="*/ 2894508 h 4449429"/>
              <a:gd name="connsiteX467-52531" fmla="*/ 14630955 w 18982931"/>
              <a:gd name="connsiteY467-52532" fmla="*/ 2894508 h 4449429"/>
              <a:gd name="connsiteX468-52533" fmla="*/ 14630955 w 18982931"/>
              <a:gd name="connsiteY468-52534" fmla="*/ 2685661 h 4449429"/>
              <a:gd name="connsiteX469-52535" fmla="*/ 14585255 w 18982931"/>
              <a:gd name="connsiteY469-52536" fmla="*/ 2685661 h 4449429"/>
              <a:gd name="connsiteX470-52537" fmla="*/ 14493625 w 18982931"/>
              <a:gd name="connsiteY470-52538" fmla="*/ 2685661 h 4449429"/>
              <a:gd name="connsiteX471-52539" fmla="*/ 14493625 w 18982931"/>
              <a:gd name="connsiteY471-52540" fmla="*/ 2894508 h 4449429"/>
              <a:gd name="connsiteX472-52541" fmla="*/ 14539325 w 18982931"/>
              <a:gd name="connsiteY472-52542" fmla="*/ 2894508 h 4449429"/>
              <a:gd name="connsiteX473-52543" fmla="*/ 14539325 w 18982931"/>
              <a:gd name="connsiteY473-52544" fmla="*/ 2685661 h 4449429"/>
              <a:gd name="connsiteX474-52545" fmla="*/ 14493625 w 18982931"/>
              <a:gd name="connsiteY474-52546" fmla="*/ 2685661 h 4449429"/>
              <a:gd name="connsiteX475-52547" fmla="*/ 2875284 w 18982931"/>
              <a:gd name="connsiteY475-52548" fmla="*/ 2661196 h 4449429"/>
              <a:gd name="connsiteX476-52549" fmla="*/ 2875284 w 18982931"/>
              <a:gd name="connsiteY476-52550" fmla="*/ 3265443 h 4449429"/>
              <a:gd name="connsiteX477-52551" fmla="*/ 2913063 w 18982931"/>
              <a:gd name="connsiteY477-52552" fmla="*/ 3265443 h 4449429"/>
              <a:gd name="connsiteX478-52553" fmla="*/ 2913063 w 18982931"/>
              <a:gd name="connsiteY478-52554" fmla="*/ 2661196 h 4449429"/>
              <a:gd name="connsiteX479-52555" fmla="*/ 2875284 w 18982931"/>
              <a:gd name="connsiteY479-52556" fmla="*/ 2661196 h 4449429"/>
              <a:gd name="connsiteX480-52557" fmla="*/ 2769698 w 18982931"/>
              <a:gd name="connsiteY480-52558" fmla="*/ 2661196 h 4449429"/>
              <a:gd name="connsiteX481-52559" fmla="*/ 2769698 w 18982931"/>
              <a:gd name="connsiteY481-52560" fmla="*/ 3265443 h 4449429"/>
              <a:gd name="connsiteX482-52561" fmla="*/ 2807479 w 18982931"/>
              <a:gd name="connsiteY482-52562" fmla="*/ 3265443 h 4449429"/>
              <a:gd name="connsiteX483-52563" fmla="*/ 2807479 w 18982931"/>
              <a:gd name="connsiteY483-52564" fmla="*/ 2661196 h 4449429"/>
              <a:gd name="connsiteX484-52565" fmla="*/ 2769698 w 18982931"/>
              <a:gd name="connsiteY484-52566" fmla="*/ 2661196 h 4449429"/>
              <a:gd name="connsiteX485-52567" fmla="*/ 2664114 w 18982931"/>
              <a:gd name="connsiteY485-52568" fmla="*/ 2661196 h 4449429"/>
              <a:gd name="connsiteX486-52569" fmla="*/ 2664114 w 18982931"/>
              <a:gd name="connsiteY486-52570" fmla="*/ 3265443 h 4449429"/>
              <a:gd name="connsiteX487-52571" fmla="*/ 2701891 w 18982931"/>
              <a:gd name="connsiteY487-52572" fmla="*/ 3265443 h 4449429"/>
              <a:gd name="connsiteX488-52573" fmla="*/ 2701891 w 18982931"/>
              <a:gd name="connsiteY488-52574" fmla="*/ 2661196 h 4449429"/>
              <a:gd name="connsiteX489-52575" fmla="*/ 2664114 w 18982931"/>
              <a:gd name="connsiteY489-52576" fmla="*/ 2661196 h 4449429"/>
              <a:gd name="connsiteX490-52577" fmla="*/ 2558534 w 18982931"/>
              <a:gd name="connsiteY490-52578" fmla="*/ 2661196 h 4449429"/>
              <a:gd name="connsiteX491-52579" fmla="*/ 2558534 w 18982931"/>
              <a:gd name="connsiteY491-52580" fmla="*/ 3265443 h 4449429"/>
              <a:gd name="connsiteX492-52581" fmla="*/ 2596306 w 18982931"/>
              <a:gd name="connsiteY492-52582" fmla="*/ 3265443 h 4449429"/>
              <a:gd name="connsiteX493-52583" fmla="*/ 2596306 w 18982931"/>
              <a:gd name="connsiteY493-52584" fmla="*/ 2661196 h 4449429"/>
              <a:gd name="connsiteX494-52585" fmla="*/ 2558534 w 18982931"/>
              <a:gd name="connsiteY494-52586" fmla="*/ 2661196 h 4449429"/>
              <a:gd name="connsiteX495-52587" fmla="*/ 2980870 w 18982931"/>
              <a:gd name="connsiteY495-52588" fmla="*/ 2661194 h 4449429"/>
              <a:gd name="connsiteX496-52589" fmla="*/ 2980870 w 18982931"/>
              <a:gd name="connsiteY496-52590" fmla="*/ 3265442 h 4449429"/>
              <a:gd name="connsiteX497-52591" fmla="*/ 3018648 w 18982931"/>
              <a:gd name="connsiteY497-52592" fmla="*/ 3265442 h 4449429"/>
              <a:gd name="connsiteX498-52593" fmla="*/ 3018648 w 18982931"/>
              <a:gd name="connsiteY498-52594" fmla="*/ 2661194 h 4449429"/>
              <a:gd name="connsiteX499-52595" fmla="*/ 2980870 w 18982931"/>
              <a:gd name="connsiteY499-52596" fmla="*/ 2661194 h 4449429"/>
              <a:gd name="connsiteX500-52597" fmla="*/ 16374516 w 18982931"/>
              <a:gd name="connsiteY500-52598" fmla="*/ 2632791 h 4449429"/>
              <a:gd name="connsiteX501-52599" fmla="*/ 16374516 w 18982931"/>
              <a:gd name="connsiteY501-52600" fmla="*/ 3237039 h 4449429"/>
              <a:gd name="connsiteX502-52601" fmla="*/ 16412296 w 18982931"/>
              <a:gd name="connsiteY502-52602" fmla="*/ 3237039 h 4449429"/>
              <a:gd name="connsiteX503-52603" fmla="*/ 16412296 w 18982931"/>
              <a:gd name="connsiteY503-52604" fmla="*/ 2632791 h 4449429"/>
              <a:gd name="connsiteX504-52605" fmla="*/ 16374516 w 18982931"/>
              <a:gd name="connsiteY504-52606" fmla="*/ 2632791 h 4449429"/>
              <a:gd name="connsiteX505-52607" fmla="*/ 16268931 w 18982931"/>
              <a:gd name="connsiteY505-52608" fmla="*/ 2632791 h 4449429"/>
              <a:gd name="connsiteX506-52609" fmla="*/ 16268931 w 18982931"/>
              <a:gd name="connsiteY506-52610" fmla="*/ 3237039 h 4449429"/>
              <a:gd name="connsiteX507-52611" fmla="*/ 16306709 w 18982931"/>
              <a:gd name="connsiteY507-52612" fmla="*/ 3237039 h 4449429"/>
              <a:gd name="connsiteX508-52613" fmla="*/ 16306709 w 18982931"/>
              <a:gd name="connsiteY508-52614" fmla="*/ 2632791 h 4449429"/>
              <a:gd name="connsiteX509-52615" fmla="*/ 16268931 w 18982931"/>
              <a:gd name="connsiteY509-52616" fmla="*/ 2632791 h 4449429"/>
              <a:gd name="connsiteX510-52617" fmla="*/ 16163344 w 18982931"/>
              <a:gd name="connsiteY510-52618" fmla="*/ 2632791 h 4449429"/>
              <a:gd name="connsiteX511-52619" fmla="*/ 16163344 w 18982931"/>
              <a:gd name="connsiteY511-52620" fmla="*/ 3237039 h 4449429"/>
              <a:gd name="connsiteX512-52621" fmla="*/ 16201125 w 18982931"/>
              <a:gd name="connsiteY512-52622" fmla="*/ 3237039 h 4449429"/>
              <a:gd name="connsiteX513-52623" fmla="*/ 16201125 w 18982931"/>
              <a:gd name="connsiteY513-52624" fmla="*/ 2632791 h 4449429"/>
              <a:gd name="connsiteX514-52625" fmla="*/ 16163344 w 18982931"/>
              <a:gd name="connsiteY514-52626" fmla="*/ 2632791 h 4449429"/>
              <a:gd name="connsiteX515-52627" fmla="*/ 16057760 w 18982931"/>
              <a:gd name="connsiteY515-52628" fmla="*/ 2632791 h 4449429"/>
              <a:gd name="connsiteX516-52629" fmla="*/ 16057760 w 18982931"/>
              <a:gd name="connsiteY516-52630" fmla="*/ 3237039 h 4449429"/>
              <a:gd name="connsiteX517-52631" fmla="*/ 16095537 w 18982931"/>
              <a:gd name="connsiteY517-52632" fmla="*/ 3237039 h 4449429"/>
              <a:gd name="connsiteX518-52633" fmla="*/ 16095537 w 18982931"/>
              <a:gd name="connsiteY518-52634" fmla="*/ 2632791 h 4449429"/>
              <a:gd name="connsiteX519-52635" fmla="*/ 16057760 w 18982931"/>
              <a:gd name="connsiteY519-52636" fmla="*/ 2632791 h 4449429"/>
              <a:gd name="connsiteX520-52637" fmla="*/ 16480103 w 18982931"/>
              <a:gd name="connsiteY520-52638" fmla="*/ 2632790 h 4449429"/>
              <a:gd name="connsiteX521-52639" fmla="*/ 16480103 w 18982931"/>
              <a:gd name="connsiteY521-52640" fmla="*/ 3237037 h 4449429"/>
              <a:gd name="connsiteX522-52641" fmla="*/ 16517880 w 18982931"/>
              <a:gd name="connsiteY522-52642" fmla="*/ 3237037 h 4449429"/>
              <a:gd name="connsiteX523-52643" fmla="*/ 16517880 w 18982931"/>
              <a:gd name="connsiteY523-52644" fmla="*/ 2632790 h 4449429"/>
              <a:gd name="connsiteX524-52645" fmla="*/ 16480103 w 18982931"/>
              <a:gd name="connsiteY524-52646" fmla="*/ 2632790 h 4449429"/>
              <a:gd name="connsiteX525-52647" fmla="*/ 1596781 w 18982931"/>
              <a:gd name="connsiteY525-52648" fmla="*/ 2622561 h 4449429"/>
              <a:gd name="connsiteX526-52649" fmla="*/ 1596781 w 18982931"/>
              <a:gd name="connsiteY526-52650" fmla="*/ 2668261 h 4449429"/>
              <a:gd name="connsiteX527-52651" fmla="*/ 1805629 w 18982931"/>
              <a:gd name="connsiteY527-52652" fmla="*/ 2668261 h 4449429"/>
              <a:gd name="connsiteX528-52653" fmla="*/ 1805629 w 18982931"/>
              <a:gd name="connsiteY528-52654" fmla="*/ 2622561 h 4449429"/>
              <a:gd name="connsiteX529-52655" fmla="*/ 1596781 w 18982931"/>
              <a:gd name="connsiteY529-52656" fmla="*/ 2622561 h 4449429"/>
              <a:gd name="connsiteX530-52657" fmla="*/ 1596781 w 18982931"/>
              <a:gd name="connsiteY530-52658" fmla="*/ 2530932 h 4449429"/>
              <a:gd name="connsiteX531-52659" fmla="*/ 1596781 w 18982931"/>
              <a:gd name="connsiteY531-52660" fmla="*/ 2576632 h 4449429"/>
              <a:gd name="connsiteX532-52661" fmla="*/ 1805629 w 18982931"/>
              <a:gd name="connsiteY532-52662" fmla="*/ 2576632 h 4449429"/>
              <a:gd name="connsiteX533-52663" fmla="*/ 1805629 w 18982931"/>
              <a:gd name="connsiteY533-52664" fmla="*/ 2530932 h 4449429"/>
              <a:gd name="connsiteX534-52665" fmla="*/ 1596781 w 18982931"/>
              <a:gd name="connsiteY534-52666" fmla="*/ 2530932 h 4449429"/>
              <a:gd name="connsiteX535-52667" fmla="*/ 1596781 w 18982931"/>
              <a:gd name="connsiteY535-52668" fmla="*/ 2439301 h 4449429"/>
              <a:gd name="connsiteX536-52669" fmla="*/ 1596781 w 18982931"/>
              <a:gd name="connsiteY536-52670" fmla="*/ 2485002 h 4449429"/>
              <a:gd name="connsiteX537-52671" fmla="*/ 1805629 w 18982931"/>
              <a:gd name="connsiteY537-52672" fmla="*/ 2485002 h 4449429"/>
              <a:gd name="connsiteX538-52673" fmla="*/ 1805629 w 18982931"/>
              <a:gd name="connsiteY538-52674" fmla="*/ 2439301 h 4449429"/>
              <a:gd name="connsiteX539-52675" fmla="*/ 1596781 w 18982931"/>
              <a:gd name="connsiteY539-52676" fmla="*/ 2439301 h 4449429"/>
              <a:gd name="connsiteX540-52677" fmla="*/ 17217171 w 18982931"/>
              <a:gd name="connsiteY540-52678" fmla="*/ 2397981 h 4449429"/>
              <a:gd name="connsiteX541-52679" fmla="*/ 17217171 w 18982931"/>
              <a:gd name="connsiteY541-52680" fmla="*/ 2434557 h 4449429"/>
              <a:gd name="connsiteX542-52681" fmla="*/ 17582931 w 18982931"/>
              <a:gd name="connsiteY542-52682" fmla="*/ 2434557 h 4449429"/>
              <a:gd name="connsiteX543-52683" fmla="*/ 17582931 w 18982931"/>
              <a:gd name="connsiteY543-52684" fmla="*/ 2397981 h 4449429"/>
              <a:gd name="connsiteX544-52685" fmla="*/ 17217171 w 18982931"/>
              <a:gd name="connsiteY544-52686" fmla="*/ 2397981 h 4449429"/>
              <a:gd name="connsiteX545-52687" fmla="*/ 9762349 w 18982931"/>
              <a:gd name="connsiteY545-52688" fmla="*/ 2057780 h 4449429"/>
              <a:gd name="connsiteX546-52689" fmla="*/ 9762349 w 18982931"/>
              <a:gd name="connsiteY546-52690" fmla="*/ 2266627 h 4449429"/>
              <a:gd name="connsiteX547-52691" fmla="*/ 9808049 w 18982931"/>
              <a:gd name="connsiteY547-52692" fmla="*/ 2266627 h 4449429"/>
              <a:gd name="connsiteX548-52693" fmla="*/ 9808049 w 18982931"/>
              <a:gd name="connsiteY548-52694" fmla="*/ 2057780 h 4449429"/>
              <a:gd name="connsiteX549-52695" fmla="*/ 9762349 w 18982931"/>
              <a:gd name="connsiteY549-52696" fmla="*/ 2057780 h 4449429"/>
              <a:gd name="connsiteX550-52697" fmla="*/ 9670720 w 18982931"/>
              <a:gd name="connsiteY550-52698" fmla="*/ 2057780 h 4449429"/>
              <a:gd name="connsiteX551-52699" fmla="*/ 9670720 w 18982931"/>
              <a:gd name="connsiteY551-52700" fmla="*/ 2266627 h 4449429"/>
              <a:gd name="connsiteX552-52701" fmla="*/ 9716420 w 18982931"/>
              <a:gd name="connsiteY552-52702" fmla="*/ 2266627 h 4449429"/>
              <a:gd name="connsiteX553-52703" fmla="*/ 9716420 w 18982931"/>
              <a:gd name="connsiteY553-52704" fmla="*/ 2057780 h 4449429"/>
              <a:gd name="connsiteX554-52705" fmla="*/ 9670720 w 18982931"/>
              <a:gd name="connsiteY554-52706" fmla="*/ 2057780 h 4449429"/>
              <a:gd name="connsiteX555-52707" fmla="*/ 9579089 w 18982931"/>
              <a:gd name="connsiteY555-52708" fmla="*/ 2057780 h 4449429"/>
              <a:gd name="connsiteX556-52709" fmla="*/ 9579089 w 18982931"/>
              <a:gd name="connsiteY556-52710" fmla="*/ 2266627 h 4449429"/>
              <a:gd name="connsiteX557-52711" fmla="*/ 9624790 w 18982931"/>
              <a:gd name="connsiteY557-52712" fmla="*/ 2266627 h 4449429"/>
              <a:gd name="connsiteX558-52713" fmla="*/ 9624790 w 18982931"/>
              <a:gd name="connsiteY558-52714" fmla="*/ 2057780 h 4449429"/>
              <a:gd name="connsiteX559-52715" fmla="*/ 9579089 w 18982931"/>
              <a:gd name="connsiteY559-52716" fmla="*/ 2057780 h 4449429"/>
              <a:gd name="connsiteX560-52717" fmla="*/ 9487461 w 18982931"/>
              <a:gd name="connsiteY560-52718" fmla="*/ 2057780 h 4449429"/>
              <a:gd name="connsiteX561-52719" fmla="*/ 9487461 w 18982931"/>
              <a:gd name="connsiteY561-52720" fmla="*/ 2266627 h 4449429"/>
              <a:gd name="connsiteX562-52721" fmla="*/ 9533161 w 18982931"/>
              <a:gd name="connsiteY562-52722" fmla="*/ 2266627 h 4449429"/>
              <a:gd name="connsiteX563-52723" fmla="*/ 9533161 w 18982931"/>
              <a:gd name="connsiteY563-52724" fmla="*/ 2057780 h 4449429"/>
              <a:gd name="connsiteX564-52725" fmla="*/ 9487461 w 18982931"/>
              <a:gd name="connsiteY564-52726" fmla="*/ 2057780 h 4449429"/>
              <a:gd name="connsiteX565-52727" fmla="*/ 9395836 w 18982931"/>
              <a:gd name="connsiteY565-52728" fmla="*/ 2057780 h 4449429"/>
              <a:gd name="connsiteX566-52729" fmla="*/ 9395836 w 18982931"/>
              <a:gd name="connsiteY566-52730" fmla="*/ 2266627 h 4449429"/>
              <a:gd name="connsiteX567-52731" fmla="*/ 9441534 w 18982931"/>
              <a:gd name="connsiteY567-52732" fmla="*/ 2266627 h 4449429"/>
              <a:gd name="connsiteX568-52733" fmla="*/ 9441534 w 18982931"/>
              <a:gd name="connsiteY568-52734" fmla="*/ 2057780 h 4449429"/>
              <a:gd name="connsiteX569-52735" fmla="*/ 9395836 w 18982931"/>
              <a:gd name="connsiteY569-52736" fmla="*/ 2057780 h 4449429"/>
              <a:gd name="connsiteX570-52737" fmla="*/ 9304202 w 18982931"/>
              <a:gd name="connsiteY570-52738" fmla="*/ 2057780 h 4449429"/>
              <a:gd name="connsiteX571-52739" fmla="*/ 9304202 w 18982931"/>
              <a:gd name="connsiteY571-52740" fmla="*/ 2266627 h 4449429"/>
              <a:gd name="connsiteX572-52741" fmla="*/ 9349902 w 18982931"/>
              <a:gd name="connsiteY572-52742" fmla="*/ 2266627 h 4449429"/>
              <a:gd name="connsiteX573-52743" fmla="*/ 9349902 w 18982931"/>
              <a:gd name="connsiteY573-52744" fmla="*/ 2057780 h 4449429"/>
              <a:gd name="connsiteX574-52745" fmla="*/ 9304202 w 18982931"/>
              <a:gd name="connsiteY574-52746" fmla="*/ 2057780 h 4449429"/>
              <a:gd name="connsiteX575-52747" fmla="*/ 9212570 w 18982931"/>
              <a:gd name="connsiteY575-52748" fmla="*/ 2057780 h 4449429"/>
              <a:gd name="connsiteX576-52749" fmla="*/ 9212570 w 18982931"/>
              <a:gd name="connsiteY576-52750" fmla="*/ 2266627 h 4449429"/>
              <a:gd name="connsiteX577-52751" fmla="*/ 9258270 w 18982931"/>
              <a:gd name="connsiteY577-52752" fmla="*/ 2266627 h 4449429"/>
              <a:gd name="connsiteX578-52753" fmla="*/ 9258270 w 18982931"/>
              <a:gd name="connsiteY578-52754" fmla="*/ 2057780 h 4449429"/>
              <a:gd name="connsiteX579-52755" fmla="*/ 9212570 w 18982931"/>
              <a:gd name="connsiteY579-52756" fmla="*/ 2057780 h 4449429"/>
              <a:gd name="connsiteX580-52757" fmla="*/ 14092702 w 18982931"/>
              <a:gd name="connsiteY580-52758" fmla="*/ 1859157 h 4449429"/>
              <a:gd name="connsiteX581-52759" fmla="*/ 14092702 w 18982931"/>
              <a:gd name="connsiteY581-52760" fmla="*/ 1895733 h 4449429"/>
              <a:gd name="connsiteX582-52761" fmla="*/ 14458462 w 18982931"/>
              <a:gd name="connsiteY582-52762" fmla="*/ 1895733 h 4449429"/>
              <a:gd name="connsiteX583-52763" fmla="*/ 14458462 w 18982931"/>
              <a:gd name="connsiteY583-52764" fmla="*/ 1859157 h 4449429"/>
              <a:gd name="connsiteX584-52765" fmla="*/ 14092702 w 18982931"/>
              <a:gd name="connsiteY584-52766" fmla="*/ 1859157 h 4449429"/>
              <a:gd name="connsiteX585-52767" fmla="*/ 17871603 w 18982931"/>
              <a:gd name="connsiteY585-52768" fmla="*/ 1806939 h 4449429"/>
              <a:gd name="connsiteX586-52769" fmla="*/ 17871603 w 18982931"/>
              <a:gd name="connsiteY586-52770" fmla="*/ 1809649 h 4449429"/>
              <a:gd name="connsiteX587-52771" fmla="*/ 17871627 w 18982931"/>
              <a:gd name="connsiteY587-52772" fmla="*/ 1809649 h 4449429"/>
              <a:gd name="connsiteX588-52773" fmla="*/ 17871603 w 18982931"/>
              <a:gd name="connsiteY588-52774" fmla="*/ 1806939 h 4449429"/>
              <a:gd name="connsiteX589-52775" fmla="*/ 18172695 w 18982931"/>
              <a:gd name="connsiteY589-52776" fmla="*/ 1733739 h 4449429"/>
              <a:gd name="connsiteX590-52777" fmla="*/ 18172695 w 18982931"/>
              <a:gd name="connsiteY590-52778" fmla="*/ 1870899 h 4449429"/>
              <a:gd name="connsiteX591-52779" fmla="*/ 18209271 w 18982931"/>
              <a:gd name="connsiteY591-52780" fmla="*/ 1870899 h 4449429"/>
              <a:gd name="connsiteX592-52781" fmla="*/ 18209271 w 18982931"/>
              <a:gd name="connsiteY592-52782" fmla="*/ 1733739 h 4449429"/>
              <a:gd name="connsiteX593-52783" fmla="*/ 18172695 w 18982931"/>
              <a:gd name="connsiteY593-52784" fmla="*/ 1733739 h 4449429"/>
              <a:gd name="connsiteX594-52785" fmla="*/ 18104295 w 18982931"/>
              <a:gd name="connsiteY594-52786" fmla="*/ 1733739 h 4449429"/>
              <a:gd name="connsiteX595-52787" fmla="*/ 18104295 w 18982931"/>
              <a:gd name="connsiteY595-52788" fmla="*/ 1870899 h 4449429"/>
              <a:gd name="connsiteX596-52789" fmla="*/ 18140871 w 18982931"/>
              <a:gd name="connsiteY596-52790" fmla="*/ 1870899 h 4449429"/>
              <a:gd name="connsiteX597-52791" fmla="*/ 18140871 w 18982931"/>
              <a:gd name="connsiteY597-52792" fmla="*/ 1733739 h 4449429"/>
              <a:gd name="connsiteX598-52793" fmla="*/ 18104295 w 18982931"/>
              <a:gd name="connsiteY598-52794" fmla="*/ 1733739 h 4449429"/>
              <a:gd name="connsiteX599-52795" fmla="*/ 18035895 w 18982931"/>
              <a:gd name="connsiteY599-52796" fmla="*/ 1733739 h 4449429"/>
              <a:gd name="connsiteX600-52797" fmla="*/ 18035895 w 18982931"/>
              <a:gd name="connsiteY600-52798" fmla="*/ 1870899 h 4449429"/>
              <a:gd name="connsiteX601-52799" fmla="*/ 18072471 w 18982931"/>
              <a:gd name="connsiteY601-52800" fmla="*/ 1870899 h 4449429"/>
              <a:gd name="connsiteX602-52801" fmla="*/ 18072471 w 18982931"/>
              <a:gd name="connsiteY602-52802" fmla="*/ 1733739 h 4449429"/>
              <a:gd name="connsiteX603-52803" fmla="*/ 18035895 w 18982931"/>
              <a:gd name="connsiteY603-52804" fmla="*/ 1733739 h 4449429"/>
              <a:gd name="connsiteX604-52805" fmla="*/ 17967493 w 18982931"/>
              <a:gd name="connsiteY604-52806" fmla="*/ 1733739 h 4449429"/>
              <a:gd name="connsiteX605-52807" fmla="*/ 17967493 w 18982931"/>
              <a:gd name="connsiteY605-52808" fmla="*/ 1870899 h 4449429"/>
              <a:gd name="connsiteX606-52809" fmla="*/ 18004069 w 18982931"/>
              <a:gd name="connsiteY606-52810" fmla="*/ 1870899 h 4449429"/>
              <a:gd name="connsiteX607-52811" fmla="*/ 18004069 w 18982931"/>
              <a:gd name="connsiteY607-52812" fmla="*/ 1733739 h 4449429"/>
              <a:gd name="connsiteX608-52813" fmla="*/ 17967493 w 18982931"/>
              <a:gd name="connsiteY608-52814" fmla="*/ 1733739 h 4449429"/>
              <a:gd name="connsiteX609-52815" fmla="*/ 14251161 w 18982931"/>
              <a:gd name="connsiteY609-52816" fmla="*/ 868400 h 4449429"/>
              <a:gd name="connsiteX610-52817" fmla="*/ 14251161 w 18982931"/>
              <a:gd name="connsiteY610-52818" fmla="*/ 1005560 h 4449429"/>
              <a:gd name="connsiteX611-52819" fmla="*/ 14287737 w 18982931"/>
              <a:gd name="connsiteY611-52820" fmla="*/ 1005560 h 4449429"/>
              <a:gd name="connsiteX612-52821" fmla="*/ 14287737 w 18982931"/>
              <a:gd name="connsiteY612-52822" fmla="*/ 868400 h 4449429"/>
              <a:gd name="connsiteX613-52823" fmla="*/ 14251161 w 18982931"/>
              <a:gd name="connsiteY613-52824" fmla="*/ 868400 h 4449429"/>
              <a:gd name="connsiteX614-52825" fmla="*/ 14182760 w 18982931"/>
              <a:gd name="connsiteY614-52826" fmla="*/ 868400 h 4449429"/>
              <a:gd name="connsiteX615-52827" fmla="*/ 14182760 w 18982931"/>
              <a:gd name="connsiteY615-52828" fmla="*/ 1005560 h 4449429"/>
              <a:gd name="connsiteX616-52829" fmla="*/ 14219336 w 18982931"/>
              <a:gd name="connsiteY616-52830" fmla="*/ 1005560 h 4449429"/>
              <a:gd name="connsiteX617-52831" fmla="*/ 14219336 w 18982931"/>
              <a:gd name="connsiteY617-52832" fmla="*/ 868400 h 4449429"/>
              <a:gd name="connsiteX618-52833" fmla="*/ 14182760 w 18982931"/>
              <a:gd name="connsiteY618-52834" fmla="*/ 868400 h 4449429"/>
              <a:gd name="connsiteX619-52835" fmla="*/ 14114359 w 18982931"/>
              <a:gd name="connsiteY619-52836" fmla="*/ 868400 h 4449429"/>
              <a:gd name="connsiteX620-52837" fmla="*/ 14114359 w 18982931"/>
              <a:gd name="connsiteY620-52838" fmla="*/ 1005560 h 4449429"/>
              <a:gd name="connsiteX621-52839" fmla="*/ 14150935 w 18982931"/>
              <a:gd name="connsiteY621-52840" fmla="*/ 1005560 h 4449429"/>
              <a:gd name="connsiteX622-52841" fmla="*/ 14150935 w 18982931"/>
              <a:gd name="connsiteY622-52842" fmla="*/ 868400 h 4449429"/>
              <a:gd name="connsiteX623-52843" fmla="*/ 14114359 w 18982931"/>
              <a:gd name="connsiteY623-52844" fmla="*/ 868400 h 4449429"/>
              <a:gd name="connsiteX624-52845" fmla="*/ 4788216 w 18982931"/>
              <a:gd name="connsiteY624-52846" fmla="*/ 807315 h 4449429"/>
              <a:gd name="connsiteX625-52847" fmla="*/ 4788216 w 18982931"/>
              <a:gd name="connsiteY625-52848" fmla="*/ 944475 h 4449429"/>
              <a:gd name="connsiteX626-52849" fmla="*/ 4824792 w 18982931"/>
              <a:gd name="connsiteY626-52850" fmla="*/ 944475 h 4449429"/>
              <a:gd name="connsiteX627-52851" fmla="*/ 4824792 w 18982931"/>
              <a:gd name="connsiteY627-52852" fmla="*/ 807315 h 4449429"/>
              <a:gd name="connsiteX628-52853" fmla="*/ 4788216 w 18982931"/>
              <a:gd name="connsiteY628-52854" fmla="*/ 807315 h 4449429"/>
              <a:gd name="connsiteX629-52855" fmla="*/ 4719815 w 18982931"/>
              <a:gd name="connsiteY629-52856" fmla="*/ 807315 h 4449429"/>
              <a:gd name="connsiteX630-52857" fmla="*/ 4719815 w 18982931"/>
              <a:gd name="connsiteY630-52858" fmla="*/ 944475 h 4449429"/>
              <a:gd name="connsiteX631-52859" fmla="*/ 4756391 w 18982931"/>
              <a:gd name="connsiteY631-52860" fmla="*/ 944475 h 4449429"/>
              <a:gd name="connsiteX632-52861" fmla="*/ 4756391 w 18982931"/>
              <a:gd name="connsiteY632-52862" fmla="*/ 807315 h 4449429"/>
              <a:gd name="connsiteX633-52863" fmla="*/ 4719815 w 18982931"/>
              <a:gd name="connsiteY633-52864" fmla="*/ 807315 h 4449429"/>
              <a:gd name="connsiteX634-52865" fmla="*/ 4651414 w 18982931"/>
              <a:gd name="connsiteY634-52866" fmla="*/ 807315 h 4449429"/>
              <a:gd name="connsiteX635-52867" fmla="*/ 4651414 w 18982931"/>
              <a:gd name="connsiteY635-52868" fmla="*/ 944475 h 4449429"/>
              <a:gd name="connsiteX636-52869" fmla="*/ 4687992 w 18982931"/>
              <a:gd name="connsiteY636-52870" fmla="*/ 944475 h 4449429"/>
              <a:gd name="connsiteX637-52871" fmla="*/ 4687992 w 18982931"/>
              <a:gd name="connsiteY637-52872" fmla="*/ 807315 h 4449429"/>
              <a:gd name="connsiteX638-52873" fmla="*/ 4651414 w 18982931"/>
              <a:gd name="connsiteY638-52874" fmla="*/ 807315 h 4449429"/>
              <a:gd name="connsiteX639-52875" fmla="*/ 2212838 w 18982931"/>
              <a:gd name="connsiteY639-52876" fmla="*/ 748887 h 4449429"/>
              <a:gd name="connsiteX640-52877" fmla="*/ 2212838 w 18982931"/>
              <a:gd name="connsiteY640-52878" fmla="*/ 886047 h 4449429"/>
              <a:gd name="connsiteX641-52879" fmla="*/ 2249414 w 18982931"/>
              <a:gd name="connsiteY641-52880" fmla="*/ 886047 h 4449429"/>
              <a:gd name="connsiteX642-52881" fmla="*/ 2249414 w 18982931"/>
              <a:gd name="connsiteY642-52882" fmla="*/ 748887 h 4449429"/>
              <a:gd name="connsiteX643-52883" fmla="*/ 2212838 w 18982931"/>
              <a:gd name="connsiteY643-52884" fmla="*/ 748887 h 4449429"/>
              <a:gd name="connsiteX644-52885" fmla="*/ 2144438 w 18982931"/>
              <a:gd name="connsiteY644-52886" fmla="*/ 748887 h 4449429"/>
              <a:gd name="connsiteX645-52887" fmla="*/ 2144438 w 18982931"/>
              <a:gd name="connsiteY645-52888" fmla="*/ 886047 h 4449429"/>
              <a:gd name="connsiteX646-52889" fmla="*/ 2181014 w 18982931"/>
              <a:gd name="connsiteY646-52890" fmla="*/ 886047 h 4449429"/>
              <a:gd name="connsiteX647-52891" fmla="*/ 2181014 w 18982931"/>
              <a:gd name="connsiteY647-52892" fmla="*/ 748887 h 4449429"/>
              <a:gd name="connsiteX648-52893" fmla="*/ 2144438 w 18982931"/>
              <a:gd name="connsiteY648-52894" fmla="*/ 748887 h 4449429"/>
              <a:gd name="connsiteX649-52895" fmla="*/ 2076037 w 18982931"/>
              <a:gd name="connsiteY649-52896" fmla="*/ 748887 h 4449429"/>
              <a:gd name="connsiteX650-52897" fmla="*/ 2076037 w 18982931"/>
              <a:gd name="connsiteY650-52898" fmla="*/ 886047 h 4449429"/>
              <a:gd name="connsiteX651-52899" fmla="*/ 2112612 w 18982931"/>
              <a:gd name="connsiteY651-52900" fmla="*/ 886047 h 4449429"/>
              <a:gd name="connsiteX652-52901" fmla="*/ 2112612 w 18982931"/>
              <a:gd name="connsiteY652-52902" fmla="*/ 748887 h 4449429"/>
              <a:gd name="connsiteX653-52903" fmla="*/ 2076037 w 18982931"/>
              <a:gd name="connsiteY653-52904" fmla="*/ 748887 h 4449429"/>
              <a:gd name="connsiteX654-52905" fmla="*/ 2007635 w 18982931"/>
              <a:gd name="connsiteY654-52906" fmla="*/ 748887 h 4449429"/>
              <a:gd name="connsiteX655-52907" fmla="*/ 2007635 w 18982931"/>
              <a:gd name="connsiteY655-52908" fmla="*/ 886047 h 4449429"/>
              <a:gd name="connsiteX656-52909" fmla="*/ 2044211 w 18982931"/>
              <a:gd name="connsiteY656-52910" fmla="*/ 886047 h 4449429"/>
              <a:gd name="connsiteX657-52911" fmla="*/ 2044211 w 18982931"/>
              <a:gd name="connsiteY657-52912" fmla="*/ 748887 h 4449429"/>
              <a:gd name="connsiteX658-52913" fmla="*/ 2007635 w 18982931"/>
              <a:gd name="connsiteY658-52914" fmla="*/ 748887 h 4449429"/>
              <a:gd name="connsiteX659-52915" fmla="*/ 17088019 w 18982931"/>
              <a:gd name="connsiteY659-52916" fmla="*/ 737716 h 4449429"/>
              <a:gd name="connsiteX660-52917" fmla="*/ 17088019 w 18982931"/>
              <a:gd name="connsiteY660-52918" fmla="*/ 825107 h 4449429"/>
              <a:gd name="connsiteX661-52919" fmla="*/ 17124595 w 18982931"/>
              <a:gd name="connsiteY661-52920" fmla="*/ 825107 h 4449429"/>
              <a:gd name="connsiteX662-52921" fmla="*/ 17124595 w 18982931"/>
              <a:gd name="connsiteY662-52922" fmla="*/ 737716 h 4449429"/>
              <a:gd name="connsiteX663-52923" fmla="*/ 17088019 w 18982931"/>
              <a:gd name="connsiteY663-52924" fmla="*/ 737716 h 4449429"/>
              <a:gd name="connsiteX664-52925" fmla="*/ 17021803 w 18982931"/>
              <a:gd name="connsiteY664-52926" fmla="*/ 737716 h 4449429"/>
              <a:gd name="connsiteX665-52927" fmla="*/ 17021803 w 18982931"/>
              <a:gd name="connsiteY665-52928" fmla="*/ 825107 h 4449429"/>
              <a:gd name="connsiteX666-52929" fmla="*/ 17058379 w 18982931"/>
              <a:gd name="connsiteY666-52930" fmla="*/ 825107 h 4449429"/>
              <a:gd name="connsiteX667-52931" fmla="*/ 17058379 w 18982931"/>
              <a:gd name="connsiteY667-52932" fmla="*/ 737716 h 4449429"/>
              <a:gd name="connsiteX668-52933" fmla="*/ 17021803 w 18982931"/>
              <a:gd name="connsiteY668-52934" fmla="*/ 737716 h 4449429"/>
              <a:gd name="connsiteX669-52935" fmla="*/ 16955591 w 18982931"/>
              <a:gd name="connsiteY669-52936" fmla="*/ 737716 h 4449429"/>
              <a:gd name="connsiteX670-52937" fmla="*/ 16955591 w 18982931"/>
              <a:gd name="connsiteY670-52938" fmla="*/ 825107 h 4449429"/>
              <a:gd name="connsiteX671-52939" fmla="*/ 16992167 w 18982931"/>
              <a:gd name="connsiteY671-52940" fmla="*/ 825107 h 4449429"/>
              <a:gd name="connsiteX672-52941" fmla="*/ 16992167 w 18982931"/>
              <a:gd name="connsiteY672-52942" fmla="*/ 737716 h 4449429"/>
              <a:gd name="connsiteX673-52943" fmla="*/ 16955591 w 18982931"/>
              <a:gd name="connsiteY673-52944" fmla="*/ 737716 h 4449429"/>
              <a:gd name="connsiteX674-52945" fmla="*/ 16889375 w 18982931"/>
              <a:gd name="connsiteY674-52946" fmla="*/ 737716 h 4449429"/>
              <a:gd name="connsiteX675-52947" fmla="*/ 16889375 w 18982931"/>
              <a:gd name="connsiteY675-52948" fmla="*/ 825107 h 4449429"/>
              <a:gd name="connsiteX676-52949" fmla="*/ 16925951 w 18982931"/>
              <a:gd name="connsiteY676-52950" fmla="*/ 825107 h 4449429"/>
              <a:gd name="connsiteX677-52951" fmla="*/ 16925951 w 18982931"/>
              <a:gd name="connsiteY677-52952" fmla="*/ 737716 h 4449429"/>
              <a:gd name="connsiteX678-52953" fmla="*/ 16889375 w 18982931"/>
              <a:gd name="connsiteY678-52954" fmla="*/ 737716 h 4449429"/>
              <a:gd name="connsiteX679-52955" fmla="*/ 16823163 w 18982931"/>
              <a:gd name="connsiteY679-52956" fmla="*/ 737716 h 4449429"/>
              <a:gd name="connsiteX680-52957" fmla="*/ 16823163 w 18982931"/>
              <a:gd name="connsiteY680-52958" fmla="*/ 825107 h 4449429"/>
              <a:gd name="connsiteX681-52959" fmla="*/ 16859739 w 18982931"/>
              <a:gd name="connsiteY681-52960" fmla="*/ 825107 h 4449429"/>
              <a:gd name="connsiteX682-52961" fmla="*/ 16859739 w 18982931"/>
              <a:gd name="connsiteY682-52962" fmla="*/ 737716 h 4449429"/>
              <a:gd name="connsiteX683-52963" fmla="*/ 16823163 w 18982931"/>
              <a:gd name="connsiteY683-52964" fmla="*/ 737716 h 4449429"/>
              <a:gd name="connsiteX684-52965" fmla="*/ 16756948 w 18982931"/>
              <a:gd name="connsiteY684-52966" fmla="*/ 737716 h 4449429"/>
              <a:gd name="connsiteX685-52967" fmla="*/ 16756948 w 18982931"/>
              <a:gd name="connsiteY685-52968" fmla="*/ 825107 h 4449429"/>
              <a:gd name="connsiteX686-52969" fmla="*/ 16793523 w 18982931"/>
              <a:gd name="connsiteY686-52970" fmla="*/ 825107 h 4449429"/>
              <a:gd name="connsiteX687-52971" fmla="*/ 16793523 w 18982931"/>
              <a:gd name="connsiteY687-52972" fmla="*/ 737716 h 4449429"/>
              <a:gd name="connsiteX688-52973" fmla="*/ 16756948 w 18982931"/>
              <a:gd name="connsiteY688-52974" fmla="*/ 737716 h 4449429"/>
              <a:gd name="connsiteX689-52975" fmla="*/ 13739104 w 18982931"/>
              <a:gd name="connsiteY689-52976" fmla="*/ 0 h 4449429"/>
              <a:gd name="connsiteX690-52977" fmla="*/ 13842002 w 18982931"/>
              <a:gd name="connsiteY690-52978" fmla="*/ 0 h 4449429"/>
              <a:gd name="connsiteX691-52979" fmla="*/ 13883163 w 18982931"/>
              <a:gd name="connsiteY691-52980" fmla="*/ 428067 h 4449429"/>
              <a:gd name="connsiteX692-52981" fmla="*/ 13883163 w 18982931"/>
              <a:gd name="connsiteY692-52982" fmla="*/ 456882 h 4449429"/>
              <a:gd name="connsiteX693-52983" fmla="*/ 13907863 w 18982931"/>
              <a:gd name="connsiteY693-52984" fmla="*/ 954919 h 4449429"/>
              <a:gd name="connsiteX694-52985" fmla="*/ 13911978 w 18982931"/>
              <a:gd name="connsiteY694-52986" fmla="*/ 1679340 h 4449429"/>
              <a:gd name="connsiteX695-52987" fmla="*/ 13916091 w 18982931"/>
              <a:gd name="connsiteY695-52988" fmla="*/ 2058015 h 4449429"/>
              <a:gd name="connsiteX696-52989" fmla="*/ 13936673 w 18982931"/>
              <a:gd name="connsiteY696-52990" fmla="*/ 2086829 h 4449429"/>
              <a:gd name="connsiteX697-52991" fmla="*/ 13953138 w 18982931"/>
              <a:gd name="connsiteY697-52992" fmla="*/ 2058015 h 4449429"/>
              <a:gd name="connsiteX698-52993" fmla="*/ 13953138 w 18982931"/>
              <a:gd name="connsiteY698-52994" fmla="*/ 1955115 h 4449429"/>
              <a:gd name="connsiteX699-52995" fmla="*/ 13965483 w 18982931"/>
              <a:gd name="connsiteY699-52996" fmla="*/ 1922188 h 4449429"/>
              <a:gd name="connsiteX700-52997" fmla="*/ 13986066 w 18982931"/>
              <a:gd name="connsiteY700-52998" fmla="*/ 1876909 h 4449429"/>
              <a:gd name="connsiteX701-52999" fmla="*/ 13986066 w 18982931"/>
              <a:gd name="connsiteY701-53000" fmla="*/ 1625834 h 4449429"/>
              <a:gd name="connsiteX702-53001" fmla="*/ 14051922 w 18982931"/>
              <a:gd name="connsiteY702-53002" fmla="*/ 1617602 h 4449429"/>
              <a:gd name="connsiteX703-53003" fmla="*/ 14047992 w 18982931"/>
              <a:gd name="connsiteY703-53004" fmla="*/ 1005560 h 4449429"/>
              <a:gd name="connsiteX704-53005" fmla="*/ 14082534 w 18982931"/>
              <a:gd name="connsiteY704-53006" fmla="*/ 1005560 h 4449429"/>
              <a:gd name="connsiteX705-53007" fmla="*/ 14082534 w 18982931"/>
              <a:gd name="connsiteY705-53008" fmla="*/ 868400 h 4449429"/>
              <a:gd name="connsiteX706-53009" fmla="*/ 14047111 w 18982931"/>
              <a:gd name="connsiteY706-53010" fmla="*/ 868400 h 4449429"/>
              <a:gd name="connsiteX707-53011" fmla="*/ 14046442 w 18982931"/>
              <a:gd name="connsiteY707-53012" fmla="*/ 764191 h 4449429"/>
              <a:gd name="connsiteX708-53013" fmla="*/ 14187749 w 18982931"/>
              <a:gd name="connsiteY708-53014" fmla="*/ 436300 h 4449429"/>
              <a:gd name="connsiteX709-53015" fmla="*/ 14212445 w 18982931"/>
              <a:gd name="connsiteY709-53016" fmla="*/ 411603 h 4449429"/>
              <a:gd name="connsiteX710-53017" fmla="*/ 14410015 w 18982931"/>
              <a:gd name="connsiteY710-53018" fmla="*/ 444532 h 4449429"/>
              <a:gd name="connsiteX711-53019" fmla="*/ 14442947 w 18982931"/>
              <a:gd name="connsiteY711-53020" fmla="*/ 275776 h 4449429"/>
              <a:gd name="connsiteX712-53021" fmla="*/ 14479990 w 18982931"/>
              <a:gd name="connsiteY712-53022" fmla="*/ 246961 h 4449429"/>
              <a:gd name="connsiteX713-53023" fmla="*/ 14517032 w 18982931"/>
              <a:gd name="connsiteY713-53024" fmla="*/ 271658 h 4449429"/>
              <a:gd name="connsiteX714-53025" fmla="*/ 14574655 w 18982931"/>
              <a:gd name="connsiteY714-53026" fmla="*/ 522739 h 4449429"/>
              <a:gd name="connsiteX715-53027" fmla="*/ 14603469 w 18982931"/>
              <a:gd name="connsiteY715-53028" fmla="*/ 1123678 h 4449429"/>
              <a:gd name="connsiteX716-53029" fmla="*/ 14603469 w 18982931"/>
              <a:gd name="connsiteY716-53030" fmla="*/ 1617602 h 4449429"/>
              <a:gd name="connsiteX717-53031" fmla="*/ 14595237 w 18982931"/>
              <a:gd name="connsiteY717-53032" fmla="*/ 1683457 h 4449429"/>
              <a:gd name="connsiteX718-53033" fmla="*/ 14607589 w 18982931"/>
              <a:gd name="connsiteY718-53034" fmla="*/ 1753429 h 4449429"/>
              <a:gd name="connsiteX719-53035" fmla="*/ 14656976 w 18982931"/>
              <a:gd name="connsiteY719-53036" fmla="*/ 1753429 h 4449429"/>
              <a:gd name="connsiteX720-53037" fmla="*/ 14706369 w 18982931"/>
              <a:gd name="connsiteY720-53038" fmla="*/ 1568210 h 4449429"/>
              <a:gd name="connsiteX721-53039" fmla="*/ 14722833 w 18982931"/>
              <a:gd name="connsiteY721-53040" fmla="*/ 1568210 h 4449429"/>
              <a:gd name="connsiteX722-53041" fmla="*/ 14768111 w 18982931"/>
              <a:gd name="connsiteY722-53042" fmla="*/ 1753429 h 4449429"/>
              <a:gd name="connsiteX723-53043" fmla="*/ 14875128 w 18982931"/>
              <a:gd name="connsiteY723-53044" fmla="*/ 1753429 h 4449429"/>
              <a:gd name="connsiteX724-53045" fmla="*/ 14883360 w 18982931"/>
              <a:gd name="connsiteY724-53046" fmla="*/ 1827516 h 4449429"/>
              <a:gd name="connsiteX725-53047" fmla="*/ 14940984 w 18982931"/>
              <a:gd name="connsiteY725-53048" fmla="*/ 1827516 h 4449429"/>
              <a:gd name="connsiteX726-53049" fmla="*/ 15019191 w 18982931"/>
              <a:gd name="connsiteY726-53050" fmla="*/ 1625834 h 4449429"/>
              <a:gd name="connsiteX727-53051" fmla="*/ 15043883 w 18982931"/>
              <a:gd name="connsiteY727-53052" fmla="*/ 1090750 h 4449429"/>
              <a:gd name="connsiteX728-53053" fmla="*/ 15134436 w 18982931"/>
              <a:gd name="connsiteY728-53054" fmla="*/ 1000197 h 4449429"/>
              <a:gd name="connsiteX729-53055" fmla="*/ 15212643 w 18982931"/>
              <a:gd name="connsiteY729-53056" fmla="*/ 1078400 h 4449429"/>
              <a:gd name="connsiteX730-53057" fmla="*/ 15212643 w 18982931"/>
              <a:gd name="connsiteY730-53058" fmla="*/ 1152488 h 4449429"/>
              <a:gd name="connsiteX731-53059" fmla="*/ 15224993 w 18982931"/>
              <a:gd name="connsiteY731-53060" fmla="*/ 1119560 h 4449429"/>
              <a:gd name="connsiteX732-53061" fmla="*/ 15237338 w 18982931"/>
              <a:gd name="connsiteY732-53062" fmla="*/ 563899 h 4449429"/>
              <a:gd name="connsiteX733-53063" fmla="*/ 15290845 w 18982931"/>
              <a:gd name="connsiteY733-53064" fmla="*/ 382793 h 4449429"/>
              <a:gd name="connsiteX734-53065" fmla="*/ 15323772 w 18982931"/>
              <a:gd name="connsiteY734-53066" fmla="*/ 300473 h 4449429"/>
              <a:gd name="connsiteX735-53067" fmla="*/ 15364932 w 18982931"/>
              <a:gd name="connsiteY735-53068" fmla="*/ 259313 h 4449429"/>
              <a:gd name="connsiteX736-53069" fmla="*/ 15389634 w 18982931"/>
              <a:gd name="connsiteY736-53070" fmla="*/ 296354 h 4449429"/>
              <a:gd name="connsiteX737-53071" fmla="*/ 15401979 w 18982931"/>
              <a:gd name="connsiteY737-53072" fmla="*/ 411603 h 4449429"/>
              <a:gd name="connsiteX738-53073" fmla="*/ 15451371 w 18982931"/>
              <a:gd name="connsiteY738-53074" fmla="*/ 703843 h 4449429"/>
              <a:gd name="connsiteX739-53075" fmla="*/ 15455486 w 18982931"/>
              <a:gd name="connsiteY739-53076" fmla="*/ 1173070 h 4449429"/>
              <a:gd name="connsiteX740-53077" fmla="*/ 15455486 w 18982931"/>
              <a:gd name="connsiteY740-53078" fmla="*/ 1238927 h 4449429"/>
              <a:gd name="connsiteX741-53079" fmla="*/ 15727143 w 18982931"/>
              <a:gd name="connsiteY741-53080" fmla="*/ 1238927 h 4449429"/>
              <a:gd name="connsiteX742-53081" fmla="*/ 15727143 w 18982931"/>
              <a:gd name="connsiteY742-53082" fmla="*/ 1465306 h 4449429"/>
              <a:gd name="connsiteX743-53083" fmla="*/ 15772422 w 18982931"/>
              <a:gd name="connsiteY743-53084" fmla="*/ 1469425 h 4449429"/>
              <a:gd name="connsiteX744-53085" fmla="*/ 15850624 w 18982931"/>
              <a:gd name="connsiteY744-53086" fmla="*/ 1551745 h 4449429"/>
              <a:gd name="connsiteX745-53087" fmla="*/ 15850624 w 18982931"/>
              <a:gd name="connsiteY745-53088" fmla="*/ 2224712 h 4449429"/>
              <a:gd name="connsiteX746-53089" fmla="*/ 15923336 w 18982931"/>
              <a:gd name="connsiteY746-53090" fmla="*/ 2224712 h 4449429"/>
              <a:gd name="connsiteX747-53091" fmla="*/ 15924718 w 18982931"/>
              <a:gd name="connsiteY747-53092" fmla="*/ 2177381 h 4449429"/>
              <a:gd name="connsiteX748-53093" fmla="*/ 15982338 w 18982931"/>
              <a:gd name="connsiteY748-53094" fmla="*/ 2103294 h 4449429"/>
              <a:gd name="connsiteX749-53095" fmla="*/ 15986455 w 18982931"/>
              <a:gd name="connsiteY749-53096" fmla="*/ 2045669 h 4449429"/>
              <a:gd name="connsiteX750-53097" fmla="*/ 16002920 w 18982931"/>
              <a:gd name="connsiteY750-53098" fmla="*/ 2033319 h 4449429"/>
              <a:gd name="connsiteX751-53099" fmla="*/ 16015265 w 18982931"/>
              <a:gd name="connsiteY751-53100" fmla="*/ 2041550 h 4449429"/>
              <a:gd name="connsiteX752-53101" fmla="*/ 16056425 w 18982931"/>
              <a:gd name="connsiteY752-53102" fmla="*/ 2210310 h 4449429"/>
              <a:gd name="connsiteX753-53103" fmla="*/ 16056425 w 18982931"/>
              <a:gd name="connsiteY753-53104" fmla="*/ 2276166 h 4449429"/>
              <a:gd name="connsiteX754-53105" fmla="*/ 16077008 w 18982931"/>
              <a:gd name="connsiteY754-53106" fmla="*/ 2276166 h 4449429"/>
              <a:gd name="connsiteX755-53107" fmla="*/ 16097587 w 18982931"/>
              <a:gd name="connsiteY755-53108" fmla="*/ 1938652 h 4449429"/>
              <a:gd name="connsiteX756-53109" fmla="*/ 16122282 w 18982931"/>
              <a:gd name="connsiteY756-53110" fmla="*/ 1934533 h 4449429"/>
              <a:gd name="connsiteX757-53111" fmla="*/ 16155210 w 18982931"/>
              <a:gd name="connsiteY757-53112" fmla="*/ 1938652 h 4449429"/>
              <a:gd name="connsiteX758-53113" fmla="*/ 16155210 w 18982931"/>
              <a:gd name="connsiteY758-53114" fmla="*/ 2272048 h 4449429"/>
              <a:gd name="connsiteX759-53115" fmla="*/ 16175792 w 18982931"/>
              <a:gd name="connsiteY759-53116" fmla="*/ 2276166 h 4449429"/>
              <a:gd name="connsiteX760-53117" fmla="*/ 16192257 w 18982931"/>
              <a:gd name="connsiteY760-53118" fmla="*/ 2243238 h 4449429"/>
              <a:gd name="connsiteX761-53119" fmla="*/ 16192257 w 18982931"/>
              <a:gd name="connsiteY761-53120" fmla="*/ 1992158 h 4449429"/>
              <a:gd name="connsiteX762-53121" fmla="*/ 16192257 w 18982931"/>
              <a:gd name="connsiteY762-53122" fmla="*/ 1774011 h 4449429"/>
              <a:gd name="connsiteX763-53123" fmla="*/ 16488610 w 18982931"/>
              <a:gd name="connsiteY763-53124" fmla="*/ 1774011 h 4449429"/>
              <a:gd name="connsiteX764-53125" fmla="*/ 16538004 w 18982931"/>
              <a:gd name="connsiteY764-53126" fmla="*/ 1823403 h 4449429"/>
              <a:gd name="connsiteX765-53127" fmla="*/ 16538004 w 18982931"/>
              <a:gd name="connsiteY765-53128" fmla="*/ 2029205 h 4449429"/>
              <a:gd name="connsiteX766-53129" fmla="*/ 16550349 w 18982931"/>
              <a:gd name="connsiteY766-53130" fmla="*/ 2033319 h 4449429"/>
              <a:gd name="connsiteX767-53131" fmla="*/ 16566812 w 18982931"/>
              <a:gd name="connsiteY767-53132" fmla="*/ 1992158 h 4449429"/>
              <a:gd name="connsiteX768-53133" fmla="*/ 16570932 w 18982931"/>
              <a:gd name="connsiteY768-53134" fmla="*/ 1695804 h 4449429"/>
              <a:gd name="connsiteX769-53135" fmla="*/ 16566812 w 18982931"/>
              <a:gd name="connsiteY769-53136" fmla="*/ 773813 h 4449429"/>
              <a:gd name="connsiteX770-53137" fmla="*/ 16636788 w 18982931"/>
              <a:gd name="connsiteY770-53138" fmla="*/ 646219 h 4449429"/>
              <a:gd name="connsiteX771-53139" fmla="*/ 16723226 w 18982931"/>
              <a:gd name="connsiteY771-53140" fmla="*/ 514506 h 4449429"/>
              <a:gd name="connsiteX772-53141" fmla="*/ 16743805 w 18982931"/>
              <a:gd name="connsiteY772-53142" fmla="*/ 481577 h 4449429"/>
              <a:gd name="connsiteX773-53143" fmla="*/ 16817899 w 18982931"/>
              <a:gd name="connsiteY773-53144" fmla="*/ 329283 h 4449429"/>
              <a:gd name="connsiteX774-53145" fmla="*/ 16842595 w 18982931"/>
              <a:gd name="connsiteY774-53146" fmla="*/ 275776 h 4449429"/>
              <a:gd name="connsiteX775-53147" fmla="*/ 16859059 w 18982931"/>
              <a:gd name="connsiteY775-53148" fmla="*/ 279891 h 4449429"/>
              <a:gd name="connsiteX776-53149" fmla="*/ 16859059 w 18982931"/>
              <a:gd name="connsiteY776-53150" fmla="*/ 337515 h 4449429"/>
              <a:gd name="connsiteX777-53151" fmla="*/ 16867291 w 18982931"/>
              <a:gd name="connsiteY777-53152" fmla="*/ 382793 h 4449429"/>
              <a:gd name="connsiteX778-53153" fmla="*/ 16966075 w 18982931"/>
              <a:gd name="connsiteY778-53154" fmla="*/ 436300 h 4449429"/>
              <a:gd name="connsiteX779-53155" fmla="*/ 17031935 w 18982931"/>
              <a:gd name="connsiteY779-53156" fmla="*/ 526852 h 4449429"/>
              <a:gd name="connsiteX780-53157" fmla="*/ 17031935 w 18982931"/>
              <a:gd name="connsiteY780-53158" fmla="*/ 596826 h 4449429"/>
              <a:gd name="connsiteX781-53159" fmla="*/ 17060743 w 18982931"/>
              <a:gd name="connsiteY781-53160" fmla="*/ 600941 h 4449429"/>
              <a:gd name="connsiteX782-53161" fmla="*/ 17147183 w 18982931"/>
              <a:gd name="connsiteY782-53162" fmla="*/ 691493 h 4449429"/>
              <a:gd name="connsiteX783-53163" fmla="*/ 17147219 w 18982931"/>
              <a:gd name="connsiteY783-53164" fmla="*/ 704240 h 4449429"/>
              <a:gd name="connsiteX784-53165" fmla="*/ 17148515 w 18982931"/>
              <a:gd name="connsiteY784-53166" fmla="*/ 704240 h 4449429"/>
              <a:gd name="connsiteX785-53167" fmla="*/ 17148515 w 18982931"/>
              <a:gd name="connsiteY785-53168" fmla="*/ 880086 h 4449429"/>
              <a:gd name="connsiteX786-53169" fmla="*/ 17147731 w 18982931"/>
              <a:gd name="connsiteY786-53170" fmla="*/ 880086 h 4449429"/>
              <a:gd name="connsiteX787-53171" fmla="*/ 17151295 w 18982931"/>
              <a:gd name="connsiteY787-53172" fmla="*/ 2103294 h 4449429"/>
              <a:gd name="connsiteX788-53173" fmla="*/ 17151295 w 18982931"/>
              <a:gd name="connsiteY788-53174" fmla="*/ 2152686 h 4449429"/>
              <a:gd name="connsiteX789-53175" fmla="*/ 17225383 w 18982931"/>
              <a:gd name="connsiteY789-53176" fmla="*/ 2152686 h 4449429"/>
              <a:gd name="connsiteX790-53177" fmla="*/ 17225383 w 18982931"/>
              <a:gd name="connsiteY790-53178" fmla="*/ 1811053 h 4449429"/>
              <a:gd name="connsiteX791-53179" fmla="*/ 17307703 w 18982931"/>
              <a:gd name="connsiteY791-53180" fmla="*/ 1757546 h 4449429"/>
              <a:gd name="connsiteX792-53181" fmla="*/ 17307703 w 18982931"/>
              <a:gd name="connsiteY792-53182" fmla="*/ 1889260 h 4449429"/>
              <a:gd name="connsiteX793-53183" fmla="*/ 17336519 w 18982931"/>
              <a:gd name="connsiteY793-53184" fmla="*/ 1926302 h 4449429"/>
              <a:gd name="connsiteX794-53185" fmla="*/ 17381799 w 18982931"/>
              <a:gd name="connsiteY794-53186" fmla="*/ 1975695 h 4449429"/>
              <a:gd name="connsiteX795-53187" fmla="*/ 17381799 w 18982931"/>
              <a:gd name="connsiteY795-53188" fmla="*/ 2165031 h 4449429"/>
              <a:gd name="connsiteX796-53189" fmla="*/ 17562899 w 18982931"/>
              <a:gd name="connsiteY796-53190" fmla="*/ 2165031 h 4449429"/>
              <a:gd name="connsiteX797-53191" fmla="*/ 17562899 w 18982931"/>
              <a:gd name="connsiteY797-53192" fmla="*/ 2329673 h 4449429"/>
              <a:gd name="connsiteX798-53193" fmla="*/ 17575251 w 18982931"/>
              <a:gd name="connsiteY798-53194" fmla="*/ 2329673 h 4449429"/>
              <a:gd name="connsiteX799-53195" fmla="*/ 17575251 w 18982931"/>
              <a:gd name="connsiteY799-53196" fmla="*/ 2127989 h 4449429"/>
              <a:gd name="connsiteX800-53197" fmla="*/ 17591711 w 18982931"/>
              <a:gd name="connsiteY800-53198" fmla="*/ 1609370 h 4449429"/>
              <a:gd name="connsiteX801-53199" fmla="*/ 17604059 w 18982931"/>
              <a:gd name="connsiteY801-53200" fmla="*/ 1584673 h 4449429"/>
              <a:gd name="connsiteX802-53201" fmla="*/ 17711083 w 18982931"/>
              <a:gd name="connsiteY802-53202" fmla="*/ 1580555 h 4449429"/>
              <a:gd name="connsiteX803-53203" fmla="*/ 17735775 w 18982931"/>
              <a:gd name="connsiteY803-53204" fmla="*/ 1609370 h 4449429"/>
              <a:gd name="connsiteX804-53205" fmla="*/ 17772819 w 18982931"/>
              <a:gd name="connsiteY804-53206" fmla="*/ 1613483 h 4449429"/>
              <a:gd name="connsiteX805-53207" fmla="*/ 17768699 w 18982931"/>
              <a:gd name="connsiteY805-53208" fmla="*/ 1559977 h 4449429"/>
              <a:gd name="connsiteX806-53209" fmla="*/ 17772819 w 18982931"/>
              <a:gd name="connsiteY806-53210" fmla="*/ 1531163 h 4449429"/>
              <a:gd name="connsiteX807-53211" fmla="*/ 17797515 w 18982931"/>
              <a:gd name="connsiteY807-53212" fmla="*/ 1469425 h 4449429"/>
              <a:gd name="connsiteX808-53213" fmla="*/ 17797515 w 18982931"/>
              <a:gd name="connsiteY808-53214" fmla="*/ 1374754 h 4449429"/>
              <a:gd name="connsiteX809-53215" fmla="*/ 17813979 w 18982931"/>
              <a:gd name="connsiteY809-53216" fmla="*/ 1374754 h 4449429"/>
              <a:gd name="connsiteX810-53217" fmla="*/ 17834559 w 18982931"/>
              <a:gd name="connsiteY810-53218" fmla="*/ 1424146 h 4449429"/>
              <a:gd name="connsiteX811-53219" fmla="*/ 17912763 w 18982931"/>
              <a:gd name="connsiteY811-53220" fmla="*/ 1378872 h 4449429"/>
              <a:gd name="connsiteX812-53221" fmla="*/ 18069171 w 18982931"/>
              <a:gd name="connsiteY812-53222" fmla="*/ 1415914 h 4449429"/>
              <a:gd name="connsiteX813-53223" fmla="*/ 18069171 w 18982931"/>
              <a:gd name="connsiteY813-53224" fmla="*/ 1576442 h 4449429"/>
              <a:gd name="connsiteX814-53225" fmla="*/ 18237927 w 18982931"/>
              <a:gd name="connsiteY814-53226" fmla="*/ 1576442 h 4449429"/>
              <a:gd name="connsiteX815-53227" fmla="*/ 18237927 w 18982931"/>
              <a:gd name="connsiteY815-53228" fmla="*/ 1642297 h 4449429"/>
              <a:gd name="connsiteX816-53229" fmla="*/ 18270859 w 18982931"/>
              <a:gd name="connsiteY816-53230" fmla="*/ 1691690 h 4449429"/>
              <a:gd name="connsiteX817-53231" fmla="*/ 18270859 w 18982931"/>
              <a:gd name="connsiteY817-53232" fmla="*/ 1704036 h 4449429"/>
              <a:gd name="connsiteX818-53233" fmla="*/ 18274975 w 18982931"/>
              <a:gd name="connsiteY818-53234" fmla="*/ 1926302 h 4449429"/>
              <a:gd name="connsiteX819-53235" fmla="*/ 18279087 w 18982931"/>
              <a:gd name="connsiteY819-53236" fmla="*/ 1938652 h 4449429"/>
              <a:gd name="connsiteX820-53237" fmla="*/ 18320247 w 18982931"/>
              <a:gd name="connsiteY820-53238" fmla="*/ 1934533 h 4449429"/>
              <a:gd name="connsiteX821-53239" fmla="*/ 18320247 w 18982931"/>
              <a:gd name="connsiteY821-53240" fmla="*/ 1144256 h 4449429"/>
              <a:gd name="connsiteX822-53241" fmla="*/ 18303783 w 18982931"/>
              <a:gd name="connsiteY822-53242" fmla="*/ 1111328 h 4449429"/>
              <a:gd name="connsiteX823-53243" fmla="*/ 18287323 w 18982931"/>
              <a:gd name="connsiteY823-53244" fmla="*/ 1024893 h 4449429"/>
              <a:gd name="connsiteX824-53245" fmla="*/ 18336711 w 18982931"/>
              <a:gd name="connsiteY824-53246" fmla="*/ 1000197 h 4449429"/>
              <a:gd name="connsiteX825-53247" fmla="*/ 18361407 w 18982931"/>
              <a:gd name="connsiteY825-53248" fmla="*/ 996079 h 4449429"/>
              <a:gd name="connsiteX826-53249" fmla="*/ 18373759 w 18982931"/>
              <a:gd name="connsiteY826-53250" fmla="*/ 946687 h 4449429"/>
              <a:gd name="connsiteX827-53251" fmla="*/ 18534287 w 18982931"/>
              <a:gd name="connsiteY827-53252" fmla="*/ 946687 h 4449429"/>
              <a:gd name="connsiteX828-53253" fmla="*/ 18563095 w 18982931"/>
              <a:gd name="connsiteY828-53254" fmla="*/ 798510 h 4449429"/>
              <a:gd name="connsiteX829-53255" fmla="*/ 18731851 w 18982931"/>
              <a:gd name="connsiteY829-53256" fmla="*/ 806742 h 4449429"/>
              <a:gd name="connsiteX830-53257" fmla="*/ 18773011 w 18982931"/>
              <a:gd name="connsiteY830-53258" fmla="*/ 798510 h 4449429"/>
              <a:gd name="connsiteX831-53259" fmla="*/ 18822407 w 18982931"/>
              <a:gd name="connsiteY831-53260" fmla="*/ 893180 h 4449429"/>
              <a:gd name="connsiteX832-53261" fmla="*/ 18822407 w 18982931"/>
              <a:gd name="connsiteY832-53262" fmla="*/ 963151 h 4449429"/>
              <a:gd name="connsiteX833-53263" fmla="*/ 18982931 w 18982931"/>
              <a:gd name="connsiteY833-53264" fmla="*/ 983734 h 4449429"/>
              <a:gd name="connsiteX834-53265" fmla="*/ 18982931 w 18982931"/>
              <a:gd name="connsiteY834-53266" fmla="*/ 4449429 h 4449429"/>
              <a:gd name="connsiteX835-53267" fmla="*/ 11998023 w 18982931"/>
              <a:gd name="connsiteY835-53268" fmla="*/ 4449429 h 4449429"/>
              <a:gd name="connsiteX836-53269" fmla="*/ 11995198 w 18982931"/>
              <a:gd name="connsiteY836-53270" fmla="*/ 4429646 h 4449429"/>
              <a:gd name="connsiteX837-53271" fmla="*/ 11992726 w 18982931"/>
              <a:gd name="connsiteY837-53272" fmla="*/ 4449425 h 4449429"/>
              <a:gd name="connsiteX838-53273" fmla="*/ 8153658 w 18982931"/>
              <a:gd name="connsiteY838-53274" fmla="*/ 4449425 h 4449429"/>
              <a:gd name="connsiteX839-53275" fmla="*/ 8153658 w 18982931"/>
              <a:gd name="connsiteY839-53276" fmla="*/ 4449429 h 4449429"/>
              <a:gd name="connsiteX840-53277" fmla="*/ 6861227 w 18982931"/>
              <a:gd name="connsiteY840-53278" fmla="*/ 4449429 h 4449429"/>
              <a:gd name="connsiteX841-53279" fmla="*/ 6859697 w 18982931"/>
              <a:gd name="connsiteY841-53280" fmla="*/ 4432598 h 4449429"/>
              <a:gd name="connsiteX842-53281" fmla="*/ 6858292 w 18982931"/>
              <a:gd name="connsiteY842-53282" fmla="*/ 4449425 h 4449429"/>
              <a:gd name="connsiteX843-53283" fmla="*/ 7922 w 18982931"/>
              <a:gd name="connsiteY843-53284" fmla="*/ 4440866 h 4449429"/>
              <a:gd name="connsiteX844-53285" fmla="*/ 0 w 18982931"/>
              <a:gd name="connsiteY844-53286" fmla="*/ 1181446 h 4449429"/>
              <a:gd name="connsiteX845-53287" fmla="*/ 169756 w 18982931"/>
              <a:gd name="connsiteY845-53288" fmla="*/ 979616 h 4449429"/>
              <a:gd name="connsiteX846-53289" fmla="*/ 301466 w 18982931"/>
              <a:gd name="connsiteY846-53290" fmla="*/ 971384 h 4449429"/>
              <a:gd name="connsiteX847-53291" fmla="*/ 301466 w 18982931"/>
              <a:gd name="connsiteY847-53292" fmla="*/ 909640 h 4449429"/>
              <a:gd name="connsiteX848-53293" fmla="*/ 346746 w 18982931"/>
              <a:gd name="connsiteY848-53294" fmla="*/ 810855 h 4449429"/>
              <a:gd name="connsiteX849-53295" fmla="*/ 571541 w 18982931"/>
              <a:gd name="connsiteY849-53296" fmla="*/ 799909 h 4449429"/>
              <a:gd name="connsiteX850-53297" fmla="*/ 581356 w 18982931"/>
              <a:gd name="connsiteY850-53298" fmla="*/ 963151 h 4449429"/>
              <a:gd name="connsiteX851-53299" fmla="*/ 737766 w 18982931"/>
              <a:gd name="connsiteY851-53300" fmla="*/ 963151 h 4449429"/>
              <a:gd name="connsiteX852-53301" fmla="*/ 750116 w 18982931"/>
              <a:gd name="connsiteY852-53302" fmla="*/ 1012543 h 4449429"/>
              <a:gd name="connsiteX853-53303" fmla="*/ 778926 w 18982931"/>
              <a:gd name="connsiteY853-53304" fmla="*/ 1016657 h 4449429"/>
              <a:gd name="connsiteX854-53305" fmla="*/ 820087 w 18982931"/>
              <a:gd name="connsiteY854-53306" fmla="*/ 1041353 h 4449429"/>
              <a:gd name="connsiteX855-53307" fmla="*/ 820087 w 18982931"/>
              <a:gd name="connsiteY855-53308" fmla="*/ 1119560 h 4449429"/>
              <a:gd name="connsiteX856-53309" fmla="*/ 791276 w 18982931"/>
              <a:gd name="connsiteY856-53310" fmla="*/ 1193648 h 4449429"/>
              <a:gd name="connsiteX857-53311" fmla="*/ 791276 w 18982931"/>
              <a:gd name="connsiteY857-53312" fmla="*/ 1580555 h 4449429"/>
              <a:gd name="connsiteX858-53313" fmla="*/ 791276 w 18982931"/>
              <a:gd name="connsiteY858-53314" fmla="*/ 1955112 h 4449429"/>
              <a:gd name="connsiteX859-53315" fmla="*/ 840669 w 18982931"/>
              <a:gd name="connsiteY859-53316" fmla="*/ 1950998 h 4449429"/>
              <a:gd name="connsiteX860-53317" fmla="*/ 844783 w 18982931"/>
              <a:gd name="connsiteY860-53318" fmla="*/ 1720500 h 4449429"/>
              <a:gd name="connsiteX861-53319" fmla="*/ 873596 w 18982931"/>
              <a:gd name="connsiteY861-53320" fmla="*/ 1597020 h 4449429"/>
              <a:gd name="connsiteX862-53321" fmla="*/ 906526 w 18982931"/>
              <a:gd name="connsiteY862-53322" fmla="*/ 1584670 h 4449429"/>
              <a:gd name="connsiteX863-53323" fmla="*/ 1034120 w 18982931"/>
              <a:gd name="connsiteY863-53324" fmla="*/ 1584670 h 4449429"/>
              <a:gd name="connsiteX864-53325" fmla="*/ 1034120 w 18982931"/>
              <a:gd name="connsiteY864-53326" fmla="*/ 1420028 h 4449429"/>
              <a:gd name="connsiteX865-53327" fmla="*/ 1320382 w 18982931"/>
              <a:gd name="connsiteY865-53328" fmla="*/ 1408806 h 4449429"/>
              <a:gd name="connsiteX866-53329" fmla="*/ 1318126 w 18982931"/>
              <a:gd name="connsiteY866-53330" fmla="*/ 1576437 h 4449429"/>
              <a:gd name="connsiteX867-53331" fmla="*/ 1511305 w 18982931"/>
              <a:gd name="connsiteY867-53332" fmla="*/ 1594214 h 4449429"/>
              <a:gd name="connsiteX868-53333" fmla="*/ 1507466 w 18982931"/>
              <a:gd name="connsiteY868-53334" fmla="*/ 2337905 h 4449429"/>
              <a:gd name="connsiteX869-53335" fmla="*/ 1523929 w 18982931"/>
              <a:gd name="connsiteY869-53336" fmla="*/ 2337905 h 4449429"/>
              <a:gd name="connsiteX870-53337" fmla="*/ 1523929 w 18982931"/>
              <a:gd name="connsiteY870-53338" fmla="*/ 2169146 h 4449429"/>
              <a:gd name="connsiteX871-53339" fmla="*/ 1692685 w 18982931"/>
              <a:gd name="connsiteY871-53340" fmla="*/ 2169146 h 4449429"/>
              <a:gd name="connsiteX872-53341" fmla="*/ 1692685 w 18982931"/>
              <a:gd name="connsiteY872-53342" fmla="*/ 2020968 h 4449429"/>
              <a:gd name="connsiteX873-53343" fmla="*/ 1766772 w 18982931"/>
              <a:gd name="connsiteY873-53344" fmla="*/ 1922183 h 4449429"/>
              <a:gd name="connsiteX874-53345" fmla="*/ 1766772 w 18982931"/>
              <a:gd name="connsiteY874-53346" fmla="*/ 1757542 h 4449429"/>
              <a:gd name="connsiteX875-53347" fmla="*/ 1849095 w 18982931"/>
              <a:gd name="connsiteY875-53348" fmla="*/ 1757542 h 4449429"/>
              <a:gd name="connsiteX876-53349" fmla="*/ 1849095 w 18982931"/>
              <a:gd name="connsiteY876-53350" fmla="*/ 2156799 h 4449429"/>
              <a:gd name="connsiteX877-53351" fmla="*/ 1919070 w 18982931"/>
              <a:gd name="connsiteY877-53352" fmla="*/ 2156799 h 4449429"/>
              <a:gd name="connsiteX878-53353" fmla="*/ 1919070 w 18982931"/>
              <a:gd name="connsiteY878-53354" fmla="*/ 1864559 h 4449429"/>
              <a:gd name="connsiteX879-53355" fmla="*/ 1919070 w 18982931"/>
              <a:gd name="connsiteY879-53356" fmla="*/ 695608 h 4449429"/>
              <a:gd name="connsiteX880-53357" fmla="*/ 2005504 w 18982931"/>
              <a:gd name="connsiteY880-53358" fmla="*/ 609173 h 4449429"/>
              <a:gd name="connsiteX881-53359" fmla="*/ 2026085 w 18982931"/>
              <a:gd name="connsiteY881-53360" fmla="*/ 605054 h 4449429"/>
              <a:gd name="connsiteX882-53361" fmla="*/ 2100174 w 18982931"/>
              <a:gd name="connsiteY882-53362" fmla="*/ 448645 h 4449429"/>
              <a:gd name="connsiteX883-53363" fmla="*/ 2137215 w 18982931"/>
              <a:gd name="connsiteY883-53364" fmla="*/ 407485 h 4449429"/>
              <a:gd name="connsiteX884-53365" fmla="*/ 2194840 w 18982931"/>
              <a:gd name="connsiteY884-53366" fmla="*/ 337515 h 4449429"/>
              <a:gd name="connsiteX885-53367" fmla="*/ 2198958 w 18982931"/>
              <a:gd name="connsiteY885-53368" fmla="*/ 292236 h 4449429"/>
              <a:gd name="connsiteX886-53369" fmla="*/ 2240121 w 18982931"/>
              <a:gd name="connsiteY886-53370" fmla="*/ 358093 h 4449429"/>
              <a:gd name="connsiteX887-53371" fmla="*/ 2273047 w 18982931"/>
              <a:gd name="connsiteY887-53372" fmla="*/ 444532 h 4449429"/>
              <a:gd name="connsiteX888-53373" fmla="*/ 2330670 w 18982931"/>
              <a:gd name="connsiteY888-53374" fmla="*/ 563894 h 4449429"/>
              <a:gd name="connsiteX889-53375" fmla="*/ 2351248 w 18982931"/>
              <a:gd name="connsiteY889-53376" fmla="*/ 613286 h 4449429"/>
              <a:gd name="connsiteX890-53377" fmla="*/ 2429455 w 18982931"/>
              <a:gd name="connsiteY890-53378" fmla="*/ 675029 h 4449429"/>
              <a:gd name="connsiteX891-53379" fmla="*/ 2470614 w 18982931"/>
              <a:gd name="connsiteY891-53380" fmla="*/ 757350 h 4449429"/>
              <a:gd name="connsiteX892-53381" fmla="*/ 2470614 w 18982931"/>
              <a:gd name="connsiteY892-53382" fmla="*/ 1086631 h 4449429"/>
              <a:gd name="connsiteX893-53383" fmla="*/ 2470614 w 18982931"/>
              <a:gd name="connsiteY893-53384" fmla="*/ 2008622 h 4449429"/>
              <a:gd name="connsiteX894-53385" fmla="*/ 2487080 w 18982931"/>
              <a:gd name="connsiteY894-53386" fmla="*/ 2053897 h 4449429"/>
              <a:gd name="connsiteX895-53387" fmla="*/ 2499426 w 18982931"/>
              <a:gd name="connsiteY895-53388" fmla="*/ 1897488 h 4449429"/>
              <a:gd name="connsiteX896-53389" fmla="*/ 2602322 w 18982931"/>
              <a:gd name="connsiteY896-53390" fmla="*/ 1798703 h 4449429"/>
              <a:gd name="connsiteX897-53391" fmla="*/ 2836935 w 18982931"/>
              <a:gd name="connsiteY897-53392" fmla="*/ 1798703 h 4449429"/>
              <a:gd name="connsiteX898-53393" fmla="*/ 2836935 w 18982931"/>
              <a:gd name="connsiteY898-53394" fmla="*/ 1860446 h 4449429"/>
              <a:gd name="connsiteX899-53395" fmla="*/ 2836935 w 18982931"/>
              <a:gd name="connsiteY899-53396" fmla="*/ 2263816 h 4449429"/>
              <a:gd name="connsiteX900-53397" fmla="*/ 2845169 w 18982931"/>
              <a:gd name="connsiteY900-53398" fmla="*/ 2304976 h 4449429"/>
              <a:gd name="connsiteX901-53399" fmla="*/ 2861629 w 18982931"/>
              <a:gd name="connsiteY901-53400" fmla="*/ 2300858 h 4449429"/>
              <a:gd name="connsiteX902-53401" fmla="*/ 2861629 w 18982931"/>
              <a:gd name="connsiteY902-53402" fmla="*/ 2247351 h 4449429"/>
              <a:gd name="connsiteX903-53403" fmla="*/ 2869861 w 18982931"/>
              <a:gd name="connsiteY903-53404" fmla="*/ 1996272 h 4449429"/>
              <a:gd name="connsiteX904-53405" fmla="*/ 2923374 w 18982931"/>
              <a:gd name="connsiteY904-53406" fmla="*/ 1967462 h 4449429"/>
              <a:gd name="connsiteX905-53407" fmla="*/ 2939836 w 18982931"/>
              <a:gd name="connsiteY905-53408" fmla="*/ 2300858 h 4449429"/>
              <a:gd name="connsiteX906-53409" fmla="*/ 2956300 w 18982931"/>
              <a:gd name="connsiteY906-53410" fmla="*/ 2300858 h 4449429"/>
              <a:gd name="connsiteX907-53411" fmla="*/ 2989230 w 18982931"/>
              <a:gd name="connsiteY907-53412" fmla="*/ 2111521 h 4449429"/>
              <a:gd name="connsiteX908-53413" fmla="*/ 3018038 w 18982931"/>
              <a:gd name="connsiteY908-53414" fmla="*/ 2058015 h 4449429"/>
              <a:gd name="connsiteX909-53415" fmla="*/ 3034502 w 18982931"/>
              <a:gd name="connsiteY909-53416" fmla="*/ 2123871 h 4449429"/>
              <a:gd name="connsiteX910-53417" fmla="*/ 3038620 w 18982931"/>
              <a:gd name="connsiteY910-53418" fmla="*/ 2132104 h 4449429"/>
              <a:gd name="connsiteX911-53419" fmla="*/ 3088018 w 18982931"/>
              <a:gd name="connsiteY911-53420" fmla="*/ 2140336 h 4449429"/>
              <a:gd name="connsiteX912-53421" fmla="*/ 3095320 w 18982931"/>
              <a:gd name="connsiteY912-53422" fmla="*/ 2275334 h 4449429"/>
              <a:gd name="connsiteX913-53423" fmla="*/ 3162101 w 18982931"/>
              <a:gd name="connsiteY913-53424" fmla="*/ 2275334 h 4449429"/>
              <a:gd name="connsiteX914-53425" fmla="*/ 3162101 w 18982931"/>
              <a:gd name="connsiteY914-53426" fmla="*/ 1580555 h 4449429"/>
              <a:gd name="connsiteX915-53427" fmla="*/ 3162101 w 18982931"/>
              <a:gd name="connsiteY915-53428" fmla="*/ 1531163 h 4449429"/>
              <a:gd name="connsiteX916-53429" fmla="*/ 3199146 w 18982931"/>
              <a:gd name="connsiteY916-53430" fmla="*/ 1498235 h 4449429"/>
              <a:gd name="connsiteX917-53431" fmla="*/ 3281469 w 18982931"/>
              <a:gd name="connsiteY917-53432" fmla="*/ 1498235 h 4449429"/>
              <a:gd name="connsiteX918-53433" fmla="*/ 3281469 w 18982931"/>
              <a:gd name="connsiteY918-53434" fmla="*/ 1325362 h 4449429"/>
              <a:gd name="connsiteX919-53435" fmla="*/ 3343207 w 18982931"/>
              <a:gd name="connsiteY919-53436" fmla="*/ 1263619 h 4449429"/>
              <a:gd name="connsiteX920-53437" fmla="*/ 3544891 w 18982931"/>
              <a:gd name="connsiteY920-53438" fmla="*/ 1263619 h 4449429"/>
              <a:gd name="connsiteX921-53439" fmla="*/ 3544891 w 18982931"/>
              <a:gd name="connsiteY921-53440" fmla="*/ 712071 h 4449429"/>
              <a:gd name="connsiteX922-53441" fmla="*/ 3561357 w 18982931"/>
              <a:gd name="connsiteY922-53442" fmla="*/ 555662 h 4449429"/>
              <a:gd name="connsiteX923-53443" fmla="*/ 3606633 w 18982931"/>
              <a:gd name="connsiteY923-53444" fmla="*/ 316933 h 4449429"/>
              <a:gd name="connsiteX924-53445" fmla="*/ 3614865 w 18982931"/>
              <a:gd name="connsiteY924-53446" fmla="*/ 279891 h 4449429"/>
              <a:gd name="connsiteX925-53447" fmla="*/ 3676603 w 18982931"/>
              <a:gd name="connsiteY925-53448" fmla="*/ 341628 h 4449429"/>
              <a:gd name="connsiteX926-53449" fmla="*/ 3684835 w 18982931"/>
              <a:gd name="connsiteY926-53450" fmla="*/ 386907 h 4449429"/>
              <a:gd name="connsiteX927-53451" fmla="*/ 3742460 w 18982931"/>
              <a:gd name="connsiteY927-53452" fmla="*/ 481574 h 4449429"/>
              <a:gd name="connsiteX928-53453" fmla="*/ 3763042 w 18982931"/>
              <a:gd name="connsiteY928-53454" fmla="*/ 703838 h 4449429"/>
              <a:gd name="connsiteX929-53455" fmla="*/ 3763042 w 18982931"/>
              <a:gd name="connsiteY929-53456" fmla="*/ 1144256 h 4449429"/>
              <a:gd name="connsiteX930-53457" fmla="*/ 3771275 w 18982931"/>
              <a:gd name="connsiteY930-53458" fmla="*/ 1181298 h 4449429"/>
              <a:gd name="connsiteX931-53459" fmla="*/ 3775390 w 18982931"/>
              <a:gd name="connsiteY931-53460" fmla="*/ 1115443 h 4449429"/>
              <a:gd name="connsiteX932-53461" fmla="*/ 3923568 w 18982931"/>
              <a:gd name="connsiteY932-53462" fmla="*/ 996079 h 4449429"/>
              <a:gd name="connsiteX933-53463" fmla="*/ 3940029 w 18982931"/>
              <a:gd name="connsiteY933-53464" fmla="*/ 1020776 h 4449429"/>
              <a:gd name="connsiteX934-53465" fmla="*/ 3960611 w 18982931"/>
              <a:gd name="connsiteY934-53466" fmla="*/ 1321244 h 4449429"/>
              <a:gd name="connsiteX935-53467" fmla="*/ 3960611 w 18982931"/>
              <a:gd name="connsiteY935-53468" fmla="*/ 1584670 h 4449429"/>
              <a:gd name="connsiteX936-53469" fmla="*/ 3977076 w 18982931"/>
              <a:gd name="connsiteY936-53470" fmla="*/ 1625830 h 4449429"/>
              <a:gd name="connsiteX937-53471" fmla="*/ 4010007 w 18982931"/>
              <a:gd name="connsiteY937-53472" fmla="*/ 1666990 h 4449429"/>
              <a:gd name="connsiteX938-53473" fmla="*/ 4055279 w 18982931"/>
              <a:gd name="connsiteY938-53474" fmla="*/ 1819286 h 4449429"/>
              <a:gd name="connsiteX939-53475" fmla="*/ 4104670 w 18982931"/>
              <a:gd name="connsiteY939-53476" fmla="*/ 1819286 h 4449429"/>
              <a:gd name="connsiteX940-53477" fmla="*/ 4108788 w 18982931"/>
              <a:gd name="connsiteY940-53478" fmla="*/ 1741079 h 4449429"/>
              <a:gd name="connsiteX941-53479" fmla="*/ 4211689 w 18982931"/>
              <a:gd name="connsiteY941-53480" fmla="*/ 1741079 h 4449429"/>
              <a:gd name="connsiteX942-53481" fmla="*/ 4252847 w 18982931"/>
              <a:gd name="connsiteY942-53482" fmla="*/ 1559973 h 4449429"/>
              <a:gd name="connsiteX943-53483" fmla="*/ 4265197 w 18982931"/>
              <a:gd name="connsiteY943-53484" fmla="*/ 1559973 h 4449429"/>
              <a:gd name="connsiteX944-53485" fmla="*/ 4277546 w 18982931"/>
              <a:gd name="connsiteY944-53486" fmla="*/ 1592900 h 4449429"/>
              <a:gd name="connsiteX945-53487" fmla="*/ 4302239 w 18982931"/>
              <a:gd name="connsiteY945-53488" fmla="*/ 1708150 h 4449429"/>
              <a:gd name="connsiteX946-53489" fmla="*/ 4368100 w 18982931"/>
              <a:gd name="connsiteY946-53490" fmla="*/ 1741079 h 4449429"/>
              <a:gd name="connsiteX947-53491" fmla="*/ 4363984 w 18982931"/>
              <a:gd name="connsiteY947-53492" fmla="*/ 1634062 h 4449429"/>
              <a:gd name="connsiteX948-53493" fmla="*/ 4372218 w 18982931"/>
              <a:gd name="connsiteY948-53494" fmla="*/ 839670 h 4449429"/>
              <a:gd name="connsiteX949-53495" fmla="*/ 4442184 w 18982931"/>
              <a:gd name="connsiteY949-53496" fmla="*/ 279891 h 4449429"/>
              <a:gd name="connsiteX950-53497" fmla="*/ 4479230 w 18982931"/>
              <a:gd name="connsiteY950-53498" fmla="*/ 234611 h 4449429"/>
              <a:gd name="connsiteX951-53499" fmla="*/ 4520394 w 18982931"/>
              <a:gd name="connsiteY951-53500" fmla="*/ 284004 h 4449429"/>
              <a:gd name="connsiteX952-53501" fmla="*/ 4549200 w 18982931"/>
              <a:gd name="connsiteY952-53502" fmla="*/ 440413 h 4449429"/>
              <a:gd name="connsiteX953-53503" fmla="*/ 4680914 w 18982931"/>
              <a:gd name="connsiteY953-53504" fmla="*/ 395140 h 4449429"/>
              <a:gd name="connsiteX954-53505" fmla="*/ 4759121 w 18982931"/>
              <a:gd name="connsiteY954-53506" fmla="*/ 460995 h 4449429"/>
              <a:gd name="connsiteX955-53507" fmla="*/ 4771466 w 18982931"/>
              <a:gd name="connsiteY955-53508" fmla="*/ 493924 h 4449429"/>
              <a:gd name="connsiteX956-53509" fmla="*/ 4888657 w 18982931"/>
              <a:gd name="connsiteY956-53510" fmla="*/ 747622 h 4449429"/>
              <a:gd name="connsiteX957-53511" fmla="*/ 4888893 w 18982931"/>
              <a:gd name="connsiteY957-53512" fmla="*/ 807315 h 4449429"/>
              <a:gd name="connsiteX958-53513" fmla="*/ 4856617 w 18982931"/>
              <a:gd name="connsiteY958-53514" fmla="*/ 807315 h 4449429"/>
              <a:gd name="connsiteX959-53515" fmla="*/ 4856617 w 18982931"/>
              <a:gd name="connsiteY959-53516" fmla="*/ 944475 h 4449429"/>
              <a:gd name="connsiteX960-53517" fmla="*/ 4888332 w 18982931"/>
              <a:gd name="connsiteY960-53518" fmla="*/ 944475 h 4449429"/>
              <a:gd name="connsiteX961-53519" fmla="*/ 4888325 w 18982931"/>
              <a:gd name="connsiteY961-53520" fmla="*/ 945600 h 4449429"/>
              <a:gd name="connsiteX962-53521" fmla="*/ 4890835 w 18982931"/>
              <a:gd name="connsiteY962-53522" fmla="*/ 1609365 h 4449429"/>
              <a:gd name="connsiteX963-53523" fmla="*/ 4952574 w 18982931"/>
              <a:gd name="connsiteY963-53524" fmla="*/ 1617597 h 4449429"/>
              <a:gd name="connsiteX964-53525" fmla="*/ 4952574 w 18982931"/>
              <a:gd name="connsiteY964-53526" fmla="*/ 1868678 h 4449429"/>
              <a:gd name="connsiteX965-53527" fmla="*/ 4956691 w 18982931"/>
              <a:gd name="connsiteY965-53528" fmla="*/ 1905720 h 4449429"/>
              <a:gd name="connsiteX966-53529" fmla="*/ 4981387 w 18982931"/>
              <a:gd name="connsiteY966-53530" fmla="*/ 1967462 h 4449429"/>
              <a:gd name="connsiteX967-53531" fmla="*/ 4981387 w 18982931"/>
              <a:gd name="connsiteY967-53532" fmla="*/ 2058015 h 4449429"/>
              <a:gd name="connsiteX968-53533" fmla="*/ 5001966 w 18982931"/>
              <a:gd name="connsiteY968-53534" fmla="*/ 2086824 h 4449429"/>
              <a:gd name="connsiteX969-53535" fmla="*/ 5018429 w 18982931"/>
              <a:gd name="connsiteY969-53536" fmla="*/ 2078592 h 4449429"/>
              <a:gd name="connsiteX970-53537" fmla="*/ 5018429 w 18982931"/>
              <a:gd name="connsiteY970-53538" fmla="*/ 1881023 h 4449429"/>
              <a:gd name="connsiteX971-53539" fmla="*/ 5018429 w 18982931"/>
              <a:gd name="connsiteY971-53540" fmla="*/ 1366522 h 4449429"/>
              <a:gd name="connsiteX972-53541" fmla="*/ 5034894 w 18982931"/>
              <a:gd name="connsiteY972-53542" fmla="*/ 864367 h 4449429"/>
              <a:gd name="connsiteX973-53543" fmla="*/ 5067821 w 18982931"/>
              <a:gd name="connsiteY973-53544" fmla="*/ 197569 h 4449429"/>
              <a:gd name="connsiteX974-53545" fmla="*/ 5080173 w 18982931"/>
              <a:gd name="connsiteY974-53546" fmla="*/ 102899 h 4449429"/>
              <a:gd name="connsiteX975-53547" fmla="*/ 5216000 w 18982931"/>
              <a:gd name="connsiteY975-53548" fmla="*/ 37042 h 4449429"/>
              <a:gd name="connsiteX976-53549" fmla="*/ 5248927 w 18982931"/>
              <a:gd name="connsiteY976-53550" fmla="*/ 69972 h 4449429"/>
              <a:gd name="connsiteX977-53551" fmla="*/ 5372409 w 18982931"/>
              <a:gd name="connsiteY977-53552" fmla="*/ 69972 h 4449429"/>
              <a:gd name="connsiteX978-53553" fmla="*/ 5434151 w 18982931"/>
              <a:gd name="connsiteY978-53554" fmla="*/ 131714 h 4449429"/>
              <a:gd name="connsiteX979-53555" fmla="*/ 5434151 w 18982931"/>
              <a:gd name="connsiteY979-53556" fmla="*/ 382788 h 4449429"/>
              <a:gd name="connsiteX980-53557" fmla="*/ 5434151 w 18982931"/>
              <a:gd name="connsiteY980-53558" fmla="*/ 683261 h 4449429"/>
              <a:gd name="connsiteX981-53559" fmla="*/ 5545282 w 18982931"/>
              <a:gd name="connsiteY981-53560" fmla="*/ 687375 h 4449429"/>
              <a:gd name="connsiteX982-53561" fmla="*/ 5545282 w 18982931"/>
              <a:gd name="connsiteY982-53562" fmla="*/ 1045471 h 4449429"/>
              <a:gd name="connsiteX983-53563" fmla="*/ 5676994 w 18982931"/>
              <a:gd name="connsiteY983-53564" fmla="*/ 1045471 h 4449429"/>
              <a:gd name="connsiteX984-53565" fmla="*/ 5685227 w 18982931"/>
              <a:gd name="connsiteY984-53566" fmla="*/ 1103096 h 4449429"/>
              <a:gd name="connsiteX985-53567" fmla="*/ 5759314 w 18982931"/>
              <a:gd name="connsiteY985-53568" fmla="*/ 1193648 h 4449429"/>
              <a:gd name="connsiteX986-53569" fmla="*/ 5759314 w 18982931"/>
              <a:gd name="connsiteY986-53570" fmla="*/ 1395331 h 4449429"/>
              <a:gd name="connsiteX987-53571" fmla="*/ 5825171 w 18982931"/>
              <a:gd name="connsiteY987-53572" fmla="*/ 1395331 h 4449429"/>
              <a:gd name="connsiteX988-53573" fmla="*/ 5903378 w 18982931"/>
              <a:gd name="connsiteY988-53574" fmla="*/ 1477653 h 4449429"/>
              <a:gd name="connsiteX989-53575" fmla="*/ 5903378 w 18982931"/>
              <a:gd name="connsiteY989-53576" fmla="*/ 1918070 h 4449429"/>
              <a:gd name="connsiteX990-53577" fmla="*/ 5936306 w 18982931"/>
              <a:gd name="connsiteY990-53578" fmla="*/ 1975695 h 4449429"/>
              <a:gd name="connsiteX991-53579" fmla="*/ 5965115 w 18982931"/>
              <a:gd name="connsiteY991-53580" fmla="*/ 1275969 h 4449429"/>
              <a:gd name="connsiteX992-53581" fmla="*/ 5969235 w 18982931"/>
              <a:gd name="connsiteY992-53582" fmla="*/ 1238922 h 4449429"/>
              <a:gd name="connsiteX993-53583" fmla="*/ 6166804 w 18982931"/>
              <a:gd name="connsiteY993-53584" fmla="*/ 1238922 h 4449429"/>
              <a:gd name="connsiteX994-53585" fmla="*/ 6216196 w 18982931"/>
              <a:gd name="connsiteY994-53586" fmla="*/ 1288315 h 4449429"/>
              <a:gd name="connsiteX995-53587" fmla="*/ 6236774 w 18982931"/>
              <a:gd name="connsiteY995-53588" fmla="*/ 1428261 h 4449429"/>
              <a:gd name="connsiteX996-53589" fmla="*/ 6273821 w 18982931"/>
              <a:gd name="connsiteY996-53590" fmla="*/ 1498235 h 4449429"/>
              <a:gd name="connsiteX997-53591" fmla="*/ 6273821 w 18982931"/>
              <a:gd name="connsiteY997-53592" fmla="*/ 2230888 h 4449429"/>
              <a:gd name="connsiteX998-53593" fmla="*/ 6277935 w 18982931"/>
              <a:gd name="connsiteY998-53594" fmla="*/ 2280280 h 4449429"/>
              <a:gd name="connsiteX999-53595" fmla="*/ 6319095 w 18982931"/>
              <a:gd name="connsiteY999-53596" fmla="*/ 2193841 h 4449429"/>
              <a:gd name="connsiteX1000-53597" fmla="*/ 6364373 w 18982931"/>
              <a:gd name="connsiteY1000-53598" fmla="*/ 2288513 h 4449429"/>
              <a:gd name="connsiteX1001-53599" fmla="*/ 6389068 w 18982931"/>
              <a:gd name="connsiteY1001-53600" fmla="*/ 2313208 h 4449429"/>
              <a:gd name="connsiteX1002-53601" fmla="*/ 6541355 w 18982931"/>
              <a:gd name="connsiteY1002-53602" fmla="*/ 2313208 h 4449429"/>
              <a:gd name="connsiteX1003-53603" fmla="*/ 6541355 w 18982931"/>
              <a:gd name="connsiteY1003-53604" fmla="*/ 2148567 h 4449429"/>
              <a:gd name="connsiteX1004-53605" fmla="*/ 6660723 w 18982931"/>
              <a:gd name="connsiteY1004-53606" fmla="*/ 2148567 h 4449429"/>
              <a:gd name="connsiteX1005-53607" fmla="*/ 6660723 w 18982931"/>
              <a:gd name="connsiteY1005-53608" fmla="*/ 2259698 h 4449429"/>
              <a:gd name="connsiteX1006-53609" fmla="*/ 6705999 w 18982931"/>
              <a:gd name="connsiteY1006-53610" fmla="*/ 2551938 h 4449429"/>
              <a:gd name="connsiteX1007-53611" fmla="*/ 6714228 w 18982931"/>
              <a:gd name="connsiteY1007-53612" fmla="*/ 2580748 h 4449429"/>
              <a:gd name="connsiteX1008-53613" fmla="*/ 6722461 w 18982931"/>
              <a:gd name="connsiteY1008-53614" fmla="*/ 2576634 h 4449429"/>
              <a:gd name="connsiteX1009-53615" fmla="*/ 6751278 w 18982931"/>
              <a:gd name="connsiteY1009-53616" fmla="*/ 2263816 h 4449429"/>
              <a:gd name="connsiteX1010-53617" fmla="*/ 6800669 w 18982931"/>
              <a:gd name="connsiteY1010-53618" fmla="*/ 2255583 h 4449429"/>
              <a:gd name="connsiteX1011-53619" fmla="*/ 6837709 w 18982931"/>
              <a:gd name="connsiteY1011-53620" fmla="*/ 2181496 h 4449429"/>
              <a:gd name="connsiteX1012-53621" fmla="*/ 6841831 w 18982931"/>
              <a:gd name="connsiteY1012-53622" fmla="*/ 2152681 h 4449429"/>
              <a:gd name="connsiteX1013-53623" fmla="*/ 6845941 w 18982931"/>
              <a:gd name="connsiteY1013-53624" fmla="*/ 2115639 h 4449429"/>
              <a:gd name="connsiteX1014-53625" fmla="*/ 6857139 w 18982931"/>
              <a:gd name="connsiteY1014-53626" fmla="*/ 2115639 h 4449429"/>
              <a:gd name="connsiteX1015-53627" fmla="*/ 6899298 w 18982931"/>
              <a:gd name="connsiteY1015-53628" fmla="*/ 2109470 h 4449429"/>
              <a:gd name="connsiteX1016-53629" fmla="*/ 6922965 w 18982931"/>
              <a:gd name="connsiteY1016-53630" fmla="*/ 2140339 h 4449429"/>
              <a:gd name="connsiteX1017-53631" fmla="*/ 7009406 w 18982931"/>
              <a:gd name="connsiteY1017-53632" fmla="*/ 2070365 h 4449429"/>
              <a:gd name="connsiteX1018-53633" fmla="*/ 7145231 w 18982931"/>
              <a:gd name="connsiteY1018-53634" fmla="*/ 2066247 h 4449429"/>
              <a:gd name="connsiteX1019-53635" fmla="*/ 7145231 w 18982931"/>
              <a:gd name="connsiteY1019-53636" fmla="*/ 1901605 h 4449429"/>
              <a:gd name="connsiteX1020-53637" fmla="*/ 7145231 w 18982931"/>
              <a:gd name="connsiteY1020-53638" fmla="*/ 1769896 h 4449429"/>
              <a:gd name="connsiteX1021-53639" fmla="*/ 7215204 w 18982931"/>
              <a:gd name="connsiteY1021-53640" fmla="*/ 1597024 h 4449429"/>
              <a:gd name="connsiteX1022-53641" fmla="*/ 7285174 w 18982931"/>
              <a:gd name="connsiteY1022-53642" fmla="*/ 1753433 h 4449429"/>
              <a:gd name="connsiteX1023-53643" fmla="*/ 7297524 w 18982931"/>
              <a:gd name="connsiteY1023-53644" fmla="*/ 2062134 h 4449429"/>
              <a:gd name="connsiteX1024-53645" fmla="*/ 7367494 w 18982931"/>
              <a:gd name="connsiteY1024-53646" fmla="*/ 2066247 h 4449429"/>
              <a:gd name="connsiteX1025-53647" fmla="*/ 7371610 w 18982931"/>
              <a:gd name="connsiteY1025-53648" fmla="*/ 2148567 h 4449429"/>
              <a:gd name="connsiteX1026-53649" fmla="*/ 7462167 w 18982931"/>
              <a:gd name="connsiteY1026-53650" fmla="*/ 2148567 h 4449429"/>
              <a:gd name="connsiteX1027-53651" fmla="*/ 7462167 w 18982931"/>
              <a:gd name="connsiteY1027-53652" fmla="*/ 2095061 h 4449429"/>
              <a:gd name="connsiteX1028-53653" fmla="*/ 7462167 w 18982931"/>
              <a:gd name="connsiteY1028-53654" fmla="*/ 1597024 h 4449429"/>
              <a:gd name="connsiteX1029-53655" fmla="*/ 7482743 w 18982931"/>
              <a:gd name="connsiteY1029-53656" fmla="*/ 1008430 h 4449429"/>
              <a:gd name="connsiteX1030-53657" fmla="*/ 7495096 w 18982931"/>
              <a:gd name="connsiteY1030-53658" fmla="*/ 921991 h 4449429"/>
              <a:gd name="connsiteX1031-53659" fmla="*/ 7536254 w 18982931"/>
              <a:gd name="connsiteY1031-53660" fmla="*/ 934341 h 4449429"/>
              <a:gd name="connsiteX1032-53661" fmla="*/ 7577416 w 18982931"/>
              <a:gd name="connsiteY1032-53662" fmla="*/ 563899 h 4449429"/>
              <a:gd name="connsiteX1033-53663" fmla="*/ 7589759 w 18982931"/>
              <a:gd name="connsiteY1033-53664" fmla="*/ 563899 h 4449429"/>
              <a:gd name="connsiteX1034-53665" fmla="*/ 7639153 w 18982931"/>
              <a:gd name="connsiteY1034-53666" fmla="*/ 975501 h 4449429"/>
              <a:gd name="connsiteX1035-53667" fmla="*/ 7655614 w 18982931"/>
              <a:gd name="connsiteY1035-53668" fmla="*/ 926109 h 4449429"/>
              <a:gd name="connsiteX1036-53669" fmla="*/ 7667968 w 18982931"/>
              <a:gd name="connsiteY1036-53670" fmla="*/ 926109 h 4449429"/>
              <a:gd name="connsiteX1037-53671" fmla="*/ 7676196 w 18982931"/>
              <a:gd name="connsiteY1037-53672" fmla="*/ 1037243 h 4449429"/>
              <a:gd name="connsiteX1038-53673" fmla="*/ 7676196 w 18982931"/>
              <a:gd name="connsiteY1038-53674" fmla="*/ 2049787 h 4449429"/>
              <a:gd name="connsiteX1039-53675" fmla="*/ 7705009 w 18982931"/>
              <a:gd name="connsiteY1039-53676" fmla="*/ 2267935 h 4449429"/>
              <a:gd name="connsiteX1040-53677" fmla="*/ 7750287 w 18982931"/>
              <a:gd name="connsiteY1040-53678" fmla="*/ 2469622 h 4449429"/>
              <a:gd name="connsiteX1041-53679" fmla="*/ 7849072 w 18982931"/>
              <a:gd name="connsiteY1041-53680" fmla="*/ 2469622 h 4449429"/>
              <a:gd name="connsiteX1042-53681" fmla="*/ 7849072 w 18982931"/>
              <a:gd name="connsiteY1042-53682" fmla="*/ 2284398 h 4449429"/>
              <a:gd name="connsiteX1043-53683" fmla="*/ 7919042 w 18982931"/>
              <a:gd name="connsiteY1043-53684" fmla="*/ 2284398 h 4449429"/>
              <a:gd name="connsiteX1044-53685" fmla="*/ 7919042 w 18982931"/>
              <a:gd name="connsiteY1044-53686" fmla="*/ 2473736 h 4449429"/>
              <a:gd name="connsiteX1045-53687" fmla="*/ 8108380 w 18982931"/>
              <a:gd name="connsiteY1045-53688" fmla="*/ 2473736 h 4449429"/>
              <a:gd name="connsiteX1046-53689" fmla="*/ 8142338 w 18982931"/>
              <a:gd name="connsiteY1046-53690" fmla="*/ 2481454 h 4449429"/>
              <a:gd name="connsiteX1047-53691" fmla="*/ 8144242 w 18982931"/>
              <a:gd name="connsiteY1047-53692" fmla="*/ 2485067 h 4449429"/>
              <a:gd name="connsiteX1048-53693" fmla="*/ 8144242 w 18982931"/>
              <a:gd name="connsiteY1048-53694" fmla="*/ 1280084 h 4449429"/>
              <a:gd name="connsiteX1049-53695" fmla="*/ 8189518 w 18982931"/>
              <a:gd name="connsiteY1049-53696" fmla="*/ 1115443 h 4449429"/>
              <a:gd name="connsiteX1050-53697" fmla="*/ 8230679 w 18982931"/>
              <a:gd name="connsiteY1050-53698" fmla="*/ 1090746 h 4449429"/>
              <a:gd name="connsiteX1051-53699" fmla="*/ 8477642 w 18982931"/>
              <a:gd name="connsiteY1051-53700" fmla="*/ 1090746 h 4449429"/>
              <a:gd name="connsiteX1052-53701" fmla="*/ 8518799 w 18982931"/>
              <a:gd name="connsiteY1052-53702" fmla="*/ 1111328 h 4449429"/>
              <a:gd name="connsiteX1053-53703" fmla="*/ 8568194 w 18982931"/>
              <a:gd name="connsiteY1053-53704" fmla="*/ 1288315 h 4449429"/>
              <a:gd name="connsiteX1054-53705" fmla="*/ 8572304 w 18982931"/>
              <a:gd name="connsiteY1054-53706" fmla="*/ 2152681 h 4449429"/>
              <a:gd name="connsiteX1055-53707" fmla="*/ 8572304 w 18982931"/>
              <a:gd name="connsiteY1055-53708" fmla="*/ 2222656 h 4449429"/>
              <a:gd name="connsiteX1056-53709" fmla="*/ 8827499 w 18982931"/>
              <a:gd name="connsiteY1056-53710" fmla="*/ 2222656 h 4449429"/>
              <a:gd name="connsiteX1057-53711" fmla="*/ 8827499 w 18982931"/>
              <a:gd name="connsiteY1057-53712" fmla="*/ 2053897 h 4449429"/>
              <a:gd name="connsiteX1058-53713" fmla="*/ 8827499 w 18982931"/>
              <a:gd name="connsiteY1058-53714" fmla="*/ 1996272 h 4449429"/>
              <a:gd name="connsiteX1059-53715" fmla="*/ 8926285 w 18982931"/>
              <a:gd name="connsiteY1059-53716" fmla="*/ 1876910 h 4449429"/>
              <a:gd name="connsiteX1060-53717" fmla="*/ 8926285 w 18982931"/>
              <a:gd name="connsiteY1060-53718" fmla="*/ 1757542 h 4449429"/>
              <a:gd name="connsiteX1061-53719" fmla="*/ 8926285 w 18982931"/>
              <a:gd name="connsiteY1061-53720" fmla="*/ 1527045 h 4449429"/>
              <a:gd name="connsiteX1062-53721" fmla="*/ 8950980 w 18982931"/>
              <a:gd name="connsiteY1062-53722" fmla="*/ 1432378 h 4449429"/>
              <a:gd name="connsiteX1063-53723" fmla="*/ 8950980 w 18982931"/>
              <a:gd name="connsiteY1063-53724" fmla="*/ 1424146 h 4449429"/>
              <a:gd name="connsiteX1064-53725" fmla="*/ 8983911 w 18982931"/>
              <a:gd name="connsiteY1064-53726" fmla="*/ 1107210 h 4449429"/>
              <a:gd name="connsiteX1065-53727" fmla="*/ 8992140 w 18982931"/>
              <a:gd name="connsiteY1065-53728" fmla="*/ 1049586 h 4449429"/>
              <a:gd name="connsiteX1066-53729" fmla="*/ 9012723 w 18982931"/>
              <a:gd name="connsiteY1066-53730" fmla="*/ 1049586 h 4449429"/>
              <a:gd name="connsiteX1067-53731" fmla="*/ 9049767 w 18982931"/>
              <a:gd name="connsiteY1067-53732" fmla="*/ 1325362 h 4449429"/>
              <a:gd name="connsiteX1068-53733" fmla="*/ 9115624 w 18982931"/>
              <a:gd name="connsiteY1068-53734" fmla="*/ 1329476 h 4449429"/>
              <a:gd name="connsiteX1069-53735" fmla="*/ 9165014 w 18982931"/>
              <a:gd name="connsiteY1069-53736" fmla="*/ 1436493 h 4449429"/>
              <a:gd name="connsiteX1070-53737" fmla="*/ 9181479 w 18982931"/>
              <a:gd name="connsiteY1070-53738" fmla="*/ 1494116 h 4449429"/>
              <a:gd name="connsiteX1071-53739" fmla="*/ 9181479 w 18982931"/>
              <a:gd name="connsiteY1071-53740" fmla="*/ 1823399 h 4449429"/>
              <a:gd name="connsiteX1072-53741" fmla="*/ 9181479 w 18982931"/>
              <a:gd name="connsiteY1072-53742" fmla="*/ 1881023 h 4449429"/>
              <a:gd name="connsiteX1073-53743" fmla="*/ 9280267 w 18982931"/>
              <a:gd name="connsiteY1073-53744" fmla="*/ 1881023 h 4449429"/>
              <a:gd name="connsiteX1074-53745" fmla="*/ 9280267 w 18982931"/>
              <a:gd name="connsiteY1074-53746" fmla="*/ 1815166 h 4449429"/>
              <a:gd name="connsiteX1075-53747" fmla="*/ 9280267 w 18982931"/>
              <a:gd name="connsiteY1075-53748" fmla="*/ 304587 h 4449429"/>
              <a:gd name="connsiteX1076-53749" fmla="*/ 9346122 w 18982931"/>
              <a:gd name="connsiteY1076-53750" fmla="*/ 238731 h 4449429"/>
              <a:gd name="connsiteX1077-53751" fmla="*/ 9453137 w 18982931"/>
              <a:gd name="connsiteY1077-53752" fmla="*/ 341628 h 4449429"/>
              <a:gd name="connsiteX1078-53753" fmla="*/ 9453137 w 18982931"/>
              <a:gd name="connsiteY1078-53754" fmla="*/ 1815166 h 4449429"/>
              <a:gd name="connsiteX1079-53755" fmla="*/ 9453137 w 18982931"/>
              <a:gd name="connsiteY1079-53756" fmla="*/ 1876910 h 4449429"/>
              <a:gd name="connsiteX1080-53757" fmla="*/ 9551919 w 18982931"/>
              <a:gd name="connsiteY1080-53758" fmla="*/ 1876910 h 4449429"/>
              <a:gd name="connsiteX1081-53759" fmla="*/ 9551919 w 18982931"/>
              <a:gd name="connsiteY1081-53760" fmla="*/ 1724614 h 4449429"/>
              <a:gd name="connsiteX1082-53761" fmla="*/ 9551919 w 18982931"/>
              <a:gd name="connsiteY1082-53762" fmla="*/ 1481771 h 4449429"/>
              <a:gd name="connsiteX1083-53763" fmla="*/ 9597198 w 18982931"/>
              <a:gd name="connsiteY1083-53764" fmla="*/ 1374754 h 4449429"/>
              <a:gd name="connsiteX1084-53765" fmla="*/ 9613662 w 18982931"/>
              <a:gd name="connsiteY1084-53766" fmla="*/ 1325362 h 4449429"/>
              <a:gd name="connsiteX1085-53767" fmla="*/ 9683632 w 18982931"/>
              <a:gd name="connsiteY1085-53768" fmla="*/ 1325362 h 4449429"/>
              <a:gd name="connsiteX1086-53769" fmla="*/ 9683632 w 18982931"/>
              <a:gd name="connsiteY1086-53770" fmla="*/ 1522931 h 4449429"/>
              <a:gd name="connsiteX1087-53771" fmla="*/ 9819464 w 18982931"/>
              <a:gd name="connsiteY1087-53772" fmla="*/ 1522931 h 4449429"/>
              <a:gd name="connsiteX1088-53773" fmla="*/ 9819464 w 18982931"/>
              <a:gd name="connsiteY1088-53774" fmla="*/ 1720501 h 4449429"/>
              <a:gd name="connsiteX1089-53775" fmla="*/ 9819464 w 18982931"/>
              <a:gd name="connsiteY1089-53776" fmla="*/ 1835749 h 4449429"/>
              <a:gd name="connsiteX1090-53777" fmla="*/ 9868856 w 18982931"/>
              <a:gd name="connsiteY1090-53778" fmla="*/ 1885142 h 4449429"/>
              <a:gd name="connsiteX1091-53779" fmla="*/ 9922361 w 18982931"/>
              <a:gd name="connsiteY1091-53780" fmla="*/ 1938648 h 4449429"/>
              <a:gd name="connsiteX1092-53781" fmla="*/ 9922361 w 18982931"/>
              <a:gd name="connsiteY1092-53782" fmla="*/ 2226770 h 4449429"/>
              <a:gd name="connsiteX1093-53783" fmla="*/ 10189906 w 18982931"/>
              <a:gd name="connsiteY1093-53784" fmla="*/ 2226770 h 4449429"/>
              <a:gd name="connsiteX1094-53785" fmla="*/ 10189906 w 18982931"/>
              <a:gd name="connsiteY1094-53786" fmla="*/ 1864559 h 4449429"/>
              <a:gd name="connsiteX1095-53787" fmla="*/ 10251644 w 18982931"/>
              <a:gd name="connsiteY1095-53788" fmla="*/ 1852213 h 4449429"/>
              <a:gd name="connsiteX1096-53789" fmla="*/ 10251644 w 18982931"/>
              <a:gd name="connsiteY1096-53790" fmla="*/ 1465306 h 4449429"/>
              <a:gd name="connsiteX1097-53791" fmla="*/ 10198137 w 18982931"/>
              <a:gd name="connsiteY1097-53792" fmla="*/ 1461188 h 4449429"/>
              <a:gd name="connsiteX1098-53793" fmla="*/ 10198137 w 18982931"/>
              <a:gd name="connsiteY1098-53794" fmla="*/ 1317129 h 4449429"/>
              <a:gd name="connsiteX1099-53795" fmla="*/ 10572694 w 18982931"/>
              <a:gd name="connsiteY1099-53796" fmla="*/ 1317129 h 4449429"/>
              <a:gd name="connsiteX1100-53797" fmla="*/ 10572694 w 18982931"/>
              <a:gd name="connsiteY1100-53798" fmla="*/ 2140336 h 4449429"/>
              <a:gd name="connsiteX1101-53799" fmla="*/ 10642669 w 18982931"/>
              <a:gd name="connsiteY1101-53800" fmla="*/ 2144449 h 4449429"/>
              <a:gd name="connsiteX1102-53801" fmla="*/ 10642669 w 18982931"/>
              <a:gd name="connsiteY1102-53802" fmla="*/ 2477849 h 4449429"/>
              <a:gd name="connsiteX1103-53803" fmla="*/ 10885512 w 18982931"/>
              <a:gd name="connsiteY1103-53804" fmla="*/ 2477849 h 4449429"/>
              <a:gd name="connsiteX1104-53805" fmla="*/ 10885512 w 18982931"/>
              <a:gd name="connsiteY1104-53806" fmla="*/ 2292626 h 4449429"/>
              <a:gd name="connsiteX1105-53807" fmla="*/ 10959601 w 18982931"/>
              <a:gd name="connsiteY1105-53808" fmla="*/ 2292626 h 4449429"/>
              <a:gd name="connsiteX1106-53809" fmla="*/ 10959601 w 18982931"/>
              <a:gd name="connsiteY1106-53810" fmla="*/ 2477849 h 4449429"/>
              <a:gd name="connsiteX1107-53811" fmla="*/ 11066618 w 18982931"/>
              <a:gd name="connsiteY1107-53812" fmla="*/ 2477849 h 4449429"/>
              <a:gd name="connsiteX1108-53813" fmla="*/ 11107778 w 18982931"/>
              <a:gd name="connsiteY1108-53814" fmla="*/ 2284395 h 4449429"/>
              <a:gd name="connsiteX1109-53815" fmla="*/ 11136593 w 18982931"/>
              <a:gd name="connsiteY1109-53816" fmla="*/ 2053897 h 4449429"/>
              <a:gd name="connsiteX1110-53817" fmla="*/ 11136593 w 18982931"/>
              <a:gd name="connsiteY1110-53818" fmla="*/ 1061936 h 4449429"/>
              <a:gd name="connsiteX1111-53819" fmla="*/ 11148938 w 18982931"/>
              <a:gd name="connsiteY1111-53820" fmla="*/ 938454 h 4449429"/>
              <a:gd name="connsiteX1112-53821" fmla="*/ 11161288 w 18982931"/>
              <a:gd name="connsiteY1112-53822" fmla="*/ 938454 h 4449429"/>
              <a:gd name="connsiteX1113-53823" fmla="*/ 11177753 w 18982931"/>
              <a:gd name="connsiteY1113-53824" fmla="*/ 983729 h 4449429"/>
              <a:gd name="connsiteX1114-53825" fmla="*/ 11231258 w 18982931"/>
              <a:gd name="connsiteY1114-53826" fmla="*/ 572126 h 4449429"/>
              <a:gd name="connsiteX1115-53827" fmla="*/ 11243610 w 18982931"/>
              <a:gd name="connsiteY1115-53828" fmla="*/ 572126 h 4449429"/>
              <a:gd name="connsiteX1116-53829" fmla="*/ 11284770 w 18982931"/>
              <a:gd name="connsiteY1116-53830" fmla="*/ 946687 h 4449429"/>
              <a:gd name="connsiteX1117-53831" fmla="*/ 11325929 w 18982931"/>
              <a:gd name="connsiteY1117-53832" fmla="*/ 934337 h 4449429"/>
              <a:gd name="connsiteX1118-53833" fmla="*/ 11342394 w 18982931"/>
              <a:gd name="connsiteY1118-53834" fmla="*/ 1061936 h 4449429"/>
              <a:gd name="connsiteX1119-53835" fmla="*/ 11342394 w 18982931"/>
              <a:gd name="connsiteY1119-53836" fmla="*/ 1300666 h 4449429"/>
              <a:gd name="connsiteX1120-53837" fmla="*/ 11358857 w 18982931"/>
              <a:gd name="connsiteY1120-53838" fmla="*/ 2132104 h 4449429"/>
              <a:gd name="connsiteX1121-53839" fmla="*/ 11362976 w 18982931"/>
              <a:gd name="connsiteY1121-53840" fmla="*/ 2165031 h 4449429"/>
              <a:gd name="connsiteX1122-53841" fmla="*/ 11453524 w 18982931"/>
              <a:gd name="connsiteY1122-53842" fmla="*/ 2165031 h 4449429"/>
              <a:gd name="connsiteX1123-53843" fmla="*/ 11457643 w 18982931"/>
              <a:gd name="connsiteY1123-53844" fmla="*/ 2082711 h 4449429"/>
              <a:gd name="connsiteX1124-53845" fmla="*/ 11535845 w 18982931"/>
              <a:gd name="connsiteY1124-53846" fmla="*/ 2078592 h 4449429"/>
              <a:gd name="connsiteX1125-53847" fmla="*/ 11535845 w 18982931"/>
              <a:gd name="connsiteY1125-53848" fmla="*/ 2004505 h 4449429"/>
              <a:gd name="connsiteX1126-53849" fmla="*/ 11548195 w 18982931"/>
              <a:gd name="connsiteY1126-53850" fmla="*/ 1736964 h 4449429"/>
              <a:gd name="connsiteX1127-53851" fmla="*/ 11609938 w 18982931"/>
              <a:gd name="connsiteY1127-53852" fmla="*/ 1609365 h 4449429"/>
              <a:gd name="connsiteX1128-53853" fmla="*/ 11688140 w 18982931"/>
              <a:gd name="connsiteY1128-53854" fmla="*/ 1765774 h 4449429"/>
              <a:gd name="connsiteX1129-53855" fmla="*/ 11688140 w 18982931"/>
              <a:gd name="connsiteY1129-53856" fmla="*/ 2082711 h 4449429"/>
              <a:gd name="connsiteX1130-53857" fmla="*/ 11910406 w 18982931"/>
              <a:gd name="connsiteY1130-53858" fmla="*/ 2148567 h 4449429"/>
              <a:gd name="connsiteX1131-53859" fmla="*/ 11988608 w 18982931"/>
              <a:gd name="connsiteY1131-53860" fmla="*/ 2119754 h 4449429"/>
              <a:gd name="connsiteX1132-53861" fmla="*/ 11991181 w 18982931"/>
              <a:gd name="connsiteY1132-53862" fmla="*/ 2153197 h 4449429"/>
              <a:gd name="connsiteX1133-53863" fmla="*/ 11993908 w 18982931"/>
              <a:gd name="connsiteY1133-53864" fmla="*/ 2158900 h 4449429"/>
              <a:gd name="connsiteX1134-53865" fmla="*/ 11993908 w 18982931"/>
              <a:gd name="connsiteY1134-53866" fmla="*/ 2156799 h 4449429"/>
              <a:gd name="connsiteX1135-53867" fmla="*/ 11998023 w 18982931"/>
              <a:gd name="connsiteY1135-53868" fmla="*/ 2115639 h 4449429"/>
              <a:gd name="connsiteX1136-53869" fmla="*/ 12010373 w 18982931"/>
              <a:gd name="connsiteY1136-53870" fmla="*/ 2115639 h 4449429"/>
              <a:gd name="connsiteX1137-53871" fmla="*/ 12014490 w 18982931"/>
              <a:gd name="connsiteY1137-53872" fmla="*/ 2185614 h 4449429"/>
              <a:gd name="connsiteX1138-53873" fmla="*/ 12055650 w 18982931"/>
              <a:gd name="connsiteY1138-53874" fmla="*/ 2259703 h 4449429"/>
              <a:gd name="connsiteX1139-53875" fmla="*/ 12109157 w 18982931"/>
              <a:gd name="connsiteY1139-53876" fmla="*/ 2267933 h 4449429"/>
              <a:gd name="connsiteX1140-53877" fmla="*/ 12137972 w 18982931"/>
              <a:gd name="connsiteY1140-53878" fmla="*/ 2580753 h 4449429"/>
              <a:gd name="connsiteX1141-53879" fmla="*/ 12150317 w 18982931"/>
              <a:gd name="connsiteY1141-53880" fmla="*/ 2580753 h 4449429"/>
              <a:gd name="connsiteX1142-53881" fmla="*/ 12179132 w 18982931"/>
              <a:gd name="connsiteY1142-53882" fmla="*/ 2411992 h 4449429"/>
              <a:gd name="connsiteX1143-53883" fmla="*/ 12207942 w 18982931"/>
              <a:gd name="connsiteY1143-53884" fmla="*/ 2160917 h 4449429"/>
              <a:gd name="connsiteX1144-53885" fmla="*/ 12216174 w 18982931"/>
              <a:gd name="connsiteY1144-53886" fmla="*/ 2152686 h 4449429"/>
              <a:gd name="connsiteX1145-53887" fmla="*/ 12331423 w 18982931"/>
              <a:gd name="connsiteY1145-53888" fmla="*/ 2152686 h 4449429"/>
              <a:gd name="connsiteX1146-53889" fmla="*/ 12331423 w 18982931"/>
              <a:gd name="connsiteY1146-53890" fmla="*/ 2317327 h 4449429"/>
              <a:gd name="connsiteX1147-53891" fmla="*/ 12496064 w 18982931"/>
              <a:gd name="connsiteY1147-53892" fmla="*/ 2313208 h 4449429"/>
              <a:gd name="connsiteX1148-53893" fmla="*/ 12557802 w 18982931"/>
              <a:gd name="connsiteY1148-53894" fmla="*/ 2210310 h 4449429"/>
              <a:gd name="connsiteX1149-53895" fmla="*/ 12566034 w 18982931"/>
              <a:gd name="connsiteY1149-53896" fmla="*/ 2206191 h 4449429"/>
              <a:gd name="connsiteX1150-53897" fmla="*/ 12598962 w 18982931"/>
              <a:gd name="connsiteY1150-53898" fmla="*/ 2267933 h 4449429"/>
              <a:gd name="connsiteX1151-53899" fmla="*/ 12607194 w 18982931"/>
              <a:gd name="connsiteY1151-53900" fmla="*/ 2263816 h 4449429"/>
              <a:gd name="connsiteX1152-53901" fmla="*/ 12607194 w 18982931"/>
              <a:gd name="connsiteY1152-53902" fmla="*/ 1461193 h 4449429"/>
              <a:gd name="connsiteX1153-53903" fmla="*/ 12677169 w 18982931"/>
              <a:gd name="connsiteY1153-53904" fmla="*/ 1230695 h 4449429"/>
              <a:gd name="connsiteX1154-53905" fmla="*/ 12920017 w 18982931"/>
              <a:gd name="connsiteY1154-53906" fmla="*/ 1230695 h 4449429"/>
              <a:gd name="connsiteX1155-53907" fmla="*/ 12948827 w 18982931"/>
              <a:gd name="connsiteY1155-53908" fmla="*/ 1490003 h 4449429"/>
              <a:gd name="connsiteX1156-53909" fmla="*/ 12948827 w 18982931"/>
              <a:gd name="connsiteY1156-53910" fmla="*/ 1909838 h 4449429"/>
              <a:gd name="connsiteX1157-53911" fmla="*/ 12948827 w 18982931"/>
              <a:gd name="connsiteY1157-53912" fmla="*/ 1975695 h 4449429"/>
              <a:gd name="connsiteX1158-53913" fmla="*/ 12969405 w 18982931"/>
              <a:gd name="connsiteY1158-53914" fmla="*/ 1979812 h 4449429"/>
              <a:gd name="connsiteX1159-53915" fmla="*/ 12989987 w 18982931"/>
              <a:gd name="connsiteY1159-53916" fmla="*/ 1913955 h 4449429"/>
              <a:gd name="connsiteX1160-53917" fmla="*/ 12989987 w 18982931"/>
              <a:gd name="connsiteY1160-53918" fmla="*/ 1469425 h 4449429"/>
              <a:gd name="connsiteX1161-53919" fmla="*/ 13064076 w 18982931"/>
              <a:gd name="connsiteY1161-53920" fmla="*/ 1395336 h 4449429"/>
              <a:gd name="connsiteX1162-53921" fmla="*/ 13146396 w 18982931"/>
              <a:gd name="connsiteY1162-53922" fmla="*/ 1395336 h 4449429"/>
              <a:gd name="connsiteX1163-53923" fmla="*/ 13146396 w 18982931"/>
              <a:gd name="connsiteY1163-53924" fmla="*/ 1111328 h 4449429"/>
              <a:gd name="connsiteX1164-53925" fmla="*/ 13216366 w 18982931"/>
              <a:gd name="connsiteY1164-53926" fmla="*/ 1103096 h 4449429"/>
              <a:gd name="connsiteX1165-53927" fmla="*/ 13228716 w 18982931"/>
              <a:gd name="connsiteY1165-53928" fmla="*/ 1041358 h 4449429"/>
              <a:gd name="connsiteX1166-53929" fmla="*/ 13368662 w 18982931"/>
              <a:gd name="connsiteY1166-53930" fmla="*/ 1041358 h 4449429"/>
              <a:gd name="connsiteX1167-53931" fmla="*/ 13368662 w 18982931"/>
              <a:gd name="connsiteY1167-53932" fmla="*/ 687379 h 4449429"/>
              <a:gd name="connsiteX1168-53933" fmla="*/ 13483911 w 18982931"/>
              <a:gd name="connsiteY1168-53934" fmla="*/ 687379 h 4449429"/>
              <a:gd name="connsiteX1169-53935" fmla="*/ 13483911 w 18982931"/>
              <a:gd name="connsiteY1169-53936" fmla="*/ 617404 h 4449429"/>
              <a:gd name="connsiteX1170-53937" fmla="*/ 13483911 w 18982931"/>
              <a:gd name="connsiteY1170-53938" fmla="*/ 131714 h 4449429"/>
              <a:gd name="connsiteX1171-53939" fmla="*/ 13541534 w 18982931"/>
              <a:gd name="connsiteY1171-53940" fmla="*/ 74089 h 4449429"/>
              <a:gd name="connsiteX1172-53941" fmla="*/ 13685593 w 18982931"/>
              <a:gd name="connsiteY1172-53942" fmla="*/ 74089 h 4449429"/>
              <a:gd name="connsiteX1173-53943" fmla="*/ 13730872 w 18982931"/>
              <a:gd name="connsiteY1173-53944" fmla="*/ 49392 h 4449429"/>
              <a:gd name="connsiteX1174-53945" fmla="*/ 13739104 w 18982931"/>
              <a:gd name="connsiteY1174-53946" fmla="*/ 0 h 4449429"/>
              <a:gd name="connsiteX0-53947" fmla="*/ 16404499 w 18982931"/>
              <a:gd name="connsiteY0-53948" fmla="*/ 4309270 h 4449429"/>
              <a:gd name="connsiteX1-53949" fmla="*/ 16404499 w 18982931"/>
              <a:gd name="connsiteY1-53950" fmla="*/ 4366104 h 4449429"/>
              <a:gd name="connsiteX2-53951" fmla="*/ 16461332 w 18982931"/>
              <a:gd name="connsiteY2-53952" fmla="*/ 4366104 h 4449429"/>
              <a:gd name="connsiteX3-53953" fmla="*/ 16461332 w 18982931"/>
              <a:gd name="connsiteY3-53954" fmla="*/ 4309270 h 4449429"/>
              <a:gd name="connsiteX4-53955" fmla="*/ 16404499 w 18982931"/>
              <a:gd name="connsiteY4-53956" fmla="*/ 4309270 h 4449429"/>
              <a:gd name="connsiteX5-53957" fmla="*/ 16292444 w 18982931"/>
              <a:gd name="connsiteY5-53958" fmla="*/ 4309270 h 4449429"/>
              <a:gd name="connsiteX6-53959" fmla="*/ 16292444 w 18982931"/>
              <a:gd name="connsiteY6-53960" fmla="*/ 4366104 h 4449429"/>
              <a:gd name="connsiteX7-53961" fmla="*/ 16349278 w 18982931"/>
              <a:gd name="connsiteY7-53962" fmla="*/ 4366104 h 4449429"/>
              <a:gd name="connsiteX8-53963" fmla="*/ 16349278 w 18982931"/>
              <a:gd name="connsiteY8-53964" fmla="*/ 4309270 h 4449429"/>
              <a:gd name="connsiteX9-53965" fmla="*/ 16292444 w 18982931"/>
              <a:gd name="connsiteY9-53966" fmla="*/ 4309270 h 4449429"/>
              <a:gd name="connsiteX10-53967" fmla="*/ 16180390 w 18982931"/>
              <a:gd name="connsiteY10-53968" fmla="*/ 4309270 h 4449429"/>
              <a:gd name="connsiteX11-53969" fmla="*/ 16180390 w 18982931"/>
              <a:gd name="connsiteY11-53970" fmla="*/ 4366104 h 4449429"/>
              <a:gd name="connsiteX12-53971" fmla="*/ 16237224 w 18982931"/>
              <a:gd name="connsiteY12-53972" fmla="*/ 4366104 h 4449429"/>
              <a:gd name="connsiteX13-53973" fmla="*/ 16237224 w 18982931"/>
              <a:gd name="connsiteY13-53974" fmla="*/ 4309270 h 4449429"/>
              <a:gd name="connsiteX14-53975" fmla="*/ 16180390 w 18982931"/>
              <a:gd name="connsiteY14-53976" fmla="*/ 4309270 h 4449429"/>
              <a:gd name="connsiteX15-53977" fmla="*/ 2813944 w 18982931"/>
              <a:gd name="connsiteY15-53978" fmla="*/ 4309269 h 4449429"/>
              <a:gd name="connsiteX16-53979" fmla="*/ 2813944 w 18982931"/>
              <a:gd name="connsiteY16-53980" fmla="*/ 4366102 h 4449429"/>
              <a:gd name="connsiteX17-53981" fmla="*/ 2870780 w 18982931"/>
              <a:gd name="connsiteY17-53982" fmla="*/ 4366102 h 4449429"/>
              <a:gd name="connsiteX18-53983" fmla="*/ 2870780 w 18982931"/>
              <a:gd name="connsiteY18-53984" fmla="*/ 4309269 h 4449429"/>
              <a:gd name="connsiteX19-53985" fmla="*/ 2813944 w 18982931"/>
              <a:gd name="connsiteY19-53986" fmla="*/ 4309269 h 4449429"/>
              <a:gd name="connsiteX20-53987" fmla="*/ 2701890 w 18982931"/>
              <a:gd name="connsiteY20-53988" fmla="*/ 4309269 h 4449429"/>
              <a:gd name="connsiteX21-53989" fmla="*/ 2701890 w 18982931"/>
              <a:gd name="connsiteY21-53990" fmla="*/ 4366102 h 4449429"/>
              <a:gd name="connsiteX22-53991" fmla="*/ 2758723 w 18982931"/>
              <a:gd name="connsiteY22-53992" fmla="*/ 4366102 h 4449429"/>
              <a:gd name="connsiteX23-53993" fmla="*/ 2758723 w 18982931"/>
              <a:gd name="connsiteY23-53994" fmla="*/ 4309269 h 4449429"/>
              <a:gd name="connsiteX24-53995" fmla="*/ 2701890 w 18982931"/>
              <a:gd name="connsiteY24-53996" fmla="*/ 4309269 h 4449429"/>
              <a:gd name="connsiteX25-53997" fmla="*/ 2589843 w 18982931"/>
              <a:gd name="connsiteY25-53998" fmla="*/ 4309269 h 4449429"/>
              <a:gd name="connsiteX26-53999" fmla="*/ 2589843 w 18982931"/>
              <a:gd name="connsiteY26-54000" fmla="*/ 4366102 h 4449429"/>
              <a:gd name="connsiteX27-54001" fmla="*/ 2646669 w 18982931"/>
              <a:gd name="connsiteY27-54002" fmla="*/ 4366102 h 4449429"/>
              <a:gd name="connsiteX28-54003" fmla="*/ 2646669 w 18982931"/>
              <a:gd name="connsiteY28-54004" fmla="*/ 4309269 h 4449429"/>
              <a:gd name="connsiteX29-54005" fmla="*/ 2589843 w 18982931"/>
              <a:gd name="connsiteY29-54006" fmla="*/ 4309269 h 4449429"/>
              <a:gd name="connsiteX30-54007" fmla="*/ 16404499 w 18982931"/>
              <a:gd name="connsiteY30-54008" fmla="*/ 4163982 h 4449429"/>
              <a:gd name="connsiteX31-54009" fmla="*/ 16404499 w 18982931"/>
              <a:gd name="connsiteY31-54010" fmla="*/ 4220816 h 4449429"/>
              <a:gd name="connsiteX32-54011" fmla="*/ 16461332 w 18982931"/>
              <a:gd name="connsiteY32-54012" fmla="*/ 4220816 h 4449429"/>
              <a:gd name="connsiteX33-54013" fmla="*/ 16461332 w 18982931"/>
              <a:gd name="connsiteY33-54014" fmla="*/ 4163982 h 4449429"/>
              <a:gd name="connsiteX34-54015" fmla="*/ 16404499 w 18982931"/>
              <a:gd name="connsiteY34-54016" fmla="*/ 4163982 h 4449429"/>
              <a:gd name="connsiteX35-54017" fmla="*/ 16292444 w 18982931"/>
              <a:gd name="connsiteY35-54018" fmla="*/ 4163982 h 4449429"/>
              <a:gd name="connsiteX36-54019" fmla="*/ 16292444 w 18982931"/>
              <a:gd name="connsiteY36-54020" fmla="*/ 4220816 h 4449429"/>
              <a:gd name="connsiteX37-54021" fmla="*/ 16349278 w 18982931"/>
              <a:gd name="connsiteY37-54022" fmla="*/ 4220816 h 4449429"/>
              <a:gd name="connsiteX38-54023" fmla="*/ 16349278 w 18982931"/>
              <a:gd name="connsiteY38-54024" fmla="*/ 4163982 h 4449429"/>
              <a:gd name="connsiteX39-54025" fmla="*/ 16292444 w 18982931"/>
              <a:gd name="connsiteY39-54026" fmla="*/ 4163982 h 4449429"/>
              <a:gd name="connsiteX40-54027" fmla="*/ 16180390 w 18982931"/>
              <a:gd name="connsiteY40-54028" fmla="*/ 4163982 h 4449429"/>
              <a:gd name="connsiteX41-54029" fmla="*/ 16180390 w 18982931"/>
              <a:gd name="connsiteY41-54030" fmla="*/ 4220816 h 4449429"/>
              <a:gd name="connsiteX42-54031" fmla="*/ 16237224 w 18982931"/>
              <a:gd name="connsiteY42-54032" fmla="*/ 4220816 h 4449429"/>
              <a:gd name="connsiteX43-54033" fmla="*/ 16237224 w 18982931"/>
              <a:gd name="connsiteY43-54034" fmla="*/ 4163982 h 4449429"/>
              <a:gd name="connsiteX44-54035" fmla="*/ 16180390 w 18982931"/>
              <a:gd name="connsiteY44-54036" fmla="*/ 4163982 h 4449429"/>
              <a:gd name="connsiteX45-54037" fmla="*/ 2813944 w 18982931"/>
              <a:gd name="connsiteY45-54038" fmla="*/ 4163981 h 4449429"/>
              <a:gd name="connsiteX46-54039" fmla="*/ 2813944 w 18982931"/>
              <a:gd name="connsiteY46-54040" fmla="*/ 4220814 h 4449429"/>
              <a:gd name="connsiteX47-54041" fmla="*/ 2870780 w 18982931"/>
              <a:gd name="connsiteY47-54042" fmla="*/ 4220814 h 4449429"/>
              <a:gd name="connsiteX48-54043" fmla="*/ 2870780 w 18982931"/>
              <a:gd name="connsiteY48-54044" fmla="*/ 4163981 h 4449429"/>
              <a:gd name="connsiteX49-54045" fmla="*/ 2813944 w 18982931"/>
              <a:gd name="connsiteY49-54046" fmla="*/ 4163981 h 4449429"/>
              <a:gd name="connsiteX50-54047" fmla="*/ 2701890 w 18982931"/>
              <a:gd name="connsiteY50-54048" fmla="*/ 4163981 h 4449429"/>
              <a:gd name="connsiteX51-54049" fmla="*/ 2701890 w 18982931"/>
              <a:gd name="connsiteY51-54050" fmla="*/ 4220814 h 4449429"/>
              <a:gd name="connsiteX52-54051" fmla="*/ 2758723 w 18982931"/>
              <a:gd name="connsiteY52-54052" fmla="*/ 4220814 h 4449429"/>
              <a:gd name="connsiteX53-54053" fmla="*/ 2758723 w 18982931"/>
              <a:gd name="connsiteY53-54054" fmla="*/ 4163981 h 4449429"/>
              <a:gd name="connsiteX54-54055" fmla="*/ 2701890 w 18982931"/>
              <a:gd name="connsiteY54-54056" fmla="*/ 4163981 h 4449429"/>
              <a:gd name="connsiteX55-54057" fmla="*/ 2589843 w 18982931"/>
              <a:gd name="connsiteY55-54058" fmla="*/ 4163981 h 4449429"/>
              <a:gd name="connsiteX56-54059" fmla="*/ 2589843 w 18982931"/>
              <a:gd name="connsiteY56-54060" fmla="*/ 4220814 h 4449429"/>
              <a:gd name="connsiteX57-54061" fmla="*/ 2646669 w 18982931"/>
              <a:gd name="connsiteY57-54062" fmla="*/ 4220814 h 4449429"/>
              <a:gd name="connsiteX58-54063" fmla="*/ 2646669 w 18982931"/>
              <a:gd name="connsiteY58-54064" fmla="*/ 4163981 h 4449429"/>
              <a:gd name="connsiteX59-54065" fmla="*/ 2589843 w 18982931"/>
              <a:gd name="connsiteY59-54066" fmla="*/ 4163981 h 4449429"/>
              <a:gd name="connsiteX60-54067" fmla="*/ 9851983 w 18982931"/>
              <a:gd name="connsiteY60-54068" fmla="*/ 4073253 h 4449429"/>
              <a:gd name="connsiteX61-54069" fmla="*/ 9851983 w 18982931"/>
              <a:gd name="connsiteY61-54070" fmla="*/ 4282100 h 4449429"/>
              <a:gd name="connsiteX62-54071" fmla="*/ 9897683 w 18982931"/>
              <a:gd name="connsiteY62-54072" fmla="*/ 4282100 h 4449429"/>
              <a:gd name="connsiteX63-54073" fmla="*/ 9897683 w 18982931"/>
              <a:gd name="connsiteY63-54074" fmla="*/ 4073253 h 4449429"/>
              <a:gd name="connsiteX64-54075" fmla="*/ 9851983 w 18982931"/>
              <a:gd name="connsiteY64-54076" fmla="*/ 4073253 h 4449429"/>
              <a:gd name="connsiteX65-54077" fmla="*/ 9760354 w 18982931"/>
              <a:gd name="connsiteY65-54078" fmla="*/ 4073253 h 4449429"/>
              <a:gd name="connsiteX66-54079" fmla="*/ 9760354 w 18982931"/>
              <a:gd name="connsiteY66-54080" fmla="*/ 4282100 h 4449429"/>
              <a:gd name="connsiteX67-54081" fmla="*/ 9806054 w 18982931"/>
              <a:gd name="connsiteY67-54082" fmla="*/ 4282100 h 4449429"/>
              <a:gd name="connsiteX68-54083" fmla="*/ 9806054 w 18982931"/>
              <a:gd name="connsiteY68-54084" fmla="*/ 4073253 h 4449429"/>
              <a:gd name="connsiteX69-54085" fmla="*/ 9760354 w 18982931"/>
              <a:gd name="connsiteY69-54086" fmla="*/ 4073253 h 4449429"/>
              <a:gd name="connsiteX70-54087" fmla="*/ 9668723 w 18982931"/>
              <a:gd name="connsiteY70-54088" fmla="*/ 4073253 h 4449429"/>
              <a:gd name="connsiteX71-54089" fmla="*/ 9668723 w 18982931"/>
              <a:gd name="connsiteY71-54090" fmla="*/ 4282100 h 4449429"/>
              <a:gd name="connsiteX72-54091" fmla="*/ 9714423 w 18982931"/>
              <a:gd name="connsiteY72-54092" fmla="*/ 4282100 h 4449429"/>
              <a:gd name="connsiteX73-54093" fmla="*/ 9714423 w 18982931"/>
              <a:gd name="connsiteY73-54094" fmla="*/ 4073253 h 4449429"/>
              <a:gd name="connsiteX74-54095" fmla="*/ 9668723 w 18982931"/>
              <a:gd name="connsiteY74-54096" fmla="*/ 4073253 h 4449429"/>
              <a:gd name="connsiteX75-54097" fmla="*/ 9577094 w 18982931"/>
              <a:gd name="connsiteY75-54098" fmla="*/ 4073253 h 4449429"/>
              <a:gd name="connsiteX76-54099" fmla="*/ 9577094 w 18982931"/>
              <a:gd name="connsiteY76-54100" fmla="*/ 4282100 h 4449429"/>
              <a:gd name="connsiteX77-54101" fmla="*/ 9622794 w 18982931"/>
              <a:gd name="connsiteY77-54102" fmla="*/ 4282100 h 4449429"/>
              <a:gd name="connsiteX78-54103" fmla="*/ 9622794 w 18982931"/>
              <a:gd name="connsiteY78-54104" fmla="*/ 4073253 h 4449429"/>
              <a:gd name="connsiteX79-54105" fmla="*/ 9577094 w 18982931"/>
              <a:gd name="connsiteY79-54106" fmla="*/ 4073253 h 4449429"/>
              <a:gd name="connsiteX80-54107" fmla="*/ 9485470 w 18982931"/>
              <a:gd name="connsiteY80-54108" fmla="*/ 4073253 h 4449429"/>
              <a:gd name="connsiteX81-54109" fmla="*/ 9485470 w 18982931"/>
              <a:gd name="connsiteY81-54110" fmla="*/ 4282100 h 4449429"/>
              <a:gd name="connsiteX82-54111" fmla="*/ 9531165 w 18982931"/>
              <a:gd name="connsiteY82-54112" fmla="*/ 4282100 h 4449429"/>
              <a:gd name="connsiteX83-54113" fmla="*/ 9531165 w 18982931"/>
              <a:gd name="connsiteY83-54114" fmla="*/ 4073253 h 4449429"/>
              <a:gd name="connsiteX84-54115" fmla="*/ 9485470 w 18982931"/>
              <a:gd name="connsiteY84-54116" fmla="*/ 4073253 h 4449429"/>
              <a:gd name="connsiteX85-54117" fmla="*/ 9393836 w 18982931"/>
              <a:gd name="connsiteY85-54118" fmla="*/ 4073253 h 4449429"/>
              <a:gd name="connsiteX86-54119" fmla="*/ 9393836 w 18982931"/>
              <a:gd name="connsiteY86-54120" fmla="*/ 4282100 h 4449429"/>
              <a:gd name="connsiteX87-54121" fmla="*/ 9439536 w 18982931"/>
              <a:gd name="connsiteY87-54122" fmla="*/ 4282100 h 4449429"/>
              <a:gd name="connsiteX88-54123" fmla="*/ 9439536 w 18982931"/>
              <a:gd name="connsiteY88-54124" fmla="*/ 4073253 h 4449429"/>
              <a:gd name="connsiteX89-54125" fmla="*/ 9393836 w 18982931"/>
              <a:gd name="connsiteY89-54126" fmla="*/ 4073253 h 4449429"/>
              <a:gd name="connsiteX90-54127" fmla="*/ 9302203 w 18982931"/>
              <a:gd name="connsiteY90-54128" fmla="*/ 4073253 h 4449429"/>
              <a:gd name="connsiteX91-54129" fmla="*/ 9302203 w 18982931"/>
              <a:gd name="connsiteY91-54130" fmla="*/ 4282100 h 4449429"/>
              <a:gd name="connsiteX92-54131" fmla="*/ 9347904 w 18982931"/>
              <a:gd name="connsiteY92-54132" fmla="*/ 4282100 h 4449429"/>
              <a:gd name="connsiteX93-54133" fmla="*/ 9347904 w 18982931"/>
              <a:gd name="connsiteY93-54134" fmla="*/ 4073253 h 4449429"/>
              <a:gd name="connsiteX94-54135" fmla="*/ 9302203 w 18982931"/>
              <a:gd name="connsiteY94-54136" fmla="*/ 4073253 h 4449429"/>
              <a:gd name="connsiteX95-54137" fmla="*/ 16404499 w 18982931"/>
              <a:gd name="connsiteY95-54138" fmla="*/ 4018694 h 4449429"/>
              <a:gd name="connsiteX96-54139" fmla="*/ 16404499 w 18982931"/>
              <a:gd name="connsiteY96-54140" fmla="*/ 4075528 h 4449429"/>
              <a:gd name="connsiteX97-54141" fmla="*/ 16461332 w 18982931"/>
              <a:gd name="connsiteY97-54142" fmla="*/ 4075528 h 4449429"/>
              <a:gd name="connsiteX98-54143" fmla="*/ 16461332 w 18982931"/>
              <a:gd name="connsiteY98-54144" fmla="*/ 4018694 h 4449429"/>
              <a:gd name="connsiteX99-54145" fmla="*/ 16404499 w 18982931"/>
              <a:gd name="connsiteY99-54146" fmla="*/ 4018694 h 4449429"/>
              <a:gd name="connsiteX100-54147" fmla="*/ 16292444 w 18982931"/>
              <a:gd name="connsiteY100-54148" fmla="*/ 4018694 h 4449429"/>
              <a:gd name="connsiteX101-54149" fmla="*/ 16292444 w 18982931"/>
              <a:gd name="connsiteY101-54150" fmla="*/ 4075528 h 4449429"/>
              <a:gd name="connsiteX102-54151" fmla="*/ 16349278 w 18982931"/>
              <a:gd name="connsiteY102-54152" fmla="*/ 4075528 h 4449429"/>
              <a:gd name="connsiteX103-54153" fmla="*/ 16349278 w 18982931"/>
              <a:gd name="connsiteY103-54154" fmla="*/ 4018694 h 4449429"/>
              <a:gd name="connsiteX104-54155" fmla="*/ 16292444 w 18982931"/>
              <a:gd name="connsiteY104-54156" fmla="*/ 4018694 h 4449429"/>
              <a:gd name="connsiteX105-54157" fmla="*/ 16180390 w 18982931"/>
              <a:gd name="connsiteY105-54158" fmla="*/ 4018694 h 4449429"/>
              <a:gd name="connsiteX106-54159" fmla="*/ 16180390 w 18982931"/>
              <a:gd name="connsiteY106-54160" fmla="*/ 4075528 h 4449429"/>
              <a:gd name="connsiteX107-54161" fmla="*/ 16237224 w 18982931"/>
              <a:gd name="connsiteY107-54162" fmla="*/ 4075528 h 4449429"/>
              <a:gd name="connsiteX108-54163" fmla="*/ 16237224 w 18982931"/>
              <a:gd name="connsiteY108-54164" fmla="*/ 4018694 h 4449429"/>
              <a:gd name="connsiteX109-54165" fmla="*/ 16180390 w 18982931"/>
              <a:gd name="connsiteY109-54166" fmla="*/ 4018694 h 4449429"/>
              <a:gd name="connsiteX110-54167" fmla="*/ 2813944 w 18982931"/>
              <a:gd name="connsiteY110-54168" fmla="*/ 4018692 h 4449429"/>
              <a:gd name="connsiteX111-54169" fmla="*/ 2813944 w 18982931"/>
              <a:gd name="connsiteY111-54170" fmla="*/ 4075526 h 4449429"/>
              <a:gd name="connsiteX112-54171" fmla="*/ 2870780 w 18982931"/>
              <a:gd name="connsiteY112-54172" fmla="*/ 4075526 h 4449429"/>
              <a:gd name="connsiteX113-54173" fmla="*/ 2870780 w 18982931"/>
              <a:gd name="connsiteY113-54174" fmla="*/ 4018692 h 4449429"/>
              <a:gd name="connsiteX114-54175" fmla="*/ 2813944 w 18982931"/>
              <a:gd name="connsiteY114-54176" fmla="*/ 4018692 h 4449429"/>
              <a:gd name="connsiteX115-54177" fmla="*/ 2701890 w 18982931"/>
              <a:gd name="connsiteY115-54178" fmla="*/ 4018692 h 4449429"/>
              <a:gd name="connsiteX116-54179" fmla="*/ 2701890 w 18982931"/>
              <a:gd name="connsiteY116-54180" fmla="*/ 4075526 h 4449429"/>
              <a:gd name="connsiteX117-54181" fmla="*/ 2758723 w 18982931"/>
              <a:gd name="connsiteY117-54182" fmla="*/ 4075526 h 4449429"/>
              <a:gd name="connsiteX118-54183" fmla="*/ 2758723 w 18982931"/>
              <a:gd name="connsiteY118-54184" fmla="*/ 4018692 h 4449429"/>
              <a:gd name="connsiteX119-54185" fmla="*/ 2701890 w 18982931"/>
              <a:gd name="connsiteY119-54186" fmla="*/ 4018692 h 4449429"/>
              <a:gd name="connsiteX120-54187" fmla="*/ 2589843 w 18982931"/>
              <a:gd name="connsiteY120-54188" fmla="*/ 4018692 h 4449429"/>
              <a:gd name="connsiteX121-54189" fmla="*/ 2589843 w 18982931"/>
              <a:gd name="connsiteY121-54190" fmla="*/ 4075526 h 4449429"/>
              <a:gd name="connsiteX122-54191" fmla="*/ 2646669 w 18982931"/>
              <a:gd name="connsiteY122-54192" fmla="*/ 4075526 h 4449429"/>
              <a:gd name="connsiteX123-54193" fmla="*/ 2646669 w 18982931"/>
              <a:gd name="connsiteY123-54194" fmla="*/ 4018692 h 4449429"/>
              <a:gd name="connsiteX124-54195" fmla="*/ 2589843 w 18982931"/>
              <a:gd name="connsiteY124-54196" fmla="*/ 4018692 h 4449429"/>
              <a:gd name="connsiteX125-54197" fmla="*/ 16404499 w 18982931"/>
              <a:gd name="connsiteY125-54198" fmla="*/ 3873406 h 4449429"/>
              <a:gd name="connsiteX126-54199" fmla="*/ 16404499 w 18982931"/>
              <a:gd name="connsiteY126-54200" fmla="*/ 3930240 h 4449429"/>
              <a:gd name="connsiteX127-54201" fmla="*/ 16461332 w 18982931"/>
              <a:gd name="connsiteY127-54202" fmla="*/ 3930240 h 4449429"/>
              <a:gd name="connsiteX128-54203" fmla="*/ 16461332 w 18982931"/>
              <a:gd name="connsiteY128-54204" fmla="*/ 3873406 h 4449429"/>
              <a:gd name="connsiteX129-54205" fmla="*/ 16404499 w 18982931"/>
              <a:gd name="connsiteY129-54206" fmla="*/ 3873406 h 4449429"/>
              <a:gd name="connsiteX130-54207" fmla="*/ 16292444 w 18982931"/>
              <a:gd name="connsiteY130-54208" fmla="*/ 3873406 h 4449429"/>
              <a:gd name="connsiteX131-54209" fmla="*/ 16292444 w 18982931"/>
              <a:gd name="connsiteY131-54210" fmla="*/ 3930240 h 4449429"/>
              <a:gd name="connsiteX132-54211" fmla="*/ 16349278 w 18982931"/>
              <a:gd name="connsiteY132-54212" fmla="*/ 3930240 h 4449429"/>
              <a:gd name="connsiteX133-54213" fmla="*/ 16349278 w 18982931"/>
              <a:gd name="connsiteY133-54214" fmla="*/ 3873406 h 4449429"/>
              <a:gd name="connsiteX134-54215" fmla="*/ 16292444 w 18982931"/>
              <a:gd name="connsiteY134-54216" fmla="*/ 3873406 h 4449429"/>
              <a:gd name="connsiteX135-54217" fmla="*/ 16180390 w 18982931"/>
              <a:gd name="connsiteY135-54218" fmla="*/ 3873406 h 4449429"/>
              <a:gd name="connsiteX136-54219" fmla="*/ 16180390 w 18982931"/>
              <a:gd name="connsiteY136-54220" fmla="*/ 3930240 h 4449429"/>
              <a:gd name="connsiteX137-54221" fmla="*/ 16237224 w 18982931"/>
              <a:gd name="connsiteY137-54222" fmla="*/ 3930240 h 4449429"/>
              <a:gd name="connsiteX138-54223" fmla="*/ 16237224 w 18982931"/>
              <a:gd name="connsiteY138-54224" fmla="*/ 3873406 h 4449429"/>
              <a:gd name="connsiteX139-54225" fmla="*/ 16180390 w 18982931"/>
              <a:gd name="connsiteY139-54226" fmla="*/ 3873406 h 4449429"/>
              <a:gd name="connsiteX140-54227" fmla="*/ 2813944 w 18982931"/>
              <a:gd name="connsiteY140-54228" fmla="*/ 3873404 h 4449429"/>
              <a:gd name="connsiteX141-54229" fmla="*/ 2813944 w 18982931"/>
              <a:gd name="connsiteY141-54230" fmla="*/ 3930238 h 4449429"/>
              <a:gd name="connsiteX142-54231" fmla="*/ 2870780 w 18982931"/>
              <a:gd name="connsiteY142-54232" fmla="*/ 3930238 h 4449429"/>
              <a:gd name="connsiteX143-54233" fmla="*/ 2870780 w 18982931"/>
              <a:gd name="connsiteY143-54234" fmla="*/ 3873404 h 4449429"/>
              <a:gd name="connsiteX144-54235" fmla="*/ 2813944 w 18982931"/>
              <a:gd name="connsiteY144-54236" fmla="*/ 3873404 h 4449429"/>
              <a:gd name="connsiteX145-54237" fmla="*/ 2701890 w 18982931"/>
              <a:gd name="connsiteY145-54238" fmla="*/ 3873404 h 4449429"/>
              <a:gd name="connsiteX146-54239" fmla="*/ 2701890 w 18982931"/>
              <a:gd name="connsiteY146-54240" fmla="*/ 3930238 h 4449429"/>
              <a:gd name="connsiteX147-54241" fmla="*/ 2758723 w 18982931"/>
              <a:gd name="connsiteY147-54242" fmla="*/ 3930238 h 4449429"/>
              <a:gd name="connsiteX148-54243" fmla="*/ 2758723 w 18982931"/>
              <a:gd name="connsiteY148-54244" fmla="*/ 3873404 h 4449429"/>
              <a:gd name="connsiteX149-54245" fmla="*/ 2701890 w 18982931"/>
              <a:gd name="connsiteY149-54246" fmla="*/ 3873404 h 4449429"/>
              <a:gd name="connsiteX150-54247" fmla="*/ 2589843 w 18982931"/>
              <a:gd name="connsiteY150-54248" fmla="*/ 3873404 h 4449429"/>
              <a:gd name="connsiteX151-54249" fmla="*/ 2589843 w 18982931"/>
              <a:gd name="connsiteY151-54250" fmla="*/ 3930238 h 4449429"/>
              <a:gd name="connsiteX152-54251" fmla="*/ 2646669 w 18982931"/>
              <a:gd name="connsiteY152-54252" fmla="*/ 3930238 h 4449429"/>
              <a:gd name="connsiteX153-54253" fmla="*/ 2646669 w 18982931"/>
              <a:gd name="connsiteY153-54254" fmla="*/ 3873404 h 4449429"/>
              <a:gd name="connsiteX154-54255" fmla="*/ 2589843 w 18982931"/>
              <a:gd name="connsiteY154-54256" fmla="*/ 3873404 h 4449429"/>
              <a:gd name="connsiteX155-54257" fmla="*/ 17351339 w 18982931"/>
              <a:gd name="connsiteY155-54258" fmla="*/ 3769299 h 4449429"/>
              <a:gd name="connsiteX156-54259" fmla="*/ 17351339 w 18982931"/>
              <a:gd name="connsiteY156-54260" fmla="*/ 3815000 h 4449429"/>
              <a:gd name="connsiteX157-54261" fmla="*/ 17560187 w 18982931"/>
              <a:gd name="connsiteY157-54262" fmla="*/ 3815000 h 4449429"/>
              <a:gd name="connsiteX158-54263" fmla="*/ 17560187 w 18982931"/>
              <a:gd name="connsiteY158-54264" fmla="*/ 3769299 h 4449429"/>
              <a:gd name="connsiteX159-54265" fmla="*/ 17351339 w 18982931"/>
              <a:gd name="connsiteY159-54266" fmla="*/ 3769299 h 4449429"/>
              <a:gd name="connsiteX160-54267" fmla="*/ 16404499 w 18982931"/>
              <a:gd name="connsiteY160-54268" fmla="*/ 3728118 h 4449429"/>
              <a:gd name="connsiteX161-54269" fmla="*/ 16404499 w 18982931"/>
              <a:gd name="connsiteY161-54270" fmla="*/ 3784951 h 4449429"/>
              <a:gd name="connsiteX162-54271" fmla="*/ 16461332 w 18982931"/>
              <a:gd name="connsiteY162-54272" fmla="*/ 3784951 h 4449429"/>
              <a:gd name="connsiteX163-54273" fmla="*/ 16461332 w 18982931"/>
              <a:gd name="connsiteY163-54274" fmla="*/ 3728118 h 4449429"/>
              <a:gd name="connsiteX164-54275" fmla="*/ 16404499 w 18982931"/>
              <a:gd name="connsiteY164-54276" fmla="*/ 3728118 h 4449429"/>
              <a:gd name="connsiteX165-54277" fmla="*/ 16292444 w 18982931"/>
              <a:gd name="connsiteY165-54278" fmla="*/ 3728118 h 4449429"/>
              <a:gd name="connsiteX166-54279" fmla="*/ 16292444 w 18982931"/>
              <a:gd name="connsiteY166-54280" fmla="*/ 3784951 h 4449429"/>
              <a:gd name="connsiteX167-54281" fmla="*/ 16349278 w 18982931"/>
              <a:gd name="connsiteY167-54282" fmla="*/ 3784951 h 4449429"/>
              <a:gd name="connsiteX168-54283" fmla="*/ 16349278 w 18982931"/>
              <a:gd name="connsiteY168-54284" fmla="*/ 3728118 h 4449429"/>
              <a:gd name="connsiteX169-54285" fmla="*/ 16292444 w 18982931"/>
              <a:gd name="connsiteY169-54286" fmla="*/ 3728118 h 4449429"/>
              <a:gd name="connsiteX170-54287" fmla="*/ 16180390 w 18982931"/>
              <a:gd name="connsiteY170-54288" fmla="*/ 3728118 h 4449429"/>
              <a:gd name="connsiteX171-54289" fmla="*/ 16180390 w 18982931"/>
              <a:gd name="connsiteY171-54290" fmla="*/ 3784951 h 4449429"/>
              <a:gd name="connsiteX172-54291" fmla="*/ 16237224 w 18982931"/>
              <a:gd name="connsiteY172-54292" fmla="*/ 3784951 h 4449429"/>
              <a:gd name="connsiteX173-54293" fmla="*/ 16237224 w 18982931"/>
              <a:gd name="connsiteY173-54294" fmla="*/ 3728118 h 4449429"/>
              <a:gd name="connsiteX174-54295" fmla="*/ 16180390 w 18982931"/>
              <a:gd name="connsiteY174-54296" fmla="*/ 3728118 h 4449429"/>
              <a:gd name="connsiteX175-54297" fmla="*/ 2813944 w 18982931"/>
              <a:gd name="connsiteY175-54298" fmla="*/ 3728116 h 4449429"/>
              <a:gd name="connsiteX176-54299" fmla="*/ 2813944 w 18982931"/>
              <a:gd name="connsiteY176-54300" fmla="*/ 3784950 h 4449429"/>
              <a:gd name="connsiteX177-54301" fmla="*/ 2870780 w 18982931"/>
              <a:gd name="connsiteY177-54302" fmla="*/ 3784950 h 4449429"/>
              <a:gd name="connsiteX178-54303" fmla="*/ 2870780 w 18982931"/>
              <a:gd name="connsiteY178-54304" fmla="*/ 3728116 h 4449429"/>
              <a:gd name="connsiteX179-54305" fmla="*/ 2813944 w 18982931"/>
              <a:gd name="connsiteY179-54306" fmla="*/ 3728116 h 4449429"/>
              <a:gd name="connsiteX180-54307" fmla="*/ 2701891 w 18982931"/>
              <a:gd name="connsiteY180-54308" fmla="*/ 3728116 h 4449429"/>
              <a:gd name="connsiteX181-54309" fmla="*/ 2701891 w 18982931"/>
              <a:gd name="connsiteY181-54310" fmla="*/ 3784950 h 4449429"/>
              <a:gd name="connsiteX182-54311" fmla="*/ 2758730 w 18982931"/>
              <a:gd name="connsiteY182-54312" fmla="*/ 3784950 h 4449429"/>
              <a:gd name="connsiteX183-54313" fmla="*/ 2758730 w 18982931"/>
              <a:gd name="connsiteY183-54314" fmla="*/ 3728116 h 4449429"/>
              <a:gd name="connsiteX184-54315" fmla="*/ 2701891 w 18982931"/>
              <a:gd name="connsiteY184-54316" fmla="*/ 3728116 h 4449429"/>
              <a:gd name="connsiteX185-54317" fmla="*/ 2589845 w 18982931"/>
              <a:gd name="connsiteY185-54318" fmla="*/ 3728116 h 4449429"/>
              <a:gd name="connsiteX186-54319" fmla="*/ 2589845 w 18982931"/>
              <a:gd name="connsiteY186-54320" fmla="*/ 3784950 h 4449429"/>
              <a:gd name="connsiteX187-54321" fmla="*/ 2646671 w 18982931"/>
              <a:gd name="connsiteY187-54322" fmla="*/ 3784950 h 4449429"/>
              <a:gd name="connsiteX188-54323" fmla="*/ 2646671 w 18982931"/>
              <a:gd name="connsiteY188-54324" fmla="*/ 3728116 h 4449429"/>
              <a:gd name="connsiteX189-54325" fmla="*/ 2589845 w 18982931"/>
              <a:gd name="connsiteY189-54326" fmla="*/ 3728116 h 4449429"/>
              <a:gd name="connsiteX190-54327" fmla="*/ 17351339 w 18982931"/>
              <a:gd name="connsiteY190-54328" fmla="*/ 3677667 h 4449429"/>
              <a:gd name="connsiteX191-54329" fmla="*/ 17351339 w 18982931"/>
              <a:gd name="connsiteY191-54330" fmla="*/ 3723368 h 4449429"/>
              <a:gd name="connsiteX192-54331" fmla="*/ 17560187 w 18982931"/>
              <a:gd name="connsiteY192-54332" fmla="*/ 3723368 h 4449429"/>
              <a:gd name="connsiteX193-54333" fmla="*/ 17560187 w 18982931"/>
              <a:gd name="connsiteY193-54334" fmla="*/ 3677667 h 4449429"/>
              <a:gd name="connsiteX194-54335" fmla="*/ 17351339 w 18982931"/>
              <a:gd name="connsiteY194-54336" fmla="*/ 3677667 h 4449429"/>
              <a:gd name="connsiteX195-54337" fmla="*/ 12612246 w 18982931"/>
              <a:gd name="connsiteY195-54338" fmla="*/ 3645952 h 4449429"/>
              <a:gd name="connsiteX196-54339" fmla="*/ 12612246 w 18982931"/>
              <a:gd name="connsiteY196-54340" fmla="*/ 3702785 h 4449429"/>
              <a:gd name="connsiteX197-54341" fmla="*/ 12669079 w 18982931"/>
              <a:gd name="connsiteY197-54342" fmla="*/ 3702785 h 4449429"/>
              <a:gd name="connsiteX198-54343" fmla="*/ 12669079 w 18982931"/>
              <a:gd name="connsiteY198-54344" fmla="*/ 3645952 h 4449429"/>
              <a:gd name="connsiteX199-54345" fmla="*/ 12612246 w 18982931"/>
              <a:gd name="connsiteY199-54346" fmla="*/ 3645952 h 4449429"/>
              <a:gd name="connsiteX200-54347" fmla="*/ 12500191 w 18982931"/>
              <a:gd name="connsiteY200-54348" fmla="*/ 3645952 h 4449429"/>
              <a:gd name="connsiteX201-54349" fmla="*/ 12500191 w 18982931"/>
              <a:gd name="connsiteY201-54350" fmla="*/ 3702785 h 4449429"/>
              <a:gd name="connsiteX202-54351" fmla="*/ 12557025 w 18982931"/>
              <a:gd name="connsiteY202-54352" fmla="*/ 3702785 h 4449429"/>
              <a:gd name="connsiteX203-54353" fmla="*/ 12557025 w 18982931"/>
              <a:gd name="connsiteY203-54354" fmla="*/ 3645952 h 4449429"/>
              <a:gd name="connsiteX204-54355" fmla="*/ 12500191 w 18982931"/>
              <a:gd name="connsiteY204-54356" fmla="*/ 3645952 h 4449429"/>
              <a:gd name="connsiteX205-54357" fmla="*/ 12388137 w 18982931"/>
              <a:gd name="connsiteY205-54358" fmla="*/ 3645952 h 4449429"/>
              <a:gd name="connsiteX206-54359" fmla="*/ 12388137 w 18982931"/>
              <a:gd name="connsiteY206-54360" fmla="*/ 3702785 h 4449429"/>
              <a:gd name="connsiteX207-54361" fmla="*/ 12444971 w 18982931"/>
              <a:gd name="connsiteY207-54362" fmla="*/ 3702785 h 4449429"/>
              <a:gd name="connsiteX208-54363" fmla="*/ 12444971 w 18982931"/>
              <a:gd name="connsiteY208-54364" fmla="*/ 3645952 h 4449429"/>
              <a:gd name="connsiteX209-54365" fmla="*/ 12388137 w 18982931"/>
              <a:gd name="connsiteY209-54366" fmla="*/ 3645952 h 4449429"/>
              <a:gd name="connsiteX210-54367" fmla="*/ 17351339 w 18982931"/>
              <a:gd name="connsiteY210-54368" fmla="*/ 3586038 h 4449429"/>
              <a:gd name="connsiteX211-54369" fmla="*/ 17351339 w 18982931"/>
              <a:gd name="connsiteY211-54370" fmla="*/ 3631739 h 4449429"/>
              <a:gd name="connsiteX212-54371" fmla="*/ 17560187 w 18982931"/>
              <a:gd name="connsiteY212-54372" fmla="*/ 3631739 h 4449429"/>
              <a:gd name="connsiteX213-54373" fmla="*/ 17560187 w 18982931"/>
              <a:gd name="connsiteY213-54374" fmla="*/ 3586038 h 4449429"/>
              <a:gd name="connsiteX214-54375" fmla="*/ 17351339 w 18982931"/>
              <a:gd name="connsiteY214-54376" fmla="*/ 3586038 h 4449429"/>
              <a:gd name="connsiteX215-54377" fmla="*/ 16404499 w 18982931"/>
              <a:gd name="connsiteY215-54378" fmla="*/ 3582830 h 4449429"/>
              <a:gd name="connsiteX216-54379" fmla="*/ 16404499 w 18982931"/>
              <a:gd name="connsiteY216-54380" fmla="*/ 3639663 h 4449429"/>
              <a:gd name="connsiteX217-54381" fmla="*/ 16461332 w 18982931"/>
              <a:gd name="connsiteY217-54382" fmla="*/ 3639663 h 4449429"/>
              <a:gd name="connsiteX218-54383" fmla="*/ 16461332 w 18982931"/>
              <a:gd name="connsiteY218-54384" fmla="*/ 3582830 h 4449429"/>
              <a:gd name="connsiteX219-54385" fmla="*/ 16404499 w 18982931"/>
              <a:gd name="connsiteY219-54386" fmla="*/ 3582830 h 4449429"/>
              <a:gd name="connsiteX220-54387" fmla="*/ 16292444 w 18982931"/>
              <a:gd name="connsiteY220-54388" fmla="*/ 3582830 h 4449429"/>
              <a:gd name="connsiteX221-54389" fmla="*/ 16292444 w 18982931"/>
              <a:gd name="connsiteY221-54390" fmla="*/ 3639663 h 4449429"/>
              <a:gd name="connsiteX222-54391" fmla="*/ 16349278 w 18982931"/>
              <a:gd name="connsiteY222-54392" fmla="*/ 3639663 h 4449429"/>
              <a:gd name="connsiteX223-54393" fmla="*/ 16349278 w 18982931"/>
              <a:gd name="connsiteY223-54394" fmla="*/ 3582830 h 4449429"/>
              <a:gd name="connsiteX224-54395" fmla="*/ 16292444 w 18982931"/>
              <a:gd name="connsiteY224-54396" fmla="*/ 3582830 h 4449429"/>
              <a:gd name="connsiteX225-54397" fmla="*/ 16180390 w 18982931"/>
              <a:gd name="connsiteY225-54398" fmla="*/ 3582830 h 4449429"/>
              <a:gd name="connsiteX226-54399" fmla="*/ 16180390 w 18982931"/>
              <a:gd name="connsiteY226-54400" fmla="*/ 3639663 h 4449429"/>
              <a:gd name="connsiteX227-54401" fmla="*/ 16237224 w 18982931"/>
              <a:gd name="connsiteY227-54402" fmla="*/ 3639663 h 4449429"/>
              <a:gd name="connsiteX228-54403" fmla="*/ 16237224 w 18982931"/>
              <a:gd name="connsiteY228-54404" fmla="*/ 3582830 h 4449429"/>
              <a:gd name="connsiteX229-54405" fmla="*/ 16180390 w 18982931"/>
              <a:gd name="connsiteY229-54406" fmla="*/ 3582830 h 4449429"/>
              <a:gd name="connsiteX230-54407" fmla="*/ 2813944 w 18982931"/>
              <a:gd name="connsiteY230-54408" fmla="*/ 3582828 h 4449429"/>
              <a:gd name="connsiteX231-54409" fmla="*/ 2813944 w 18982931"/>
              <a:gd name="connsiteY231-54410" fmla="*/ 3639662 h 4449429"/>
              <a:gd name="connsiteX232-54411" fmla="*/ 2870780 w 18982931"/>
              <a:gd name="connsiteY232-54412" fmla="*/ 3639662 h 4449429"/>
              <a:gd name="connsiteX233-54413" fmla="*/ 2870780 w 18982931"/>
              <a:gd name="connsiteY233-54414" fmla="*/ 3582828 h 4449429"/>
              <a:gd name="connsiteX234-54415" fmla="*/ 2813944 w 18982931"/>
              <a:gd name="connsiteY234-54416" fmla="*/ 3582828 h 4449429"/>
              <a:gd name="connsiteX235-54417" fmla="*/ 2701891 w 18982931"/>
              <a:gd name="connsiteY235-54418" fmla="*/ 3582828 h 4449429"/>
              <a:gd name="connsiteX236-54419" fmla="*/ 2701891 w 18982931"/>
              <a:gd name="connsiteY236-54420" fmla="*/ 3639662 h 4449429"/>
              <a:gd name="connsiteX237-54421" fmla="*/ 2758730 w 18982931"/>
              <a:gd name="connsiteY237-54422" fmla="*/ 3639662 h 4449429"/>
              <a:gd name="connsiteX238-54423" fmla="*/ 2758730 w 18982931"/>
              <a:gd name="connsiteY238-54424" fmla="*/ 3582828 h 4449429"/>
              <a:gd name="connsiteX239-54425" fmla="*/ 2701891 w 18982931"/>
              <a:gd name="connsiteY239-54426" fmla="*/ 3582828 h 4449429"/>
              <a:gd name="connsiteX240-54427" fmla="*/ 2589845 w 18982931"/>
              <a:gd name="connsiteY240-54428" fmla="*/ 3582828 h 4449429"/>
              <a:gd name="connsiteX241-54429" fmla="*/ 2589845 w 18982931"/>
              <a:gd name="connsiteY241-54430" fmla="*/ 3639662 h 4449429"/>
              <a:gd name="connsiteX242-54431" fmla="*/ 2646671 w 18982931"/>
              <a:gd name="connsiteY242-54432" fmla="*/ 3639662 h 4449429"/>
              <a:gd name="connsiteX243-54433" fmla="*/ 2646671 w 18982931"/>
              <a:gd name="connsiteY243-54434" fmla="*/ 3582828 h 4449429"/>
              <a:gd name="connsiteX244-54435" fmla="*/ 2589845 w 18982931"/>
              <a:gd name="connsiteY244-54436" fmla="*/ 3582828 h 4449429"/>
              <a:gd name="connsiteX245-54437" fmla="*/ 12612246 w 18982931"/>
              <a:gd name="connsiteY245-54438" fmla="*/ 3500664 h 4449429"/>
              <a:gd name="connsiteX246-54439" fmla="*/ 12612246 w 18982931"/>
              <a:gd name="connsiteY246-54440" fmla="*/ 3557497 h 4449429"/>
              <a:gd name="connsiteX247-54441" fmla="*/ 12669079 w 18982931"/>
              <a:gd name="connsiteY247-54442" fmla="*/ 3557497 h 4449429"/>
              <a:gd name="connsiteX248-54443" fmla="*/ 12669079 w 18982931"/>
              <a:gd name="connsiteY248-54444" fmla="*/ 3500664 h 4449429"/>
              <a:gd name="connsiteX249-54445" fmla="*/ 12612246 w 18982931"/>
              <a:gd name="connsiteY249-54446" fmla="*/ 3500664 h 4449429"/>
              <a:gd name="connsiteX250-54447" fmla="*/ 12500191 w 18982931"/>
              <a:gd name="connsiteY250-54448" fmla="*/ 3500664 h 4449429"/>
              <a:gd name="connsiteX251-54449" fmla="*/ 12500191 w 18982931"/>
              <a:gd name="connsiteY251-54450" fmla="*/ 3557497 h 4449429"/>
              <a:gd name="connsiteX252-54451" fmla="*/ 12557025 w 18982931"/>
              <a:gd name="connsiteY252-54452" fmla="*/ 3557497 h 4449429"/>
              <a:gd name="connsiteX253-54453" fmla="*/ 12557025 w 18982931"/>
              <a:gd name="connsiteY253-54454" fmla="*/ 3500664 h 4449429"/>
              <a:gd name="connsiteX254-54455" fmla="*/ 12500191 w 18982931"/>
              <a:gd name="connsiteY254-54456" fmla="*/ 3500664 h 4449429"/>
              <a:gd name="connsiteX255-54457" fmla="*/ 12388137 w 18982931"/>
              <a:gd name="connsiteY255-54458" fmla="*/ 3500664 h 4449429"/>
              <a:gd name="connsiteX256-54459" fmla="*/ 12388137 w 18982931"/>
              <a:gd name="connsiteY256-54460" fmla="*/ 3557497 h 4449429"/>
              <a:gd name="connsiteX257-54461" fmla="*/ 12444971 w 18982931"/>
              <a:gd name="connsiteY257-54462" fmla="*/ 3557497 h 4449429"/>
              <a:gd name="connsiteX258-54463" fmla="*/ 12444971 w 18982931"/>
              <a:gd name="connsiteY258-54464" fmla="*/ 3500664 h 4449429"/>
              <a:gd name="connsiteX259-54465" fmla="*/ 12388137 w 18982931"/>
              <a:gd name="connsiteY259-54466" fmla="*/ 3500664 h 4449429"/>
              <a:gd name="connsiteX260-54467" fmla="*/ 17351339 w 18982931"/>
              <a:gd name="connsiteY260-54468" fmla="*/ 3492933 h 4449429"/>
              <a:gd name="connsiteX261-54469" fmla="*/ 17351339 w 18982931"/>
              <a:gd name="connsiteY261-54470" fmla="*/ 3538633 h 4449429"/>
              <a:gd name="connsiteX262-54471" fmla="*/ 17560187 w 18982931"/>
              <a:gd name="connsiteY262-54472" fmla="*/ 3538633 h 4449429"/>
              <a:gd name="connsiteX263-54473" fmla="*/ 17560187 w 18982931"/>
              <a:gd name="connsiteY263-54474" fmla="*/ 3492933 h 4449429"/>
              <a:gd name="connsiteX264-54475" fmla="*/ 17351339 w 18982931"/>
              <a:gd name="connsiteY264-54476" fmla="*/ 3492933 h 4449429"/>
              <a:gd name="connsiteX265-54477" fmla="*/ 17351339 w 18982931"/>
              <a:gd name="connsiteY265-54478" fmla="*/ 3401301 h 4449429"/>
              <a:gd name="connsiteX266-54479" fmla="*/ 17351339 w 18982931"/>
              <a:gd name="connsiteY266-54480" fmla="*/ 3447001 h 4449429"/>
              <a:gd name="connsiteX267-54481" fmla="*/ 17560187 w 18982931"/>
              <a:gd name="connsiteY267-54482" fmla="*/ 3447001 h 4449429"/>
              <a:gd name="connsiteX268-54483" fmla="*/ 17560187 w 18982931"/>
              <a:gd name="connsiteY268-54484" fmla="*/ 3401301 h 4449429"/>
              <a:gd name="connsiteX269-54485" fmla="*/ 17351339 w 18982931"/>
              <a:gd name="connsiteY269-54486" fmla="*/ 3401301 h 4449429"/>
              <a:gd name="connsiteX270-54487" fmla="*/ 1596781 w 18982931"/>
              <a:gd name="connsiteY270-54488" fmla="*/ 3357078 h 4449429"/>
              <a:gd name="connsiteX271-54489" fmla="*/ 1596781 w 18982931"/>
              <a:gd name="connsiteY271-54490" fmla="*/ 3402779 h 4449429"/>
              <a:gd name="connsiteX272-54491" fmla="*/ 1805629 w 18982931"/>
              <a:gd name="connsiteY272-54492" fmla="*/ 3402779 h 4449429"/>
              <a:gd name="connsiteX273-54493" fmla="*/ 1805629 w 18982931"/>
              <a:gd name="connsiteY273-54494" fmla="*/ 3357078 h 4449429"/>
              <a:gd name="connsiteX274-54495" fmla="*/ 1596781 w 18982931"/>
              <a:gd name="connsiteY274-54496" fmla="*/ 3357078 h 4449429"/>
              <a:gd name="connsiteX275-54497" fmla="*/ 12612246 w 18982931"/>
              <a:gd name="connsiteY275-54498" fmla="*/ 3355375 h 4449429"/>
              <a:gd name="connsiteX276-54499" fmla="*/ 12612246 w 18982931"/>
              <a:gd name="connsiteY276-54500" fmla="*/ 3412209 h 4449429"/>
              <a:gd name="connsiteX277-54501" fmla="*/ 12669079 w 18982931"/>
              <a:gd name="connsiteY277-54502" fmla="*/ 3412209 h 4449429"/>
              <a:gd name="connsiteX278-54503" fmla="*/ 12669079 w 18982931"/>
              <a:gd name="connsiteY278-54504" fmla="*/ 3355375 h 4449429"/>
              <a:gd name="connsiteX279-54505" fmla="*/ 12612246 w 18982931"/>
              <a:gd name="connsiteY279-54506" fmla="*/ 3355375 h 4449429"/>
              <a:gd name="connsiteX280-54507" fmla="*/ 12500191 w 18982931"/>
              <a:gd name="connsiteY280-54508" fmla="*/ 3355375 h 4449429"/>
              <a:gd name="connsiteX281-54509" fmla="*/ 12500191 w 18982931"/>
              <a:gd name="connsiteY281-54510" fmla="*/ 3412209 h 4449429"/>
              <a:gd name="connsiteX282-54511" fmla="*/ 12557025 w 18982931"/>
              <a:gd name="connsiteY282-54512" fmla="*/ 3412209 h 4449429"/>
              <a:gd name="connsiteX283-54513" fmla="*/ 12557025 w 18982931"/>
              <a:gd name="connsiteY283-54514" fmla="*/ 3355375 h 4449429"/>
              <a:gd name="connsiteX284-54515" fmla="*/ 12500191 w 18982931"/>
              <a:gd name="connsiteY284-54516" fmla="*/ 3355375 h 4449429"/>
              <a:gd name="connsiteX285-54517" fmla="*/ 12388137 w 18982931"/>
              <a:gd name="connsiteY285-54518" fmla="*/ 3355375 h 4449429"/>
              <a:gd name="connsiteX286-54519" fmla="*/ 12388137 w 18982931"/>
              <a:gd name="connsiteY286-54520" fmla="*/ 3412209 h 4449429"/>
              <a:gd name="connsiteX287-54521" fmla="*/ 12444971 w 18982931"/>
              <a:gd name="connsiteY287-54522" fmla="*/ 3412209 h 4449429"/>
              <a:gd name="connsiteX288-54523" fmla="*/ 12444971 w 18982931"/>
              <a:gd name="connsiteY288-54524" fmla="*/ 3355375 h 4449429"/>
              <a:gd name="connsiteX289-54525" fmla="*/ 12388137 w 18982931"/>
              <a:gd name="connsiteY289-54526" fmla="*/ 3355375 h 4449429"/>
              <a:gd name="connsiteX290-54527" fmla="*/ 17351339 w 18982931"/>
              <a:gd name="connsiteY290-54528" fmla="*/ 3309670 h 4449429"/>
              <a:gd name="connsiteX291-54529" fmla="*/ 17351339 w 18982931"/>
              <a:gd name="connsiteY291-54530" fmla="*/ 3355371 h 4449429"/>
              <a:gd name="connsiteX292-54531" fmla="*/ 17560187 w 18982931"/>
              <a:gd name="connsiteY292-54532" fmla="*/ 3355371 h 4449429"/>
              <a:gd name="connsiteX293-54533" fmla="*/ 17560187 w 18982931"/>
              <a:gd name="connsiteY293-54534" fmla="*/ 3309670 h 4449429"/>
              <a:gd name="connsiteX294-54535" fmla="*/ 17351339 w 18982931"/>
              <a:gd name="connsiteY294-54536" fmla="*/ 3309670 h 4449429"/>
              <a:gd name="connsiteX295-54537" fmla="*/ 1596781 w 18982931"/>
              <a:gd name="connsiteY295-54538" fmla="*/ 3265446 h 4449429"/>
              <a:gd name="connsiteX296-54539" fmla="*/ 1596781 w 18982931"/>
              <a:gd name="connsiteY296-54540" fmla="*/ 3311147 h 4449429"/>
              <a:gd name="connsiteX297-54541" fmla="*/ 1805629 w 18982931"/>
              <a:gd name="connsiteY297-54542" fmla="*/ 3311147 h 4449429"/>
              <a:gd name="connsiteX298-54543" fmla="*/ 1805629 w 18982931"/>
              <a:gd name="connsiteY298-54544" fmla="*/ 3265446 h 4449429"/>
              <a:gd name="connsiteX299-54545" fmla="*/ 1596781 w 18982931"/>
              <a:gd name="connsiteY299-54546" fmla="*/ 3265446 h 4449429"/>
              <a:gd name="connsiteX300-54547" fmla="*/ 17351339 w 18982931"/>
              <a:gd name="connsiteY300-54548" fmla="*/ 3218041 h 4449429"/>
              <a:gd name="connsiteX301-54549" fmla="*/ 17351339 w 18982931"/>
              <a:gd name="connsiteY301-54550" fmla="*/ 3263742 h 4449429"/>
              <a:gd name="connsiteX302-54551" fmla="*/ 17560187 w 18982931"/>
              <a:gd name="connsiteY302-54552" fmla="*/ 3263742 h 4449429"/>
              <a:gd name="connsiteX303-54553" fmla="*/ 17560187 w 18982931"/>
              <a:gd name="connsiteY303-54554" fmla="*/ 3218041 h 4449429"/>
              <a:gd name="connsiteX304-54555" fmla="*/ 17351339 w 18982931"/>
              <a:gd name="connsiteY304-54556" fmla="*/ 3218041 h 4449429"/>
              <a:gd name="connsiteX305-54557" fmla="*/ 12612246 w 18982931"/>
              <a:gd name="connsiteY305-54558" fmla="*/ 3210087 h 4449429"/>
              <a:gd name="connsiteX306-54559" fmla="*/ 12612246 w 18982931"/>
              <a:gd name="connsiteY306-54560" fmla="*/ 3266921 h 4449429"/>
              <a:gd name="connsiteX307-54561" fmla="*/ 12669079 w 18982931"/>
              <a:gd name="connsiteY307-54562" fmla="*/ 3266921 h 4449429"/>
              <a:gd name="connsiteX308-54563" fmla="*/ 12669079 w 18982931"/>
              <a:gd name="connsiteY308-54564" fmla="*/ 3210087 h 4449429"/>
              <a:gd name="connsiteX309-54565" fmla="*/ 12612246 w 18982931"/>
              <a:gd name="connsiteY309-54566" fmla="*/ 3210087 h 4449429"/>
              <a:gd name="connsiteX310-54567" fmla="*/ 12500191 w 18982931"/>
              <a:gd name="connsiteY310-54568" fmla="*/ 3210087 h 4449429"/>
              <a:gd name="connsiteX311-54569" fmla="*/ 12500191 w 18982931"/>
              <a:gd name="connsiteY311-54570" fmla="*/ 3266921 h 4449429"/>
              <a:gd name="connsiteX312-54571" fmla="*/ 12557025 w 18982931"/>
              <a:gd name="connsiteY312-54572" fmla="*/ 3266921 h 4449429"/>
              <a:gd name="connsiteX313-54573" fmla="*/ 12557025 w 18982931"/>
              <a:gd name="connsiteY313-54574" fmla="*/ 3210087 h 4449429"/>
              <a:gd name="connsiteX314-54575" fmla="*/ 12500191 w 18982931"/>
              <a:gd name="connsiteY314-54576" fmla="*/ 3210087 h 4449429"/>
              <a:gd name="connsiteX315-54577" fmla="*/ 12388137 w 18982931"/>
              <a:gd name="connsiteY315-54578" fmla="*/ 3210087 h 4449429"/>
              <a:gd name="connsiteX316-54579" fmla="*/ 12388137 w 18982931"/>
              <a:gd name="connsiteY316-54580" fmla="*/ 3266921 h 4449429"/>
              <a:gd name="connsiteX317-54581" fmla="*/ 12444971 w 18982931"/>
              <a:gd name="connsiteY317-54582" fmla="*/ 3266921 h 4449429"/>
              <a:gd name="connsiteX318-54583" fmla="*/ 12444971 w 18982931"/>
              <a:gd name="connsiteY318-54584" fmla="*/ 3210087 h 4449429"/>
              <a:gd name="connsiteX319-54585" fmla="*/ 12388137 w 18982931"/>
              <a:gd name="connsiteY319-54586" fmla="*/ 3210087 h 4449429"/>
              <a:gd name="connsiteX320-54587" fmla="*/ 1596781 w 18982931"/>
              <a:gd name="connsiteY320-54588" fmla="*/ 3173817 h 4449429"/>
              <a:gd name="connsiteX321-54589" fmla="*/ 1596781 w 18982931"/>
              <a:gd name="connsiteY321-54590" fmla="*/ 3219518 h 4449429"/>
              <a:gd name="connsiteX322-54591" fmla="*/ 1805629 w 18982931"/>
              <a:gd name="connsiteY322-54592" fmla="*/ 3219518 h 4449429"/>
              <a:gd name="connsiteX323-54593" fmla="*/ 1805629 w 18982931"/>
              <a:gd name="connsiteY323-54594" fmla="*/ 3173817 h 4449429"/>
              <a:gd name="connsiteX324-54595" fmla="*/ 1596781 w 18982931"/>
              <a:gd name="connsiteY324-54596" fmla="*/ 3173817 h 4449429"/>
              <a:gd name="connsiteX325-54597" fmla="*/ 17351339 w 18982931"/>
              <a:gd name="connsiteY325-54598" fmla="*/ 3126412 h 4449429"/>
              <a:gd name="connsiteX326-54599" fmla="*/ 17351339 w 18982931"/>
              <a:gd name="connsiteY326-54600" fmla="*/ 3172113 h 4449429"/>
              <a:gd name="connsiteX327-54601" fmla="*/ 17560187 w 18982931"/>
              <a:gd name="connsiteY327-54602" fmla="*/ 3172113 h 4449429"/>
              <a:gd name="connsiteX328-54603" fmla="*/ 17560187 w 18982931"/>
              <a:gd name="connsiteY328-54604" fmla="*/ 3126412 h 4449429"/>
              <a:gd name="connsiteX329-54605" fmla="*/ 17351339 w 18982931"/>
              <a:gd name="connsiteY329-54606" fmla="*/ 3126412 h 4449429"/>
              <a:gd name="connsiteX330-54607" fmla="*/ 1596781 w 18982931"/>
              <a:gd name="connsiteY330-54608" fmla="*/ 3080712 h 4449429"/>
              <a:gd name="connsiteX331-54609" fmla="*/ 1596781 w 18982931"/>
              <a:gd name="connsiteY331-54610" fmla="*/ 3126412 h 4449429"/>
              <a:gd name="connsiteX332-54611" fmla="*/ 1805629 w 18982931"/>
              <a:gd name="connsiteY332-54612" fmla="*/ 3126412 h 4449429"/>
              <a:gd name="connsiteX333-54613" fmla="*/ 1805629 w 18982931"/>
              <a:gd name="connsiteY333-54614" fmla="*/ 3080712 h 4449429"/>
              <a:gd name="connsiteX334-54615" fmla="*/ 1596781 w 18982931"/>
              <a:gd name="connsiteY334-54616" fmla="*/ 3080712 h 4449429"/>
              <a:gd name="connsiteX335-54617" fmla="*/ 12612246 w 18982931"/>
              <a:gd name="connsiteY335-54618" fmla="*/ 3064799 h 4449429"/>
              <a:gd name="connsiteX336-54619" fmla="*/ 12612246 w 18982931"/>
              <a:gd name="connsiteY336-54620" fmla="*/ 3121633 h 4449429"/>
              <a:gd name="connsiteX337-54621" fmla="*/ 12669079 w 18982931"/>
              <a:gd name="connsiteY337-54622" fmla="*/ 3121633 h 4449429"/>
              <a:gd name="connsiteX338-54623" fmla="*/ 12669079 w 18982931"/>
              <a:gd name="connsiteY338-54624" fmla="*/ 3064799 h 4449429"/>
              <a:gd name="connsiteX339-54625" fmla="*/ 12612246 w 18982931"/>
              <a:gd name="connsiteY339-54626" fmla="*/ 3064799 h 4449429"/>
              <a:gd name="connsiteX340-54627" fmla="*/ 12500191 w 18982931"/>
              <a:gd name="connsiteY340-54628" fmla="*/ 3064799 h 4449429"/>
              <a:gd name="connsiteX341-54629" fmla="*/ 12500191 w 18982931"/>
              <a:gd name="connsiteY341-54630" fmla="*/ 3121633 h 4449429"/>
              <a:gd name="connsiteX342-54631" fmla="*/ 12557025 w 18982931"/>
              <a:gd name="connsiteY342-54632" fmla="*/ 3121633 h 4449429"/>
              <a:gd name="connsiteX343-54633" fmla="*/ 12557025 w 18982931"/>
              <a:gd name="connsiteY343-54634" fmla="*/ 3064799 h 4449429"/>
              <a:gd name="connsiteX344-54635" fmla="*/ 12500191 w 18982931"/>
              <a:gd name="connsiteY344-54636" fmla="*/ 3064799 h 4449429"/>
              <a:gd name="connsiteX345-54637" fmla="*/ 12388137 w 18982931"/>
              <a:gd name="connsiteY345-54638" fmla="*/ 3064799 h 4449429"/>
              <a:gd name="connsiteX346-54639" fmla="*/ 12388137 w 18982931"/>
              <a:gd name="connsiteY346-54640" fmla="*/ 3121633 h 4449429"/>
              <a:gd name="connsiteX347-54641" fmla="*/ 12444971 w 18982931"/>
              <a:gd name="connsiteY347-54642" fmla="*/ 3121633 h 4449429"/>
              <a:gd name="connsiteX348-54643" fmla="*/ 12444971 w 18982931"/>
              <a:gd name="connsiteY348-54644" fmla="*/ 3064799 h 4449429"/>
              <a:gd name="connsiteX349-54645" fmla="*/ 12388137 w 18982931"/>
              <a:gd name="connsiteY349-54646" fmla="*/ 3064799 h 4449429"/>
              <a:gd name="connsiteX350-54647" fmla="*/ 17351339 w 18982931"/>
              <a:gd name="connsiteY350-54648" fmla="*/ 3034782 h 4449429"/>
              <a:gd name="connsiteX351-54649" fmla="*/ 17351339 w 18982931"/>
              <a:gd name="connsiteY351-54650" fmla="*/ 3080482 h 4449429"/>
              <a:gd name="connsiteX352-54651" fmla="*/ 17560187 w 18982931"/>
              <a:gd name="connsiteY352-54652" fmla="*/ 3080482 h 4449429"/>
              <a:gd name="connsiteX353-54653" fmla="*/ 17560187 w 18982931"/>
              <a:gd name="connsiteY353-54654" fmla="*/ 3034782 h 4449429"/>
              <a:gd name="connsiteX354-54655" fmla="*/ 17351339 w 18982931"/>
              <a:gd name="connsiteY354-54656" fmla="*/ 3034782 h 4449429"/>
              <a:gd name="connsiteX355-54657" fmla="*/ 1596781 w 18982931"/>
              <a:gd name="connsiteY355-54658" fmla="*/ 2989080 h 4449429"/>
              <a:gd name="connsiteX356-54659" fmla="*/ 1596781 w 18982931"/>
              <a:gd name="connsiteY356-54660" fmla="*/ 3034780 h 4449429"/>
              <a:gd name="connsiteX357-54661" fmla="*/ 1805629 w 18982931"/>
              <a:gd name="connsiteY357-54662" fmla="*/ 3034780 h 4449429"/>
              <a:gd name="connsiteX358-54663" fmla="*/ 1805629 w 18982931"/>
              <a:gd name="connsiteY358-54664" fmla="*/ 2989080 h 4449429"/>
              <a:gd name="connsiteX359-54665" fmla="*/ 1596781 w 18982931"/>
              <a:gd name="connsiteY359-54666" fmla="*/ 2989080 h 4449429"/>
              <a:gd name="connsiteX360-54667" fmla="*/ 17351339 w 18982931"/>
              <a:gd name="connsiteY360-54668" fmla="*/ 2943153 h 4449429"/>
              <a:gd name="connsiteX361-54669" fmla="*/ 17351339 w 18982931"/>
              <a:gd name="connsiteY361-54670" fmla="*/ 2988853 h 4449429"/>
              <a:gd name="connsiteX362-54671" fmla="*/ 17560187 w 18982931"/>
              <a:gd name="connsiteY362-54672" fmla="*/ 2988853 h 4449429"/>
              <a:gd name="connsiteX363-54673" fmla="*/ 17560187 w 18982931"/>
              <a:gd name="connsiteY363-54674" fmla="*/ 2943153 h 4449429"/>
              <a:gd name="connsiteX364-54675" fmla="*/ 17351339 w 18982931"/>
              <a:gd name="connsiteY364-54676" fmla="*/ 2943153 h 4449429"/>
              <a:gd name="connsiteX365-54677" fmla="*/ 12612246 w 18982931"/>
              <a:gd name="connsiteY365-54678" fmla="*/ 2919511 h 4449429"/>
              <a:gd name="connsiteX366-54679" fmla="*/ 12612246 w 18982931"/>
              <a:gd name="connsiteY366-54680" fmla="*/ 2976345 h 4449429"/>
              <a:gd name="connsiteX367-54681" fmla="*/ 12669079 w 18982931"/>
              <a:gd name="connsiteY367-54682" fmla="*/ 2976345 h 4449429"/>
              <a:gd name="connsiteX368-54683" fmla="*/ 12669079 w 18982931"/>
              <a:gd name="connsiteY368-54684" fmla="*/ 2919511 h 4449429"/>
              <a:gd name="connsiteX369-54685" fmla="*/ 12612246 w 18982931"/>
              <a:gd name="connsiteY369-54686" fmla="*/ 2919511 h 4449429"/>
              <a:gd name="connsiteX370-54687" fmla="*/ 12500191 w 18982931"/>
              <a:gd name="connsiteY370-54688" fmla="*/ 2919511 h 4449429"/>
              <a:gd name="connsiteX371-54689" fmla="*/ 12500191 w 18982931"/>
              <a:gd name="connsiteY371-54690" fmla="*/ 2976345 h 4449429"/>
              <a:gd name="connsiteX372-54691" fmla="*/ 12557025 w 18982931"/>
              <a:gd name="connsiteY372-54692" fmla="*/ 2976345 h 4449429"/>
              <a:gd name="connsiteX373-54693" fmla="*/ 12557025 w 18982931"/>
              <a:gd name="connsiteY373-54694" fmla="*/ 2919511 h 4449429"/>
              <a:gd name="connsiteX374-54695" fmla="*/ 12500191 w 18982931"/>
              <a:gd name="connsiteY374-54696" fmla="*/ 2919511 h 4449429"/>
              <a:gd name="connsiteX375-54697" fmla="*/ 12388137 w 18982931"/>
              <a:gd name="connsiteY375-54698" fmla="*/ 2919511 h 4449429"/>
              <a:gd name="connsiteX376-54699" fmla="*/ 12388137 w 18982931"/>
              <a:gd name="connsiteY376-54700" fmla="*/ 2976345 h 4449429"/>
              <a:gd name="connsiteX377-54701" fmla="*/ 12444971 w 18982931"/>
              <a:gd name="connsiteY377-54702" fmla="*/ 2976345 h 4449429"/>
              <a:gd name="connsiteX378-54703" fmla="*/ 12444971 w 18982931"/>
              <a:gd name="connsiteY378-54704" fmla="*/ 2919511 h 4449429"/>
              <a:gd name="connsiteX379-54705" fmla="*/ 12388137 w 18982931"/>
              <a:gd name="connsiteY379-54706" fmla="*/ 2919511 h 4449429"/>
              <a:gd name="connsiteX380-54707" fmla="*/ 1596781 w 18982931"/>
              <a:gd name="connsiteY380-54708" fmla="*/ 2897450 h 4449429"/>
              <a:gd name="connsiteX381-54709" fmla="*/ 1596781 w 18982931"/>
              <a:gd name="connsiteY381-54710" fmla="*/ 2943150 h 4449429"/>
              <a:gd name="connsiteX382-54711" fmla="*/ 1805629 w 18982931"/>
              <a:gd name="connsiteY382-54712" fmla="*/ 2943150 h 4449429"/>
              <a:gd name="connsiteX383-54713" fmla="*/ 1805629 w 18982931"/>
              <a:gd name="connsiteY383-54714" fmla="*/ 2897450 h 4449429"/>
              <a:gd name="connsiteX384-54715" fmla="*/ 1596781 w 18982931"/>
              <a:gd name="connsiteY384-54716" fmla="*/ 2897450 h 4449429"/>
              <a:gd name="connsiteX385-54717" fmla="*/ 17351339 w 18982931"/>
              <a:gd name="connsiteY385-54718" fmla="*/ 2851522 h 4449429"/>
              <a:gd name="connsiteX386-54719" fmla="*/ 17351339 w 18982931"/>
              <a:gd name="connsiteY386-54720" fmla="*/ 2897223 h 4449429"/>
              <a:gd name="connsiteX387-54721" fmla="*/ 17560187 w 18982931"/>
              <a:gd name="connsiteY387-54722" fmla="*/ 2897223 h 4449429"/>
              <a:gd name="connsiteX388-54723" fmla="*/ 17560187 w 18982931"/>
              <a:gd name="connsiteY388-54724" fmla="*/ 2851522 h 4449429"/>
              <a:gd name="connsiteX389-54725" fmla="*/ 17351339 w 18982931"/>
              <a:gd name="connsiteY389-54726" fmla="*/ 2851522 h 4449429"/>
              <a:gd name="connsiteX390-54727" fmla="*/ 1596781 w 18982931"/>
              <a:gd name="connsiteY390-54728" fmla="*/ 2805821 h 4449429"/>
              <a:gd name="connsiteX391-54729" fmla="*/ 1596781 w 18982931"/>
              <a:gd name="connsiteY391-54730" fmla="*/ 2851521 h 4449429"/>
              <a:gd name="connsiteX392-54731" fmla="*/ 1805629 w 18982931"/>
              <a:gd name="connsiteY392-54732" fmla="*/ 2851521 h 4449429"/>
              <a:gd name="connsiteX393-54733" fmla="*/ 1805629 w 18982931"/>
              <a:gd name="connsiteY393-54734" fmla="*/ 2805821 h 4449429"/>
              <a:gd name="connsiteX394-54735" fmla="*/ 1596781 w 18982931"/>
              <a:gd name="connsiteY394-54736" fmla="*/ 2805821 h 4449429"/>
              <a:gd name="connsiteX395-54737" fmla="*/ 1596781 w 18982931"/>
              <a:gd name="connsiteY395-54738" fmla="*/ 2714192 h 4449429"/>
              <a:gd name="connsiteX396-54739" fmla="*/ 1596781 w 18982931"/>
              <a:gd name="connsiteY396-54740" fmla="*/ 2759892 h 4449429"/>
              <a:gd name="connsiteX397-54741" fmla="*/ 1805629 w 18982931"/>
              <a:gd name="connsiteY397-54742" fmla="*/ 2759892 h 4449429"/>
              <a:gd name="connsiteX398-54743" fmla="*/ 1805629 w 18982931"/>
              <a:gd name="connsiteY398-54744" fmla="*/ 2714192 h 4449429"/>
              <a:gd name="connsiteX399-54745" fmla="*/ 1596781 w 18982931"/>
              <a:gd name="connsiteY399-54746" fmla="*/ 2714192 h 4449429"/>
              <a:gd name="connsiteX400-54747" fmla="*/ 4422120 w 18982931"/>
              <a:gd name="connsiteY400-54748" fmla="*/ 2688604 h 4449429"/>
              <a:gd name="connsiteX401-54749" fmla="*/ 4422120 w 18982931"/>
              <a:gd name="connsiteY401-54750" fmla="*/ 2851522 h 4449429"/>
              <a:gd name="connsiteX402-54751" fmla="*/ 4459897 w 18982931"/>
              <a:gd name="connsiteY402-54752" fmla="*/ 2851522 h 4449429"/>
              <a:gd name="connsiteX403-54753" fmla="*/ 4459897 w 18982931"/>
              <a:gd name="connsiteY403-54754" fmla="*/ 2688604 h 4449429"/>
              <a:gd name="connsiteX404-54755" fmla="*/ 4422120 w 18982931"/>
              <a:gd name="connsiteY404-54756" fmla="*/ 2688604 h 4449429"/>
              <a:gd name="connsiteX405-54757" fmla="*/ 4346370 w 18982931"/>
              <a:gd name="connsiteY405-54758" fmla="*/ 2688604 h 4449429"/>
              <a:gd name="connsiteX406-54759" fmla="*/ 4346370 w 18982931"/>
              <a:gd name="connsiteY406-54760" fmla="*/ 2851522 h 4449429"/>
              <a:gd name="connsiteX407-54761" fmla="*/ 4384149 w 18982931"/>
              <a:gd name="connsiteY407-54762" fmla="*/ 2851522 h 4449429"/>
              <a:gd name="connsiteX408-54763" fmla="*/ 4384149 w 18982931"/>
              <a:gd name="connsiteY408-54764" fmla="*/ 2688604 h 4449429"/>
              <a:gd name="connsiteX409-54765" fmla="*/ 4346370 w 18982931"/>
              <a:gd name="connsiteY409-54766" fmla="*/ 2688604 h 4449429"/>
              <a:gd name="connsiteX410-54767" fmla="*/ 4270624 w 18982931"/>
              <a:gd name="connsiteY410-54768" fmla="*/ 2688604 h 4449429"/>
              <a:gd name="connsiteX411-54769" fmla="*/ 4270624 w 18982931"/>
              <a:gd name="connsiteY411-54770" fmla="*/ 2851522 h 4449429"/>
              <a:gd name="connsiteX412-54771" fmla="*/ 4308407 w 18982931"/>
              <a:gd name="connsiteY412-54772" fmla="*/ 2851522 h 4449429"/>
              <a:gd name="connsiteX413-54773" fmla="*/ 4308407 w 18982931"/>
              <a:gd name="connsiteY413-54774" fmla="*/ 2688604 h 4449429"/>
              <a:gd name="connsiteX414-54775" fmla="*/ 4270624 w 18982931"/>
              <a:gd name="connsiteY414-54776" fmla="*/ 2688604 h 4449429"/>
              <a:gd name="connsiteX415-54777" fmla="*/ 4194881 w 18982931"/>
              <a:gd name="connsiteY415-54778" fmla="*/ 2688604 h 4449429"/>
              <a:gd name="connsiteX416-54779" fmla="*/ 4194881 w 18982931"/>
              <a:gd name="connsiteY416-54780" fmla="*/ 2851522 h 4449429"/>
              <a:gd name="connsiteX417-54781" fmla="*/ 4232658 w 18982931"/>
              <a:gd name="connsiteY417-54782" fmla="*/ 2851522 h 4449429"/>
              <a:gd name="connsiteX418-54783" fmla="*/ 4232658 w 18982931"/>
              <a:gd name="connsiteY418-54784" fmla="*/ 2688604 h 4449429"/>
              <a:gd name="connsiteX419-54785" fmla="*/ 4194881 w 18982931"/>
              <a:gd name="connsiteY419-54786" fmla="*/ 2688604 h 4449429"/>
              <a:gd name="connsiteX420-54787" fmla="*/ 4119132 w 18982931"/>
              <a:gd name="connsiteY420-54788" fmla="*/ 2688604 h 4449429"/>
              <a:gd name="connsiteX421-54789" fmla="*/ 4119132 w 18982931"/>
              <a:gd name="connsiteY421-54790" fmla="*/ 2851522 h 4449429"/>
              <a:gd name="connsiteX422-54791" fmla="*/ 4156909 w 18982931"/>
              <a:gd name="connsiteY422-54792" fmla="*/ 2851522 h 4449429"/>
              <a:gd name="connsiteX423-54793" fmla="*/ 4156909 w 18982931"/>
              <a:gd name="connsiteY423-54794" fmla="*/ 2688604 h 4449429"/>
              <a:gd name="connsiteX424-54795" fmla="*/ 4119132 w 18982931"/>
              <a:gd name="connsiteY424-54796" fmla="*/ 2688604 h 4449429"/>
              <a:gd name="connsiteX425-54797" fmla="*/ 4043383 w 18982931"/>
              <a:gd name="connsiteY425-54798" fmla="*/ 2688604 h 4449429"/>
              <a:gd name="connsiteX426-54799" fmla="*/ 4043383 w 18982931"/>
              <a:gd name="connsiteY426-54800" fmla="*/ 2851522 h 4449429"/>
              <a:gd name="connsiteX427-54801" fmla="*/ 4081160 w 18982931"/>
              <a:gd name="connsiteY427-54802" fmla="*/ 2851522 h 4449429"/>
              <a:gd name="connsiteX428-54803" fmla="*/ 4081160 w 18982931"/>
              <a:gd name="connsiteY428-54804" fmla="*/ 2688604 h 4449429"/>
              <a:gd name="connsiteX429-54805" fmla="*/ 4043383 w 18982931"/>
              <a:gd name="connsiteY429-54806" fmla="*/ 2688604 h 4449429"/>
              <a:gd name="connsiteX430-54807" fmla="*/ 3967636 w 18982931"/>
              <a:gd name="connsiteY430-54808" fmla="*/ 2688604 h 4449429"/>
              <a:gd name="connsiteX431-54809" fmla="*/ 3967636 w 18982931"/>
              <a:gd name="connsiteY431-54810" fmla="*/ 2851522 h 4449429"/>
              <a:gd name="connsiteX432-54811" fmla="*/ 4005415 w 18982931"/>
              <a:gd name="connsiteY432-54812" fmla="*/ 2851522 h 4449429"/>
              <a:gd name="connsiteX433-54813" fmla="*/ 4005415 w 18982931"/>
              <a:gd name="connsiteY433-54814" fmla="*/ 2688604 h 4449429"/>
              <a:gd name="connsiteX434-54815" fmla="*/ 3967636 w 18982931"/>
              <a:gd name="connsiteY434-54816" fmla="*/ 2688604 h 4449429"/>
              <a:gd name="connsiteX435-54817" fmla="*/ 3891895 w 18982931"/>
              <a:gd name="connsiteY435-54818" fmla="*/ 2688604 h 4449429"/>
              <a:gd name="connsiteX436-54819" fmla="*/ 3891895 w 18982931"/>
              <a:gd name="connsiteY436-54820" fmla="*/ 2851522 h 4449429"/>
              <a:gd name="connsiteX437-54821" fmla="*/ 3929672 w 18982931"/>
              <a:gd name="connsiteY437-54822" fmla="*/ 2851522 h 4449429"/>
              <a:gd name="connsiteX438-54823" fmla="*/ 3929672 w 18982931"/>
              <a:gd name="connsiteY438-54824" fmla="*/ 2688604 h 4449429"/>
              <a:gd name="connsiteX439-54825" fmla="*/ 3891895 w 18982931"/>
              <a:gd name="connsiteY439-54826" fmla="*/ 2688604 h 4449429"/>
              <a:gd name="connsiteX440-54827" fmla="*/ 15043403 w 18982931"/>
              <a:gd name="connsiteY440-54828" fmla="*/ 2685661 h 4449429"/>
              <a:gd name="connsiteX441-54829" fmla="*/ 15043403 w 18982931"/>
              <a:gd name="connsiteY441-54830" fmla="*/ 2894508 h 4449429"/>
              <a:gd name="connsiteX442-54831" fmla="*/ 15089105 w 18982931"/>
              <a:gd name="connsiteY442-54832" fmla="*/ 2894508 h 4449429"/>
              <a:gd name="connsiteX443-54833" fmla="*/ 15089105 w 18982931"/>
              <a:gd name="connsiteY443-54834" fmla="*/ 2685661 h 4449429"/>
              <a:gd name="connsiteX444-54835" fmla="*/ 15043403 w 18982931"/>
              <a:gd name="connsiteY444-54836" fmla="*/ 2685661 h 4449429"/>
              <a:gd name="connsiteX445-54837" fmla="*/ 14951773 w 18982931"/>
              <a:gd name="connsiteY445-54838" fmla="*/ 2685661 h 4449429"/>
              <a:gd name="connsiteX446-54839" fmla="*/ 14951773 w 18982931"/>
              <a:gd name="connsiteY446-54840" fmla="*/ 2894508 h 4449429"/>
              <a:gd name="connsiteX447-54841" fmla="*/ 14997475 w 18982931"/>
              <a:gd name="connsiteY447-54842" fmla="*/ 2894508 h 4449429"/>
              <a:gd name="connsiteX448-54843" fmla="*/ 14997475 w 18982931"/>
              <a:gd name="connsiteY448-54844" fmla="*/ 2685661 h 4449429"/>
              <a:gd name="connsiteX449-54845" fmla="*/ 14951773 w 18982931"/>
              <a:gd name="connsiteY449-54846" fmla="*/ 2685661 h 4449429"/>
              <a:gd name="connsiteX450-54847" fmla="*/ 14860145 w 18982931"/>
              <a:gd name="connsiteY450-54848" fmla="*/ 2685661 h 4449429"/>
              <a:gd name="connsiteX451-54849" fmla="*/ 14860145 w 18982931"/>
              <a:gd name="connsiteY451-54850" fmla="*/ 2894508 h 4449429"/>
              <a:gd name="connsiteX452-54851" fmla="*/ 14905844 w 18982931"/>
              <a:gd name="connsiteY452-54852" fmla="*/ 2894508 h 4449429"/>
              <a:gd name="connsiteX453-54853" fmla="*/ 14905844 w 18982931"/>
              <a:gd name="connsiteY453-54854" fmla="*/ 2685661 h 4449429"/>
              <a:gd name="connsiteX454-54855" fmla="*/ 14860145 w 18982931"/>
              <a:gd name="connsiteY454-54856" fmla="*/ 2685661 h 4449429"/>
              <a:gd name="connsiteX455-54857" fmla="*/ 14768515 w 18982931"/>
              <a:gd name="connsiteY455-54858" fmla="*/ 2685661 h 4449429"/>
              <a:gd name="connsiteX456-54859" fmla="*/ 14768515 w 18982931"/>
              <a:gd name="connsiteY456-54860" fmla="*/ 2894508 h 4449429"/>
              <a:gd name="connsiteX457-54861" fmla="*/ 14814217 w 18982931"/>
              <a:gd name="connsiteY457-54862" fmla="*/ 2894508 h 4449429"/>
              <a:gd name="connsiteX458-54863" fmla="*/ 14814217 w 18982931"/>
              <a:gd name="connsiteY458-54864" fmla="*/ 2685661 h 4449429"/>
              <a:gd name="connsiteX459-54865" fmla="*/ 14768515 w 18982931"/>
              <a:gd name="connsiteY459-54866" fmla="*/ 2685661 h 4449429"/>
              <a:gd name="connsiteX460-54867" fmla="*/ 14676884 w 18982931"/>
              <a:gd name="connsiteY460-54868" fmla="*/ 2685661 h 4449429"/>
              <a:gd name="connsiteX461-54869" fmla="*/ 14676884 w 18982931"/>
              <a:gd name="connsiteY461-54870" fmla="*/ 2894508 h 4449429"/>
              <a:gd name="connsiteX462-54871" fmla="*/ 14722586 w 18982931"/>
              <a:gd name="connsiteY462-54872" fmla="*/ 2894508 h 4449429"/>
              <a:gd name="connsiteX463-54873" fmla="*/ 14722586 w 18982931"/>
              <a:gd name="connsiteY463-54874" fmla="*/ 2685661 h 4449429"/>
              <a:gd name="connsiteX464-54875" fmla="*/ 14676884 w 18982931"/>
              <a:gd name="connsiteY464-54876" fmla="*/ 2685661 h 4449429"/>
              <a:gd name="connsiteX465-54877" fmla="*/ 14585255 w 18982931"/>
              <a:gd name="connsiteY465-54878" fmla="*/ 2685661 h 4449429"/>
              <a:gd name="connsiteX466-54879" fmla="*/ 14585255 w 18982931"/>
              <a:gd name="connsiteY466-54880" fmla="*/ 2894508 h 4449429"/>
              <a:gd name="connsiteX467-54881" fmla="*/ 14630955 w 18982931"/>
              <a:gd name="connsiteY467-54882" fmla="*/ 2894508 h 4449429"/>
              <a:gd name="connsiteX468-54883" fmla="*/ 14630955 w 18982931"/>
              <a:gd name="connsiteY468-54884" fmla="*/ 2685661 h 4449429"/>
              <a:gd name="connsiteX469-54885" fmla="*/ 14585255 w 18982931"/>
              <a:gd name="connsiteY469-54886" fmla="*/ 2685661 h 4449429"/>
              <a:gd name="connsiteX470-54887" fmla="*/ 14493625 w 18982931"/>
              <a:gd name="connsiteY470-54888" fmla="*/ 2685661 h 4449429"/>
              <a:gd name="connsiteX471-54889" fmla="*/ 14493625 w 18982931"/>
              <a:gd name="connsiteY471-54890" fmla="*/ 2894508 h 4449429"/>
              <a:gd name="connsiteX472-54891" fmla="*/ 14539325 w 18982931"/>
              <a:gd name="connsiteY472-54892" fmla="*/ 2894508 h 4449429"/>
              <a:gd name="connsiteX473-54893" fmla="*/ 14539325 w 18982931"/>
              <a:gd name="connsiteY473-54894" fmla="*/ 2685661 h 4449429"/>
              <a:gd name="connsiteX474-54895" fmla="*/ 14493625 w 18982931"/>
              <a:gd name="connsiteY474-54896" fmla="*/ 2685661 h 4449429"/>
              <a:gd name="connsiteX475-54897" fmla="*/ 2875284 w 18982931"/>
              <a:gd name="connsiteY475-54898" fmla="*/ 2661196 h 4449429"/>
              <a:gd name="connsiteX476-54899" fmla="*/ 2875284 w 18982931"/>
              <a:gd name="connsiteY476-54900" fmla="*/ 3265443 h 4449429"/>
              <a:gd name="connsiteX477-54901" fmla="*/ 2913063 w 18982931"/>
              <a:gd name="connsiteY477-54902" fmla="*/ 3265443 h 4449429"/>
              <a:gd name="connsiteX478-54903" fmla="*/ 2913063 w 18982931"/>
              <a:gd name="connsiteY478-54904" fmla="*/ 2661196 h 4449429"/>
              <a:gd name="connsiteX479-54905" fmla="*/ 2875284 w 18982931"/>
              <a:gd name="connsiteY479-54906" fmla="*/ 2661196 h 4449429"/>
              <a:gd name="connsiteX480-54907" fmla="*/ 2769698 w 18982931"/>
              <a:gd name="connsiteY480-54908" fmla="*/ 2661196 h 4449429"/>
              <a:gd name="connsiteX481-54909" fmla="*/ 2769698 w 18982931"/>
              <a:gd name="connsiteY481-54910" fmla="*/ 3265443 h 4449429"/>
              <a:gd name="connsiteX482-54911" fmla="*/ 2807479 w 18982931"/>
              <a:gd name="connsiteY482-54912" fmla="*/ 3265443 h 4449429"/>
              <a:gd name="connsiteX483-54913" fmla="*/ 2807479 w 18982931"/>
              <a:gd name="connsiteY483-54914" fmla="*/ 2661196 h 4449429"/>
              <a:gd name="connsiteX484-54915" fmla="*/ 2769698 w 18982931"/>
              <a:gd name="connsiteY484-54916" fmla="*/ 2661196 h 4449429"/>
              <a:gd name="connsiteX485-54917" fmla="*/ 2664114 w 18982931"/>
              <a:gd name="connsiteY485-54918" fmla="*/ 2661196 h 4449429"/>
              <a:gd name="connsiteX486-54919" fmla="*/ 2664114 w 18982931"/>
              <a:gd name="connsiteY486-54920" fmla="*/ 3265443 h 4449429"/>
              <a:gd name="connsiteX487-54921" fmla="*/ 2701891 w 18982931"/>
              <a:gd name="connsiteY487-54922" fmla="*/ 3265443 h 4449429"/>
              <a:gd name="connsiteX488-54923" fmla="*/ 2701891 w 18982931"/>
              <a:gd name="connsiteY488-54924" fmla="*/ 2661196 h 4449429"/>
              <a:gd name="connsiteX489-54925" fmla="*/ 2664114 w 18982931"/>
              <a:gd name="connsiteY489-54926" fmla="*/ 2661196 h 4449429"/>
              <a:gd name="connsiteX490-54927" fmla="*/ 2558534 w 18982931"/>
              <a:gd name="connsiteY490-54928" fmla="*/ 2661196 h 4449429"/>
              <a:gd name="connsiteX491-54929" fmla="*/ 2558534 w 18982931"/>
              <a:gd name="connsiteY491-54930" fmla="*/ 3265443 h 4449429"/>
              <a:gd name="connsiteX492-54931" fmla="*/ 2596306 w 18982931"/>
              <a:gd name="connsiteY492-54932" fmla="*/ 3265443 h 4449429"/>
              <a:gd name="connsiteX493-54933" fmla="*/ 2596306 w 18982931"/>
              <a:gd name="connsiteY493-54934" fmla="*/ 2661196 h 4449429"/>
              <a:gd name="connsiteX494-54935" fmla="*/ 2558534 w 18982931"/>
              <a:gd name="connsiteY494-54936" fmla="*/ 2661196 h 4449429"/>
              <a:gd name="connsiteX495-54937" fmla="*/ 2980870 w 18982931"/>
              <a:gd name="connsiteY495-54938" fmla="*/ 2661194 h 4449429"/>
              <a:gd name="connsiteX496-54939" fmla="*/ 2980870 w 18982931"/>
              <a:gd name="connsiteY496-54940" fmla="*/ 3265442 h 4449429"/>
              <a:gd name="connsiteX497-54941" fmla="*/ 3018648 w 18982931"/>
              <a:gd name="connsiteY497-54942" fmla="*/ 3265442 h 4449429"/>
              <a:gd name="connsiteX498-54943" fmla="*/ 3018648 w 18982931"/>
              <a:gd name="connsiteY498-54944" fmla="*/ 2661194 h 4449429"/>
              <a:gd name="connsiteX499-54945" fmla="*/ 2980870 w 18982931"/>
              <a:gd name="connsiteY499-54946" fmla="*/ 2661194 h 4449429"/>
              <a:gd name="connsiteX500-54947" fmla="*/ 16374516 w 18982931"/>
              <a:gd name="connsiteY500-54948" fmla="*/ 2632791 h 4449429"/>
              <a:gd name="connsiteX501-54949" fmla="*/ 16374516 w 18982931"/>
              <a:gd name="connsiteY501-54950" fmla="*/ 3237039 h 4449429"/>
              <a:gd name="connsiteX502-54951" fmla="*/ 16412296 w 18982931"/>
              <a:gd name="connsiteY502-54952" fmla="*/ 3237039 h 4449429"/>
              <a:gd name="connsiteX503-54953" fmla="*/ 16412296 w 18982931"/>
              <a:gd name="connsiteY503-54954" fmla="*/ 2632791 h 4449429"/>
              <a:gd name="connsiteX504-54955" fmla="*/ 16374516 w 18982931"/>
              <a:gd name="connsiteY504-54956" fmla="*/ 2632791 h 4449429"/>
              <a:gd name="connsiteX505-54957" fmla="*/ 16268931 w 18982931"/>
              <a:gd name="connsiteY505-54958" fmla="*/ 2632791 h 4449429"/>
              <a:gd name="connsiteX506-54959" fmla="*/ 16268931 w 18982931"/>
              <a:gd name="connsiteY506-54960" fmla="*/ 3237039 h 4449429"/>
              <a:gd name="connsiteX507-54961" fmla="*/ 16306709 w 18982931"/>
              <a:gd name="connsiteY507-54962" fmla="*/ 3237039 h 4449429"/>
              <a:gd name="connsiteX508-54963" fmla="*/ 16306709 w 18982931"/>
              <a:gd name="connsiteY508-54964" fmla="*/ 2632791 h 4449429"/>
              <a:gd name="connsiteX509-54965" fmla="*/ 16268931 w 18982931"/>
              <a:gd name="connsiteY509-54966" fmla="*/ 2632791 h 4449429"/>
              <a:gd name="connsiteX510-54967" fmla="*/ 16163344 w 18982931"/>
              <a:gd name="connsiteY510-54968" fmla="*/ 2632791 h 4449429"/>
              <a:gd name="connsiteX511-54969" fmla="*/ 16163344 w 18982931"/>
              <a:gd name="connsiteY511-54970" fmla="*/ 3237039 h 4449429"/>
              <a:gd name="connsiteX512-54971" fmla="*/ 16201125 w 18982931"/>
              <a:gd name="connsiteY512-54972" fmla="*/ 3237039 h 4449429"/>
              <a:gd name="connsiteX513-54973" fmla="*/ 16201125 w 18982931"/>
              <a:gd name="connsiteY513-54974" fmla="*/ 2632791 h 4449429"/>
              <a:gd name="connsiteX514-54975" fmla="*/ 16163344 w 18982931"/>
              <a:gd name="connsiteY514-54976" fmla="*/ 2632791 h 4449429"/>
              <a:gd name="connsiteX515-54977" fmla="*/ 16057760 w 18982931"/>
              <a:gd name="connsiteY515-54978" fmla="*/ 2632791 h 4449429"/>
              <a:gd name="connsiteX516-54979" fmla="*/ 16057760 w 18982931"/>
              <a:gd name="connsiteY516-54980" fmla="*/ 3237039 h 4449429"/>
              <a:gd name="connsiteX517-54981" fmla="*/ 16095537 w 18982931"/>
              <a:gd name="connsiteY517-54982" fmla="*/ 3237039 h 4449429"/>
              <a:gd name="connsiteX518-54983" fmla="*/ 16095537 w 18982931"/>
              <a:gd name="connsiteY518-54984" fmla="*/ 2632791 h 4449429"/>
              <a:gd name="connsiteX519-54985" fmla="*/ 16057760 w 18982931"/>
              <a:gd name="connsiteY519-54986" fmla="*/ 2632791 h 4449429"/>
              <a:gd name="connsiteX520-54987" fmla="*/ 16480103 w 18982931"/>
              <a:gd name="connsiteY520-54988" fmla="*/ 2632790 h 4449429"/>
              <a:gd name="connsiteX521-54989" fmla="*/ 16480103 w 18982931"/>
              <a:gd name="connsiteY521-54990" fmla="*/ 3237037 h 4449429"/>
              <a:gd name="connsiteX522-54991" fmla="*/ 16517880 w 18982931"/>
              <a:gd name="connsiteY522-54992" fmla="*/ 3237037 h 4449429"/>
              <a:gd name="connsiteX523-54993" fmla="*/ 16517880 w 18982931"/>
              <a:gd name="connsiteY523-54994" fmla="*/ 2632790 h 4449429"/>
              <a:gd name="connsiteX524-54995" fmla="*/ 16480103 w 18982931"/>
              <a:gd name="connsiteY524-54996" fmla="*/ 2632790 h 4449429"/>
              <a:gd name="connsiteX525-54997" fmla="*/ 1596781 w 18982931"/>
              <a:gd name="connsiteY525-54998" fmla="*/ 2622561 h 4449429"/>
              <a:gd name="connsiteX526-54999" fmla="*/ 1596781 w 18982931"/>
              <a:gd name="connsiteY526-55000" fmla="*/ 2668261 h 4449429"/>
              <a:gd name="connsiteX527-55001" fmla="*/ 1805629 w 18982931"/>
              <a:gd name="connsiteY527-55002" fmla="*/ 2668261 h 4449429"/>
              <a:gd name="connsiteX528-55003" fmla="*/ 1805629 w 18982931"/>
              <a:gd name="connsiteY528-55004" fmla="*/ 2622561 h 4449429"/>
              <a:gd name="connsiteX529-55005" fmla="*/ 1596781 w 18982931"/>
              <a:gd name="connsiteY529-55006" fmla="*/ 2622561 h 4449429"/>
              <a:gd name="connsiteX530-55007" fmla="*/ 1596781 w 18982931"/>
              <a:gd name="connsiteY530-55008" fmla="*/ 2530932 h 4449429"/>
              <a:gd name="connsiteX531-55009" fmla="*/ 1596781 w 18982931"/>
              <a:gd name="connsiteY531-55010" fmla="*/ 2576632 h 4449429"/>
              <a:gd name="connsiteX532-55011" fmla="*/ 1805629 w 18982931"/>
              <a:gd name="connsiteY532-55012" fmla="*/ 2576632 h 4449429"/>
              <a:gd name="connsiteX533-55013" fmla="*/ 1805629 w 18982931"/>
              <a:gd name="connsiteY533-55014" fmla="*/ 2530932 h 4449429"/>
              <a:gd name="connsiteX534-55015" fmla="*/ 1596781 w 18982931"/>
              <a:gd name="connsiteY534-55016" fmla="*/ 2530932 h 4449429"/>
              <a:gd name="connsiteX535-55017" fmla="*/ 1596781 w 18982931"/>
              <a:gd name="connsiteY535-55018" fmla="*/ 2439301 h 4449429"/>
              <a:gd name="connsiteX536-55019" fmla="*/ 1596781 w 18982931"/>
              <a:gd name="connsiteY536-55020" fmla="*/ 2485002 h 4449429"/>
              <a:gd name="connsiteX537-55021" fmla="*/ 1805629 w 18982931"/>
              <a:gd name="connsiteY537-55022" fmla="*/ 2485002 h 4449429"/>
              <a:gd name="connsiteX538-55023" fmla="*/ 1805629 w 18982931"/>
              <a:gd name="connsiteY538-55024" fmla="*/ 2439301 h 4449429"/>
              <a:gd name="connsiteX539-55025" fmla="*/ 1596781 w 18982931"/>
              <a:gd name="connsiteY539-55026" fmla="*/ 2439301 h 4449429"/>
              <a:gd name="connsiteX540-55027" fmla="*/ 17217171 w 18982931"/>
              <a:gd name="connsiteY540-55028" fmla="*/ 2397981 h 4449429"/>
              <a:gd name="connsiteX541-55029" fmla="*/ 17217171 w 18982931"/>
              <a:gd name="connsiteY541-55030" fmla="*/ 2434557 h 4449429"/>
              <a:gd name="connsiteX542-55031" fmla="*/ 17582931 w 18982931"/>
              <a:gd name="connsiteY542-55032" fmla="*/ 2434557 h 4449429"/>
              <a:gd name="connsiteX543-55033" fmla="*/ 17582931 w 18982931"/>
              <a:gd name="connsiteY543-55034" fmla="*/ 2397981 h 4449429"/>
              <a:gd name="connsiteX544-55035" fmla="*/ 17217171 w 18982931"/>
              <a:gd name="connsiteY544-55036" fmla="*/ 2397981 h 4449429"/>
              <a:gd name="connsiteX545-55037" fmla="*/ 9762349 w 18982931"/>
              <a:gd name="connsiteY545-55038" fmla="*/ 2057780 h 4449429"/>
              <a:gd name="connsiteX546-55039" fmla="*/ 9762349 w 18982931"/>
              <a:gd name="connsiteY546-55040" fmla="*/ 2266627 h 4449429"/>
              <a:gd name="connsiteX547-55041" fmla="*/ 9808049 w 18982931"/>
              <a:gd name="connsiteY547-55042" fmla="*/ 2266627 h 4449429"/>
              <a:gd name="connsiteX548-55043" fmla="*/ 9808049 w 18982931"/>
              <a:gd name="connsiteY548-55044" fmla="*/ 2057780 h 4449429"/>
              <a:gd name="connsiteX549-55045" fmla="*/ 9762349 w 18982931"/>
              <a:gd name="connsiteY549-55046" fmla="*/ 2057780 h 4449429"/>
              <a:gd name="connsiteX550-55047" fmla="*/ 9670720 w 18982931"/>
              <a:gd name="connsiteY550-55048" fmla="*/ 2057780 h 4449429"/>
              <a:gd name="connsiteX551-55049" fmla="*/ 9670720 w 18982931"/>
              <a:gd name="connsiteY551-55050" fmla="*/ 2266627 h 4449429"/>
              <a:gd name="connsiteX552-55051" fmla="*/ 9716420 w 18982931"/>
              <a:gd name="connsiteY552-55052" fmla="*/ 2266627 h 4449429"/>
              <a:gd name="connsiteX553-55053" fmla="*/ 9716420 w 18982931"/>
              <a:gd name="connsiteY553-55054" fmla="*/ 2057780 h 4449429"/>
              <a:gd name="connsiteX554-55055" fmla="*/ 9670720 w 18982931"/>
              <a:gd name="connsiteY554-55056" fmla="*/ 2057780 h 4449429"/>
              <a:gd name="connsiteX555-55057" fmla="*/ 9579089 w 18982931"/>
              <a:gd name="connsiteY555-55058" fmla="*/ 2057780 h 4449429"/>
              <a:gd name="connsiteX556-55059" fmla="*/ 9579089 w 18982931"/>
              <a:gd name="connsiteY556-55060" fmla="*/ 2266627 h 4449429"/>
              <a:gd name="connsiteX557-55061" fmla="*/ 9624790 w 18982931"/>
              <a:gd name="connsiteY557-55062" fmla="*/ 2266627 h 4449429"/>
              <a:gd name="connsiteX558-55063" fmla="*/ 9624790 w 18982931"/>
              <a:gd name="connsiteY558-55064" fmla="*/ 2057780 h 4449429"/>
              <a:gd name="connsiteX559-55065" fmla="*/ 9579089 w 18982931"/>
              <a:gd name="connsiteY559-55066" fmla="*/ 2057780 h 4449429"/>
              <a:gd name="connsiteX560-55067" fmla="*/ 9487461 w 18982931"/>
              <a:gd name="connsiteY560-55068" fmla="*/ 2057780 h 4449429"/>
              <a:gd name="connsiteX561-55069" fmla="*/ 9487461 w 18982931"/>
              <a:gd name="connsiteY561-55070" fmla="*/ 2266627 h 4449429"/>
              <a:gd name="connsiteX562-55071" fmla="*/ 9533161 w 18982931"/>
              <a:gd name="connsiteY562-55072" fmla="*/ 2266627 h 4449429"/>
              <a:gd name="connsiteX563-55073" fmla="*/ 9533161 w 18982931"/>
              <a:gd name="connsiteY563-55074" fmla="*/ 2057780 h 4449429"/>
              <a:gd name="connsiteX564-55075" fmla="*/ 9487461 w 18982931"/>
              <a:gd name="connsiteY564-55076" fmla="*/ 2057780 h 4449429"/>
              <a:gd name="connsiteX565-55077" fmla="*/ 9395836 w 18982931"/>
              <a:gd name="connsiteY565-55078" fmla="*/ 2057780 h 4449429"/>
              <a:gd name="connsiteX566-55079" fmla="*/ 9395836 w 18982931"/>
              <a:gd name="connsiteY566-55080" fmla="*/ 2266627 h 4449429"/>
              <a:gd name="connsiteX567-55081" fmla="*/ 9441534 w 18982931"/>
              <a:gd name="connsiteY567-55082" fmla="*/ 2266627 h 4449429"/>
              <a:gd name="connsiteX568-55083" fmla="*/ 9441534 w 18982931"/>
              <a:gd name="connsiteY568-55084" fmla="*/ 2057780 h 4449429"/>
              <a:gd name="connsiteX569-55085" fmla="*/ 9395836 w 18982931"/>
              <a:gd name="connsiteY569-55086" fmla="*/ 2057780 h 4449429"/>
              <a:gd name="connsiteX570-55087" fmla="*/ 9304202 w 18982931"/>
              <a:gd name="connsiteY570-55088" fmla="*/ 2057780 h 4449429"/>
              <a:gd name="connsiteX571-55089" fmla="*/ 9304202 w 18982931"/>
              <a:gd name="connsiteY571-55090" fmla="*/ 2266627 h 4449429"/>
              <a:gd name="connsiteX572-55091" fmla="*/ 9349902 w 18982931"/>
              <a:gd name="connsiteY572-55092" fmla="*/ 2266627 h 4449429"/>
              <a:gd name="connsiteX573-55093" fmla="*/ 9349902 w 18982931"/>
              <a:gd name="connsiteY573-55094" fmla="*/ 2057780 h 4449429"/>
              <a:gd name="connsiteX574-55095" fmla="*/ 9304202 w 18982931"/>
              <a:gd name="connsiteY574-55096" fmla="*/ 2057780 h 4449429"/>
              <a:gd name="connsiteX575-55097" fmla="*/ 9212570 w 18982931"/>
              <a:gd name="connsiteY575-55098" fmla="*/ 2057780 h 4449429"/>
              <a:gd name="connsiteX576-55099" fmla="*/ 9212570 w 18982931"/>
              <a:gd name="connsiteY576-55100" fmla="*/ 2266627 h 4449429"/>
              <a:gd name="connsiteX577-55101" fmla="*/ 9258270 w 18982931"/>
              <a:gd name="connsiteY577-55102" fmla="*/ 2266627 h 4449429"/>
              <a:gd name="connsiteX578-55103" fmla="*/ 9258270 w 18982931"/>
              <a:gd name="connsiteY578-55104" fmla="*/ 2057780 h 4449429"/>
              <a:gd name="connsiteX579-55105" fmla="*/ 9212570 w 18982931"/>
              <a:gd name="connsiteY579-55106" fmla="*/ 2057780 h 4449429"/>
              <a:gd name="connsiteX580-55107" fmla="*/ 14092702 w 18982931"/>
              <a:gd name="connsiteY580-55108" fmla="*/ 1859157 h 4449429"/>
              <a:gd name="connsiteX581-55109" fmla="*/ 14092702 w 18982931"/>
              <a:gd name="connsiteY581-55110" fmla="*/ 1895733 h 4449429"/>
              <a:gd name="connsiteX582-55111" fmla="*/ 14458462 w 18982931"/>
              <a:gd name="connsiteY582-55112" fmla="*/ 1895733 h 4449429"/>
              <a:gd name="connsiteX583-55113" fmla="*/ 14458462 w 18982931"/>
              <a:gd name="connsiteY583-55114" fmla="*/ 1859157 h 4449429"/>
              <a:gd name="connsiteX584-55115" fmla="*/ 14092702 w 18982931"/>
              <a:gd name="connsiteY584-55116" fmla="*/ 1859157 h 4449429"/>
              <a:gd name="connsiteX585-55117" fmla="*/ 17871603 w 18982931"/>
              <a:gd name="connsiteY585-55118" fmla="*/ 1806939 h 4449429"/>
              <a:gd name="connsiteX586-55119" fmla="*/ 17871603 w 18982931"/>
              <a:gd name="connsiteY586-55120" fmla="*/ 1809649 h 4449429"/>
              <a:gd name="connsiteX587-55121" fmla="*/ 17871627 w 18982931"/>
              <a:gd name="connsiteY587-55122" fmla="*/ 1809649 h 4449429"/>
              <a:gd name="connsiteX588-55123" fmla="*/ 17871603 w 18982931"/>
              <a:gd name="connsiteY588-55124" fmla="*/ 1806939 h 4449429"/>
              <a:gd name="connsiteX589-55125" fmla="*/ 18172695 w 18982931"/>
              <a:gd name="connsiteY589-55126" fmla="*/ 1733739 h 4449429"/>
              <a:gd name="connsiteX590-55127" fmla="*/ 18172695 w 18982931"/>
              <a:gd name="connsiteY590-55128" fmla="*/ 1870899 h 4449429"/>
              <a:gd name="connsiteX591-55129" fmla="*/ 18209271 w 18982931"/>
              <a:gd name="connsiteY591-55130" fmla="*/ 1870899 h 4449429"/>
              <a:gd name="connsiteX592-55131" fmla="*/ 18209271 w 18982931"/>
              <a:gd name="connsiteY592-55132" fmla="*/ 1733739 h 4449429"/>
              <a:gd name="connsiteX593-55133" fmla="*/ 18172695 w 18982931"/>
              <a:gd name="connsiteY593-55134" fmla="*/ 1733739 h 4449429"/>
              <a:gd name="connsiteX594-55135" fmla="*/ 18104295 w 18982931"/>
              <a:gd name="connsiteY594-55136" fmla="*/ 1733739 h 4449429"/>
              <a:gd name="connsiteX595-55137" fmla="*/ 18104295 w 18982931"/>
              <a:gd name="connsiteY595-55138" fmla="*/ 1870899 h 4449429"/>
              <a:gd name="connsiteX596-55139" fmla="*/ 18140871 w 18982931"/>
              <a:gd name="connsiteY596-55140" fmla="*/ 1870899 h 4449429"/>
              <a:gd name="connsiteX597-55141" fmla="*/ 18140871 w 18982931"/>
              <a:gd name="connsiteY597-55142" fmla="*/ 1733739 h 4449429"/>
              <a:gd name="connsiteX598-55143" fmla="*/ 18104295 w 18982931"/>
              <a:gd name="connsiteY598-55144" fmla="*/ 1733739 h 4449429"/>
              <a:gd name="connsiteX599-55145" fmla="*/ 18035895 w 18982931"/>
              <a:gd name="connsiteY599-55146" fmla="*/ 1733739 h 4449429"/>
              <a:gd name="connsiteX600-55147" fmla="*/ 18035895 w 18982931"/>
              <a:gd name="connsiteY600-55148" fmla="*/ 1870899 h 4449429"/>
              <a:gd name="connsiteX601-55149" fmla="*/ 18072471 w 18982931"/>
              <a:gd name="connsiteY601-55150" fmla="*/ 1870899 h 4449429"/>
              <a:gd name="connsiteX602-55151" fmla="*/ 18072471 w 18982931"/>
              <a:gd name="connsiteY602-55152" fmla="*/ 1733739 h 4449429"/>
              <a:gd name="connsiteX603-55153" fmla="*/ 18035895 w 18982931"/>
              <a:gd name="connsiteY603-55154" fmla="*/ 1733739 h 4449429"/>
              <a:gd name="connsiteX604-55155" fmla="*/ 17967493 w 18982931"/>
              <a:gd name="connsiteY604-55156" fmla="*/ 1733739 h 4449429"/>
              <a:gd name="connsiteX605-55157" fmla="*/ 17967493 w 18982931"/>
              <a:gd name="connsiteY605-55158" fmla="*/ 1870899 h 4449429"/>
              <a:gd name="connsiteX606-55159" fmla="*/ 18004069 w 18982931"/>
              <a:gd name="connsiteY606-55160" fmla="*/ 1870899 h 4449429"/>
              <a:gd name="connsiteX607-55161" fmla="*/ 18004069 w 18982931"/>
              <a:gd name="connsiteY607-55162" fmla="*/ 1733739 h 4449429"/>
              <a:gd name="connsiteX608-55163" fmla="*/ 17967493 w 18982931"/>
              <a:gd name="connsiteY608-55164" fmla="*/ 1733739 h 4449429"/>
              <a:gd name="connsiteX609-55165" fmla="*/ 14251161 w 18982931"/>
              <a:gd name="connsiteY609-55166" fmla="*/ 868400 h 4449429"/>
              <a:gd name="connsiteX610-55167" fmla="*/ 14251161 w 18982931"/>
              <a:gd name="connsiteY610-55168" fmla="*/ 1005560 h 4449429"/>
              <a:gd name="connsiteX611-55169" fmla="*/ 14287737 w 18982931"/>
              <a:gd name="connsiteY611-55170" fmla="*/ 1005560 h 4449429"/>
              <a:gd name="connsiteX612-55171" fmla="*/ 14287737 w 18982931"/>
              <a:gd name="connsiteY612-55172" fmla="*/ 868400 h 4449429"/>
              <a:gd name="connsiteX613-55173" fmla="*/ 14251161 w 18982931"/>
              <a:gd name="connsiteY613-55174" fmla="*/ 868400 h 4449429"/>
              <a:gd name="connsiteX614-55175" fmla="*/ 14182760 w 18982931"/>
              <a:gd name="connsiteY614-55176" fmla="*/ 868400 h 4449429"/>
              <a:gd name="connsiteX615-55177" fmla="*/ 14182760 w 18982931"/>
              <a:gd name="connsiteY615-55178" fmla="*/ 1005560 h 4449429"/>
              <a:gd name="connsiteX616-55179" fmla="*/ 14219336 w 18982931"/>
              <a:gd name="connsiteY616-55180" fmla="*/ 1005560 h 4449429"/>
              <a:gd name="connsiteX617-55181" fmla="*/ 14219336 w 18982931"/>
              <a:gd name="connsiteY617-55182" fmla="*/ 868400 h 4449429"/>
              <a:gd name="connsiteX618-55183" fmla="*/ 14182760 w 18982931"/>
              <a:gd name="connsiteY618-55184" fmla="*/ 868400 h 4449429"/>
              <a:gd name="connsiteX619-55185" fmla="*/ 14114359 w 18982931"/>
              <a:gd name="connsiteY619-55186" fmla="*/ 868400 h 4449429"/>
              <a:gd name="connsiteX620-55187" fmla="*/ 14114359 w 18982931"/>
              <a:gd name="connsiteY620-55188" fmla="*/ 1005560 h 4449429"/>
              <a:gd name="connsiteX621-55189" fmla="*/ 14150935 w 18982931"/>
              <a:gd name="connsiteY621-55190" fmla="*/ 1005560 h 4449429"/>
              <a:gd name="connsiteX622-55191" fmla="*/ 14150935 w 18982931"/>
              <a:gd name="connsiteY622-55192" fmla="*/ 868400 h 4449429"/>
              <a:gd name="connsiteX623-55193" fmla="*/ 14114359 w 18982931"/>
              <a:gd name="connsiteY623-55194" fmla="*/ 868400 h 4449429"/>
              <a:gd name="connsiteX624-55195" fmla="*/ 4788216 w 18982931"/>
              <a:gd name="connsiteY624-55196" fmla="*/ 807315 h 4449429"/>
              <a:gd name="connsiteX625-55197" fmla="*/ 4788216 w 18982931"/>
              <a:gd name="connsiteY625-55198" fmla="*/ 944475 h 4449429"/>
              <a:gd name="connsiteX626-55199" fmla="*/ 4824792 w 18982931"/>
              <a:gd name="connsiteY626-55200" fmla="*/ 944475 h 4449429"/>
              <a:gd name="connsiteX627-55201" fmla="*/ 4824792 w 18982931"/>
              <a:gd name="connsiteY627-55202" fmla="*/ 807315 h 4449429"/>
              <a:gd name="connsiteX628-55203" fmla="*/ 4788216 w 18982931"/>
              <a:gd name="connsiteY628-55204" fmla="*/ 807315 h 4449429"/>
              <a:gd name="connsiteX629-55205" fmla="*/ 4719815 w 18982931"/>
              <a:gd name="connsiteY629-55206" fmla="*/ 807315 h 4449429"/>
              <a:gd name="connsiteX630-55207" fmla="*/ 4719815 w 18982931"/>
              <a:gd name="connsiteY630-55208" fmla="*/ 944475 h 4449429"/>
              <a:gd name="connsiteX631-55209" fmla="*/ 4756391 w 18982931"/>
              <a:gd name="connsiteY631-55210" fmla="*/ 944475 h 4449429"/>
              <a:gd name="connsiteX632-55211" fmla="*/ 4756391 w 18982931"/>
              <a:gd name="connsiteY632-55212" fmla="*/ 807315 h 4449429"/>
              <a:gd name="connsiteX633-55213" fmla="*/ 4719815 w 18982931"/>
              <a:gd name="connsiteY633-55214" fmla="*/ 807315 h 4449429"/>
              <a:gd name="connsiteX634-55215" fmla="*/ 4651414 w 18982931"/>
              <a:gd name="connsiteY634-55216" fmla="*/ 807315 h 4449429"/>
              <a:gd name="connsiteX635-55217" fmla="*/ 4651414 w 18982931"/>
              <a:gd name="connsiteY635-55218" fmla="*/ 944475 h 4449429"/>
              <a:gd name="connsiteX636-55219" fmla="*/ 4687992 w 18982931"/>
              <a:gd name="connsiteY636-55220" fmla="*/ 944475 h 4449429"/>
              <a:gd name="connsiteX637-55221" fmla="*/ 4687992 w 18982931"/>
              <a:gd name="connsiteY637-55222" fmla="*/ 807315 h 4449429"/>
              <a:gd name="connsiteX638-55223" fmla="*/ 4651414 w 18982931"/>
              <a:gd name="connsiteY638-55224" fmla="*/ 807315 h 4449429"/>
              <a:gd name="connsiteX639-55225" fmla="*/ 2212838 w 18982931"/>
              <a:gd name="connsiteY639-55226" fmla="*/ 748887 h 4449429"/>
              <a:gd name="connsiteX640-55227" fmla="*/ 2212838 w 18982931"/>
              <a:gd name="connsiteY640-55228" fmla="*/ 886047 h 4449429"/>
              <a:gd name="connsiteX641-55229" fmla="*/ 2249414 w 18982931"/>
              <a:gd name="connsiteY641-55230" fmla="*/ 886047 h 4449429"/>
              <a:gd name="connsiteX642-55231" fmla="*/ 2249414 w 18982931"/>
              <a:gd name="connsiteY642-55232" fmla="*/ 748887 h 4449429"/>
              <a:gd name="connsiteX643-55233" fmla="*/ 2212838 w 18982931"/>
              <a:gd name="connsiteY643-55234" fmla="*/ 748887 h 4449429"/>
              <a:gd name="connsiteX644-55235" fmla="*/ 2144438 w 18982931"/>
              <a:gd name="connsiteY644-55236" fmla="*/ 748887 h 4449429"/>
              <a:gd name="connsiteX645-55237" fmla="*/ 2144438 w 18982931"/>
              <a:gd name="connsiteY645-55238" fmla="*/ 886047 h 4449429"/>
              <a:gd name="connsiteX646-55239" fmla="*/ 2181014 w 18982931"/>
              <a:gd name="connsiteY646-55240" fmla="*/ 886047 h 4449429"/>
              <a:gd name="connsiteX647-55241" fmla="*/ 2181014 w 18982931"/>
              <a:gd name="connsiteY647-55242" fmla="*/ 748887 h 4449429"/>
              <a:gd name="connsiteX648-55243" fmla="*/ 2144438 w 18982931"/>
              <a:gd name="connsiteY648-55244" fmla="*/ 748887 h 4449429"/>
              <a:gd name="connsiteX649-55245" fmla="*/ 2076037 w 18982931"/>
              <a:gd name="connsiteY649-55246" fmla="*/ 748887 h 4449429"/>
              <a:gd name="connsiteX650-55247" fmla="*/ 2076037 w 18982931"/>
              <a:gd name="connsiteY650-55248" fmla="*/ 886047 h 4449429"/>
              <a:gd name="connsiteX651-55249" fmla="*/ 2112612 w 18982931"/>
              <a:gd name="connsiteY651-55250" fmla="*/ 886047 h 4449429"/>
              <a:gd name="connsiteX652-55251" fmla="*/ 2112612 w 18982931"/>
              <a:gd name="connsiteY652-55252" fmla="*/ 748887 h 4449429"/>
              <a:gd name="connsiteX653-55253" fmla="*/ 2076037 w 18982931"/>
              <a:gd name="connsiteY653-55254" fmla="*/ 748887 h 4449429"/>
              <a:gd name="connsiteX654-55255" fmla="*/ 2007635 w 18982931"/>
              <a:gd name="connsiteY654-55256" fmla="*/ 748887 h 4449429"/>
              <a:gd name="connsiteX655-55257" fmla="*/ 2007635 w 18982931"/>
              <a:gd name="connsiteY655-55258" fmla="*/ 886047 h 4449429"/>
              <a:gd name="connsiteX656-55259" fmla="*/ 2044211 w 18982931"/>
              <a:gd name="connsiteY656-55260" fmla="*/ 886047 h 4449429"/>
              <a:gd name="connsiteX657-55261" fmla="*/ 2044211 w 18982931"/>
              <a:gd name="connsiteY657-55262" fmla="*/ 748887 h 4449429"/>
              <a:gd name="connsiteX658-55263" fmla="*/ 2007635 w 18982931"/>
              <a:gd name="connsiteY658-55264" fmla="*/ 748887 h 4449429"/>
              <a:gd name="connsiteX659-55265" fmla="*/ 17088019 w 18982931"/>
              <a:gd name="connsiteY659-55266" fmla="*/ 737716 h 4449429"/>
              <a:gd name="connsiteX660-55267" fmla="*/ 17088019 w 18982931"/>
              <a:gd name="connsiteY660-55268" fmla="*/ 825107 h 4449429"/>
              <a:gd name="connsiteX661-55269" fmla="*/ 17124595 w 18982931"/>
              <a:gd name="connsiteY661-55270" fmla="*/ 825107 h 4449429"/>
              <a:gd name="connsiteX662-55271" fmla="*/ 17124595 w 18982931"/>
              <a:gd name="connsiteY662-55272" fmla="*/ 737716 h 4449429"/>
              <a:gd name="connsiteX663-55273" fmla="*/ 17088019 w 18982931"/>
              <a:gd name="connsiteY663-55274" fmla="*/ 737716 h 4449429"/>
              <a:gd name="connsiteX664-55275" fmla="*/ 17021803 w 18982931"/>
              <a:gd name="connsiteY664-55276" fmla="*/ 737716 h 4449429"/>
              <a:gd name="connsiteX665-55277" fmla="*/ 17021803 w 18982931"/>
              <a:gd name="connsiteY665-55278" fmla="*/ 825107 h 4449429"/>
              <a:gd name="connsiteX666-55279" fmla="*/ 17058379 w 18982931"/>
              <a:gd name="connsiteY666-55280" fmla="*/ 825107 h 4449429"/>
              <a:gd name="connsiteX667-55281" fmla="*/ 17058379 w 18982931"/>
              <a:gd name="connsiteY667-55282" fmla="*/ 737716 h 4449429"/>
              <a:gd name="connsiteX668-55283" fmla="*/ 17021803 w 18982931"/>
              <a:gd name="connsiteY668-55284" fmla="*/ 737716 h 4449429"/>
              <a:gd name="connsiteX669-55285" fmla="*/ 16955591 w 18982931"/>
              <a:gd name="connsiteY669-55286" fmla="*/ 737716 h 4449429"/>
              <a:gd name="connsiteX670-55287" fmla="*/ 16955591 w 18982931"/>
              <a:gd name="connsiteY670-55288" fmla="*/ 825107 h 4449429"/>
              <a:gd name="connsiteX671-55289" fmla="*/ 16992167 w 18982931"/>
              <a:gd name="connsiteY671-55290" fmla="*/ 825107 h 4449429"/>
              <a:gd name="connsiteX672-55291" fmla="*/ 16992167 w 18982931"/>
              <a:gd name="connsiteY672-55292" fmla="*/ 737716 h 4449429"/>
              <a:gd name="connsiteX673-55293" fmla="*/ 16955591 w 18982931"/>
              <a:gd name="connsiteY673-55294" fmla="*/ 737716 h 4449429"/>
              <a:gd name="connsiteX674-55295" fmla="*/ 16889375 w 18982931"/>
              <a:gd name="connsiteY674-55296" fmla="*/ 737716 h 4449429"/>
              <a:gd name="connsiteX675-55297" fmla="*/ 16889375 w 18982931"/>
              <a:gd name="connsiteY675-55298" fmla="*/ 825107 h 4449429"/>
              <a:gd name="connsiteX676-55299" fmla="*/ 16925951 w 18982931"/>
              <a:gd name="connsiteY676-55300" fmla="*/ 825107 h 4449429"/>
              <a:gd name="connsiteX677-55301" fmla="*/ 16925951 w 18982931"/>
              <a:gd name="connsiteY677-55302" fmla="*/ 737716 h 4449429"/>
              <a:gd name="connsiteX678-55303" fmla="*/ 16889375 w 18982931"/>
              <a:gd name="connsiteY678-55304" fmla="*/ 737716 h 4449429"/>
              <a:gd name="connsiteX679-55305" fmla="*/ 16823163 w 18982931"/>
              <a:gd name="connsiteY679-55306" fmla="*/ 737716 h 4449429"/>
              <a:gd name="connsiteX680-55307" fmla="*/ 16823163 w 18982931"/>
              <a:gd name="connsiteY680-55308" fmla="*/ 825107 h 4449429"/>
              <a:gd name="connsiteX681-55309" fmla="*/ 16859739 w 18982931"/>
              <a:gd name="connsiteY681-55310" fmla="*/ 825107 h 4449429"/>
              <a:gd name="connsiteX682-55311" fmla="*/ 16859739 w 18982931"/>
              <a:gd name="connsiteY682-55312" fmla="*/ 737716 h 4449429"/>
              <a:gd name="connsiteX683-55313" fmla="*/ 16823163 w 18982931"/>
              <a:gd name="connsiteY683-55314" fmla="*/ 737716 h 4449429"/>
              <a:gd name="connsiteX684-55315" fmla="*/ 16756948 w 18982931"/>
              <a:gd name="connsiteY684-55316" fmla="*/ 737716 h 4449429"/>
              <a:gd name="connsiteX685-55317" fmla="*/ 16756948 w 18982931"/>
              <a:gd name="connsiteY685-55318" fmla="*/ 825107 h 4449429"/>
              <a:gd name="connsiteX686-55319" fmla="*/ 16793523 w 18982931"/>
              <a:gd name="connsiteY686-55320" fmla="*/ 825107 h 4449429"/>
              <a:gd name="connsiteX687-55321" fmla="*/ 16793523 w 18982931"/>
              <a:gd name="connsiteY687-55322" fmla="*/ 737716 h 4449429"/>
              <a:gd name="connsiteX688-55323" fmla="*/ 16756948 w 18982931"/>
              <a:gd name="connsiteY688-55324" fmla="*/ 737716 h 4449429"/>
              <a:gd name="connsiteX689-55325" fmla="*/ 13739104 w 18982931"/>
              <a:gd name="connsiteY689-55326" fmla="*/ 0 h 4449429"/>
              <a:gd name="connsiteX690-55327" fmla="*/ 13842002 w 18982931"/>
              <a:gd name="connsiteY690-55328" fmla="*/ 0 h 4449429"/>
              <a:gd name="connsiteX691-55329" fmla="*/ 13883163 w 18982931"/>
              <a:gd name="connsiteY691-55330" fmla="*/ 428067 h 4449429"/>
              <a:gd name="connsiteX692-55331" fmla="*/ 13883163 w 18982931"/>
              <a:gd name="connsiteY692-55332" fmla="*/ 456882 h 4449429"/>
              <a:gd name="connsiteX693-55333" fmla="*/ 13907863 w 18982931"/>
              <a:gd name="connsiteY693-55334" fmla="*/ 954919 h 4449429"/>
              <a:gd name="connsiteX694-55335" fmla="*/ 13911978 w 18982931"/>
              <a:gd name="connsiteY694-55336" fmla="*/ 1679340 h 4449429"/>
              <a:gd name="connsiteX695-55337" fmla="*/ 13916091 w 18982931"/>
              <a:gd name="connsiteY695-55338" fmla="*/ 2058015 h 4449429"/>
              <a:gd name="connsiteX696-55339" fmla="*/ 13936673 w 18982931"/>
              <a:gd name="connsiteY696-55340" fmla="*/ 2086829 h 4449429"/>
              <a:gd name="connsiteX697-55341" fmla="*/ 13953138 w 18982931"/>
              <a:gd name="connsiteY697-55342" fmla="*/ 2058015 h 4449429"/>
              <a:gd name="connsiteX698-55343" fmla="*/ 13953138 w 18982931"/>
              <a:gd name="connsiteY698-55344" fmla="*/ 1955115 h 4449429"/>
              <a:gd name="connsiteX699-55345" fmla="*/ 13965483 w 18982931"/>
              <a:gd name="connsiteY699-55346" fmla="*/ 1922188 h 4449429"/>
              <a:gd name="connsiteX700-55347" fmla="*/ 13986066 w 18982931"/>
              <a:gd name="connsiteY700-55348" fmla="*/ 1876909 h 4449429"/>
              <a:gd name="connsiteX701-55349" fmla="*/ 13986066 w 18982931"/>
              <a:gd name="connsiteY701-55350" fmla="*/ 1625834 h 4449429"/>
              <a:gd name="connsiteX702-55351" fmla="*/ 14051922 w 18982931"/>
              <a:gd name="connsiteY702-55352" fmla="*/ 1617602 h 4449429"/>
              <a:gd name="connsiteX703-55353" fmla="*/ 14047992 w 18982931"/>
              <a:gd name="connsiteY703-55354" fmla="*/ 1005560 h 4449429"/>
              <a:gd name="connsiteX704-55355" fmla="*/ 14082534 w 18982931"/>
              <a:gd name="connsiteY704-55356" fmla="*/ 1005560 h 4449429"/>
              <a:gd name="connsiteX705-55357" fmla="*/ 14082534 w 18982931"/>
              <a:gd name="connsiteY705-55358" fmla="*/ 868400 h 4449429"/>
              <a:gd name="connsiteX706-55359" fmla="*/ 14047111 w 18982931"/>
              <a:gd name="connsiteY706-55360" fmla="*/ 868400 h 4449429"/>
              <a:gd name="connsiteX707-55361" fmla="*/ 14046442 w 18982931"/>
              <a:gd name="connsiteY707-55362" fmla="*/ 764191 h 4449429"/>
              <a:gd name="connsiteX708-55363" fmla="*/ 14187749 w 18982931"/>
              <a:gd name="connsiteY708-55364" fmla="*/ 436300 h 4449429"/>
              <a:gd name="connsiteX709-55365" fmla="*/ 14212445 w 18982931"/>
              <a:gd name="connsiteY709-55366" fmla="*/ 411603 h 4449429"/>
              <a:gd name="connsiteX710-55367" fmla="*/ 14410015 w 18982931"/>
              <a:gd name="connsiteY710-55368" fmla="*/ 444532 h 4449429"/>
              <a:gd name="connsiteX711-55369" fmla="*/ 14442947 w 18982931"/>
              <a:gd name="connsiteY711-55370" fmla="*/ 275776 h 4449429"/>
              <a:gd name="connsiteX712-55371" fmla="*/ 14479990 w 18982931"/>
              <a:gd name="connsiteY712-55372" fmla="*/ 246961 h 4449429"/>
              <a:gd name="connsiteX713-55373" fmla="*/ 14517032 w 18982931"/>
              <a:gd name="connsiteY713-55374" fmla="*/ 271658 h 4449429"/>
              <a:gd name="connsiteX714-55375" fmla="*/ 14574655 w 18982931"/>
              <a:gd name="connsiteY714-55376" fmla="*/ 522739 h 4449429"/>
              <a:gd name="connsiteX715-55377" fmla="*/ 14603469 w 18982931"/>
              <a:gd name="connsiteY715-55378" fmla="*/ 1123678 h 4449429"/>
              <a:gd name="connsiteX716-55379" fmla="*/ 14603469 w 18982931"/>
              <a:gd name="connsiteY716-55380" fmla="*/ 1617602 h 4449429"/>
              <a:gd name="connsiteX717-55381" fmla="*/ 14595237 w 18982931"/>
              <a:gd name="connsiteY717-55382" fmla="*/ 1683457 h 4449429"/>
              <a:gd name="connsiteX718-55383" fmla="*/ 14607589 w 18982931"/>
              <a:gd name="connsiteY718-55384" fmla="*/ 1753429 h 4449429"/>
              <a:gd name="connsiteX719-55385" fmla="*/ 14656976 w 18982931"/>
              <a:gd name="connsiteY719-55386" fmla="*/ 1753429 h 4449429"/>
              <a:gd name="connsiteX720-55387" fmla="*/ 14706369 w 18982931"/>
              <a:gd name="connsiteY720-55388" fmla="*/ 1568210 h 4449429"/>
              <a:gd name="connsiteX721-55389" fmla="*/ 14722833 w 18982931"/>
              <a:gd name="connsiteY721-55390" fmla="*/ 1568210 h 4449429"/>
              <a:gd name="connsiteX722-55391" fmla="*/ 14768111 w 18982931"/>
              <a:gd name="connsiteY722-55392" fmla="*/ 1753429 h 4449429"/>
              <a:gd name="connsiteX723-55393" fmla="*/ 14875128 w 18982931"/>
              <a:gd name="connsiteY723-55394" fmla="*/ 1753429 h 4449429"/>
              <a:gd name="connsiteX724-55395" fmla="*/ 14883360 w 18982931"/>
              <a:gd name="connsiteY724-55396" fmla="*/ 1827516 h 4449429"/>
              <a:gd name="connsiteX725-55397" fmla="*/ 14940984 w 18982931"/>
              <a:gd name="connsiteY725-55398" fmla="*/ 1827516 h 4449429"/>
              <a:gd name="connsiteX726-55399" fmla="*/ 15019191 w 18982931"/>
              <a:gd name="connsiteY726-55400" fmla="*/ 1625834 h 4449429"/>
              <a:gd name="connsiteX727-55401" fmla="*/ 15043883 w 18982931"/>
              <a:gd name="connsiteY727-55402" fmla="*/ 1090750 h 4449429"/>
              <a:gd name="connsiteX728-55403" fmla="*/ 15134436 w 18982931"/>
              <a:gd name="connsiteY728-55404" fmla="*/ 1000197 h 4449429"/>
              <a:gd name="connsiteX729-55405" fmla="*/ 15212643 w 18982931"/>
              <a:gd name="connsiteY729-55406" fmla="*/ 1078400 h 4449429"/>
              <a:gd name="connsiteX730-55407" fmla="*/ 15212643 w 18982931"/>
              <a:gd name="connsiteY730-55408" fmla="*/ 1152488 h 4449429"/>
              <a:gd name="connsiteX731-55409" fmla="*/ 15224993 w 18982931"/>
              <a:gd name="connsiteY731-55410" fmla="*/ 1119560 h 4449429"/>
              <a:gd name="connsiteX732-55411" fmla="*/ 15237338 w 18982931"/>
              <a:gd name="connsiteY732-55412" fmla="*/ 563899 h 4449429"/>
              <a:gd name="connsiteX733-55413" fmla="*/ 15290845 w 18982931"/>
              <a:gd name="connsiteY733-55414" fmla="*/ 382793 h 4449429"/>
              <a:gd name="connsiteX734-55415" fmla="*/ 15323772 w 18982931"/>
              <a:gd name="connsiteY734-55416" fmla="*/ 300473 h 4449429"/>
              <a:gd name="connsiteX735-55417" fmla="*/ 15364932 w 18982931"/>
              <a:gd name="connsiteY735-55418" fmla="*/ 259313 h 4449429"/>
              <a:gd name="connsiteX736-55419" fmla="*/ 15389634 w 18982931"/>
              <a:gd name="connsiteY736-55420" fmla="*/ 296354 h 4449429"/>
              <a:gd name="connsiteX737-55421" fmla="*/ 15401979 w 18982931"/>
              <a:gd name="connsiteY737-55422" fmla="*/ 411603 h 4449429"/>
              <a:gd name="connsiteX738-55423" fmla="*/ 15451371 w 18982931"/>
              <a:gd name="connsiteY738-55424" fmla="*/ 703843 h 4449429"/>
              <a:gd name="connsiteX739-55425" fmla="*/ 15455486 w 18982931"/>
              <a:gd name="connsiteY739-55426" fmla="*/ 1173070 h 4449429"/>
              <a:gd name="connsiteX740-55427" fmla="*/ 15455486 w 18982931"/>
              <a:gd name="connsiteY740-55428" fmla="*/ 1238927 h 4449429"/>
              <a:gd name="connsiteX741-55429" fmla="*/ 15727143 w 18982931"/>
              <a:gd name="connsiteY741-55430" fmla="*/ 1238927 h 4449429"/>
              <a:gd name="connsiteX742-55431" fmla="*/ 15727143 w 18982931"/>
              <a:gd name="connsiteY742-55432" fmla="*/ 1465306 h 4449429"/>
              <a:gd name="connsiteX743-55433" fmla="*/ 15772422 w 18982931"/>
              <a:gd name="connsiteY743-55434" fmla="*/ 1469425 h 4449429"/>
              <a:gd name="connsiteX744-55435" fmla="*/ 15850624 w 18982931"/>
              <a:gd name="connsiteY744-55436" fmla="*/ 1551745 h 4449429"/>
              <a:gd name="connsiteX745-55437" fmla="*/ 15850624 w 18982931"/>
              <a:gd name="connsiteY745-55438" fmla="*/ 2224712 h 4449429"/>
              <a:gd name="connsiteX746-55439" fmla="*/ 15923336 w 18982931"/>
              <a:gd name="connsiteY746-55440" fmla="*/ 2224712 h 4449429"/>
              <a:gd name="connsiteX747-55441" fmla="*/ 15924718 w 18982931"/>
              <a:gd name="connsiteY747-55442" fmla="*/ 2177381 h 4449429"/>
              <a:gd name="connsiteX748-55443" fmla="*/ 15982338 w 18982931"/>
              <a:gd name="connsiteY748-55444" fmla="*/ 2103294 h 4449429"/>
              <a:gd name="connsiteX749-55445" fmla="*/ 15986455 w 18982931"/>
              <a:gd name="connsiteY749-55446" fmla="*/ 2045669 h 4449429"/>
              <a:gd name="connsiteX750-55447" fmla="*/ 16002920 w 18982931"/>
              <a:gd name="connsiteY750-55448" fmla="*/ 2033319 h 4449429"/>
              <a:gd name="connsiteX751-55449" fmla="*/ 16015265 w 18982931"/>
              <a:gd name="connsiteY751-55450" fmla="*/ 2041550 h 4449429"/>
              <a:gd name="connsiteX752-55451" fmla="*/ 16056425 w 18982931"/>
              <a:gd name="connsiteY752-55452" fmla="*/ 2210310 h 4449429"/>
              <a:gd name="connsiteX753-55453" fmla="*/ 16056425 w 18982931"/>
              <a:gd name="connsiteY753-55454" fmla="*/ 2276166 h 4449429"/>
              <a:gd name="connsiteX754-55455" fmla="*/ 16077008 w 18982931"/>
              <a:gd name="connsiteY754-55456" fmla="*/ 2276166 h 4449429"/>
              <a:gd name="connsiteX755-55457" fmla="*/ 16097587 w 18982931"/>
              <a:gd name="connsiteY755-55458" fmla="*/ 1938652 h 4449429"/>
              <a:gd name="connsiteX756-55459" fmla="*/ 16122282 w 18982931"/>
              <a:gd name="connsiteY756-55460" fmla="*/ 1934533 h 4449429"/>
              <a:gd name="connsiteX757-55461" fmla="*/ 16155210 w 18982931"/>
              <a:gd name="connsiteY757-55462" fmla="*/ 1938652 h 4449429"/>
              <a:gd name="connsiteX758-55463" fmla="*/ 16155210 w 18982931"/>
              <a:gd name="connsiteY758-55464" fmla="*/ 2272048 h 4449429"/>
              <a:gd name="connsiteX759-55465" fmla="*/ 16175792 w 18982931"/>
              <a:gd name="connsiteY759-55466" fmla="*/ 2276166 h 4449429"/>
              <a:gd name="connsiteX760-55467" fmla="*/ 16192257 w 18982931"/>
              <a:gd name="connsiteY760-55468" fmla="*/ 2243238 h 4449429"/>
              <a:gd name="connsiteX761-55469" fmla="*/ 16192257 w 18982931"/>
              <a:gd name="connsiteY761-55470" fmla="*/ 1992158 h 4449429"/>
              <a:gd name="connsiteX762-55471" fmla="*/ 16192257 w 18982931"/>
              <a:gd name="connsiteY762-55472" fmla="*/ 1774011 h 4449429"/>
              <a:gd name="connsiteX763-55473" fmla="*/ 16488610 w 18982931"/>
              <a:gd name="connsiteY763-55474" fmla="*/ 1774011 h 4449429"/>
              <a:gd name="connsiteX764-55475" fmla="*/ 16538004 w 18982931"/>
              <a:gd name="connsiteY764-55476" fmla="*/ 1823403 h 4449429"/>
              <a:gd name="connsiteX765-55477" fmla="*/ 16538004 w 18982931"/>
              <a:gd name="connsiteY765-55478" fmla="*/ 2029205 h 4449429"/>
              <a:gd name="connsiteX766-55479" fmla="*/ 16550349 w 18982931"/>
              <a:gd name="connsiteY766-55480" fmla="*/ 2033319 h 4449429"/>
              <a:gd name="connsiteX767-55481" fmla="*/ 16566812 w 18982931"/>
              <a:gd name="connsiteY767-55482" fmla="*/ 1992158 h 4449429"/>
              <a:gd name="connsiteX768-55483" fmla="*/ 16570932 w 18982931"/>
              <a:gd name="connsiteY768-55484" fmla="*/ 1695804 h 4449429"/>
              <a:gd name="connsiteX769-55485" fmla="*/ 16566812 w 18982931"/>
              <a:gd name="connsiteY769-55486" fmla="*/ 773813 h 4449429"/>
              <a:gd name="connsiteX770-55487" fmla="*/ 16636788 w 18982931"/>
              <a:gd name="connsiteY770-55488" fmla="*/ 646219 h 4449429"/>
              <a:gd name="connsiteX771-55489" fmla="*/ 16723226 w 18982931"/>
              <a:gd name="connsiteY771-55490" fmla="*/ 514506 h 4449429"/>
              <a:gd name="connsiteX772-55491" fmla="*/ 16743805 w 18982931"/>
              <a:gd name="connsiteY772-55492" fmla="*/ 481577 h 4449429"/>
              <a:gd name="connsiteX773-55493" fmla="*/ 16817899 w 18982931"/>
              <a:gd name="connsiteY773-55494" fmla="*/ 329283 h 4449429"/>
              <a:gd name="connsiteX774-55495" fmla="*/ 16842595 w 18982931"/>
              <a:gd name="connsiteY774-55496" fmla="*/ 275776 h 4449429"/>
              <a:gd name="connsiteX775-55497" fmla="*/ 16859059 w 18982931"/>
              <a:gd name="connsiteY775-55498" fmla="*/ 279891 h 4449429"/>
              <a:gd name="connsiteX776-55499" fmla="*/ 16859059 w 18982931"/>
              <a:gd name="connsiteY776-55500" fmla="*/ 337515 h 4449429"/>
              <a:gd name="connsiteX777-55501" fmla="*/ 16867291 w 18982931"/>
              <a:gd name="connsiteY777-55502" fmla="*/ 382793 h 4449429"/>
              <a:gd name="connsiteX778-55503" fmla="*/ 16966075 w 18982931"/>
              <a:gd name="connsiteY778-55504" fmla="*/ 436300 h 4449429"/>
              <a:gd name="connsiteX779-55505" fmla="*/ 17031935 w 18982931"/>
              <a:gd name="connsiteY779-55506" fmla="*/ 526852 h 4449429"/>
              <a:gd name="connsiteX780-55507" fmla="*/ 17031935 w 18982931"/>
              <a:gd name="connsiteY780-55508" fmla="*/ 596826 h 4449429"/>
              <a:gd name="connsiteX781-55509" fmla="*/ 17060743 w 18982931"/>
              <a:gd name="connsiteY781-55510" fmla="*/ 600941 h 4449429"/>
              <a:gd name="connsiteX782-55511" fmla="*/ 17147183 w 18982931"/>
              <a:gd name="connsiteY782-55512" fmla="*/ 691493 h 4449429"/>
              <a:gd name="connsiteX783-55513" fmla="*/ 17147219 w 18982931"/>
              <a:gd name="connsiteY783-55514" fmla="*/ 704240 h 4449429"/>
              <a:gd name="connsiteX784-55515" fmla="*/ 17148515 w 18982931"/>
              <a:gd name="connsiteY784-55516" fmla="*/ 704240 h 4449429"/>
              <a:gd name="connsiteX785-55517" fmla="*/ 17148515 w 18982931"/>
              <a:gd name="connsiteY785-55518" fmla="*/ 880086 h 4449429"/>
              <a:gd name="connsiteX786-55519" fmla="*/ 17147731 w 18982931"/>
              <a:gd name="connsiteY786-55520" fmla="*/ 880086 h 4449429"/>
              <a:gd name="connsiteX787-55521" fmla="*/ 17151295 w 18982931"/>
              <a:gd name="connsiteY787-55522" fmla="*/ 2103294 h 4449429"/>
              <a:gd name="connsiteX788-55523" fmla="*/ 17151295 w 18982931"/>
              <a:gd name="connsiteY788-55524" fmla="*/ 2152686 h 4449429"/>
              <a:gd name="connsiteX789-55525" fmla="*/ 17225383 w 18982931"/>
              <a:gd name="connsiteY789-55526" fmla="*/ 2152686 h 4449429"/>
              <a:gd name="connsiteX790-55527" fmla="*/ 17225383 w 18982931"/>
              <a:gd name="connsiteY790-55528" fmla="*/ 1811053 h 4449429"/>
              <a:gd name="connsiteX791-55529" fmla="*/ 17307703 w 18982931"/>
              <a:gd name="connsiteY791-55530" fmla="*/ 1757546 h 4449429"/>
              <a:gd name="connsiteX792-55531" fmla="*/ 17307703 w 18982931"/>
              <a:gd name="connsiteY792-55532" fmla="*/ 1889260 h 4449429"/>
              <a:gd name="connsiteX793-55533" fmla="*/ 17336519 w 18982931"/>
              <a:gd name="connsiteY793-55534" fmla="*/ 1926302 h 4449429"/>
              <a:gd name="connsiteX794-55535" fmla="*/ 17381799 w 18982931"/>
              <a:gd name="connsiteY794-55536" fmla="*/ 1975695 h 4449429"/>
              <a:gd name="connsiteX795-55537" fmla="*/ 17381799 w 18982931"/>
              <a:gd name="connsiteY795-55538" fmla="*/ 2165031 h 4449429"/>
              <a:gd name="connsiteX796-55539" fmla="*/ 17562899 w 18982931"/>
              <a:gd name="connsiteY796-55540" fmla="*/ 2165031 h 4449429"/>
              <a:gd name="connsiteX797-55541" fmla="*/ 17562899 w 18982931"/>
              <a:gd name="connsiteY797-55542" fmla="*/ 2329673 h 4449429"/>
              <a:gd name="connsiteX798-55543" fmla="*/ 17575251 w 18982931"/>
              <a:gd name="connsiteY798-55544" fmla="*/ 2329673 h 4449429"/>
              <a:gd name="connsiteX799-55545" fmla="*/ 17575251 w 18982931"/>
              <a:gd name="connsiteY799-55546" fmla="*/ 2127989 h 4449429"/>
              <a:gd name="connsiteX800-55547" fmla="*/ 17591711 w 18982931"/>
              <a:gd name="connsiteY800-55548" fmla="*/ 1609370 h 4449429"/>
              <a:gd name="connsiteX801-55549" fmla="*/ 17604059 w 18982931"/>
              <a:gd name="connsiteY801-55550" fmla="*/ 1584673 h 4449429"/>
              <a:gd name="connsiteX802-55551" fmla="*/ 17711083 w 18982931"/>
              <a:gd name="connsiteY802-55552" fmla="*/ 1580555 h 4449429"/>
              <a:gd name="connsiteX803-55553" fmla="*/ 17735775 w 18982931"/>
              <a:gd name="connsiteY803-55554" fmla="*/ 1609370 h 4449429"/>
              <a:gd name="connsiteX804-55555" fmla="*/ 17772819 w 18982931"/>
              <a:gd name="connsiteY804-55556" fmla="*/ 1613483 h 4449429"/>
              <a:gd name="connsiteX805-55557" fmla="*/ 17768699 w 18982931"/>
              <a:gd name="connsiteY805-55558" fmla="*/ 1559977 h 4449429"/>
              <a:gd name="connsiteX806-55559" fmla="*/ 17772819 w 18982931"/>
              <a:gd name="connsiteY806-55560" fmla="*/ 1531163 h 4449429"/>
              <a:gd name="connsiteX807-55561" fmla="*/ 17797515 w 18982931"/>
              <a:gd name="connsiteY807-55562" fmla="*/ 1469425 h 4449429"/>
              <a:gd name="connsiteX808-55563" fmla="*/ 17797515 w 18982931"/>
              <a:gd name="connsiteY808-55564" fmla="*/ 1374754 h 4449429"/>
              <a:gd name="connsiteX809-55565" fmla="*/ 17813979 w 18982931"/>
              <a:gd name="connsiteY809-55566" fmla="*/ 1374754 h 4449429"/>
              <a:gd name="connsiteX810-55567" fmla="*/ 17834559 w 18982931"/>
              <a:gd name="connsiteY810-55568" fmla="*/ 1424146 h 4449429"/>
              <a:gd name="connsiteX811-55569" fmla="*/ 17912763 w 18982931"/>
              <a:gd name="connsiteY811-55570" fmla="*/ 1378872 h 4449429"/>
              <a:gd name="connsiteX812-55571" fmla="*/ 18069171 w 18982931"/>
              <a:gd name="connsiteY812-55572" fmla="*/ 1415914 h 4449429"/>
              <a:gd name="connsiteX813-55573" fmla="*/ 18069171 w 18982931"/>
              <a:gd name="connsiteY813-55574" fmla="*/ 1576442 h 4449429"/>
              <a:gd name="connsiteX814-55575" fmla="*/ 18237927 w 18982931"/>
              <a:gd name="connsiteY814-55576" fmla="*/ 1576442 h 4449429"/>
              <a:gd name="connsiteX815-55577" fmla="*/ 18237927 w 18982931"/>
              <a:gd name="connsiteY815-55578" fmla="*/ 1642297 h 4449429"/>
              <a:gd name="connsiteX816-55579" fmla="*/ 18270859 w 18982931"/>
              <a:gd name="connsiteY816-55580" fmla="*/ 1691690 h 4449429"/>
              <a:gd name="connsiteX817-55581" fmla="*/ 18270859 w 18982931"/>
              <a:gd name="connsiteY817-55582" fmla="*/ 1704036 h 4449429"/>
              <a:gd name="connsiteX818-55583" fmla="*/ 18274975 w 18982931"/>
              <a:gd name="connsiteY818-55584" fmla="*/ 1926302 h 4449429"/>
              <a:gd name="connsiteX819-55585" fmla="*/ 18279087 w 18982931"/>
              <a:gd name="connsiteY819-55586" fmla="*/ 1938652 h 4449429"/>
              <a:gd name="connsiteX820-55587" fmla="*/ 18320247 w 18982931"/>
              <a:gd name="connsiteY820-55588" fmla="*/ 1934533 h 4449429"/>
              <a:gd name="connsiteX821-55589" fmla="*/ 18320247 w 18982931"/>
              <a:gd name="connsiteY821-55590" fmla="*/ 1144256 h 4449429"/>
              <a:gd name="connsiteX822-55591" fmla="*/ 18303783 w 18982931"/>
              <a:gd name="connsiteY822-55592" fmla="*/ 1111328 h 4449429"/>
              <a:gd name="connsiteX823-55593" fmla="*/ 18287323 w 18982931"/>
              <a:gd name="connsiteY823-55594" fmla="*/ 1024893 h 4449429"/>
              <a:gd name="connsiteX824-55595" fmla="*/ 18336711 w 18982931"/>
              <a:gd name="connsiteY824-55596" fmla="*/ 1000197 h 4449429"/>
              <a:gd name="connsiteX825-55597" fmla="*/ 18361407 w 18982931"/>
              <a:gd name="connsiteY825-55598" fmla="*/ 996079 h 4449429"/>
              <a:gd name="connsiteX826-55599" fmla="*/ 18373759 w 18982931"/>
              <a:gd name="connsiteY826-55600" fmla="*/ 946687 h 4449429"/>
              <a:gd name="connsiteX827-55601" fmla="*/ 18534287 w 18982931"/>
              <a:gd name="connsiteY827-55602" fmla="*/ 946687 h 4449429"/>
              <a:gd name="connsiteX828-55603" fmla="*/ 18563095 w 18982931"/>
              <a:gd name="connsiteY828-55604" fmla="*/ 798510 h 4449429"/>
              <a:gd name="connsiteX829-55605" fmla="*/ 18731851 w 18982931"/>
              <a:gd name="connsiteY829-55606" fmla="*/ 806742 h 4449429"/>
              <a:gd name="connsiteX830-55607" fmla="*/ 18773011 w 18982931"/>
              <a:gd name="connsiteY830-55608" fmla="*/ 798510 h 4449429"/>
              <a:gd name="connsiteX831-55609" fmla="*/ 18822407 w 18982931"/>
              <a:gd name="connsiteY831-55610" fmla="*/ 893180 h 4449429"/>
              <a:gd name="connsiteX832-55611" fmla="*/ 18822407 w 18982931"/>
              <a:gd name="connsiteY832-55612" fmla="*/ 963151 h 4449429"/>
              <a:gd name="connsiteX833-55613" fmla="*/ 18982931 w 18982931"/>
              <a:gd name="connsiteY833-55614" fmla="*/ 983734 h 4449429"/>
              <a:gd name="connsiteX834-55615" fmla="*/ 18982931 w 18982931"/>
              <a:gd name="connsiteY834-55616" fmla="*/ 4449429 h 4449429"/>
              <a:gd name="connsiteX835-55617" fmla="*/ 11998023 w 18982931"/>
              <a:gd name="connsiteY835-55618" fmla="*/ 4449429 h 4449429"/>
              <a:gd name="connsiteX836-55619" fmla="*/ 11995198 w 18982931"/>
              <a:gd name="connsiteY836-55620" fmla="*/ 4429646 h 4449429"/>
              <a:gd name="connsiteX837-55621" fmla="*/ 11992726 w 18982931"/>
              <a:gd name="connsiteY837-55622" fmla="*/ 4449425 h 4449429"/>
              <a:gd name="connsiteX838-55623" fmla="*/ 8153658 w 18982931"/>
              <a:gd name="connsiteY838-55624" fmla="*/ 4449425 h 4449429"/>
              <a:gd name="connsiteX839-55625" fmla="*/ 8153658 w 18982931"/>
              <a:gd name="connsiteY839-55626" fmla="*/ 4449429 h 4449429"/>
              <a:gd name="connsiteX840-55627" fmla="*/ 6861227 w 18982931"/>
              <a:gd name="connsiteY840-55628" fmla="*/ 4449429 h 4449429"/>
              <a:gd name="connsiteX841-55629" fmla="*/ 6859697 w 18982931"/>
              <a:gd name="connsiteY841-55630" fmla="*/ 4432598 h 4449429"/>
              <a:gd name="connsiteX842-55631" fmla="*/ 6858292 w 18982931"/>
              <a:gd name="connsiteY842-55632" fmla="*/ 4449425 h 4449429"/>
              <a:gd name="connsiteX843-55633" fmla="*/ 7922 w 18982931"/>
              <a:gd name="connsiteY843-55634" fmla="*/ 4440866 h 4449429"/>
              <a:gd name="connsiteX844-55635" fmla="*/ 0 w 18982931"/>
              <a:gd name="connsiteY844-55636" fmla="*/ 1181446 h 4449429"/>
              <a:gd name="connsiteX845-55637" fmla="*/ 169756 w 18982931"/>
              <a:gd name="connsiteY845-55638" fmla="*/ 979616 h 4449429"/>
              <a:gd name="connsiteX846-55639" fmla="*/ 301466 w 18982931"/>
              <a:gd name="connsiteY846-55640" fmla="*/ 971384 h 4449429"/>
              <a:gd name="connsiteX847-55641" fmla="*/ 301466 w 18982931"/>
              <a:gd name="connsiteY847-55642" fmla="*/ 909640 h 4449429"/>
              <a:gd name="connsiteX848-55643" fmla="*/ 346746 w 18982931"/>
              <a:gd name="connsiteY848-55644" fmla="*/ 810855 h 4449429"/>
              <a:gd name="connsiteX849-55645" fmla="*/ 571541 w 18982931"/>
              <a:gd name="connsiteY849-55646" fmla="*/ 799909 h 4449429"/>
              <a:gd name="connsiteX850-55647" fmla="*/ 581356 w 18982931"/>
              <a:gd name="connsiteY850-55648" fmla="*/ 963151 h 4449429"/>
              <a:gd name="connsiteX851-55649" fmla="*/ 737766 w 18982931"/>
              <a:gd name="connsiteY851-55650" fmla="*/ 963151 h 4449429"/>
              <a:gd name="connsiteX852-55651" fmla="*/ 750116 w 18982931"/>
              <a:gd name="connsiteY852-55652" fmla="*/ 1012543 h 4449429"/>
              <a:gd name="connsiteX853-55653" fmla="*/ 778926 w 18982931"/>
              <a:gd name="connsiteY853-55654" fmla="*/ 1016657 h 4449429"/>
              <a:gd name="connsiteX854-55655" fmla="*/ 820087 w 18982931"/>
              <a:gd name="connsiteY854-55656" fmla="*/ 1041353 h 4449429"/>
              <a:gd name="connsiteX855-55657" fmla="*/ 820087 w 18982931"/>
              <a:gd name="connsiteY855-55658" fmla="*/ 1119560 h 4449429"/>
              <a:gd name="connsiteX856-55659" fmla="*/ 791276 w 18982931"/>
              <a:gd name="connsiteY856-55660" fmla="*/ 1193648 h 4449429"/>
              <a:gd name="connsiteX857-55661" fmla="*/ 791276 w 18982931"/>
              <a:gd name="connsiteY857-55662" fmla="*/ 1580555 h 4449429"/>
              <a:gd name="connsiteX858-55663" fmla="*/ 791276 w 18982931"/>
              <a:gd name="connsiteY858-55664" fmla="*/ 1955112 h 4449429"/>
              <a:gd name="connsiteX859-55665" fmla="*/ 840669 w 18982931"/>
              <a:gd name="connsiteY859-55666" fmla="*/ 1950998 h 4449429"/>
              <a:gd name="connsiteX860-55667" fmla="*/ 844783 w 18982931"/>
              <a:gd name="connsiteY860-55668" fmla="*/ 1720500 h 4449429"/>
              <a:gd name="connsiteX861-55669" fmla="*/ 873596 w 18982931"/>
              <a:gd name="connsiteY861-55670" fmla="*/ 1597020 h 4449429"/>
              <a:gd name="connsiteX862-55671" fmla="*/ 906526 w 18982931"/>
              <a:gd name="connsiteY862-55672" fmla="*/ 1584670 h 4449429"/>
              <a:gd name="connsiteX863-55673" fmla="*/ 1034120 w 18982931"/>
              <a:gd name="connsiteY863-55674" fmla="*/ 1584670 h 4449429"/>
              <a:gd name="connsiteX864-55675" fmla="*/ 1034120 w 18982931"/>
              <a:gd name="connsiteY864-55676" fmla="*/ 1420028 h 4449429"/>
              <a:gd name="connsiteX865-55677" fmla="*/ 1320382 w 18982931"/>
              <a:gd name="connsiteY865-55678" fmla="*/ 1408806 h 4449429"/>
              <a:gd name="connsiteX866-55679" fmla="*/ 1318126 w 18982931"/>
              <a:gd name="connsiteY866-55680" fmla="*/ 1576437 h 4449429"/>
              <a:gd name="connsiteX867-55681" fmla="*/ 1511305 w 18982931"/>
              <a:gd name="connsiteY867-55682" fmla="*/ 1594214 h 4449429"/>
              <a:gd name="connsiteX868-55683" fmla="*/ 1507466 w 18982931"/>
              <a:gd name="connsiteY868-55684" fmla="*/ 2337905 h 4449429"/>
              <a:gd name="connsiteX869-55685" fmla="*/ 1523929 w 18982931"/>
              <a:gd name="connsiteY869-55686" fmla="*/ 2337905 h 4449429"/>
              <a:gd name="connsiteX870-55687" fmla="*/ 1523929 w 18982931"/>
              <a:gd name="connsiteY870-55688" fmla="*/ 2169146 h 4449429"/>
              <a:gd name="connsiteX871-55689" fmla="*/ 1692685 w 18982931"/>
              <a:gd name="connsiteY871-55690" fmla="*/ 2169146 h 4449429"/>
              <a:gd name="connsiteX872-55691" fmla="*/ 1692685 w 18982931"/>
              <a:gd name="connsiteY872-55692" fmla="*/ 2020968 h 4449429"/>
              <a:gd name="connsiteX873-55693" fmla="*/ 1766772 w 18982931"/>
              <a:gd name="connsiteY873-55694" fmla="*/ 1922183 h 4449429"/>
              <a:gd name="connsiteX874-55695" fmla="*/ 1766772 w 18982931"/>
              <a:gd name="connsiteY874-55696" fmla="*/ 1757542 h 4449429"/>
              <a:gd name="connsiteX875-55697" fmla="*/ 1849095 w 18982931"/>
              <a:gd name="connsiteY875-55698" fmla="*/ 1757542 h 4449429"/>
              <a:gd name="connsiteX876-55699" fmla="*/ 1849095 w 18982931"/>
              <a:gd name="connsiteY876-55700" fmla="*/ 2156799 h 4449429"/>
              <a:gd name="connsiteX877-55701" fmla="*/ 1919070 w 18982931"/>
              <a:gd name="connsiteY877-55702" fmla="*/ 2156799 h 4449429"/>
              <a:gd name="connsiteX878-55703" fmla="*/ 1919070 w 18982931"/>
              <a:gd name="connsiteY878-55704" fmla="*/ 1864559 h 4449429"/>
              <a:gd name="connsiteX879-55705" fmla="*/ 1919070 w 18982931"/>
              <a:gd name="connsiteY879-55706" fmla="*/ 695608 h 4449429"/>
              <a:gd name="connsiteX880-55707" fmla="*/ 2005504 w 18982931"/>
              <a:gd name="connsiteY880-55708" fmla="*/ 609173 h 4449429"/>
              <a:gd name="connsiteX881-55709" fmla="*/ 2026085 w 18982931"/>
              <a:gd name="connsiteY881-55710" fmla="*/ 605054 h 4449429"/>
              <a:gd name="connsiteX882-55711" fmla="*/ 2100174 w 18982931"/>
              <a:gd name="connsiteY882-55712" fmla="*/ 448645 h 4449429"/>
              <a:gd name="connsiteX883-55713" fmla="*/ 2137215 w 18982931"/>
              <a:gd name="connsiteY883-55714" fmla="*/ 407485 h 4449429"/>
              <a:gd name="connsiteX884-55715" fmla="*/ 2194840 w 18982931"/>
              <a:gd name="connsiteY884-55716" fmla="*/ 337515 h 4449429"/>
              <a:gd name="connsiteX885-55717" fmla="*/ 2198958 w 18982931"/>
              <a:gd name="connsiteY885-55718" fmla="*/ 292236 h 4449429"/>
              <a:gd name="connsiteX886-55719" fmla="*/ 2240121 w 18982931"/>
              <a:gd name="connsiteY886-55720" fmla="*/ 358093 h 4449429"/>
              <a:gd name="connsiteX887-55721" fmla="*/ 2273047 w 18982931"/>
              <a:gd name="connsiteY887-55722" fmla="*/ 444532 h 4449429"/>
              <a:gd name="connsiteX888-55723" fmla="*/ 2330670 w 18982931"/>
              <a:gd name="connsiteY888-55724" fmla="*/ 563894 h 4449429"/>
              <a:gd name="connsiteX889-55725" fmla="*/ 2351248 w 18982931"/>
              <a:gd name="connsiteY889-55726" fmla="*/ 613286 h 4449429"/>
              <a:gd name="connsiteX890-55727" fmla="*/ 2429455 w 18982931"/>
              <a:gd name="connsiteY890-55728" fmla="*/ 675029 h 4449429"/>
              <a:gd name="connsiteX891-55729" fmla="*/ 2470614 w 18982931"/>
              <a:gd name="connsiteY891-55730" fmla="*/ 757350 h 4449429"/>
              <a:gd name="connsiteX892-55731" fmla="*/ 2470614 w 18982931"/>
              <a:gd name="connsiteY892-55732" fmla="*/ 1086631 h 4449429"/>
              <a:gd name="connsiteX893-55733" fmla="*/ 2470614 w 18982931"/>
              <a:gd name="connsiteY893-55734" fmla="*/ 2008622 h 4449429"/>
              <a:gd name="connsiteX894-55735" fmla="*/ 2487080 w 18982931"/>
              <a:gd name="connsiteY894-55736" fmla="*/ 2053897 h 4449429"/>
              <a:gd name="connsiteX895-55737" fmla="*/ 2499426 w 18982931"/>
              <a:gd name="connsiteY895-55738" fmla="*/ 1897488 h 4449429"/>
              <a:gd name="connsiteX896-55739" fmla="*/ 2602322 w 18982931"/>
              <a:gd name="connsiteY896-55740" fmla="*/ 1798703 h 4449429"/>
              <a:gd name="connsiteX897-55741" fmla="*/ 2836935 w 18982931"/>
              <a:gd name="connsiteY897-55742" fmla="*/ 1798703 h 4449429"/>
              <a:gd name="connsiteX898-55743" fmla="*/ 2836935 w 18982931"/>
              <a:gd name="connsiteY898-55744" fmla="*/ 1860446 h 4449429"/>
              <a:gd name="connsiteX899-55745" fmla="*/ 2836935 w 18982931"/>
              <a:gd name="connsiteY899-55746" fmla="*/ 2263816 h 4449429"/>
              <a:gd name="connsiteX900-55747" fmla="*/ 2845169 w 18982931"/>
              <a:gd name="connsiteY900-55748" fmla="*/ 2304976 h 4449429"/>
              <a:gd name="connsiteX901-55749" fmla="*/ 2861629 w 18982931"/>
              <a:gd name="connsiteY901-55750" fmla="*/ 2300858 h 4449429"/>
              <a:gd name="connsiteX902-55751" fmla="*/ 2861629 w 18982931"/>
              <a:gd name="connsiteY902-55752" fmla="*/ 2247351 h 4449429"/>
              <a:gd name="connsiteX903-55753" fmla="*/ 2869861 w 18982931"/>
              <a:gd name="connsiteY903-55754" fmla="*/ 1996272 h 4449429"/>
              <a:gd name="connsiteX904-55755" fmla="*/ 2923374 w 18982931"/>
              <a:gd name="connsiteY904-55756" fmla="*/ 1967462 h 4449429"/>
              <a:gd name="connsiteX905-55757" fmla="*/ 2939836 w 18982931"/>
              <a:gd name="connsiteY905-55758" fmla="*/ 2300858 h 4449429"/>
              <a:gd name="connsiteX906-55759" fmla="*/ 2956300 w 18982931"/>
              <a:gd name="connsiteY906-55760" fmla="*/ 2300858 h 4449429"/>
              <a:gd name="connsiteX907-55761" fmla="*/ 2989230 w 18982931"/>
              <a:gd name="connsiteY907-55762" fmla="*/ 2111521 h 4449429"/>
              <a:gd name="connsiteX908-55763" fmla="*/ 3018038 w 18982931"/>
              <a:gd name="connsiteY908-55764" fmla="*/ 2058015 h 4449429"/>
              <a:gd name="connsiteX909-55765" fmla="*/ 3034502 w 18982931"/>
              <a:gd name="connsiteY909-55766" fmla="*/ 2123871 h 4449429"/>
              <a:gd name="connsiteX910-55767" fmla="*/ 3038620 w 18982931"/>
              <a:gd name="connsiteY910-55768" fmla="*/ 2132104 h 4449429"/>
              <a:gd name="connsiteX911-55769" fmla="*/ 3088018 w 18982931"/>
              <a:gd name="connsiteY911-55770" fmla="*/ 2140336 h 4449429"/>
              <a:gd name="connsiteX912-55771" fmla="*/ 3095320 w 18982931"/>
              <a:gd name="connsiteY912-55772" fmla="*/ 2275334 h 4449429"/>
              <a:gd name="connsiteX913-55773" fmla="*/ 3162101 w 18982931"/>
              <a:gd name="connsiteY913-55774" fmla="*/ 2275334 h 4449429"/>
              <a:gd name="connsiteX914-55775" fmla="*/ 3162101 w 18982931"/>
              <a:gd name="connsiteY914-55776" fmla="*/ 1580555 h 4449429"/>
              <a:gd name="connsiteX915-55777" fmla="*/ 3162101 w 18982931"/>
              <a:gd name="connsiteY915-55778" fmla="*/ 1531163 h 4449429"/>
              <a:gd name="connsiteX916-55779" fmla="*/ 3199146 w 18982931"/>
              <a:gd name="connsiteY916-55780" fmla="*/ 1498235 h 4449429"/>
              <a:gd name="connsiteX917-55781" fmla="*/ 3281469 w 18982931"/>
              <a:gd name="connsiteY917-55782" fmla="*/ 1498235 h 4449429"/>
              <a:gd name="connsiteX918-55783" fmla="*/ 3281469 w 18982931"/>
              <a:gd name="connsiteY918-55784" fmla="*/ 1325362 h 4449429"/>
              <a:gd name="connsiteX919-55785" fmla="*/ 3343207 w 18982931"/>
              <a:gd name="connsiteY919-55786" fmla="*/ 1263619 h 4449429"/>
              <a:gd name="connsiteX920-55787" fmla="*/ 3544891 w 18982931"/>
              <a:gd name="connsiteY920-55788" fmla="*/ 1263619 h 4449429"/>
              <a:gd name="connsiteX921-55789" fmla="*/ 3544891 w 18982931"/>
              <a:gd name="connsiteY921-55790" fmla="*/ 712071 h 4449429"/>
              <a:gd name="connsiteX922-55791" fmla="*/ 3561357 w 18982931"/>
              <a:gd name="connsiteY922-55792" fmla="*/ 555662 h 4449429"/>
              <a:gd name="connsiteX923-55793" fmla="*/ 3606633 w 18982931"/>
              <a:gd name="connsiteY923-55794" fmla="*/ 316933 h 4449429"/>
              <a:gd name="connsiteX924-55795" fmla="*/ 3614865 w 18982931"/>
              <a:gd name="connsiteY924-55796" fmla="*/ 279891 h 4449429"/>
              <a:gd name="connsiteX925-55797" fmla="*/ 3676603 w 18982931"/>
              <a:gd name="connsiteY925-55798" fmla="*/ 341628 h 4449429"/>
              <a:gd name="connsiteX926-55799" fmla="*/ 3684835 w 18982931"/>
              <a:gd name="connsiteY926-55800" fmla="*/ 386907 h 4449429"/>
              <a:gd name="connsiteX927-55801" fmla="*/ 3742460 w 18982931"/>
              <a:gd name="connsiteY927-55802" fmla="*/ 481574 h 4449429"/>
              <a:gd name="connsiteX928-55803" fmla="*/ 3763042 w 18982931"/>
              <a:gd name="connsiteY928-55804" fmla="*/ 703838 h 4449429"/>
              <a:gd name="connsiteX929-55805" fmla="*/ 3763042 w 18982931"/>
              <a:gd name="connsiteY929-55806" fmla="*/ 1144256 h 4449429"/>
              <a:gd name="connsiteX930-55807" fmla="*/ 3771275 w 18982931"/>
              <a:gd name="connsiteY930-55808" fmla="*/ 1181298 h 4449429"/>
              <a:gd name="connsiteX931-55809" fmla="*/ 3775390 w 18982931"/>
              <a:gd name="connsiteY931-55810" fmla="*/ 1115443 h 4449429"/>
              <a:gd name="connsiteX932-55811" fmla="*/ 3923568 w 18982931"/>
              <a:gd name="connsiteY932-55812" fmla="*/ 996079 h 4449429"/>
              <a:gd name="connsiteX933-55813" fmla="*/ 3940029 w 18982931"/>
              <a:gd name="connsiteY933-55814" fmla="*/ 1020776 h 4449429"/>
              <a:gd name="connsiteX934-55815" fmla="*/ 3960611 w 18982931"/>
              <a:gd name="connsiteY934-55816" fmla="*/ 1321244 h 4449429"/>
              <a:gd name="connsiteX935-55817" fmla="*/ 3960611 w 18982931"/>
              <a:gd name="connsiteY935-55818" fmla="*/ 1584670 h 4449429"/>
              <a:gd name="connsiteX936-55819" fmla="*/ 3977076 w 18982931"/>
              <a:gd name="connsiteY936-55820" fmla="*/ 1625830 h 4449429"/>
              <a:gd name="connsiteX937-55821" fmla="*/ 4010007 w 18982931"/>
              <a:gd name="connsiteY937-55822" fmla="*/ 1666990 h 4449429"/>
              <a:gd name="connsiteX938-55823" fmla="*/ 4055279 w 18982931"/>
              <a:gd name="connsiteY938-55824" fmla="*/ 1819286 h 4449429"/>
              <a:gd name="connsiteX939-55825" fmla="*/ 4104670 w 18982931"/>
              <a:gd name="connsiteY939-55826" fmla="*/ 1819286 h 4449429"/>
              <a:gd name="connsiteX940-55827" fmla="*/ 4108788 w 18982931"/>
              <a:gd name="connsiteY940-55828" fmla="*/ 1741079 h 4449429"/>
              <a:gd name="connsiteX941-55829" fmla="*/ 4211689 w 18982931"/>
              <a:gd name="connsiteY941-55830" fmla="*/ 1741079 h 4449429"/>
              <a:gd name="connsiteX942-55831" fmla="*/ 4252847 w 18982931"/>
              <a:gd name="connsiteY942-55832" fmla="*/ 1559973 h 4449429"/>
              <a:gd name="connsiteX943-55833" fmla="*/ 4265197 w 18982931"/>
              <a:gd name="connsiteY943-55834" fmla="*/ 1559973 h 4449429"/>
              <a:gd name="connsiteX944-55835" fmla="*/ 4277546 w 18982931"/>
              <a:gd name="connsiteY944-55836" fmla="*/ 1592900 h 4449429"/>
              <a:gd name="connsiteX945-55837" fmla="*/ 4302239 w 18982931"/>
              <a:gd name="connsiteY945-55838" fmla="*/ 1708150 h 4449429"/>
              <a:gd name="connsiteX946-55839" fmla="*/ 4368100 w 18982931"/>
              <a:gd name="connsiteY946-55840" fmla="*/ 1741079 h 4449429"/>
              <a:gd name="connsiteX947-55841" fmla="*/ 4363984 w 18982931"/>
              <a:gd name="connsiteY947-55842" fmla="*/ 1634062 h 4449429"/>
              <a:gd name="connsiteX948-55843" fmla="*/ 4372218 w 18982931"/>
              <a:gd name="connsiteY948-55844" fmla="*/ 839670 h 4449429"/>
              <a:gd name="connsiteX949-55845" fmla="*/ 4442184 w 18982931"/>
              <a:gd name="connsiteY949-55846" fmla="*/ 279891 h 4449429"/>
              <a:gd name="connsiteX950-55847" fmla="*/ 4479230 w 18982931"/>
              <a:gd name="connsiteY950-55848" fmla="*/ 234611 h 4449429"/>
              <a:gd name="connsiteX951-55849" fmla="*/ 4520394 w 18982931"/>
              <a:gd name="connsiteY951-55850" fmla="*/ 284004 h 4449429"/>
              <a:gd name="connsiteX952-55851" fmla="*/ 4549200 w 18982931"/>
              <a:gd name="connsiteY952-55852" fmla="*/ 440413 h 4449429"/>
              <a:gd name="connsiteX953-55853" fmla="*/ 4680914 w 18982931"/>
              <a:gd name="connsiteY953-55854" fmla="*/ 395140 h 4449429"/>
              <a:gd name="connsiteX954-55855" fmla="*/ 4759121 w 18982931"/>
              <a:gd name="connsiteY954-55856" fmla="*/ 460995 h 4449429"/>
              <a:gd name="connsiteX955-55857" fmla="*/ 4771466 w 18982931"/>
              <a:gd name="connsiteY955-55858" fmla="*/ 493924 h 4449429"/>
              <a:gd name="connsiteX956-55859" fmla="*/ 4888657 w 18982931"/>
              <a:gd name="connsiteY956-55860" fmla="*/ 747622 h 4449429"/>
              <a:gd name="connsiteX957-55861" fmla="*/ 4888893 w 18982931"/>
              <a:gd name="connsiteY957-55862" fmla="*/ 807315 h 4449429"/>
              <a:gd name="connsiteX958-55863" fmla="*/ 4856617 w 18982931"/>
              <a:gd name="connsiteY958-55864" fmla="*/ 807315 h 4449429"/>
              <a:gd name="connsiteX959-55865" fmla="*/ 4856617 w 18982931"/>
              <a:gd name="connsiteY959-55866" fmla="*/ 944475 h 4449429"/>
              <a:gd name="connsiteX960-55867" fmla="*/ 4888332 w 18982931"/>
              <a:gd name="connsiteY960-55868" fmla="*/ 944475 h 4449429"/>
              <a:gd name="connsiteX961-55869" fmla="*/ 4888325 w 18982931"/>
              <a:gd name="connsiteY961-55870" fmla="*/ 945600 h 4449429"/>
              <a:gd name="connsiteX962-55871" fmla="*/ 4890835 w 18982931"/>
              <a:gd name="connsiteY962-55872" fmla="*/ 1609365 h 4449429"/>
              <a:gd name="connsiteX963-55873" fmla="*/ 4952574 w 18982931"/>
              <a:gd name="connsiteY963-55874" fmla="*/ 1617597 h 4449429"/>
              <a:gd name="connsiteX964-55875" fmla="*/ 4952574 w 18982931"/>
              <a:gd name="connsiteY964-55876" fmla="*/ 1868678 h 4449429"/>
              <a:gd name="connsiteX965-55877" fmla="*/ 4956691 w 18982931"/>
              <a:gd name="connsiteY965-55878" fmla="*/ 1905720 h 4449429"/>
              <a:gd name="connsiteX966-55879" fmla="*/ 4981387 w 18982931"/>
              <a:gd name="connsiteY966-55880" fmla="*/ 1967462 h 4449429"/>
              <a:gd name="connsiteX967-55881" fmla="*/ 4981387 w 18982931"/>
              <a:gd name="connsiteY967-55882" fmla="*/ 2058015 h 4449429"/>
              <a:gd name="connsiteX968-55883" fmla="*/ 5001966 w 18982931"/>
              <a:gd name="connsiteY968-55884" fmla="*/ 2086824 h 4449429"/>
              <a:gd name="connsiteX969-55885" fmla="*/ 5018429 w 18982931"/>
              <a:gd name="connsiteY969-55886" fmla="*/ 2078592 h 4449429"/>
              <a:gd name="connsiteX970-55887" fmla="*/ 5018429 w 18982931"/>
              <a:gd name="connsiteY970-55888" fmla="*/ 1881023 h 4449429"/>
              <a:gd name="connsiteX971-55889" fmla="*/ 5018429 w 18982931"/>
              <a:gd name="connsiteY971-55890" fmla="*/ 1366522 h 4449429"/>
              <a:gd name="connsiteX972-55891" fmla="*/ 5034894 w 18982931"/>
              <a:gd name="connsiteY972-55892" fmla="*/ 864367 h 4449429"/>
              <a:gd name="connsiteX973-55893" fmla="*/ 5067821 w 18982931"/>
              <a:gd name="connsiteY973-55894" fmla="*/ 197569 h 4449429"/>
              <a:gd name="connsiteX974-55895" fmla="*/ 5080173 w 18982931"/>
              <a:gd name="connsiteY974-55896" fmla="*/ 102899 h 4449429"/>
              <a:gd name="connsiteX975-55897" fmla="*/ 5216000 w 18982931"/>
              <a:gd name="connsiteY975-55898" fmla="*/ 37042 h 4449429"/>
              <a:gd name="connsiteX976-55899" fmla="*/ 5248927 w 18982931"/>
              <a:gd name="connsiteY976-55900" fmla="*/ 69972 h 4449429"/>
              <a:gd name="connsiteX977-55901" fmla="*/ 5372409 w 18982931"/>
              <a:gd name="connsiteY977-55902" fmla="*/ 69972 h 4449429"/>
              <a:gd name="connsiteX978-55903" fmla="*/ 5434151 w 18982931"/>
              <a:gd name="connsiteY978-55904" fmla="*/ 131714 h 4449429"/>
              <a:gd name="connsiteX979-55905" fmla="*/ 5434151 w 18982931"/>
              <a:gd name="connsiteY979-55906" fmla="*/ 382788 h 4449429"/>
              <a:gd name="connsiteX980-55907" fmla="*/ 5434151 w 18982931"/>
              <a:gd name="connsiteY980-55908" fmla="*/ 683261 h 4449429"/>
              <a:gd name="connsiteX981-55909" fmla="*/ 5545282 w 18982931"/>
              <a:gd name="connsiteY981-55910" fmla="*/ 687375 h 4449429"/>
              <a:gd name="connsiteX982-55911" fmla="*/ 5545282 w 18982931"/>
              <a:gd name="connsiteY982-55912" fmla="*/ 1045471 h 4449429"/>
              <a:gd name="connsiteX983-55913" fmla="*/ 5676994 w 18982931"/>
              <a:gd name="connsiteY983-55914" fmla="*/ 1045471 h 4449429"/>
              <a:gd name="connsiteX984-55915" fmla="*/ 5685227 w 18982931"/>
              <a:gd name="connsiteY984-55916" fmla="*/ 1103096 h 4449429"/>
              <a:gd name="connsiteX985-55917" fmla="*/ 5759314 w 18982931"/>
              <a:gd name="connsiteY985-55918" fmla="*/ 1193648 h 4449429"/>
              <a:gd name="connsiteX986-55919" fmla="*/ 5759314 w 18982931"/>
              <a:gd name="connsiteY986-55920" fmla="*/ 1395331 h 4449429"/>
              <a:gd name="connsiteX987-55921" fmla="*/ 5825171 w 18982931"/>
              <a:gd name="connsiteY987-55922" fmla="*/ 1395331 h 4449429"/>
              <a:gd name="connsiteX988-55923" fmla="*/ 5903378 w 18982931"/>
              <a:gd name="connsiteY988-55924" fmla="*/ 1477653 h 4449429"/>
              <a:gd name="connsiteX989-55925" fmla="*/ 5903378 w 18982931"/>
              <a:gd name="connsiteY989-55926" fmla="*/ 1918070 h 4449429"/>
              <a:gd name="connsiteX990-55927" fmla="*/ 5936306 w 18982931"/>
              <a:gd name="connsiteY990-55928" fmla="*/ 1975695 h 4449429"/>
              <a:gd name="connsiteX991-55929" fmla="*/ 5965115 w 18982931"/>
              <a:gd name="connsiteY991-55930" fmla="*/ 1275969 h 4449429"/>
              <a:gd name="connsiteX992-55931" fmla="*/ 5969235 w 18982931"/>
              <a:gd name="connsiteY992-55932" fmla="*/ 1238922 h 4449429"/>
              <a:gd name="connsiteX993-55933" fmla="*/ 6166804 w 18982931"/>
              <a:gd name="connsiteY993-55934" fmla="*/ 1238922 h 4449429"/>
              <a:gd name="connsiteX994-55935" fmla="*/ 6216196 w 18982931"/>
              <a:gd name="connsiteY994-55936" fmla="*/ 1288315 h 4449429"/>
              <a:gd name="connsiteX995-55937" fmla="*/ 6236774 w 18982931"/>
              <a:gd name="connsiteY995-55938" fmla="*/ 1428261 h 4449429"/>
              <a:gd name="connsiteX996-55939" fmla="*/ 6273821 w 18982931"/>
              <a:gd name="connsiteY996-55940" fmla="*/ 1498235 h 4449429"/>
              <a:gd name="connsiteX997-55941" fmla="*/ 6273821 w 18982931"/>
              <a:gd name="connsiteY997-55942" fmla="*/ 2230888 h 4449429"/>
              <a:gd name="connsiteX998-55943" fmla="*/ 6277935 w 18982931"/>
              <a:gd name="connsiteY998-55944" fmla="*/ 2280280 h 4449429"/>
              <a:gd name="connsiteX999-55945" fmla="*/ 6319095 w 18982931"/>
              <a:gd name="connsiteY999-55946" fmla="*/ 2193841 h 4449429"/>
              <a:gd name="connsiteX1000-55947" fmla="*/ 6364373 w 18982931"/>
              <a:gd name="connsiteY1000-55948" fmla="*/ 2288513 h 4449429"/>
              <a:gd name="connsiteX1001-55949" fmla="*/ 6389068 w 18982931"/>
              <a:gd name="connsiteY1001-55950" fmla="*/ 2313208 h 4449429"/>
              <a:gd name="connsiteX1002-55951" fmla="*/ 6541355 w 18982931"/>
              <a:gd name="connsiteY1002-55952" fmla="*/ 2313208 h 4449429"/>
              <a:gd name="connsiteX1003-55953" fmla="*/ 6541355 w 18982931"/>
              <a:gd name="connsiteY1003-55954" fmla="*/ 2148567 h 4449429"/>
              <a:gd name="connsiteX1004-55955" fmla="*/ 6660723 w 18982931"/>
              <a:gd name="connsiteY1004-55956" fmla="*/ 2148567 h 4449429"/>
              <a:gd name="connsiteX1005-55957" fmla="*/ 6660723 w 18982931"/>
              <a:gd name="connsiteY1005-55958" fmla="*/ 2259698 h 4449429"/>
              <a:gd name="connsiteX1006-55959" fmla="*/ 6705999 w 18982931"/>
              <a:gd name="connsiteY1006-55960" fmla="*/ 2551938 h 4449429"/>
              <a:gd name="connsiteX1007-55961" fmla="*/ 6714228 w 18982931"/>
              <a:gd name="connsiteY1007-55962" fmla="*/ 2580748 h 4449429"/>
              <a:gd name="connsiteX1008-55963" fmla="*/ 6722461 w 18982931"/>
              <a:gd name="connsiteY1008-55964" fmla="*/ 2576634 h 4449429"/>
              <a:gd name="connsiteX1009-55965" fmla="*/ 6751278 w 18982931"/>
              <a:gd name="connsiteY1009-55966" fmla="*/ 2263816 h 4449429"/>
              <a:gd name="connsiteX1010-55967" fmla="*/ 6800669 w 18982931"/>
              <a:gd name="connsiteY1010-55968" fmla="*/ 2255583 h 4449429"/>
              <a:gd name="connsiteX1011-55969" fmla="*/ 6837709 w 18982931"/>
              <a:gd name="connsiteY1011-55970" fmla="*/ 2181496 h 4449429"/>
              <a:gd name="connsiteX1012-55971" fmla="*/ 6841831 w 18982931"/>
              <a:gd name="connsiteY1012-55972" fmla="*/ 2152681 h 4449429"/>
              <a:gd name="connsiteX1013-55973" fmla="*/ 6845941 w 18982931"/>
              <a:gd name="connsiteY1013-55974" fmla="*/ 2115639 h 4449429"/>
              <a:gd name="connsiteX1014-55975" fmla="*/ 6857139 w 18982931"/>
              <a:gd name="connsiteY1014-55976" fmla="*/ 2115639 h 4449429"/>
              <a:gd name="connsiteX1015-55977" fmla="*/ 6899298 w 18982931"/>
              <a:gd name="connsiteY1015-55978" fmla="*/ 2109470 h 4449429"/>
              <a:gd name="connsiteX1016-55979" fmla="*/ 6922965 w 18982931"/>
              <a:gd name="connsiteY1016-55980" fmla="*/ 2140339 h 4449429"/>
              <a:gd name="connsiteX1017-55981" fmla="*/ 7009406 w 18982931"/>
              <a:gd name="connsiteY1017-55982" fmla="*/ 2070365 h 4449429"/>
              <a:gd name="connsiteX1018-55983" fmla="*/ 7145231 w 18982931"/>
              <a:gd name="connsiteY1018-55984" fmla="*/ 2066247 h 4449429"/>
              <a:gd name="connsiteX1019-55985" fmla="*/ 7145231 w 18982931"/>
              <a:gd name="connsiteY1019-55986" fmla="*/ 1901605 h 4449429"/>
              <a:gd name="connsiteX1020-55987" fmla="*/ 7145231 w 18982931"/>
              <a:gd name="connsiteY1020-55988" fmla="*/ 1769896 h 4449429"/>
              <a:gd name="connsiteX1021-55989" fmla="*/ 7215204 w 18982931"/>
              <a:gd name="connsiteY1021-55990" fmla="*/ 1597024 h 4449429"/>
              <a:gd name="connsiteX1022-55991" fmla="*/ 7285174 w 18982931"/>
              <a:gd name="connsiteY1022-55992" fmla="*/ 1753433 h 4449429"/>
              <a:gd name="connsiteX1023-55993" fmla="*/ 7297524 w 18982931"/>
              <a:gd name="connsiteY1023-55994" fmla="*/ 2062134 h 4449429"/>
              <a:gd name="connsiteX1024-55995" fmla="*/ 7367494 w 18982931"/>
              <a:gd name="connsiteY1024-55996" fmla="*/ 2066247 h 4449429"/>
              <a:gd name="connsiteX1025-55997" fmla="*/ 7371610 w 18982931"/>
              <a:gd name="connsiteY1025-55998" fmla="*/ 2148567 h 4449429"/>
              <a:gd name="connsiteX1026-55999" fmla="*/ 7462167 w 18982931"/>
              <a:gd name="connsiteY1026-56000" fmla="*/ 2148567 h 4449429"/>
              <a:gd name="connsiteX1027-56001" fmla="*/ 7462167 w 18982931"/>
              <a:gd name="connsiteY1027-56002" fmla="*/ 2095061 h 4449429"/>
              <a:gd name="connsiteX1028-56003" fmla="*/ 7462167 w 18982931"/>
              <a:gd name="connsiteY1028-56004" fmla="*/ 1597024 h 4449429"/>
              <a:gd name="connsiteX1029-56005" fmla="*/ 7482743 w 18982931"/>
              <a:gd name="connsiteY1029-56006" fmla="*/ 1008430 h 4449429"/>
              <a:gd name="connsiteX1030-56007" fmla="*/ 7495096 w 18982931"/>
              <a:gd name="connsiteY1030-56008" fmla="*/ 921991 h 4449429"/>
              <a:gd name="connsiteX1031-56009" fmla="*/ 7536254 w 18982931"/>
              <a:gd name="connsiteY1031-56010" fmla="*/ 934341 h 4449429"/>
              <a:gd name="connsiteX1032-56011" fmla="*/ 7577416 w 18982931"/>
              <a:gd name="connsiteY1032-56012" fmla="*/ 563899 h 4449429"/>
              <a:gd name="connsiteX1033-56013" fmla="*/ 7589759 w 18982931"/>
              <a:gd name="connsiteY1033-56014" fmla="*/ 563899 h 4449429"/>
              <a:gd name="connsiteX1034-56015" fmla="*/ 7639153 w 18982931"/>
              <a:gd name="connsiteY1034-56016" fmla="*/ 975501 h 4449429"/>
              <a:gd name="connsiteX1035-56017" fmla="*/ 7655614 w 18982931"/>
              <a:gd name="connsiteY1035-56018" fmla="*/ 926109 h 4449429"/>
              <a:gd name="connsiteX1036-56019" fmla="*/ 7667968 w 18982931"/>
              <a:gd name="connsiteY1036-56020" fmla="*/ 926109 h 4449429"/>
              <a:gd name="connsiteX1037-56021" fmla="*/ 7676196 w 18982931"/>
              <a:gd name="connsiteY1037-56022" fmla="*/ 1037243 h 4449429"/>
              <a:gd name="connsiteX1038-56023" fmla="*/ 7676196 w 18982931"/>
              <a:gd name="connsiteY1038-56024" fmla="*/ 2049787 h 4449429"/>
              <a:gd name="connsiteX1039-56025" fmla="*/ 7705009 w 18982931"/>
              <a:gd name="connsiteY1039-56026" fmla="*/ 2267935 h 4449429"/>
              <a:gd name="connsiteX1040-56027" fmla="*/ 7750287 w 18982931"/>
              <a:gd name="connsiteY1040-56028" fmla="*/ 2469622 h 4449429"/>
              <a:gd name="connsiteX1041-56029" fmla="*/ 7849072 w 18982931"/>
              <a:gd name="connsiteY1041-56030" fmla="*/ 2469622 h 4449429"/>
              <a:gd name="connsiteX1042-56031" fmla="*/ 7849072 w 18982931"/>
              <a:gd name="connsiteY1042-56032" fmla="*/ 2284398 h 4449429"/>
              <a:gd name="connsiteX1043-56033" fmla="*/ 7919042 w 18982931"/>
              <a:gd name="connsiteY1043-56034" fmla="*/ 2284398 h 4449429"/>
              <a:gd name="connsiteX1044-56035" fmla="*/ 7919042 w 18982931"/>
              <a:gd name="connsiteY1044-56036" fmla="*/ 2473736 h 4449429"/>
              <a:gd name="connsiteX1045-56037" fmla="*/ 8108380 w 18982931"/>
              <a:gd name="connsiteY1045-56038" fmla="*/ 2473736 h 4449429"/>
              <a:gd name="connsiteX1046-56039" fmla="*/ 8142338 w 18982931"/>
              <a:gd name="connsiteY1046-56040" fmla="*/ 2481454 h 4449429"/>
              <a:gd name="connsiteX1047-56041" fmla="*/ 8144242 w 18982931"/>
              <a:gd name="connsiteY1047-56042" fmla="*/ 2485067 h 4449429"/>
              <a:gd name="connsiteX1048-56043" fmla="*/ 8144242 w 18982931"/>
              <a:gd name="connsiteY1048-56044" fmla="*/ 1280084 h 4449429"/>
              <a:gd name="connsiteX1049-56045" fmla="*/ 8189518 w 18982931"/>
              <a:gd name="connsiteY1049-56046" fmla="*/ 1115443 h 4449429"/>
              <a:gd name="connsiteX1050-56047" fmla="*/ 8230679 w 18982931"/>
              <a:gd name="connsiteY1050-56048" fmla="*/ 1090746 h 4449429"/>
              <a:gd name="connsiteX1051-56049" fmla="*/ 8477642 w 18982931"/>
              <a:gd name="connsiteY1051-56050" fmla="*/ 1090746 h 4449429"/>
              <a:gd name="connsiteX1052-56051" fmla="*/ 8518799 w 18982931"/>
              <a:gd name="connsiteY1052-56052" fmla="*/ 1111328 h 4449429"/>
              <a:gd name="connsiteX1053-56053" fmla="*/ 8568194 w 18982931"/>
              <a:gd name="connsiteY1053-56054" fmla="*/ 1288315 h 4449429"/>
              <a:gd name="connsiteX1054-56055" fmla="*/ 8572304 w 18982931"/>
              <a:gd name="connsiteY1054-56056" fmla="*/ 2152681 h 4449429"/>
              <a:gd name="connsiteX1055-56057" fmla="*/ 8572304 w 18982931"/>
              <a:gd name="connsiteY1055-56058" fmla="*/ 2222656 h 4449429"/>
              <a:gd name="connsiteX1056-56059" fmla="*/ 8827499 w 18982931"/>
              <a:gd name="connsiteY1056-56060" fmla="*/ 2222656 h 4449429"/>
              <a:gd name="connsiteX1057-56061" fmla="*/ 8827499 w 18982931"/>
              <a:gd name="connsiteY1057-56062" fmla="*/ 2053897 h 4449429"/>
              <a:gd name="connsiteX1058-56063" fmla="*/ 8827499 w 18982931"/>
              <a:gd name="connsiteY1058-56064" fmla="*/ 1996272 h 4449429"/>
              <a:gd name="connsiteX1059-56065" fmla="*/ 8926285 w 18982931"/>
              <a:gd name="connsiteY1059-56066" fmla="*/ 1876910 h 4449429"/>
              <a:gd name="connsiteX1060-56067" fmla="*/ 8926285 w 18982931"/>
              <a:gd name="connsiteY1060-56068" fmla="*/ 1757542 h 4449429"/>
              <a:gd name="connsiteX1061-56069" fmla="*/ 8926285 w 18982931"/>
              <a:gd name="connsiteY1061-56070" fmla="*/ 1527045 h 4449429"/>
              <a:gd name="connsiteX1062-56071" fmla="*/ 8950980 w 18982931"/>
              <a:gd name="connsiteY1062-56072" fmla="*/ 1432378 h 4449429"/>
              <a:gd name="connsiteX1063-56073" fmla="*/ 8950980 w 18982931"/>
              <a:gd name="connsiteY1063-56074" fmla="*/ 1424146 h 4449429"/>
              <a:gd name="connsiteX1064-56075" fmla="*/ 8983911 w 18982931"/>
              <a:gd name="connsiteY1064-56076" fmla="*/ 1107210 h 4449429"/>
              <a:gd name="connsiteX1065-56077" fmla="*/ 8992140 w 18982931"/>
              <a:gd name="connsiteY1065-56078" fmla="*/ 1049586 h 4449429"/>
              <a:gd name="connsiteX1066-56079" fmla="*/ 9012723 w 18982931"/>
              <a:gd name="connsiteY1066-56080" fmla="*/ 1049586 h 4449429"/>
              <a:gd name="connsiteX1067-56081" fmla="*/ 9049767 w 18982931"/>
              <a:gd name="connsiteY1067-56082" fmla="*/ 1325362 h 4449429"/>
              <a:gd name="connsiteX1068-56083" fmla="*/ 9115624 w 18982931"/>
              <a:gd name="connsiteY1068-56084" fmla="*/ 1329476 h 4449429"/>
              <a:gd name="connsiteX1069-56085" fmla="*/ 9165014 w 18982931"/>
              <a:gd name="connsiteY1069-56086" fmla="*/ 1436493 h 4449429"/>
              <a:gd name="connsiteX1070-56087" fmla="*/ 9181479 w 18982931"/>
              <a:gd name="connsiteY1070-56088" fmla="*/ 1494116 h 4449429"/>
              <a:gd name="connsiteX1071-56089" fmla="*/ 9181479 w 18982931"/>
              <a:gd name="connsiteY1071-56090" fmla="*/ 1823399 h 4449429"/>
              <a:gd name="connsiteX1072-56091" fmla="*/ 9181479 w 18982931"/>
              <a:gd name="connsiteY1072-56092" fmla="*/ 1881023 h 4449429"/>
              <a:gd name="connsiteX1073-56093" fmla="*/ 9280267 w 18982931"/>
              <a:gd name="connsiteY1073-56094" fmla="*/ 1881023 h 4449429"/>
              <a:gd name="connsiteX1074-56095" fmla="*/ 9280267 w 18982931"/>
              <a:gd name="connsiteY1074-56096" fmla="*/ 1815166 h 4449429"/>
              <a:gd name="connsiteX1075-56097" fmla="*/ 9280267 w 18982931"/>
              <a:gd name="connsiteY1075-56098" fmla="*/ 304587 h 4449429"/>
              <a:gd name="connsiteX1076-56099" fmla="*/ 9346122 w 18982931"/>
              <a:gd name="connsiteY1076-56100" fmla="*/ 238731 h 4449429"/>
              <a:gd name="connsiteX1077-56101" fmla="*/ 9453137 w 18982931"/>
              <a:gd name="connsiteY1077-56102" fmla="*/ 341628 h 4449429"/>
              <a:gd name="connsiteX1078-56103" fmla="*/ 9453137 w 18982931"/>
              <a:gd name="connsiteY1078-56104" fmla="*/ 1815166 h 4449429"/>
              <a:gd name="connsiteX1079-56105" fmla="*/ 9453137 w 18982931"/>
              <a:gd name="connsiteY1079-56106" fmla="*/ 1876910 h 4449429"/>
              <a:gd name="connsiteX1080-56107" fmla="*/ 9551919 w 18982931"/>
              <a:gd name="connsiteY1080-56108" fmla="*/ 1876910 h 4449429"/>
              <a:gd name="connsiteX1081-56109" fmla="*/ 9551919 w 18982931"/>
              <a:gd name="connsiteY1081-56110" fmla="*/ 1724614 h 4449429"/>
              <a:gd name="connsiteX1082-56111" fmla="*/ 9551919 w 18982931"/>
              <a:gd name="connsiteY1082-56112" fmla="*/ 1481771 h 4449429"/>
              <a:gd name="connsiteX1083-56113" fmla="*/ 9597198 w 18982931"/>
              <a:gd name="connsiteY1083-56114" fmla="*/ 1374754 h 4449429"/>
              <a:gd name="connsiteX1084-56115" fmla="*/ 9613662 w 18982931"/>
              <a:gd name="connsiteY1084-56116" fmla="*/ 1325362 h 4449429"/>
              <a:gd name="connsiteX1085-56117" fmla="*/ 9683632 w 18982931"/>
              <a:gd name="connsiteY1085-56118" fmla="*/ 1325362 h 4449429"/>
              <a:gd name="connsiteX1086-56119" fmla="*/ 9683632 w 18982931"/>
              <a:gd name="connsiteY1086-56120" fmla="*/ 1522931 h 4449429"/>
              <a:gd name="connsiteX1087-56121" fmla="*/ 9819464 w 18982931"/>
              <a:gd name="connsiteY1087-56122" fmla="*/ 1522931 h 4449429"/>
              <a:gd name="connsiteX1088-56123" fmla="*/ 9819464 w 18982931"/>
              <a:gd name="connsiteY1088-56124" fmla="*/ 1720501 h 4449429"/>
              <a:gd name="connsiteX1089-56125" fmla="*/ 9819464 w 18982931"/>
              <a:gd name="connsiteY1089-56126" fmla="*/ 1835749 h 4449429"/>
              <a:gd name="connsiteX1090-56127" fmla="*/ 9868856 w 18982931"/>
              <a:gd name="connsiteY1090-56128" fmla="*/ 1885142 h 4449429"/>
              <a:gd name="connsiteX1091-56129" fmla="*/ 9922361 w 18982931"/>
              <a:gd name="connsiteY1091-56130" fmla="*/ 1938648 h 4449429"/>
              <a:gd name="connsiteX1092-56131" fmla="*/ 9922361 w 18982931"/>
              <a:gd name="connsiteY1092-56132" fmla="*/ 2226770 h 4449429"/>
              <a:gd name="connsiteX1093-56133" fmla="*/ 10189906 w 18982931"/>
              <a:gd name="connsiteY1093-56134" fmla="*/ 2226770 h 4449429"/>
              <a:gd name="connsiteX1094-56135" fmla="*/ 10189906 w 18982931"/>
              <a:gd name="connsiteY1094-56136" fmla="*/ 1864559 h 4449429"/>
              <a:gd name="connsiteX1095-56137" fmla="*/ 10251644 w 18982931"/>
              <a:gd name="connsiteY1095-56138" fmla="*/ 1852213 h 4449429"/>
              <a:gd name="connsiteX1096-56139" fmla="*/ 10251644 w 18982931"/>
              <a:gd name="connsiteY1096-56140" fmla="*/ 1465306 h 4449429"/>
              <a:gd name="connsiteX1097-56141" fmla="*/ 10198137 w 18982931"/>
              <a:gd name="connsiteY1097-56142" fmla="*/ 1461188 h 4449429"/>
              <a:gd name="connsiteX1098-56143" fmla="*/ 10198137 w 18982931"/>
              <a:gd name="connsiteY1098-56144" fmla="*/ 1317129 h 4449429"/>
              <a:gd name="connsiteX1099-56145" fmla="*/ 10572694 w 18982931"/>
              <a:gd name="connsiteY1099-56146" fmla="*/ 1317129 h 4449429"/>
              <a:gd name="connsiteX1100-56147" fmla="*/ 10572694 w 18982931"/>
              <a:gd name="connsiteY1100-56148" fmla="*/ 2140336 h 4449429"/>
              <a:gd name="connsiteX1101-56149" fmla="*/ 10642669 w 18982931"/>
              <a:gd name="connsiteY1101-56150" fmla="*/ 2144449 h 4449429"/>
              <a:gd name="connsiteX1102-56151" fmla="*/ 10642669 w 18982931"/>
              <a:gd name="connsiteY1102-56152" fmla="*/ 2477849 h 4449429"/>
              <a:gd name="connsiteX1103-56153" fmla="*/ 10885512 w 18982931"/>
              <a:gd name="connsiteY1103-56154" fmla="*/ 2477849 h 4449429"/>
              <a:gd name="connsiteX1104-56155" fmla="*/ 10885512 w 18982931"/>
              <a:gd name="connsiteY1104-56156" fmla="*/ 2292626 h 4449429"/>
              <a:gd name="connsiteX1105-56157" fmla="*/ 10959601 w 18982931"/>
              <a:gd name="connsiteY1105-56158" fmla="*/ 2292626 h 4449429"/>
              <a:gd name="connsiteX1106-56159" fmla="*/ 10959601 w 18982931"/>
              <a:gd name="connsiteY1106-56160" fmla="*/ 2477849 h 4449429"/>
              <a:gd name="connsiteX1107-56161" fmla="*/ 11066618 w 18982931"/>
              <a:gd name="connsiteY1107-56162" fmla="*/ 2477849 h 4449429"/>
              <a:gd name="connsiteX1108-56163" fmla="*/ 11107778 w 18982931"/>
              <a:gd name="connsiteY1108-56164" fmla="*/ 2284395 h 4449429"/>
              <a:gd name="connsiteX1109-56165" fmla="*/ 11136593 w 18982931"/>
              <a:gd name="connsiteY1109-56166" fmla="*/ 2053897 h 4449429"/>
              <a:gd name="connsiteX1110-56167" fmla="*/ 11136593 w 18982931"/>
              <a:gd name="connsiteY1110-56168" fmla="*/ 1061936 h 4449429"/>
              <a:gd name="connsiteX1111-56169" fmla="*/ 11148938 w 18982931"/>
              <a:gd name="connsiteY1111-56170" fmla="*/ 938454 h 4449429"/>
              <a:gd name="connsiteX1112-56171" fmla="*/ 11161288 w 18982931"/>
              <a:gd name="connsiteY1112-56172" fmla="*/ 938454 h 4449429"/>
              <a:gd name="connsiteX1113-56173" fmla="*/ 11177753 w 18982931"/>
              <a:gd name="connsiteY1113-56174" fmla="*/ 983729 h 4449429"/>
              <a:gd name="connsiteX1114-56175" fmla="*/ 11231258 w 18982931"/>
              <a:gd name="connsiteY1114-56176" fmla="*/ 572126 h 4449429"/>
              <a:gd name="connsiteX1115-56177" fmla="*/ 11243610 w 18982931"/>
              <a:gd name="connsiteY1115-56178" fmla="*/ 572126 h 4449429"/>
              <a:gd name="connsiteX1116-56179" fmla="*/ 11284770 w 18982931"/>
              <a:gd name="connsiteY1116-56180" fmla="*/ 946687 h 4449429"/>
              <a:gd name="connsiteX1117-56181" fmla="*/ 11325929 w 18982931"/>
              <a:gd name="connsiteY1117-56182" fmla="*/ 934337 h 4449429"/>
              <a:gd name="connsiteX1118-56183" fmla="*/ 11342394 w 18982931"/>
              <a:gd name="connsiteY1118-56184" fmla="*/ 1061936 h 4449429"/>
              <a:gd name="connsiteX1119-56185" fmla="*/ 11342394 w 18982931"/>
              <a:gd name="connsiteY1119-56186" fmla="*/ 1300666 h 4449429"/>
              <a:gd name="connsiteX1120-56187" fmla="*/ 11358857 w 18982931"/>
              <a:gd name="connsiteY1120-56188" fmla="*/ 2132104 h 4449429"/>
              <a:gd name="connsiteX1121-56189" fmla="*/ 11362976 w 18982931"/>
              <a:gd name="connsiteY1121-56190" fmla="*/ 2165031 h 4449429"/>
              <a:gd name="connsiteX1122-56191" fmla="*/ 11453524 w 18982931"/>
              <a:gd name="connsiteY1122-56192" fmla="*/ 2165031 h 4449429"/>
              <a:gd name="connsiteX1123-56193" fmla="*/ 11457643 w 18982931"/>
              <a:gd name="connsiteY1123-56194" fmla="*/ 2082711 h 4449429"/>
              <a:gd name="connsiteX1124-56195" fmla="*/ 11535845 w 18982931"/>
              <a:gd name="connsiteY1124-56196" fmla="*/ 2078592 h 4449429"/>
              <a:gd name="connsiteX1125-56197" fmla="*/ 11535845 w 18982931"/>
              <a:gd name="connsiteY1125-56198" fmla="*/ 2004505 h 4449429"/>
              <a:gd name="connsiteX1126-56199" fmla="*/ 11548195 w 18982931"/>
              <a:gd name="connsiteY1126-56200" fmla="*/ 1736964 h 4449429"/>
              <a:gd name="connsiteX1127-56201" fmla="*/ 11609938 w 18982931"/>
              <a:gd name="connsiteY1127-56202" fmla="*/ 1609365 h 4449429"/>
              <a:gd name="connsiteX1128-56203" fmla="*/ 11688140 w 18982931"/>
              <a:gd name="connsiteY1128-56204" fmla="*/ 1765774 h 4449429"/>
              <a:gd name="connsiteX1129-56205" fmla="*/ 11688140 w 18982931"/>
              <a:gd name="connsiteY1129-56206" fmla="*/ 2082711 h 4449429"/>
              <a:gd name="connsiteX1130-56207" fmla="*/ 11910406 w 18982931"/>
              <a:gd name="connsiteY1130-56208" fmla="*/ 2148567 h 4449429"/>
              <a:gd name="connsiteX1131-56209" fmla="*/ 11988608 w 18982931"/>
              <a:gd name="connsiteY1131-56210" fmla="*/ 2119754 h 4449429"/>
              <a:gd name="connsiteX1132-56211" fmla="*/ 11991181 w 18982931"/>
              <a:gd name="connsiteY1132-56212" fmla="*/ 2153197 h 4449429"/>
              <a:gd name="connsiteX1133-56213" fmla="*/ 11993908 w 18982931"/>
              <a:gd name="connsiteY1133-56214" fmla="*/ 2158900 h 4449429"/>
              <a:gd name="connsiteX1134-56215" fmla="*/ 11993908 w 18982931"/>
              <a:gd name="connsiteY1134-56216" fmla="*/ 2156799 h 4449429"/>
              <a:gd name="connsiteX1135-56217" fmla="*/ 11998023 w 18982931"/>
              <a:gd name="connsiteY1135-56218" fmla="*/ 2115639 h 4449429"/>
              <a:gd name="connsiteX1136-56219" fmla="*/ 12010373 w 18982931"/>
              <a:gd name="connsiteY1136-56220" fmla="*/ 2115639 h 4449429"/>
              <a:gd name="connsiteX1137-56221" fmla="*/ 12014490 w 18982931"/>
              <a:gd name="connsiteY1137-56222" fmla="*/ 2185614 h 4449429"/>
              <a:gd name="connsiteX1138-56223" fmla="*/ 12055650 w 18982931"/>
              <a:gd name="connsiteY1138-56224" fmla="*/ 2259703 h 4449429"/>
              <a:gd name="connsiteX1139-56225" fmla="*/ 12109157 w 18982931"/>
              <a:gd name="connsiteY1139-56226" fmla="*/ 2267933 h 4449429"/>
              <a:gd name="connsiteX1140-56227" fmla="*/ 12137972 w 18982931"/>
              <a:gd name="connsiteY1140-56228" fmla="*/ 2580753 h 4449429"/>
              <a:gd name="connsiteX1141-56229" fmla="*/ 12150317 w 18982931"/>
              <a:gd name="connsiteY1141-56230" fmla="*/ 2580753 h 4449429"/>
              <a:gd name="connsiteX1142-56231" fmla="*/ 12179132 w 18982931"/>
              <a:gd name="connsiteY1142-56232" fmla="*/ 2411992 h 4449429"/>
              <a:gd name="connsiteX1143-56233" fmla="*/ 12207942 w 18982931"/>
              <a:gd name="connsiteY1143-56234" fmla="*/ 2160917 h 4449429"/>
              <a:gd name="connsiteX1144-56235" fmla="*/ 12216174 w 18982931"/>
              <a:gd name="connsiteY1144-56236" fmla="*/ 2152686 h 4449429"/>
              <a:gd name="connsiteX1145-56237" fmla="*/ 12331423 w 18982931"/>
              <a:gd name="connsiteY1145-56238" fmla="*/ 2152686 h 4449429"/>
              <a:gd name="connsiteX1146-56239" fmla="*/ 12331423 w 18982931"/>
              <a:gd name="connsiteY1146-56240" fmla="*/ 2317327 h 4449429"/>
              <a:gd name="connsiteX1147-56241" fmla="*/ 12496064 w 18982931"/>
              <a:gd name="connsiteY1147-56242" fmla="*/ 2313208 h 4449429"/>
              <a:gd name="connsiteX1148-56243" fmla="*/ 12557802 w 18982931"/>
              <a:gd name="connsiteY1148-56244" fmla="*/ 2210310 h 4449429"/>
              <a:gd name="connsiteX1149-56245" fmla="*/ 12566034 w 18982931"/>
              <a:gd name="connsiteY1149-56246" fmla="*/ 2206191 h 4449429"/>
              <a:gd name="connsiteX1150-56247" fmla="*/ 12598962 w 18982931"/>
              <a:gd name="connsiteY1150-56248" fmla="*/ 2267933 h 4449429"/>
              <a:gd name="connsiteX1151-56249" fmla="*/ 12607194 w 18982931"/>
              <a:gd name="connsiteY1151-56250" fmla="*/ 2263816 h 4449429"/>
              <a:gd name="connsiteX1152-56251" fmla="*/ 12607194 w 18982931"/>
              <a:gd name="connsiteY1152-56252" fmla="*/ 1461193 h 4449429"/>
              <a:gd name="connsiteX1153-56253" fmla="*/ 12677169 w 18982931"/>
              <a:gd name="connsiteY1153-56254" fmla="*/ 1230695 h 4449429"/>
              <a:gd name="connsiteX1154-56255" fmla="*/ 12920017 w 18982931"/>
              <a:gd name="connsiteY1154-56256" fmla="*/ 1230695 h 4449429"/>
              <a:gd name="connsiteX1155-56257" fmla="*/ 12948827 w 18982931"/>
              <a:gd name="connsiteY1155-56258" fmla="*/ 1490003 h 4449429"/>
              <a:gd name="connsiteX1156-56259" fmla="*/ 12948827 w 18982931"/>
              <a:gd name="connsiteY1156-56260" fmla="*/ 1909838 h 4449429"/>
              <a:gd name="connsiteX1157-56261" fmla="*/ 12948827 w 18982931"/>
              <a:gd name="connsiteY1157-56262" fmla="*/ 1975695 h 4449429"/>
              <a:gd name="connsiteX1158-56263" fmla="*/ 12969405 w 18982931"/>
              <a:gd name="connsiteY1158-56264" fmla="*/ 1979812 h 4449429"/>
              <a:gd name="connsiteX1159-56265" fmla="*/ 12989987 w 18982931"/>
              <a:gd name="connsiteY1159-56266" fmla="*/ 1913955 h 4449429"/>
              <a:gd name="connsiteX1160-56267" fmla="*/ 12989987 w 18982931"/>
              <a:gd name="connsiteY1160-56268" fmla="*/ 1469425 h 4449429"/>
              <a:gd name="connsiteX1161-56269" fmla="*/ 13064076 w 18982931"/>
              <a:gd name="connsiteY1161-56270" fmla="*/ 1395336 h 4449429"/>
              <a:gd name="connsiteX1162-56271" fmla="*/ 13146396 w 18982931"/>
              <a:gd name="connsiteY1162-56272" fmla="*/ 1395336 h 4449429"/>
              <a:gd name="connsiteX1163-56273" fmla="*/ 13146396 w 18982931"/>
              <a:gd name="connsiteY1163-56274" fmla="*/ 1111328 h 4449429"/>
              <a:gd name="connsiteX1164-56275" fmla="*/ 13216366 w 18982931"/>
              <a:gd name="connsiteY1164-56276" fmla="*/ 1103096 h 4449429"/>
              <a:gd name="connsiteX1165-56277" fmla="*/ 13228716 w 18982931"/>
              <a:gd name="connsiteY1165-56278" fmla="*/ 1041358 h 4449429"/>
              <a:gd name="connsiteX1166-56279" fmla="*/ 13368662 w 18982931"/>
              <a:gd name="connsiteY1166-56280" fmla="*/ 1041358 h 4449429"/>
              <a:gd name="connsiteX1167-56281" fmla="*/ 13368662 w 18982931"/>
              <a:gd name="connsiteY1167-56282" fmla="*/ 687379 h 4449429"/>
              <a:gd name="connsiteX1168-56283" fmla="*/ 13483911 w 18982931"/>
              <a:gd name="connsiteY1168-56284" fmla="*/ 687379 h 4449429"/>
              <a:gd name="connsiteX1169-56285" fmla="*/ 13483911 w 18982931"/>
              <a:gd name="connsiteY1169-56286" fmla="*/ 617404 h 4449429"/>
              <a:gd name="connsiteX1170-56287" fmla="*/ 13483911 w 18982931"/>
              <a:gd name="connsiteY1170-56288" fmla="*/ 131714 h 4449429"/>
              <a:gd name="connsiteX1171-56289" fmla="*/ 13541534 w 18982931"/>
              <a:gd name="connsiteY1171-56290" fmla="*/ 74089 h 4449429"/>
              <a:gd name="connsiteX1172-56291" fmla="*/ 13685593 w 18982931"/>
              <a:gd name="connsiteY1172-56292" fmla="*/ 74089 h 4449429"/>
              <a:gd name="connsiteX1173-56293" fmla="*/ 13730872 w 18982931"/>
              <a:gd name="connsiteY1173-56294" fmla="*/ 49392 h 4449429"/>
              <a:gd name="connsiteX1174-56295" fmla="*/ 13739104 w 18982931"/>
              <a:gd name="connsiteY1174-56296" fmla="*/ 0 h 4449429"/>
              <a:gd name="connsiteX0-56297" fmla="*/ 16404499 w 18982931"/>
              <a:gd name="connsiteY0-56298" fmla="*/ 4309270 h 4449429"/>
              <a:gd name="connsiteX1-56299" fmla="*/ 16404499 w 18982931"/>
              <a:gd name="connsiteY1-56300" fmla="*/ 4366104 h 4449429"/>
              <a:gd name="connsiteX2-56301" fmla="*/ 16461332 w 18982931"/>
              <a:gd name="connsiteY2-56302" fmla="*/ 4366104 h 4449429"/>
              <a:gd name="connsiteX3-56303" fmla="*/ 16461332 w 18982931"/>
              <a:gd name="connsiteY3-56304" fmla="*/ 4309270 h 4449429"/>
              <a:gd name="connsiteX4-56305" fmla="*/ 16404499 w 18982931"/>
              <a:gd name="connsiteY4-56306" fmla="*/ 4309270 h 4449429"/>
              <a:gd name="connsiteX5-56307" fmla="*/ 16292444 w 18982931"/>
              <a:gd name="connsiteY5-56308" fmla="*/ 4309270 h 4449429"/>
              <a:gd name="connsiteX6-56309" fmla="*/ 16292444 w 18982931"/>
              <a:gd name="connsiteY6-56310" fmla="*/ 4366104 h 4449429"/>
              <a:gd name="connsiteX7-56311" fmla="*/ 16349278 w 18982931"/>
              <a:gd name="connsiteY7-56312" fmla="*/ 4366104 h 4449429"/>
              <a:gd name="connsiteX8-56313" fmla="*/ 16349278 w 18982931"/>
              <a:gd name="connsiteY8-56314" fmla="*/ 4309270 h 4449429"/>
              <a:gd name="connsiteX9-56315" fmla="*/ 16292444 w 18982931"/>
              <a:gd name="connsiteY9-56316" fmla="*/ 4309270 h 4449429"/>
              <a:gd name="connsiteX10-56317" fmla="*/ 16180390 w 18982931"/>
              <a:gd name="connsiteY10-56318" fmla="*/ 4309270 h 4449429"/>
              <a:gd name="connsiteX11-56319" fmla="*/ 16180390 w 18982931"/>
              <a:gd name="connsiteY11-56320" fmla="*/ 4366104 h 4449429"/>
              <a:gd name="connsiteX12-56321" fmla="*/ 16237224 w 18982931"/>
              <a:gd name="connsiteY12-56322" fmla="*/ 4366104 h 4449429"/>
              <a:gd name="connsiteX13-56323" fmla="*/ 16237224 w 18982931"/>
              <a:gd name="connsiteY13-56324" fmla="*/ 4309270 h 4449429"/>
              <a:gd name="connsiteX14-56325" fmla="*/ 16180390 w 18982931"/>
              <a:gd name="connsiteY14-56326" fmla="*/ 4309270 h 4449429"/>
              <a:gd name="connsiteX15-56327" fmla="*/ 2813944 w 18982931"/>
              <a:gd name="connsiteY15-56328" fmla="*/ 4309269 h 4449429"/>
              <a:gd name="connsiteX16-56329" fmla="*/ 2813944 w 18982931"/>
              <a:gd name="connsiteY16-56330" fmla="*/ 4366102 h 4449429"/>
              <a:gd name="connsiteX17-56331" fmla="*/ 2870780 w 18982931"/>
              <a:gd name="connsiteY17-56332" fmla="*/ 4366102 h 4449429"/>
              <a:gd name="connsiteX18-56333" fmla="*/ 2870780 w 18982931"/>
              <a:gd name="connsiteY18-56334" fmla="*/ 4309269 h 4449429"/>
              <a:gd name="connsiteX19-56335" fmla="*/ 2813944 w 18982931"/>
              <a:gd name="connsiteY19-56336" fmla="*/ 4309269 h 4449429"/>
              <a:gd name="connsiteX20-56337" fmla="*/ 2701890 w 18982931"/>
              <a:gd name="connsiteY20-56338" fmla="*/ 4309269 h 4449429"/>
              <a:gd name="connsiteX21-56339" fmla="*/ 2701890 w 18982931"/>
              <a:gd name="connsiteY21-56340" fmla="*/ 4366102 h 4449429"/>
              <a:gd name="connsiteX22-56341" fmla="*/ 2758723 w 18982931"/>
              <a:gd name="connsiteY22-56342" fmla="*/ 4366102 h 4449429"/>
              <a:gd name="connsiteX23-56343" fmla="*/ 2758723 w 18982931"/>
              <a:gd name="connsiteY23-56344" fmla="*/ 4309269 h 4449429"/>
              <a:gd name="connsiteX24-56345" fmla="*/ 2701890 w 18982931"/>
              <a:gd name="connsiteY24-56346" fmla="*/ 4309269 h 4449429"/>
              <a:gd name="connsiteX25-56347" fmla="*/ 2589843 w 18982931"/>
              <a:gd name="connsiteY25-56348" fmla="*/ 4309269 h 4449429"/>
              <a:gd name="connsiteX26-56349" fmla="*/ 2589843 w 18982931"/>
              <a:gd name="connsiteY26-56350" fmla="*/ 4366102 h 4449429"/>
              <a:gd name="connsiteX27-56351" fmla="*/ 2646669 w 18982931"/>
              <a:gd name="connsiteY27-56352" fmla="*/ 4366102 h 4449429"/>
              <a:gd name="connsiteX28-56353" fmla="*/ 2646669 w 18982931"/>
              <a:gd name="connsiteY28-56354" fmla="*/ 4309269 h 4449429"/>
              <a:gd name="connsiteX29-56355" fmla="*/ 2589843 w 18982931"/>
              <a:gd name="connsiteY29-56356" fmla="*/ 4309269 h 4449429"/>
              <a:gd name="connsiteX30-56357" fmla="*/ 16404499 w 18982931"/>
              <a:gd name="connsiteY30-56358" fmla="*/ 4163982 h 4449429"/>
              <a:gd name="connsiteX31-56359" fmla="*/ 16404499 w 18982931"/>
              <a:gd name="connsiteY31-56360" fmla="*/ 4220816 h 4449429"/>
              <a:gd name="connsiteX32-56361" fmla="*/ 16461332 w 18982931"/>
              <a:gd name="connsiteY32-56362" fmla="*/ 4220816 h 4449429"/>
              <a:gd name="connsiteX33-56363" fmla="*/ 16461332 w 18982931"/>
              <a:gd name="connsiteY33-56364" fmla="*/ 4163982 h 4449429"/>
              <a:gd name="connsiteX34-56365" fmla="*/ 16404499 w 18982931"/>
              <a:gd name="connsiteY34-56366" fmla="*/ 4163982 h 4449429"/>
              <a:gd name="connsiteX35-56367" fmla="*/ 16292444 w 18982931"/>
              <a:gd name="connsiteY35-56368" fmla="*/ 4163982 h 4449429"/>
              <a:gd name="connsiteX36-56369" fmla="*/ 16292444 w 18982931"/>
              <a:gd name="connsiteY36-56370" fmla="*/ 4220816 h 4449429"/>
              <a:gd name="connsiteX37-56371" fmla="*/ 16349278 w 18982931"/>
              <a:gd name="connsiteY37-56372" fmla="*/ 4220816 h 4449429"/>
              <a:gd name="connsiteX38-56373" fmla="*/ 16349278 w 18982931"/>
              <a:gd name="connsiteY38-56374" fmla="*/ 4163982 h 4449429"/>
              <a:gd name="connsiteX39-56375" fmla="*/ 16292444 w 18982931"/>
              <a:gd name="connsiteY39-56376" fmla="*/ 4163982 h 4449429"/>
              <a:gd name="connsiteX40-56377" fmla="*/ 16180390 w 18982931"/>
              <a:gd name="connsiteY40-56378" fmla="*/ 4163982 h 4449429"/>
              <a:gd name="connsiteX41-56379" fmla="*/ 16180390 w 18982931"/>
              <a:gd name="connsiteY41-56380" fmla="*/ 4220816 h 4449429"/>
              <a:gd name="connsiteX42-56381" fmla="*/ 16237224 w 18982931"/>
              <a:gd name="connsiteY42-56382" fmla="*/ 4220816 h 4449429"/>
              <a:gd name="connsiteX43-56383" fmla="*/ 16237224 w 18982931"/>
              <a:gd name="connsiteY43-56384" fmla="*/ 4163982 h 4449429"/>
              <a:gd name="connsiteX44-56385" fmla="*/ 16180390 w 18982931"/>
              <a:gd name="connsiteY44-56386" fmla="*/ 4163982 h 4449429"/>
              <a:gd name="connsiteX45-56387" fmla="*/ 2813944 w 18982931"/>
              <a:gd name="connsiteY45-56388" fmla="*/ 4163981 h 4449429"/>
              <a:gd name="connsiteX46-56389" fmla="*/ 2813944 w 18982931"/>
              <a:gd name="connsiteY46-56390" fmla="*/ 4220814 h 4449429"/>
              <a:gd name="connsiteX47-56391" fmla="*/ 2870780 w 18982931"/>
              <a:gd name="connsiteY47-56392" fmla="*/ 4220814 h 4449429"/>
              <a:gd name="connsiteX48-56393" fmla="*/ 2870780 w 18982931"/>
              <a:gd name="connsiteY48-56394" fmla="*/ 4163981 h 4449429"/>
              <a:gd name="connsiteX49-56395" fmla="*/ 2813944 w 18982931"/>
              <a:gd name="connsiteY49-56396" fmla="*/ 4163981 h 4449429"/>
              <a:gd name="connsiteX50-56397" fmla="*/ 2701890 w 18982931"/>
              <a:gd name="connsiteY50-56398" fmla="*/ 4163981 h 4449429"/>
              <a:gd name="connsiteX51-56399" fmla="*/ 2701890 w 18982931"/>
              <a:gd name="connsiteY51-56400" fmla="*/ 4220814 h 4449429"/>
              <a:gd name="connsiteX52-56401" fmla="*/ 2758723 w 18982931"/>
              <a:gd name="connsiteY52-56402" fmla="*/ 4220814 h 4449429"/>
              <a:gd name="connsiteX53-56403" fmla="*/ 2758723 w 18982931"/>
              <a:gd name="connsiteY53-56404" fmla="*/ 4163981 h 4449429"/>
              <a:gd name="connsiteX54-56405" fmla="*/ 2701890 w 18982931"/>
              <a:gd name="connsiteY54-56406" fmla="*/ 4163981 h 4449429"/>
              <a:gd name="connsiteX55-56407" fmla="*/ 2589843 w 18982931"/>
              <a:gd name="connsiteY55-56408" fmla="*/ 4163981 h 4449429"/>
              <a:gd name="connsiteX56-56409" fmla="*/ 2589843 w 18982931"/>
              <a:gd name="connsiteY56-56410" fmla="*/ 4220814 h 4449429"/>
              <a:gd name="connsiteX57-56411" fmla="*/ 2646669 w 18982931"/>
              <a:gd name="connsiteY57-56412" fmla="*/ 4220814 h 4449429"/>
              <a:gd name="connsiteX58-56413" fmla="*/ 2646669 w 18982931"/>
              <a:gd name="connsiteY58-56414" fmla="*/ 4163981 h 4449429"/>
              <a:gd name="connsiteX59-56415" fmla="*/ 2589843 w 18982931"/>
              <a:gd name="connsiteY59-56416" fmla="*/ 4163981 h 4449429"/>
              <a:gd name="connsiteX60-56417" fmla="*/ 9851983 w 18982931"/>
              <a:gd name="connsiteY60-56418" fmla="*/ 4073253 h 4449429"/>
              <a:gd name="connsiteX61-56419" fmla="*/ 9851983 w 18982931"/>
              <a:gd name="connsiteY61-56420" fmla="*/ 4282100 h 4449429"/>
              <a:gd name="connsiteX62-56421" fmla="*/ 9897683 w 18982931"/>
              <a:gd name="connsiteY62-56422" fmla="*/ 4282100 h 4449429"/>
              <a:gd name="connsiteX63-56423" fmla="*/ 9897683 w 18982931"/>
              <a:gd name="connsiteY63-56424" fmla="*/ 4073253 h 4449429"/>
              <a:gd name="connsiteX64-56425" fmla="*/ 9851983 w 18982931"/>
              <a:gd name="connsiteY64-56426" fmla="*/ 4073253 h 4449429"/>
              <a:gd name="connsiteX65-56427" fmla="*/ 9760354 w 18982931"/>
              <a:gd name="connsiteY65-56428" fmla="*/ 4073253 h 4449429"/>
              <a:gd name="connsiteX66-56429" fmla="*/ 9760354 w 18982931"/>
              <a:gd name="connsiteY66-56430" fmla="*/ 4282100 h 4449429"/>
              <a:gd name="connsiteX67-56431" fmla="*/ 9806054 w 18982931"/>
              <a:gd name="connsiteY67-56432" fmla="*/ 4282100 h 4449429"/>
              <a:gd name="connsiteX68-56433" fmla="*/ 9806054 w 18982931"/>
              <a:gd name="connsiteY68-56434" fmla="*/ 4073253 h 4449429"/>
              <a:gd name="connsiteX69-56435" fmla="*/ 9760354 w 18982931"/>
              <a:gd name="connsiteY69-56436" fmla="*/ 4073253 h 4449429"/>
              <a:gd name="connsiteX70-56437" fmla="*/ 9668723 w 18982931"/>
              <a:gd name="connsiteY70-56438" fmla="*/ 4073253 h 4449429"/>
              <a:gd name="connsiteX71-56439" fmla="*/ 9668723 w 18982931"/>
              <a:gd name="connsiteY71-56440" fmla="*/ 4282100 h 4449429"/>
              <a:gd name="connsiteX72-56441" fmla="*/ 9714423 w 18982931"/>
              <a:gd name="connsiteY72-56442" fmla="*/ 4282100 h 4449429"/>
              <a:gd name="connsiteX73-56443" fmla="*/ 9714423 w 18982931"/>
              <a:gd name="connsiteY73-56444" fmla="*/ 4073253 h 4449429"/>
              <a:gd name="connsiteX74-56445" fmla="*/ 9668723 w 18982931"/>
              <a:gd name="connsiteY74-56446" fmla="*/ 4073253 h 4449429"/>
              <a:gd name="connsiteX75-56447" fmla="*/ 9577094 w 18982931"/>
              <a:gd name="connsiteY75-56448" fmla="*/ 4073253 h 4449429"/>
              <a:gd name="connsiteX76-56449" fmla="*/ 9577094 w 18982931"/>
              <a:gd name="connsiteY76-56450" fmla="*/ 4282100 h 4449429"/>
              <a:gd name="connsiteX77-56451" fmla="*/ 9622794 w 18982931"/>
              <a:gd name="connsiteY77-56452" fmla="*/ 4282100 h 4449429"/>
              <a:gd name="connsiteX78-56453" fmla="*/ 9622794 w 18982931"/>
              <a:gd name="connsiteY78-56454" fmla="*/ 4073253 h 4449429"/>
              <a:gd name="connsiteX79-56455" fmla="*/ 9577094 w 18982931"/>
              <a:gd name="connsiteY79-56456" fmla="*/ 4073253 h 4449429"/>
              <a:gd name="connsiteX80-56457" fmla="*/ 9485470 w 18982931"/>
              <a:gd name="connsiteY80-56458" fmla="*/ 4073253 h 4449429"/>
              <a:gd name="connsiteX81-56459" fmla="*/ 9485470 w 18982931"/>
              <a:gd name="connsiteY81-56460" fmla="*/ 4282100 h 4449429"/>
              <a:gd name="connsiteX82-56461" fmla="*/ 9531165 w 18982931"/>
              <a:gd name="connsiteY82-56462" fmla="*/ 4282100 h 4449429"/>
              <a:gd name="connsiteX83-56463" fmla="*/ 9531165 w 18982931"/>
              <a:gd name="connsiteY83-56464" fmla="*/ 4073253 h 4449429"/>
              <a:gd name="connsiteX84-56465" fmla="*/ 9485470 w 18982931"/>
              <a:gd name="connsiteY84-56466" fmla="*/ 4073253 h 4449429"/>
              <a:gd name="connsiteX85-56467" fmla="*/ 9393836 w 18982931"/>
              <a:gd name="connsiteY85-56468" fmla="*/ 4073253 h 4449429"/>
              <a:gd name="connsiteX86-56469" fmla="*/ 9393836 w 18982931"/>
              <a:gd name="connsiteY86-56470" fmla="*/ 4282100 h 4449429"/>
              <a:gd name="connsiteX87-56471" fmla="*/ 9439536 w 18982931"/>
              <a:gd name="connsiteY87-56472" fmla="*/ 4282100 h 4449429"/>
              <a:gd name="connsiteX88-56473" fmla="*/ 9439536 w 18982931"/>
              <a:gd name="connsiteY88-56474" fmla="*/ 4073253 h 4449429"/>
              <a:gd name="connsiteX89-56475" fmla="*/ 9393836 w 18982931"/>
              <a:gd name="connsiteY89-56476" fmla="*/ 4073253 h 4449429"/>
              <a:gd name="connsiteX90-56477" fmla="*/ 9302203 w 18982931"/>
              <a:gd name="connsiteY90-56478" fmla="*/ 4073253 h 4449429"/>
              <a:gd name="connsiteX91-56479" fmla="*/ 9302203 w 18982931"/>
              <a:gd name="connsiteY91-56480" fmla="*/ 4282100 h 4449429"/>
              <a:gd name="connsiteX92-56481" fmla="*/ 9347904 w 18982931"/>
              <a:gd name="connsiteY92-56482" fmla="*/ 4282100 h 4449429"/>
              <a:gd name="connsiteX93-56483" fmla="*/ 9347904 w 18982931"/>
              <a:gd name="connsiteY93-56484" fmla="*/ 4073253 h 4449429"/>
              <a:gd name="connsiteX94-56485" fmla="*/ 9302203 w 18982931"/>
              <a:gd name="connsiteY94-56486" fmla="*/ 4073253 h 4449429"/>
              <a:gd name="connsiteX95-56487" fmla="*/ 16404499 w 18982931"/>
              <a:gd name="connsiteY95-56488" fmla="*/ 4018694 h 4449429"/>
              <a:gd name="connsiteX96-56489" fmla="*/ 16404499 w 18982931"/>
              <a:gd name="connsiteY96-56490" fmla="*/ 4075528 h 4449429"/>
              <a:gd name="connsiteX97-56491" fmla="*/ 16461332 w 18982931"/>
              <a:gd name="connsiteY97-56492" fmla="*/ 4075528 h 4449429"/>
              <a:gd name="connsiteX98-56493" fmla="*/ 16461332 w 18982931"/>
              <a:gd name="connsiteY98-56494" fmla="*/ 4018694 h 4449429"/>
              <a:gd name="connsiteX99-56495" fmla="*/ 16404499 w 18982931"/>
              <a:gd name="connsiteY99-56496" fmla="*/ 4018694 h 4449429"/>
              <a:gd name="connsiteX100-56497" fmla="*/ 16292444 w 18982931"/>
              <a:gd name="connsiteY100-56498" fmla="*/ 4018694 h 4449429"/>
              <a:gd name="connsiteX101-56499" fmla="*/ 16292444 w 18982931"/>
              <a:gd name="connsiteY101-56500" fmla="*/ 4075528 h 4449429"/>
              <a:gd name="connsiteX102-56501" fmla="*/ 16349278 w 18982931"/>
              <a:gd name="connsiteY102-56502" fmla="*/ 4075528 h 4449429"/>
              <a:gd name="connsiteX103-56503" fmla="*/ 16349278 w 18982931"/>
              <a:gd name="connsiteY103-56504" fmla="*/ 4018694 h 4449429"/>
              <a:gd name="connsiteX104-56505" fmla="*/ 16292444 w 18982931"/>
              <a:gd name="connsiteY104-56506" fmla="*/ 4018694 h 4449429"/>
              <a:gd name="connsiteX105-56507" fmla="*/ 16180390 w 18982931"/>
              <a:gd name="connsiteY105-56508" fmla="*/ 4018694 h 4449429"/>
              <a:gd name="connsiteX106-56509" fmla="*/ 16180390 w 18982931"/>
              <a:gd name="connsiteY106-56510" fmla="*/ 4075528 h 4449429"/>
              <a:gd name="connsiteX107-56511" fmla="*/ 16237224 w 18982931"/>
              <a:gd name="connsiteY107-56512" fmla="*/ 4075528 h 4449429"/>
              <a:gd name="connsiteX108-56513" fmla="*/ 16237224 w 18982931"/>
              <a:gd name="connsiteY108-56514" fmla="*/ 4018694 h 4449429"/>
              <a:gd name="connsiteX109-56515" fmla="*/ 16180390 w 18982931"/>
              <a:gd name="connsiteY109-56516" fmla="*/ 4018694 h 4449429"/>
              <a:gd name="connsiteX110-56517" fmla="*/ 2813944 w 18982931"/>
              <a:gd name="connsiteY110-56518" fmla="*/ 4018692 h 4449429"/>
              <a:gd name="connsiteX111-56519" fmla="*/ 2813944 w 18982931"/>
              <a:gd name="connsiteY111-56520" fmla="*/ 4075526 h 4449429"/>
              <a:gd name="connsiteX112-56521" fmla="*/ 2870780 w 18982931"/>
              <a:gd name="connsiteY112-56522" fmla="*/ 4075526 h 4449429"/>
              <a:gd name="connsiteX113-56523" fmla="*/ 2870780 w 18982931"/>
              <a:gd name="connsiteY113-56524" fmla="*/ 4018692 h 4449429"/>
              <a:gd name="connsiteX114-56525" fmla="*/ 2813944 w 18982931"/>
              <a:gd name="connsiteY114-56526" fmla="*/ 4018692 h 4449429"/>
              <a:gd name="connsiteX115-56527" fmla="*/ 2701890 w 18982931"/>
              <a:gd name="connsiteY115-56528" fmla="*/ 4018692 h 4449429"/>
              <a:gd name="connsiteX116-56529" fmla="*/ 2701890 w 18982931"/>
              <a:gd name="connsiteY116-56530" fmla="*/ 4075526 h 4449429"/>
              <a:gd name="connsiteX117-56531" fmla="*/ 2758723 w 18982931"/>
              <a:gd name="connsiteY117-56532" fmla="*/ 4075526 h 4449429"/>
              <a:gd name="connsiteX118-56533" fmla="*/ 2758723 w 18982931"/>
              <a:gd name="connsiteY118-56534" fmla="*/ 4018692 h 4449429"/>
              <a:gd name="connsiteX119-56535" fmla="*/ 2701890 w 18982931"/>
              <a:gd name="connsiteY119-56536" fmla="*/ 4018692 h 4449429"/>
              <a:gd name="connsiteX120-56537" fmla="*/ 2589843 w 18982931"/>
              <a:gd name="connsiteY120-56538" fmla="*/ 4018692 h 4449429"/>
              <a:gd name="connsiteX121-56539" fmla="*/ 2589843 w 18982931"/>
              <a:gd name="connsiteY121-56540" fmla="*/ 4075526 h 4449429"/>
              <a:gd name="connsiteX122-56541" fmla="*/ 2646669 w 18982931"/>
              <a:gd name="connsiteY122-56542" fmla="*/ 4075526 h 4449429"/>
              <a:gd name="connsiteX123-56543" fmla="*/ 2646669 w 18982931"/>
              <a:gd name="connsiteY123-56544" fmla="*/ 4018692 h 4449429"/>
              <a:gd name="connsiteX124-56545" fmla="*/ 2589843 w 18982931"/>
              <a:gd name="connsiteY124-56546" fmla="*/ 4018692 h 4449429"/>
              <a:gd name="connsiteX125-56547" fmla="*/ 16404499 w 18982931"/>
              <a:gd name="connsiteY125-56548" fmla="*/ 3873406 h 4449429"/>
              <a:gd name="connsiteX126-56549" fmla="*/ 16404499 w 18982931"/>
              <a:gd name="connsiteY126-56550" fmla="*/ 3930240 h 4449429"/>
              <a:gd name="connsiteX127-56551" fmla="*/ 16461332 w 18982931"/>
              <a:gd name="connsiteY127-56552" fmla="*/ 3930240 h 4449429"/>
              <a:gd name="connsiteX128-56553" fmla="*/ 16461332 w 18982931"/>
              <a:gd name="connsiteY128-56554" fmla="*/ 3873406 h 4449429"/>
              <a:gd name="connsiteX129-56555" fmla="*/ 16404499 w 18982931"/>
              <a:gd name="connsiteY129-56556" fmla="*/ 3873406 h 4449429"/>
              <a:gd name="connsiteX130-56557" fmla="*/ 16292444 w 18982931"/>
              <a:gd name="connsiteY130-56558" fmla="*/ 3873406 h 4449429"/>
              <a:gd name="connsiteX131-56559" fmla="*/ 16292444 w 18982931"/>
              <a:gd name="connsiteY131-56560" fmla="*/ 3930240 h 4449429"/>
              <a:gd name="connsiteX132-56561" fmla="*/ 16349278 w 18982931"/>
              <a:gd name="connsiteY132-56562" fmla="*/ 3930240 h 4449429"/>
              <a:gd name="connsiteX133-56563" fmla="*/ 16349278 w 18982931"/>
              <a:gd name="connsiteY133-56564" fmla="*/ 3873406 h 4449429"/>
              <a:gd name="connsiteX134-56565" fmla="*/ 16292444 w 18982931"/>
              <a:gd name="connsiteY134-56566" fmla="*/ 3873406 h 4449429"/>
              <a:gd name="connsiteX135-56567" fmla="*/ 16180390 w 18982931"/>
              <a:gd name="connsiteY135-56568" fmla="*/ 3873406 h 4449429"/>
              <a:gd name="connsiteX136-56569" fmla="*/ 16180390 w 18982931"/>
              <a:gd name="connsiteY136-56570" fmla="*/ 3930240 h 4449429"/>
              <a:gd name="connsiteX137-56571" fmla="*/ 16237224 w 18982931"/>
              <a:gd name="connsiteY137-56572" fmla="*/ 3930240 h 4449429"/>
              <a:gd name="connsiteX138-56573" fmla="*/ 16237224 w 18982931"/>
              <a:gd name="connsiteY138-56574" fmla="*/ 3873406 h 4449429"/>
              <a:gd name="connsiteX139-56575" fmla="*/ 16180390 w 18982931"/>
              <a:gd name="connsiteY139-56576" fmla="*/ 3873406 h 4449429"/>
              <a:gd name="connsiteX140-56577" fmla="*/ 2813944 w 18982931"/>
              <a:gd name="connsiteY140-56578" fmla="*/ 3873404 h 4449429"/>
              <a:gd name="connsiteX141-56579" fmla="*/ 2813944 w 18982931"/>
              <a:gd name="connsiteY141-56580" fmla="*/ 3930238 h 4449429"/>
              <a:gd name="connsiteX142-56581" fmla="*/ 2870780 w 18982931"/>
              <a:gd name="connsiteY142-56582" fmla="*/ 3930238 h 4449429"/>
              <a:gd name="connsiteX143-56583" fmla="*/ 2870780 w 18982931"/>
              <a:gd name="connsiteY143-56584" fmla="*/ 3873404 h 4449429"/>
              <a:gd name="connsiteX144-56585" fmla="*/ 2813944 w 18982931"/>
              <a:gd name="connsiteY144-56586" fmla="*/ 3873404 h 4449429"/>
              <a:gd name="connsiteX145-56587" fmla="*/ 2701890 w 18982931"/>
              <a:gd name="connsiteY145-56588" fmla="*/ 3873404 h 4449429"/>
              <a:gd name="connsiteX146-56589" fmla="*/ 2701890 w 18982931"/>
              <a:gd name="connsiteY146-56590" fmla="*/ 3930238 h 4449429"/>
              <a:gd name="connsiteX147-56591" fmla="*/ 2758723 w 18982931"/>
              <a:gd name="connsiteY147-56592" fmla="*/ 3930238 h 4449429"/>
              <a:gd name="connsiteX148-56593" fmla="*/ 2758723 w 18982931"/>
              <a:gd name="connsiteY148-56594" fmla="*/ 3873404 h 4449429"/>
              <a:gd name="connsiteX149-56595" fmla="*/ 2701890 w 18982931"/>
              <a:gd name="connsiteY149-56596" fmla="*/ 3873404 h 4449429"/>
              <a:gd name="connsiteX150-56597" fmla="*/ 2589843 w 18982931"/>
              <a:gd name="connsiteY150-56598" fmla="*/ 3873404 h 4449429"/>
              <a:gd name="connsiteX151-56599" fmla="*/ 2589843 w 18982931"/>
              <a:gd name="connsiteY151-56600" fmla="*/ 3930238 h 4449429"/>
              <a:gd name="connsiteX152-56601" fmla="*/ 2646669 w 18982931"/>
              <a:gd name="connsiteY152-56602" fmla="*/ 3930238 h 4449429"/>
              <a:gd name="connsiteX153-56603" fmla="*/ 2646669 w 18982931"/>
              <a:gd name="connsiteY153-56604" fmla="*/ 3873404 h 4449429"/>
              <a:gd name="connsiteX154-56605" fmla="*/ 2589843 w 18982931"/>
              <a:gd name="connsiteY154-56606" fmla="*/ 3873404 h 4449429"/>
              <a:gd name="connsiteX155-56607" fmla="*/ 17351339 w 18982931"/>
              <a:gd name="connsiteY155-56608" fmla="*/ 3769299 h 4449429"/>
              <a:gd name="connsiteX156-56609" fmla="*/ 17351339 w 18982931"/>
              <a:gd name="connsiteY156-56610" fmla="*/ 3815000 h 4449429"/>
              <a:gd name="connsiteX157-56611" fmla="*/ 17560187 w 18982931"/>
              <a:gd name="connsiteY157-56612" fmla="*/ 3815000 h 4449429"/>
              <a:gd name="connsiteX158-56613" fmla="*/ 17560187 w 18982931"/>
              <a:gd name="connsiteY158-56614" fmla="*/ 3769299 h 4449429"/>
              <a:gd name="connsiteX159-56615" fmla="*/ 17351339 w 18982931"/>
              <a:gd name="connsiteY159-56616" fmla="*/ 3769299 h 4449429"/>
              <a:gd name="connsiteX160-56617" fmla="*/ 16404499 w 18982931"/>
              <a:gd name="connsiteY160-56618" fmla="*/ 3728118 h 4449429"/>
              <a:gd name="connsiteX161-56619" fmla="*/ 16404499 w 18982931"/>
              <a:gd name="connsiteY161-56620" fmla="*/ 3784951 h 4449429"/>
              <a:gd name="connsiteX162-56621" fmla="*/ 16461332 w 18982931"/>
              <a:gd name="connsiteY162-56622" fmla="*/ 3784951 h 4449429"/>
              <a:gd name="connsiteX163-56623" fmla="*/ 16461332 w 18982931"/>
              <a:gd name="connsiteY163-56624" fmla="*/ 3728118 h 4449429"/>
              <a:gd name="connsiteX164-56625" fmla="*/ 16404499 w 18982931"/>
              <a:gd name="connsiteY164-56626" fmla="*/ 3728118 h 4449429"/>
              <a:gd name="connsiteX165-56627" fmla="*/ 16292444 w 18982931"/>
              <a:gd name="connsiteY165-56628" fmla="*/ 3728118 h 4449429"/>
              <a:gd name="connsiteX166-56629" fmla="*/ 16292444 w 18982931"/>
              <a:gd name="connsiteY166-56630" fmla="*/ 3784951 h 4449429"/>
              <a:gd name="connsiteX167-56631" fmla="*/ 16349278 w 18982931"/>
              <a:gd name="connsiteY167-56632" fmla="*/ 3784951 h 4449429"/>
              <a:gd name="connsiteX168-56633" fmla="*/ 16349278 w 18982931"/>
              <a:gd name="connsiteY168-56634" fmla="*/ 3728118 h 4449429"/>
              <a:gd name="connsiteX169-56635" fmla="*/ 16292444 w 18982931"/>
              <a:gd name="connsiteY169-56636" fmla="*/ 3728118 h 4449429"/>
              <a:gd name="connsiteX170-56637" fmla="*/ 16180390 w 18982931"/>
              <a:gd name="connsiteY170-56638" fmla="*/ 3728118 h 4449429"/>
              <a:gd name="connsiteX171-56639" fmla="*/ 16180390 w 18982931"/>
              <a:gd name="connsiteY171-56640" fmla="*/ 3784951 h 4449429"/>
              <a:gd name="connsiteX172-56641" fmla="*/ 16237224 w 18982931"/>
              <a:gd name="connsiteY172-56642" fmla="*/ 3784951 h 4449429"/>
              <a:gd name="connsiteX173-56643" fmla="*/ 16237224 w 18982931"/>
              <a:gd name="connsiteY173-56644" fmla="*/ 3728118 h 4449429"/>
              <a:gd name="connsiteX174-56645" fmla="*/ 16180390 w 18982931"/>
              <a:gd name="connsiteY174-56646" fmla="*/ 3728118 h 4449429"/>
              <a:gd name="connsiteX175-56647" fmla="*/ 2813944 w 18982931"/>
              <a:gd name="connsiteY175-56648" fmla="*/ 3728116 h 4449429"/>
              <a:gd name="connsiteX176-56649" fmla="*/ 2813944 w 18982931"/>
              <a:gd name="connsiteY176-56650" fmla="*/ 3784950 h 4449429"/>
              <a:gd name="connsiteX177-56651" fmla="*/ 2870780 w 18982931"/>
              <a:gd name="connsiteY177-56652" fmla="*/ 3784950 h 4449429"/>
              <a:gd name="connsiteX178-56653" fmla="*/ 2870780 w 18982931"/>
              <a:gd name="connsiteY178-56654" fmla="*/ 3728116 h 4449429"/>
              <a:gd name="connsiteX179-56655" fmla="*/ 2813944 w 18982931"/>
              <a:gd name="connsiteY179-56656" fmla="*/ 3728116 h 4449429"/>
              <a:gd name="connsiteX180-56657" fmla="*/ 2701891 w 18982931"/>
              <a:gd name="connsiteY180-56658" fmla="*/ 3728116 h 4449429"/>
              <a:gd name="connsiteX181-56659" fmla="*/ 2701891 w 18982931"/>
              <a:gd name="connsiteY181-56660" fmla="*/ 3784950 h 4449429"/>
              <a:gd name="connsiteX182-56661" fmla="*/ 2758730 w 18982931"/>
              <a:gd name="connsiteY182-56662" fmla="*/ 3784950 h 4449429"/>
              <a:gd name="connsiteX183-56663" fmla="*/ 2758730 w 18982931"/>
              <a:gd name="connsiteY183-56664" fmla="*/ 3728116 h 4449429"/>
              <a:gd name="connsiteX184-56665" fmla="*/ 2701891 w 18982931"/>
              <a:gd name="connsiteY184-56666" fmla="*/ 3728116 h 4449429"/>
              <a:gd name="connsiteX185-56667" fmla="*/ 2589845 w 18982931"/>
              <a:gd name="connsiteY185-56668" fmla="*/ 3728116 h 4449429"/>
              <a:gd name="connsiteX186-56669" fmla="*/ 2589845 w 18982931"/>
              <a:gd name="connsiteY186-56670" fmla="*/ 3784950 h 4449429"/>
              <a:gd name="connsiteX187-56671" fmla="*/ 2646671 w 18982931"/>
              <a:gd name="connsiteY187-56672" fmla="*/ 3784950 h 4449429"/>
              <a:gd name="connsiteX188-56673" fmla="*/ 2646671 w 18982931"/>
              <a:gd name="connsiteY188-56674" fmla="*/ 3728116 h 4449429"/>
              <a:gd name="connsiteX189-56675" fmla="*/ 2589845 w 18982931"/>
              <a:gd name="connsiteY189-56676" fmla="*/ 3728116 h 4449429"/>
              <a:gd name="connsiteX190-56677" fmla="*/ 17351339 w 18982931"/>
              <a:gd name="connsiteY190-56678" fmla="*/ 3677667 h 4449429"/>
              <a:gd name="connsiteX191-56679" fmla="*/ 17351339 w 18982931"/>
              <a:gd name="connsiteY191-56680" fmla="*/ 3723368 h 4449429"/>
              <a:gd name="connsiteX192-56681" fmla="*/ 17560187 w 18982931"/>
              <a:gd name="connsiteY192-56682" fmla="*/ 3723368 h 4449429"/>
              <a:gd name="connsiteX193-56683" fmla="*/ 17560187 w 18982931"/>
              <a:gd name="connsiteY193-56684" fmla="*/ 3677667 h 4449429"/>
              <a:gd name="connsiteX194-56685" fmla="*/ 17351339 w 18982931"/>
              <a:gd name="connsiteY194-56686" fmla="*/ 3677667 h 4449429"/>
              <a:gd name="connsiteX195-56687" fmla="*/ 12612246 w 18982931"/>
              <a:gd name="connsiteY195-56688" fmla="*/ 3645952 h 4449429"/>
              <a:gd name="connsiteX196-56689" fmla="*/ 12612246 w 18982931"/>
              <a:gd name="connsiteY196-56690" fmla="*/ 3702785 h 4449429"/>
              <a:gd name="connsiteX197-56691" fmla="*/ 12669079 w 18982931"/>
              <a:gd name="connsiteY197-56692" fmla="*/ 3702785 h 4449429"/>
              <a:gd name="connsiteX198-56693" fmla="*/ 12669079 w 18982931"/>
              <a:gd name="connsiteY198-56694" fmla="*/ 3645952 h 4449429"/>
              <a:gd name="connsiteX199-56695" fmla="*/ 12612246 w 18982931"/>
              <a:gd name="connsiteY199-56696" fmla="*/ 3645952 h 4449429"/>
              <a:gd name="connsiteX200-56697" fmla="*/ 12500191 w 18982931"/>
              <a:gd name="connsiteY200-56698" fmla="*/ 3645952 h 4449429"/>
              <a:gd name="connsiteX201-56699" fmla="*/ 12500191 w 18982931"/>
              <a:gd name="connsiteY201-56700" fmla="*/ 3702785 h 4449429"/>
              <a:gd name="connsiteX202-56701" fmla="*/ 12557025 w 18982931"/>
              <a:gd name="connsiteY202-56702" fmla="*/ 3702785 h 4449429"/>
              <a:gd name="connsiteX203-56703" fmla="*/ 12557025 w 18982931"/>
              <a:gd name="connsiteY203-56704" fmla="*/ 3645952 h 4449429"/>
              <a:gd name="connsiteX204-56705" fmla="*/ 12500191 w 18982931"/>
              <a:gd name="connsiteY204-56706" fmla="*/ 3645952 h 4449429"/>
              <a:gd name="connsiteX205-56707" fmla="*/ 12388137 w 18982931"/>
              <a:gd name="connsiteY205-56708" fmla="*/ 3645952 h 4449429"/>
              <a:gd name="connsiteX206-56709" fmla="*/ 12388137 w 18982931"/>
              <a:gd name="connsiteY206-56710" fmla="*/ 3702785 h 4449429"/>
              <a:gd name="connsiteX207-56711" fmla="*/ 12444971 w 18982931"/>
              <a:gd name="connsiteY207-56712" fmla="*/ 3702785 h 4449429"/>
              <a:gd name="connsiteX208-56713" fmla="*/ 12444971 w 18982931"/>
              <a:gd name="connsiteY208-56714" fmla="*/ 3645952 h 4449429"/>
              <a:gd name="connsiteX209-56715" fmla="*/ 12388137 w 18982931"/>
              <a:gd name="connsiteY209-56716" fmla="*/ 3645952 h 4449429"/>
              <a:gd name="connsiteX210-56717" fmla="*/ 17351339 w 18982931"/>
              <a:gd name="connsiteY210-56718" fmla="*/ 3586038 h 4449429"/>
              <a:gd name="connsiteX211-56719" fmla="*/ 17351339 w 18982931"/>
              <a:gd name="connsiteY211-56720" fmla="*/ 3631739 h 4449429"/>
              <a:gd name="connsiteX212-56721" fmla="*/ 17560187 w 18982931"/>
              <a:gd name="connsiteY212-56722" fmla="*/ 3631739 h 4449429"/>
              <a:gd name="connsiteX213-56723" fmla="*/ 17560187 w 18982931"/>
              <a:gd name="connsiteY213-56724" fmla="*/ 3586038 h 4449429"/>
              <a:gd name="connsiteX214-56725" fmla="*/ 17351339 w 18982931"/>
              <a:gd name="connsiteY214-56726" fmla="*/ 3586038 h 4449429"/>
              <a:gd name="connsiteX215-56727" fmla="*/ 16404499 w 18982931"/>
              <a:gd name="connsiteY215-56728" fmla="*/ 3582830 h 4449429"/>
              <a:gd name="connsiteX216-56729" fmla="*/ 16404499 w 18982931"/>
              <a:gd name="connsiteY216-56730" fmla="*/ 3639663 h 4449429"/>
              <a:gd name="connsiteX217-56731" fmla="*/ 16461332 w 18982931"/>
              <a:gd name="connsiteY217-56732" fmla="*/ 3639663 h 4449429"/>
              <a:gd name="connsiteX218-56733" fmla="*/ 16461332 w 18982931"/>
              <a:gd name="connsiteY218-56734" fmla="*/ 3582830 h 4449429"/>
              <a:gd name="connsiteX219-56735" fmla="*/ 16404499 w 18982931"/>
              <a:gd name="connsiteY219-56736" fmla="*/ 3582830 h 4449429"/>
              <a:gd name="connsiteX220-56737" fmla="*/ 16292444 w 18982931"/>
              <a:gd name="connsiteY220-56738" fmla="*/ 3582830 h 4449429"/>
              <a:gd name="connsiteX221-56739" fmla="*/ 16292444 w 18982931"/>
              <a:gd name="connsiteY221-56740" fmla="*/ 3639663 h 4449429"/>
              <a:gd name="connsiteX222-56741" fmla="*/ 16349278 w 18982931"/>
              <a:gd name="connsiteY222-56742" fmla="*/ 3639663 h 4449429"/>
              <a:gd name="connsiteX223-56743" fmla="*/ 16349278 w 18982931"/>
              <a:gd name="connsiteY223-56744" fmla="*/ 3582830 h 4449429"/>
              <a:gd name="connsiteX224-56745" fmla="*/ 16292444 w 18982931"/>
              <a:gd name="connsiteY224-56746" fmla="*/ 3582830 h 4449429"/>
              <a:gd name="connsiteX225-56747" fmla="*/ 16180390 w 18982931"/>
              <a:gd name="connsiteY225-56748" fmla="*/ 3582830 h 4449429"/>
              <a:gd name="connsiteX226-56749" fmla="*/ 16180390 w 18982931"/>
              <a:gd name="connsiteY226-56750" fmla="*/ 3639663 h 4449429"/>
              <a:gd name="connsiteX227-56751" fmla="*/ 16237224 w 18982931"/>
              <a:gd name="connsiteY227-56752" fmla="*/ 3639663 h 4449429"/>
              <a:gd name="connsiteX228-56753" fmla="*/ 16237224 w 18982931"/>
              <a:gd name="connsiteY228-56754" fmla="*/ 3582830 h 4449429"/>
              <a:gd name="connsiteX229-56755" fmla="*/ 16180390 w 18982931"/>
              <a:gd name="connsiteY229-56756" fmla="*/ 3582830 h 4449429"/>
              <a:gd name="connsiteX230-56757" fmla="*/ 2813944 w 18982931"/>
              <a:gd name="connsiteY230-56758" fmla="*/ 3582828 h 4449429"/>
              <a:gd name="connsiteX231-56759" fmla="*/ 2813944 w 18982931"/>
              <a:gd name="connsiteY231-56760" fmla="*/ 3639662 h 4449429"/>
              <a:gd name="connsiteX232-56761" fmla="*/ 2870780 w 18982931"/>
              <a:gd name="connsiteY232-56762" fmla="*/ 3639662 h 4449429"/>
              <a:gd name="connsiteX233-56763" fmla="*/ 2870780 w 18982931"/>
              <a:gd name="connsiteY233-56764" fmla="*/ 3582828 h 4449429"/>
              <a:gd name="connsiteX234-56765" fmla="*/ 2813944 w 18982931"/>
              <a:gd name="connsiteY234-56766" fmla="*/ 3582828 h 4449429"/>
              <a:gd name="connsiteX235-56767" fmla="*/ 2701891 w 18982931"/>
              <a:gd name="connsiteY235-56768" fmla="*/ 3582828 h 4449429"/>
              <a:gd name="connsiteX236-56769" fmla="*/ 2701891 w 18982931"/>
              <a:gd name="connsiteY236-56770" fmla="*/ 3639662 h 4449429"/>
              <a:gd name="connsiteX237-56771" fmla="*/ 2758730 w 18982931"/>
              <a:gd name="connsiteY237-56772" fmla="*/ 3639662 h 4449429"/>
              <a:gd name="connsiteX238-56773" fmla="*/ 2758730 w 18982931"/>
              <a:gd name="connsiteY238-56774" fmla="*/ 3582828 h 4449429"/>
              <a:gd name="connsiteX239-56775" fmla="*/ 2701891 w 18982931"/>
              <a:gd name="connsiteY239-56776" fmla="*/ 3582828 h 4449429"/>
              <a:gd name="connsiteX240-56777" fmla="*/ 2589845 w 18982931"/>
              <a:gd name="connsiteY240-56778" fmla="*/ 3582828 h 4449429"/>
              <a:gd name="connsiteX241-56779" fmla="*/ 2589845 w 18982931"/>
              <a:gd name="connsiteY241-56780" fmla="*/ 3639662 h 4449429"/>
              <a:gd name="connsiteX242-56781" fmla="*/ 2646671 w 18982931"/>
              <a:gd name="connsiteY242-56782" fmla="*/ 3639662 h 4449429"/>
              <a:gd name="connsiteX243-56783" fmla="*/ 2646671 w 18982931"/>
              <a:gd name="connsiteY243-56784" fmla="*/ 3582828 h 4449429"/>
              <a:gd name="connsiteX244-56785" fmla="*/ 2589845 w 18982931"/>
              <a:gd name="connsiteY244-56786" fmla="*/ 3582828 h 4449429"/>
              <a:gd name="connsiteX245-56787" fmla="*/ 12612246 w 18982931"/>
              <a:gd name="connsiteY245-56788" fmla="*/ 3500664 h 4449429"/>
              <a:gd name="connsiteX246-56789" fmla="*/ 12612246 w 18982931"/>
              <a:gd name="connsiteY246-56790" fmla="*/ 3557497 h 4449429"/>
              <a:gd name="connsiteX247-56791" fmla="*/ 12669079 w 18982931"/>
              <a:gd name="connsiteY247-56792" fmla="*/ 3557497 h 4449429"/>
              <a:gd name="connsiteX248-56793" fmla="*/ 12669079 w 18982931"/>
              <a:gd name="connsiteY248-56794" fmla="*/ 3500664 h 4449429"/>
              <a:gd name="connsiteX249-56795" fmla="*/ 12612246 w 18982931"/>
              <a:gd name="connsiteY249-56796" fmla="*/ 3500664 h 4449429"/>
              <a:gd name="connsiteX250-56797" fmla="*/ 12500191 w 18982931"/>
              <a:gd name="connsiteY250-56798" fmla="*/ 3500664 h 4449429"/>
              <a:gd name="connsiteX251-56799" fmla="*/ 12500191 w 18982931"/>
              <a:gd name="connsiteY251-56800" fmla="*/ 3557497 h 4449429"/>
              <a:gd name="connsiteX252-56801" fmla="*/ 12557025 w 18982931"/>
              <a:gd name="connsiteY252-56802" fmla="*/ 3557497 h 4449429"/>
              <a:gd name="connsiteX253-56803" fmla="*/ 12557025 w 18982931"/>
              <a:gd name="connsiteY253-56804" fmla="*/ 3500664 h 4449429"/>
              <a:gd name="connsiteX254-56805" fmla="*/ 12500191 w 18982931"/>
              <a:gd name="connsiteY254-56806" fmla="*/ 3500664 h 4449429"/>
              <a:gd name="connsiteX255-56807" fmla="*/ 12388137 w 18982931"/>
              <a:gd name="connsiteY255-56808" fmla="*/ 3500664 h 4449429"/>
              <a:gd name="connsiteX256-56809" fmla="*/ 12388137 w 18982931"/>
              <a:gd name="connsiteY256-56810" fmla="*/ 3557497 h 4449429"/>
              <a:gd name="connsiteX257-56811" fmla="*/ 12444971 w 18982931"/>
              <a:gd name="connsiteY257-56812" fmla="*/ 3557497 h 4449429"/>
              <a:gd name="connsiteX258-56813" fmla="*/ 12444971 w 18982931"/>
              <a:gd name="connsiteY258-56814" fmla="*/ 3500664 h 4449429"/>
              <a:gd name="connsiteX259-56815" fmla="*/ 12388137 w 18982931"/>
              <a:gd name="connsiteY259-56816" fmla="*/ 3500664 h 4449429"/>
              <a:gd name="connsiteX260-56817" fmla="*/ 17351339 w 18982931"/>
              <a:gd name="connsiteY260-56818" fmla="*/ 3492933 h 4449429"/>
              <a:gd name="connsiteX261-56819" fmla="*/ 17351339 w 18982931"/>
              <a:gd name="connsiteY261-56820" fmla="*/ 3538633 h 4449429"/>
              <a:gd name="connsiteX262-56821" fmla="*/ 17560187 w 18982931"/>
              <a:gd name="connsiteY262-56822" fmla="*/ 3538633 h 4449429"/>
              <a:gd name="connsiteX263-56823" fmla="*/ 17560187 w 18982931"/>
              <a:gd name="connsiteY263-56824" fmla="*/ 3492933 h 4449429"/>
              <a:gd name="connsiteX264-56825" fmla="*/ 17351339 w 18982931"/>
              <a:gd name="connsiteY264-56826" fmla="*/ 3492933 h 4449429"/>
              <a:gd name="connsiteX265-56827" fmla="*/ 17351339 w 18982931"/>
              <a:gd name="connsiteY265-56828" fmla="*/ 3401301 h 4449429"/>
              <a:gd name="connsiteX266-56829" fmla="*/ 17351339 w 18982931"/>
              <a:gd name="connsiteY266-56830" fmla="*/ 3447001 h 4449429"/>
              <a:gd name="connsiteX267-56831" fmla="*/ 17560187 w 18982931"/>
              <a:gd name="connsiteY267-56832" fmla="*/ 3447001 h 4449429"/>
              <a:gd name="connsiteX268-56833" fmla="*/ 17560187 w 18982931"/>
              <a:gd name="connsiteY268-56834" fmla="*/ 3401301 h 4449429"/>
              <a:gd name="connsiteX269-56835" fmla="*/ 17351339 w 18982931"/>
              <a:gd name="connsiteY269-56836" fmla="*/ 3401301 h 4449429"/>
              <a:gd name="connsiteX270-56837" fmla="*/ 1596781 w 18982931"/>
              <a:gd name="connsiteY270-56838" fmla="*/ 3357078 h 4449429"/>
              <a:gd name="connsiteX271-56839" fmla="*/ 1596781 w 18982931"/>
              <a:gd name="connsiteY271-56840" fmla="*/ 3402779 h 4449429"/>
              <a:gd name="connsiteX272-56841" fmla="*/ 1805629 w 18982931"/>
              <a:gd name="connsiteY272-56842" fmla="*/ 3402779 h 4449429"/>
              <a:gd name="connsiteX273-56843" fmla="*/ 1805629 w 18982931"/>
              <a:gd name="connsiteY273-56844" fmla="*/ 3357078 h 4449429"/>
              <a:gd name="connsiteX274-56845" fmla="*/ 1596781 w 18982931"/>
              <a:gd name="connsiteY274-56846" fmla="*/ 3357078 h 4449429"/>
              <a:gd name="connsiteX275-56847" fmla="*/ 12612246 w 18982931"/>
              <a:gd name="connsiteY275-56848" fmla="*/ 3355375 h 4449429"/>
              <a:gd name="connsiteX276-56849" fmla="*/ 12612246 w 18982931"/>
              <a:gd name="connsiteY276-56850" fmla="*/ 3412209 h 4449429"/>
              <a:gd name="connsiteX277-56851" fmla="*/ 12669079 w 18982931"/>
              <a:gd name="connsiteY277-56852" fmla="*/ 3412209 h 4449429"/>
              <a:gd name="connsiteX278-56853" fmla="*/ 12669079 w 18982931"/>
              <a:gd name="connsiteY278-56854" fmla="*/ 3355375 h 4449429"/>
              <a:gd name="connsiteX279-56855" fmla="*/ 12612246 w 18982931"/>
              <a:gd name="connsiteY279-56856" fmla="*/ 3355375 h 4449429"/>
              <a:gd name="connsiteX280-56857" fmla="*/ 12500191 w 18982931"/>
              <a:gd name="connsiteY280-56858" fmla="*/ 3355375 h 4449429"/>
              <a:gd name="connsiteX281-56859" fmla="*/ 12500191 w 18982931"/>
              <a:gd name="connsiteY281-56860" fmla="*/ 3412209 h 4449429"/>
              <a:gd name="connsiteX282-56861" fmla="*/ 12557025 w 18982931"/>
              <a:gd name="connsiteY282-56862" fmla="*/ 3412209 h 4449429"/>
              <a:gd name="connsiteX283-56863" fmla="*/ 12557025 w 18982931"/>
              <a:gd name="connsiteY283-56864" fmla="*/ 3355375 h 4449429"/>
              <a:gd name="connsiteX284-56865" fmla="*/ 12500191 w 18982931"/>
              <a:gd name="connsiteY284-56866" fmla="*/ 3355375 h 4449429"/>
              <a:gd name="connsiteX285-56867" fmla="*/ 12388137 w 18982931"/>
              <a:gd name="connsiteY285-56868" fmla="*/ 3355375 h 4449429"/>
              <a:gd name="connsiteX286-56869" fmla="*/ 12388137 w 18982931"/>
              <a:gd name="connsiteY286-56870" fmla="*/ 3412209 h 4449429"/>
              <a:gd name="connsiteX287-56871" fmla="*/ 12444971 w 18982931"/>
              <a:gd name="connsiteY287-56872" fmla="*/ 3412209 h 4449429"/>
              <a:gd name="connsiteX288-56873" fmla="*/ 12444971 w 18982931"/>
              <a:gd name="connsiteY288-56874" fmla="*/ 3355375 h 4449429"/>
              <a:gd name="connsiteX289-56875" fmla="*/ 12388137 w 18982931"/>
              <a:gd name="connsiteY289-56876" fmla="*/ 3355375 h 4449429"/>
              <a:gd name="connsiteX290-56877" fmla="*/ 17351339 w 18982931"/>
              <a:gd name="connsiteY290-56878" fmla="*/ 3309670 h 4449429"/>
              <a:gd name="connsiteX291-56879" fmla="*/ 17351339 w 18982931"/>
              <a:gd name="connsiteY291-56880" fmla="*/ 3355371 h 4449429"/>
              <a:gd name="connsiteX292-56881" fmla="*/ 17560187 w 18982931"/>
              <a:gd name="connsiteY292-56882" fmla="*/ 3355371 h 4449429"/>
              <a:gd name="connsiteX293-56883" fmla="*/ 17560187 w 18982931"/>
              <a:gd name="connsiteY293-56884" fmla="*/ 3309670 h 4449429"/>
              <a:gd name="connsiteX294-56885" fmla="*/ 17351339 w 18982931"/>
              <a:gd name="connsiteY294-56886" fmla="*/ 3309670 h 4449429"/>
              <a:gd name="connsiteX295-56887" fmla="*/ 1596781 w 18982931"/>
              <a:gd name="connsiteY295-56888" fmla="*/ 3265446 h 4449429"/>
              <a:gd name="connsiteX296-56889" fmla="*/ 1596781 w 18982931"/>
              <a:gd name="connsiteY296-56890" fmla="*/ 3311147 h 4449429"/>
              <a:gd name="connsiteX297-56891" fmla="*/ 1805629 w 18982931"/>
              <a:gd name="connsiteY297-56892" fmla="*/ 3311147 h 4449429"/>
              <a:gd name="connsiteX298-56893" fmla="*/ 1805629 w 18982931"/>
              <a:gd name="connsiteY298-56894" fmla="*/ 3265446 h 4449429"/>
              <a:gd name="connsiteX299-56895" fmla="*/ 1596781 w 18982931"/>
              <a:gd name="connsiteY299-56896" fmla="*/ 3265446 h 4449429"/>
              <a:gd name="connsiteX300-56897" fmla="*/ 17351339 w 18982931"/>
              <a:gd name="connsiteY300-56898" fmla="*/ 3218041 h 4449429"/>
              <a:gd name="connsiteX301-56899" fmla="*/ 17351339 w 18982931"/>
              <a:gd name="connsiteY301-56900" fmla="*/ 3263742 h 4449429"/>
              <a:gd name="connsiteX302-56901" fmla="*/ 17560187 w 18982931"/>
              <a:gd name="connsiteY302-56902" fmla="*/ 3263742 h 4449429"/>
              <a:gd name="connsiteX303-56903" fmla="*/ 17560187 w 18982931"/>
              <a:gd name="connsiteY303-56904" fmla="*/ 3218041 h 4449429"/>
              <a:gd name="connsiteX304-56905" fmla="*/ 17351339 w 18982931"/>
              <a:gd name="connsiteY304-56906" fmla="*/ 3218041 h 4449429"/>
              <a:gd name="connsiteX305-56907" fmla="*/ 12612246 w 18982931"/>
              <a:gd name="connsiteY305-56908" fmla="*/ 3210087 h 4449429"/>
              <a:gd name="connsiteX306-56909" fmla="*/ 12612246 w 18982931"/>
              <a:gd name="connsiteY306-56910" fmla="*/ 3266921 h 4449429"/>
              <a:gd name="connsiteX307-56911" fmla="*/ 12669079 w 18982931"/>
              <a:gd name="connsiteY307-56912" fmla="*/ 3266921 h 4449429"/>
              <a:gd name="connsiteX308-56913" fmla="*/ 12669079 w 18982931"/>
              <a:gd name="connsiteY308-56914" fmla="*/ 3210087 h 4449429"/>
              <a:gd name="connsiteX309-56915" fmla="*/ 12612246 w 18982931"/>
              <a:gd name="connsiteY309-56916" fmla="*/ 3210087 h 4449429"/>
              <a:gd name="connsiteX310-56917" fmla="*/ 12500191 w 18982931"/>
              <a:gd name="connsiteY310-56918" fmla="*/ 3210087 h 4449429"/>
              <a:gd name="connsiteX311-56919" fmla="*/ 12500191 w 18982931"/>
              <a:gd name="connsiteY311-56920" fmla="*/ 3266921 h 4449429"/>
              <a:gd name="connsiteX312-56921" fmla="*/ 12557025 w 18982931"/>
              <a:gd name="connsiteY312-56922" fmla="*/ 3266921 h 4449429"/>
              <a:gd name="connsiteX313-56923" fmla="*/ 12557025 w 18982931"/>
              <a:gd name="connsiteY313-56924" fmla="*/ 3210087 h 4449429"/>
              <a:gd name="connsiteX314-56925" fmla="*/ 12500191 w 18982931"/>
              <a:gd name="connsiteY314-56926" fmla="*/ 3210087 h 4449429"/>
              <a:gd name="connsiteX315-56927" fmla="*/ 12388137 w 18982931"/>
              <a:gd name="connsiteY315-56928" fmla="*/ 3210087 h 4449429"/>
              <a:gd name="connsiteX316-56929" fmla="*/ 12388137 w 18982931"/>
              <a:gd name="connsiteY316-56930" fmla="*/ 3266921 h 4449429"/>
              <a:gd name="connsiteX317-56931" fmla="*/ 12444971 w 18982931"/>
              <a:gd name="connsiteY317-56932" fmla="*/ 3266921 h 4449429"/>
              <a:gd name="connsiteX318-56933" fmla="*/ 12444971 w 18982931"/>
              <a:gd name="connsiteY318-56934" fmla="*/ 3210087 h 4449429"/>
              <a:gd name="connsiteX319-56935" fmla="*/ 12388137 w 18982931"/>
              <a:gd name="connsiteY319-56936" fmla="*/ 3210087 h 4449429"/>
              <a:gd name="connsiteX320-56937" fmla="*/ 1596781 w 18982931"/>
              <a:gd name="connsiteY320-56938" fmla="*/ 3173817 h 4449429"/>
              <a:gd name="connsiteX321-56939" fmla="*/ 1596781 w 18982931"/>
              <a:gd name="connsiteY321-56940" fmla="*/ 3219518 h 4449429"/>
              <a:gd name="connsiteX322-56941" fmla="*/ 1805629 w 18982931"/>
              <a:gd name="connsiteY322-56942" fmla="*/ 3219518 h 4449429"/>
              <a:gd name="connsiteX323-56943" fmla="*/ 1805629 w 18982931"/>
              <a:gd name="connsiteY323-56944" fmla="*/ 3173817 h 4449429"/>
              <a:gd name="connsiteX324-56945" fmla="*/ 1596781 w 18982931"/>
              <a:gd name="connsiteY324-56946" fmla="*/ 3173817 h 4449429"/>
              <a:gd name="connsiteX325-56947" fmla="*/ 17351339 w 18982931"/>
              <a:gd name="connsiteY325-56948" fmla="*/ 3126412 h 4449429"/>
              <a:gd name="connsiteX326-56949" fmla="*/ 17351339 w 18982931"/>
              <a:gd name="connsiteY326-56950" fmla="*/ 3172113 h 4449429"/>
              <a:gd name="connsiteX327-56951" fmla="*/ 17560187 w 18982931"/>
              <a:gd name="connsiteY327-56952" fmla="*/ 3172113 h 4449429"/>
              <a:gd name="connsiteX328-56953" fmla="*/ 17560187 w 18982931"/>
              <a:gd name="connsiteY328-56954" fmla="*/ 3126412 h 4449429"/>
              <a:gd name="connsiteX329-56955" fmla="*/ 17351339 w 18982931"/>
              <a:gd name="connsiteY329-56956" fmla="*/ 3126412 h 4449429"/>
              <a:gd name="connsiteX330-56957" fmla="*/ 1596781 w 18982931"/>
              <a:gd name="connsiteY330-56958" fmla="*/ 3080712 h 4449429"/>
              <a:gd name="connsiteX331-56959" fmla="*/ 1596781 w 18982931"/>
              <a:gd name="connsiteY331-56960" fmla="*/ 3126412 h 4449429"/>
              <a:gd name="connsiteX332-56961" fmla="*/ 1805629 w 18982931"/>
              <a:gd name="connsiteY332-56962" fmla="*/ 3126412 h 4449429"/>
              <a:gd name="connsiteX333-56963" fmla="*/ 1805629 w 18982931"/>
              <a:gd name="connsiteY333-56964" fmla="*/ 3080712 h 4449429"/>
              <a:gd name="connsiteX334-56965" fmla="*/ 1596781 w 18982931"/>
              <a:gd name="connsiteY334-56966" fmla="*/ 3080712 h 4449429"/>
              <a:gd name="connsiteX335-56967" fmla="*/ 12612246 w 18982931"/>
              <a:gd name="connsiteY335-56968" fmla="*/ 3064799 h 4449429"/>
              <a:gd name="connsiteX336-56969" fmla="*/ 12612246 w 18982931"/>
              <a:gd name="connsiteY336-56970" fmla="*/ 3121633 h 4449429"/>
              <a:gd name="connsiteX337-56971" fmla="*/ 12669079 w 18982931"/>
              <a:gd name="connsiteY337-56972" fmla="*/ 3121633 h 4449429"/>
              <a:gd name="connsiteX338-56973" fmla="*/ 12669079 w 18982931"/>
              <a:gd name="connsiteY338-56974" fmla="*/ 3064799 h 4449429"/>
              <a:gd name="connsiteX339-56975" fmla="*/ 12612246 w 18982931"/>
              <a:gd name="connsiteY339-56976" fmla="*/ 3064799 h 4449429"/>
              <a:gd name="connsiteX340-56977" fmla="*/ 12500191 w 18982931"/>
              <a:gd name="connsiteY340-56978" fmla="*/ 3064799 h 4449429"/>
              <a:gd name="connsiteX341-56979" fmla="*/ 12500191 w 18982931"/>
              <a:gd name="connsiteY341-56980" fmla="*/ 3121633 h 4449429"/>
              <a:gd name="connsiteX342-56981" fmla="*/ 12557025 w 18982931"/>
              <a:gd name="connsiteY342-56982" fmla="*/ 3121633 h 4449429"/>
              <a:gd name="connsiteX343-56983" fmla="*/ 12557025 w 18982931"/>
              <a:gd name="connsiteY343-56984" fmla="*/ 3064799 h 4449429"/>
              <a:gd name="connsiteX344-56985" fmla="*/ 12500191 w 18982931"/>
              <a:gd name="connsiteY344-56986" fmla="*/ 3064799 h 4449429"/>
              <a:gd name="connsiteX345-56987" fmla="*/ 12388137 w 18982931"/>
              <a:gd name="connsiteY345-56988" fmla="*/ 3064799 h 4449429"/>
              <a:gd name="connsiteX346-56989" fmla="*/ 12388137 w 18982931"/>
              <a:gd name="connsiteY346-56990" fmla="*/ 3121633 h 4449429"/>
              <a:gd name="connsiteX347-56991" fmla="*/ 12444971 w 18982931"/>
              <a:gd name="connsiteY347-56992" fmla="*/ 3121633 h 4449429"/>
              <a:gd name="connsiteX348-56993" fmla="*/ 12444971 w 18982931"/>
              <a:gd name="connsiteY348-56994" fmla="*/ 3064799 h 4449429"/>
              <a:gd name="connsiteX349-56995" fmla="*/ 12388137 w 18982931"/>
              <a:gd name="connsiteY349-56996" fmla="*/ 3064799 h 4449429"/>
              <a:gd name="connsiteX350-56997" fmla="*/ 17351339 w 18982931"/>
              <a:gd name="connsiteY350-56998" fmla="*/ 3034782 h 4449429"/>
              <a:gd name="connsiteX351-56999" fmla="*/ 17351339 w 18982931"/>
              <a:gd name="connsiteY351-57000" fmla="*/ 3080482 h 4449429"/>
              <a:gd name="connsiteX352-57001" fmla="*/ 17560187 w 18982931"/>
              <a:gd name="connsiteY352-57002" fmla="*/ 3080482 h 4449429"/>
              <a:gd name="connsiteX353-57003" fmla="*/ 17560187 w 18982931"/>
              <a:gd name="connsiteY353-57004" fmla="*/ 3034782 h 4449429"/>
              <a:gd name="connsiteX354-57005" fmla="*/ 17351339 w 18982931"/>
              <a:gd name="connsiteY354-57006" fmla="*/ 3034782 h 4449429"/>
              <a:gd name="connsiteX355-57007" fmla="*/ 1596781 w 18982931"/>
              <a:gd name="connsiteY355-57008" fmla="*/ 2989080 h 4449429"/>
              <a:gd name="connsiteX356-57009" fmla="*/ 1596781 w 18982931"/>
              <a:gd name="connsiteY356-57010" fmla="*/ 3034780 h 4449429"/>
              <a:gd name="connsiteX357-57011" fmla="*/ 1805629 w 18982931"/>
              <a:gd name="connsiteY357-57012" fmla="*/ 3034780 h 4449429"/>
              <a:gd name="connsiteX358-57013" fmla="*/ 1805629 w 18982931"/>
              <a:gd name="connsiteY358-57014" fmla="*/ 2989080 h 4449429"/>
              <a:gd name="connsiteX359-57015" fmla="*/ 1596781 w 18982931"/>
              <a:gd name="connsiteY359-57016" fmla="*/ 2989080 h 4449429"/>
              <a:gd name="connsiteX360-57017" fmla="*/ 17351339 w 18982931"/>
              <a:gd name="connsiteY360-57018" fmla="*/ 2943153 h 4449429"/>
              <a:gd name="connsiteX361-57019" fmla="*/ 17351339 w 18982931"/>
              <a:gd name="connsiteY361-57020" fmla="*/ 2988853 h 4449429"/>
              <a:gd name="connsiteX362-57021" fmla="*/ 17560187 w 18982931"/>
              <a:gd name="connsiteY362-57022" fmla="*/ 2988853 h 4449429"/>
              <a:gd name="connsiteX363-57023" fmla="*/ 17560187 w 18982931"/>
              <a:gd name="connsiteY363-57024" fmla="*/ 2943153 h 4449429"/>
              <a:gd name="connsiteX364-57025" fmla="*/ 17351339 w 18982931"/>
              <a:gd name="connsiteY364-57026" fmla="*/ 2943153 h 4449429"/>
              <a:gd name="connsiteX365-57027" fmla="*/ 12612246 w 18982931"/>
              <a:gd name="connsiteY365-57028" fmla="*/ 2919511 h 4449429"/>
              <a:gd name="connsiteX366-57029" fmla="*/ 12612246 w 18982931"/>
              <a:gd name="connsiteY366-57030" fmla="*/ 2976345 h 4449429"/>
              <a:gd name="connsiteX367-57031" fmla="*/ 12669079 w 18982931"/>
              <a:gd name="connsiteY367-57032" fmla="*/ 2976345 h 4449429"/>
              <a:gd name="connsiteX368-57033" fmla="*/ 12669079 w 18982931"/>
              <a:gd name="connsiteY368-57034" fmla="*/ 2919511 h 4449429"/>
              <a:gd name="connsiteX369-57035" fmla="*/ 12612246 w 18982931"/>
              <a:gd name="connsiteY369-57036" fmla="*/ 2919511 h 4449429"/>
              <a:gd name="connsiteX370-57037" fmla="*/ 12500191 w 18982931"/>
              <a:gd name="connsiteY370-57038" fmla="*/ 2919511 h 4449429"/>
              <a:gd name="connsiteX371-57039" fmla="*/ 12500191 w 18982931"/>
              <a:gd name="connsiteY371-57040" fmla="*/ 2976345 h 4449429"/>
              <a:gd name="connsiteX372-57041" fmla="*/ 12557025 w 18982931"/>
              <a:gd name="connsiteY372-57042" fmla="*/ 2976345 h 4449429"/>
              <a:gd name="connsiteX373-57043" fmla="*/ 12557025 w 18982931"/>
              <a:gd name="connsiteY373-57044" fmla="*/ 2919511 h 4449429"/>
              <a:gd name="connsiteX374-57045" fmla="*/ 12500191 w 18982931"/>
              <a:gd name="connsiteY374-57046" fmla="*/ 2919511 h 4449429"/>
              <a:gd name="connsiteX375-57047" fmla="*/ 12388137 w 18982931"/>
              <a:gd name="connsiteY375-57048" fmla="*/ 2919511 h 4449429"/>
              <a:gd name="connsiteX376-57049" fmla="*/ 12388137 w 18982931"/>
              <a:gd name="connsiteY376-57050" fmla="*/ 2976345 h 4449429"/>
              <a:gd name="connsiteX377-57051" fmla="*/ 12444971 w 18982931"/>
              <a:gd name="connsiteY377-57052" fmla="*/ 2976345 h 4449429"/>
              <a:gd name="connsiteX378-57053" fmla="*/ 12444971 w 18982931"/>
              <a:gd name="connsiteY378-57054" fmla="*/ 2919511 h 4449429"/>
              <a:gd name="connsiteX379-57055" fmla="*/ 12388137 w 18982931"/>
              <a:gd name="connsiteY379-57056" fmla="*/ 2919511 h 4449429"/>
              <a:gd name="connsiteX380-57057" fmla="*/ 1596781 w 18982931"/>
              <a:gd name="connsiteY380-57058" fmla="*/ 2897450 h 4449429"/>
              <a:gd name="connsiteX381-57059" fmla="*/ 1596781 w 18982931"/>
              <a:gd name="connsiteY381-57060" fmla="*/ 2943150 h 4449429"/>
              <a:gd name="connsiteX382-57061" fmla="*/ 1805629 w 18982931"/>
              <a:gd name="connsiteY382-57062" fmla="*/ 2943150 h 4449429"/>
              <a:gd name="connsiteX383-57063" fmla="*/ 1805629 w 18982931"/>
              <a:gd name="connsiteY383-57064" fmla="*/ 2897450 h 4449429"/>
              <a:gd name="connsiteX384-57065" fmla="*/ 1596781 w 18982931"/>
              <a:gd name="connsiteY384-57066" fmla="*/ 2897450 h 4449429"/>
              <a:gd name="connsiteX385-57067" fmla="*/ 17351339 w 18982931"/>
              <a:gd name="connsiteY385-57068" fmla="*/ 2851522 h 4449429"/>
              <a:gd name="connsiteX386-57069" fmla="*/ 17351339 w 18982931"/>
              <a:gd name="connsiteY386-57070" fmla="*/ 2897223 h 4449429"/>
              <a:gd name="connsiteX387-57071" fmla="*/ 17560187 w 18982931"/>
              <a:gd name="connsiteY387-57072" fmla="*/ 2897223 h 4449429"/>
              <a:gd name="connsiteX388-57073" fmla="*/ 17560187 w 18982931"/>
              <a:gd name="connsiteY388-57074" fmla="*/ 2851522 h 4449429"/>
              <a:gd name="connsiteX389-57075" fmla="*/ 17351339 w 18982931"/>
              <a:gd name="connsiteY389-57076" fmla="*/ 2851522 h 4449429"/>
              <a:gd name="connsiteX390-57077" fmla="*/ 1596781 w 18982931"/>
              <a:gd name="connsiteY390-57078" fmla="*/ 2805821 h 4449429"/>
              <a:gd name="connsiteX391-57079" fmla="*/ 1596781 w 18982931"/>
              <a:gd name="connsiteY391-57080" fmla="*/ 2851521 h 4449429"/>
              <a:gd name="connsiteX392-57081" fmla="*/ 1805629 w 18982931"/>
              <a:gd name="connsiteY392-57082" fmla="*/ 2851521 h 4449429"/>
              <a:gd name="connsiteX393-57083" fmla="*/ 1805629 w 18982931"/>
              <a:gd name="connsiteY393-57084" fmla="*/ 2805821 h 4449429"/>
              <a:gd name="connsiteX394-57085" fmla="*/ 1596781 w 18982931"/>
              <a:gd name="connsiteY394-57086" fmla="*/ 2805821 h 4449429"/>
              <a:gd name="connsiteX395-57087" fmla="*/ 1596781 w 18982931"/>
              <a:gd name="connsiteY395-57088" fmla="*/ 2714192 h 4449429"/>
              <a:gd name="connsiteX396-57089" fmla="*/ 1596781 w 18982931"/>
              <a:gd name="connsiteY396-57090" fmla="*/ 2759892 h 4449429"/>
              <a:gd name="connsiteX397-57091" fmla="*/ 1805629 w 18982931"/>
              <a:gd name="connsiteY397-57092" fmla="*/ 2759892 h 4449429"/>
              <a:gd name="connsiteX398-57093" fmla="*/ 1805629 w 18982931"/>
              <a:gd name="connsiteY398-57094" fmla="*/ 2714192 h 4449429"/>
              <a:gd name="connsiteX399-57095" fmla="*/ 1596781 w 18982931"/>
              <a:gd name="connsiteY399-57096" fmla="*/ 2714192 h 4449429"/>
              <a:gd name="connsiteX400-57097" fmla="*/ 4422120 w 18982931"/>
              <a:gd name="connsiteY400-57098" fmla="*/ 2688604 h 4449429"/>
              <a:gd name="connsiteX401-57099" fmla="*/ 4422120 w 18982931"/>
              <a:gd name="connsiteY401-57100" fmla="*/ 2851522 h 4449429"/>
              <a:gd name="connsiteX402-57101" fmla="*/ 4459897 w 18982931"/>
              <a:gd name="connsiteY402-57102" fmla="*/ 2851522 h 4449429"/>
              <a:gd name="connsiteX403-57103" fmla="*/ 4459897 w 18982931"/>
              <a:gd name="connsiteY403-57104" fmla="*/ 2688604 h 4449429"/>
              <a:gd name="connsiteX404-57105" fmla="*/ 4422120 w 18982931"/>
              <a:gd name="connsiteY404-57106" fmla="*/ 2688604 h 4449429"/>
              <a:gd name="connsiteX405-57107" fmla="*/ 4346370 w 18982931"/>
              <a:gd name="connsiteY405-57108" fmla="*/ 2688604 h 4449429"/>
              <a:gd name="connsiteX406-57109" fmla="*/ 4346370 w 18982931"/>
              <a:gd name="connsiteY406-57110" fmla="*/ 2851522 h 4449429"/>
              <a:gd name="connsiteX407-57111" fmla="*/ 4384149 w 18982931"/>
              <a:gd name="connsiteY407-57112" fmla="*/ 2851522 h 4449429"/>
              <a:gd name="connsiteX408-57113" fmla="*/ 4384149 w 18982931"/>
              <a:gd name="connsiteY408-57114" fmla="*/ 2688604 h 4449429"/>
              <a:gd name="connsiteX409-57115" fmla="*/ 4346370 w 18982931"/>
              <a:gd name="connsiteY409-57116" fmla="*/ 2688604 h 4449429"/>
              <a:gd name="connsiteX410-57117" fmla="*/ 4270624 w 18982931"/>
              <a:gd name="connsiteY410-57118" fmla="*/ 2688604 h 4449429"/>
              <a:gd name="connsiteX411-57119" fmla="*/ 4270624 w 18982931"/>
              <a:gd name="connsiteY411-57120" fmla="*/ 2851522 h 4449429"/>
              <a:gd name="connsiteX412-57121" fmla="*/ 4308407 w 18982931"/>
              <a:gd name="connsiteY412-57122" fmla="*/ 2851522 h 4449429"/>
              <a:gd name="connsiteX413-57123" fmla="*/ 4308407 w 18982931"/>
              <a:gd name="connsiteY413-57124" fmla="*/ 2688604 h 4449429"/>
              <a:gd name="connsiteX414-57125" fmla="*/ 4270624 w 18982931"/>
              <a:gd name="connsiteY414-57126" fmla="*/ 2688604 h 4449429"/>
              <a:gd name="connsiteX415-57127" fmla="*/ 4194881 w 18982931"/>
              <a:gd name="connsiteY415-57128" fmla="*/ 2688604 h 4449429"/>
              <a:gd name="connsiteX416-57129" fmla="*/ 4194881 w 18982931"/>
              <a:gd name="connsiteY416-57130" fmla="*/ 2851522 h 4449429"/>
              <a:gd name="connsiteX417-57131" fmla="*/ 4232658 w 18982931"/>
              <a:gd name="connsiteY417-57132" fmla="*/ 2851522 h 4449429"/>
              <a:gd name="connsiteX418-57133" fmla="*/ 4232658 w 18982931"/>
              <a:gd name="connsiteY418-57134" fmla="*/ 2688604 h 4449429"/>
              <a:gd name="connsiteX419-57135" fmla="*/ 4194881 w 18982931"/>
              <a:gd name="connsiteY419-57136" fmla="*/ 2688604 h 4449429"/>
              <a:gd name="connsiteX420-57137" fmla="*/ 4119132 w 18982931"/>
              <a:gd name="connsiteY420-57138" fmla="*/ 2688604 h 4449429"/>
              <a:gd name="connsiteX421-57139" fmla="*/ 4119132 w 18982931"/>
              <a:gd name="connsiteY421-57140" fmla="*/ 2851522 h 4449429"/>
              <a:gd name="connsiteX422-57141" fmla="*/ 4156909 w 18982931"/>
              <a:gd name="connsiteY422-57142" fmla="*/ 2851522 h 4449429"/>
              <a:gd name="connsiteX423-57143" fmla="*/ 4156909 w 18982931"/>
              <a:gd name="connsiteY423-57144" fmla="*/ 2688604 h 4449429"/>
              <a:gd name="connsiteX424-57145" fmla="*/ 4119132 w 18982931"/>
              <a:gd name="connsiteY424-57146" fmla="*/ 2688604 h 4449429"/>
              <a:gd name="connsiteX425-57147" fmla="*/ 4043383 w 18982931"/>
              <a:gd name="connsiteY425-57148" fmla="*/ 2688604 h 4449429"/>
              <a:gd name="connsiteX426-57149" fmla="*/ 4043383 w 18982931"/>
              <a:gd name="connsiteY426-57150" fmla="*/ 2851522 h 4449429"/>
              <a:gd name="connsiteX427-57151" fmla="*/ 4081160 w 18982931"/>
              <a:gd name="connsiteY427-57152" fmla="*/ 2851522 h 4449429"/>
              <a:gd name="connsiteX428-57153" fmla="*/ 4081160 w 18982931"/>
              <a:gd name="connsiteY428-57154" fmla="*/ 2688604 h 4449429"/>
              <a:gd name="connsiteX429-57155" fmla="*/ 4043383 w 18982931"/>
              <a:gd name="connsiteY429-57156" fmla="*/ 2688604 h 4449429"/>
              <a:gd name="connsiteX430-57157" fmla="*/ 3967636 w 18982931"/>
              <a:gd name="connsiteY430-57158" fmla="*/ 2688604 h 4449429"/>
              <a:gd name="connsiteX431-57159" fmla="*/ 3967636 w 18982931"/>
              <a:gd name="connsiteY431-57160" fmla="*/ 2851522 h 4449429"/>
              <a:gd name="connsiteX432-57161" fmla="*/ 4005415 w 18982931"/>
              <a:gd name="connsiteY432-57162" fmla="*/ 2851522 h 4449429"/>
              <a:gd name="connsiteX433-57163" fmla="*/ 4005415 w 18982931"/>
              <a:gd name="connsiteY433-57164" fmla="*/ 2688604 h 4449429"/>
              <a:gd name="connsiteX434-57165" fmla="*/ 3967636 w 18982931"/>
              <a:gd name="connsiteY434-57166" fmla="*/ 2688604 h 4449429"/>
              <a:gd name="connsiteX435-57167" fmla="*/ 3891895 w 18982931"/>
              <a:gd name="connsiteY435-57168" fmla="*/ 2688604 h 4449429"/>
              <a:gd name="connsiteX436-57169" fmla="*/ 3891895 w 18982931"/>
              <a:gd name="connsiteY436-57170" fmla="*/ 2851522 h 4449429"/>
              <a:gd name="connsiteX437-57171" fmla="*/ 3929672 w 18982931"/>
              <a:gd name="connsiteY437-57172" fmla="*/ 2851522 h 4449429"/>
              <a:gd name="connsiteX438-57173" fmla="*/ 3929672 w 18982931"/>
              <a:gd name="connsiteY438-57174" fmla="*/ 2688604 h 4449429"/>
              <a:gd name="connsiteX439-57175" fmla="*/ 3891895 w 18982931"/>
              <a:gd name="connsiteY439-57176" fmla="*/ 2688604 h 4449429"/>
              <a:gd name="connsiteX440-57177" fmla="*/ 15043403 w 18982931"/>
              <a:gd name="connsiteY440-57178" fmla="*/ 2685661 h 4449429"/>
              <a:gd name="connsiteX441-57179" fmla="*/ 15043403 w 18982931"/>
              <a:gd name="connsiteY441-57180" fmla="*/ 2894508 h 4449429"/>
              <a:gd name="connsiteX442-57181" fmla="*/ 15089105 w 18982931"/>
              <a:gd name="connsiteY442-57182" fmla="*/ 2894508 h 4449429"/>
              <a:gd name="connsiteX443-57183" fmla="*/ 15089105 w 18982931"/>
              <a:gd name="connsiteY443-57184" fmla="*/ 2685661 h 4449429"/>
              <a:gd name="connsiteX444-57185" fmla="*/ 15043403 w 18982931"/>
              <a:gd name="connsiteY444-57186" fmla="*/ 2685661 h 4449429"/>
              <a:gd name="connsiteX445-57187" fmla="*/ 14951773 w 18982931"/>
              <a:gd name="connsiteY445-57188" fmla="*/ 2685661 h 4449429"/>
              <a:gd name="connsiteX446-57189" fmla="*/ 14951773 w 18982931"/>
              <a:gd name="connsiteY446-57190" fmla="*/ 2894508 h 4449429"/>
              <a:gd name="connsiteX447-57191" fmla="*/ 14997475 w 18982931"/>
              <a:gd name="connsiteY447-57192" fmla="*/ 2894508 h 4449429"/>
              <a:gd name="connsiteX448-57193" fmla="*/ 14997475 w 18982931"/>
              <a:gd name="connsiteY448-57194" fmla="*/ 2685661 h 4449429"/>
              <a:gd name="connsiteX449-57195" fmla="*/ 14951773 w 18982931"/>
              <a:gd name="connsiteY449-57196" fmla="*/ 2685661 h 4449429"/>
              <a:gd name="connsiteX450-57197" fmla="*/ 14860145 w 18982931"/>
              <a:gd name="connsiteY450-57198" fmla="*/ 2685661 h 4449429"/>
              <a:gd name="connsiteX451-57199" fmla="*/ 14860145 w 18982931"/>
              <a:gd name="connsiteY451-57200" fmla="*/ 2894508 h 4449429"/>
              <a:gd name="connsiteX452-57201" fmla="*/ 14905844 w 18982931"/>
              <a:gd name="connsiteY452-57202" fmla="*/ 2894508 h 4449429"/>
              <a:gd name="connsiteX453-57203" fmla="*/ 14905844 w 18982931"/>
              <a:gd name="connsiteY453-57204" fmla="*/ 2685661 h 4449429"/>
              <a:gd name="connsiteX454-57205" fmla="*/ 14860145 w 18982931"/>
              <a:gd name="connsiteY454-57206" fmla="*/ 2685661 h 4449429"/>
              <a:gd name="connsiteX455-57207" fmla="*/ 14768515 w 18982931"/>
              <a:gd name="connsiteY455-57208" fmla="*/ 2685661 h 4449429"/>
              <a:gd name="connsiteX456-57209" fmla="*/ 14768515 w 18982931"/>
              <a:gd name="connsiteY456-57210" fmla="*/ 2894508 h 4449429"/>
              <a:gd name="connsiteX457-57211" fmla="*/ 14814217 w 18982931"/>
              <a:gd name="connsiteY457-57212" fmla="*/ 2894508 h 4449429"/>
              <a:gd name="connsiteX458-57213" fmla="*/ 14814217 w 18982931"/>
              <a:gd name="connsiteY458-57214" fmla="*/ 2685661 h 4449429"/>
              <a:gd name="connsiteX459-57215" fmla="*/ 14768515 w 18982931"/>
              <a:gd name="connsiteY459-57216" fmla="*/ 2685661 h 4449429"/>
              <a:gd name="connsiteX460-57217" fmla="*/ 14676884 w 18982931"/>
              <a:gd name="connsiteY460-57218" fmla="*/ 2685661 h 4449429"/>
              <a:gd name="connsiteX461-57219" fmla="*/ 14676884 w 18982931"/>
              <a:gd name="connsiteY461-57220" fmla="*/ 2894508 h 4449429"/>
              <a:gd name="connsiteX462-57221" fmla="*/ 14722586 w 18982931"/>
              <a:gd name="connsiteY462-57222" fmla="*/ 2894508 h 4449429"/>
              <a:gd name="connsiteX463-57223" fmla="*/ 14722586 w 18982931"/>
              <a:gd name="connsiteY463-57224" fmla="*/ 2685661 h 4449429"/>
              <a:gd name="connsiteX464-57225" fmla="*/ 14676884 w 18982931"/>
              <a:gd name="connsiteY464-57226" fmla="*/ 2685661 h 4449429"/>
              <a:gd name="connsiteX465-57227" fmla="*/ 14585255 w 18982931"/>
              <a:gd name="connsiteY465-57228" fmla="*/ 2685661 h 4449429"/>
              <a:gd name="connsiteX466-57229" fmla="*/ 14585255 w 18982931"/>
              <a:gd name="connsiteY466-57230" fmla="*/ 2894508 h 4449429"/>
              <a:gd name="connsiteX467-57231" fmla="*/ 14630955 w 18982931"/>
              <a:gd name="connsiteY467-57232" fmla="*/ 2894508 h 4449429"/>
              <a:gd name="connsiteX468-57233" fmla="*/ 14630955 w 18982931"/>
              <a:gd name="connsiteY468-57234" fmla="*/ 2685661 h 4449429"/>
              <a:gd name="connsiteX469-57235" fmla="*/ 14585255 w 18982931"/>
              <a:gd name="connsiteY469-57236" fmla="*/ 2685661 h 4449429"/>
              <a:gd name="connsiteX470-57237" fmla="*/ 14493625 w 18982931"/>
              <a:gd name="connsiteY470-57238" fmla="*/ 2685661 h 4449429"/>
              <a:gd name="connsiteX471-57239" fmla="*/ 14493625 w 18982931"/>
              <a:gd name="connsiteY471-57240" fmla="*/ 2894508 h 4449429"/>
              <a:gd name="connsiteX472-57241" fmla="*/ 14539325 w 18982931"/>
              <a:gd name="connsiteY472-57242" fmla="*/ 2894508 h 4449429"/>
              <a:gd name="connsiteX473-57243" fmla="*/ 14539325 w 18982931"/>
              <a:gd name="connsiteY473-57244" fmla="*/ 2685661 h 4449429"/>
              <a:gd name="connsiteX474-57245" fmla="*/ 14493625 w 18982931"/>
              <a:gd name="connsiteY474-57246" fmla="*/ 2685661 h 4449429"/>
              <a:gd name="connsiteX475-57247" fmla="*/ 2875284 w 18982931"/>
              <a:gd name="connsiteY475-57248" fmla="*/ 2661196 h 4449429"/>
              <a:gd name="connsiteX476-57249" fmla="*/ 2875284 w 18982931"/>
              <a:gd name="connsiteY476-57250" fmla="*/ 3265443 h 4449429"/>
              <a:gd name="connsiteX477-57251" fmla="*/ 2913063 w 18982931"/>
              <a:gd name="connsiteY477-57252" fmla="*/ 3265443 h 4449429"/>
              <a:gd name="connsiteX478-57253" fmla="*/ 2913063 w 18982931"/>
              <a:gd name="connsiteY478-57254" fmla="*/ 2661196 h 4449429"/>
              <a:gd name="connsiteX479-57255" fmla="*/ 2875284 w 18982931"/>
              <a:gd name="connsiteY479-57256" fmla="*/ 2661196 h 4449429"/>
              <a:gd name="connsiteX480-57257" fmla="*/ 2769698 w 18982931"/>
              <a:gd name="connsiteY480-57258" fmla="*/ 2661196 h 4449429"/>
              <a:gd name="connsiteX481-57259" fmla="*/ 2769698 w 18982931"/>
              <a:gd name="connsiteY481-57260" fmla="*/ 3265443 h 4449429"/>
              <a:gd name="connsiteX482-57261" fmla="*/ 2807479 w 18982931"/>
              <a:gd name="connsiteY482-57262" fmla="*/ 3265443 h 4449429"/>
              <a:gd name="connsiteX483-57263" fmla="*/ 2807479 w 18982931"/>
              <a:gd name="connsiteY483-57264" fmla="*/ 2661196 h 4449429"/>
              <a:gd name="connsiteX484-57265" fmla="*/ 2769698 w 18982931"/>
              <a:gd name="connsiteY484-57266" fmla="*/ 2661196 h 4449429"/>
              <a:gd name="connsiteX485-57267" fmla="*/ 2664114 w 18982931"/>
              <a:gd name="connsiteY485-57268" fmla="*/ 2661196 h 4449429"/>
              <a:gd name="connsiteX486-57269" fmla="*/ 2664114 w 18982931"/>
              <a:gd name="connsiteY486-57270" fmla="*/ 3265443 h 4449429"/>
              <a:gd name="connsiteX487-57271" fmla="*/ 2701891 w 18982931"/>
              <a:gd name="connsiteY487-57272" fmla="*/ 3265443 h 4449429"/>
              <a:gd name="connsiteX488-57273" fmla="*/ 2701891 w 18982931"/>
              <a:gd name="connsiteY488-57274" fmla="*/ 2661196 h 4449429"/>
              <a:gd name="connsiteX489-57275" fmla="*/ 2664114 w 18982931"/>
              <a:gd name="connsiteY489-57276" fmla="*/ 2661196 h 4449429"/>
              <a:gd name="connsiteX490-57277" fmla="*/ 2558534 w 18982931"/>
              <a:gd name="connsiteY490-57278" fmla="*/ 2661196 h 4449429"/>
              <a:gd name="connsiteX491-57279" fmla="*/ 2558534 w 18982931"/>
              <a:gd name="connsiteY491-57280" fmla="*/ 3265443 h 4449429"/>
              <a:gd name="connsiteX492-57281" fmla="*/ 2596306 w 18982931"/>
              <a:gd name="connsiteY492-57282" fmla="*/ 3265443 h 4449429"/>
              <a:gd name="connsiteX493-57283" fmla="*/ 2596306 w 18982931"/>
              <a:gd name="connsiteY493-57284" fmla="*/ 2661196 h 4449429"/>
              <a:gd name="connsiteX494-57285" fmla="*/ 2558534 w 18982931"/>
              <a:gd name="connsiteY494-57286" fmla="*/ 2661196 h 4449429"/>
              <a:gd name="connsiteX495-57287" fmla="*/ 2980870 w 18982931"/>
              <a:gd name="connsiteY495-57288" fmla="*/ 2661194 h 4449429"/>
              <a:gd name="connsiteX496-57289" fmla="*/ 2980870 w 18982931"/>
              <a:gd name="connsiteY496-57290" fmla="*/ 3265442 h 4449429"/>
              <a:gd name="connsiteX497-57291" fmla="*/ 3018648 w 18982931"/>
              <a:gd name="connsiteY497-57292" fmla="*/ 3265442 h 4449429"/>
              <a:gd name="connsiteX498-57293" fmla="*/ 3018648 w 18982931"/>
              <a:gd name="connsiteY498-57294" fmla="*/ 2661194 h 4449429"/>
              <a:gd name="connsiteX499-57295" fmla="*/ 2980870 w 18982931"/>
              <a:gd name="connsiteY499-57296" fmla="*/ 2661194 h 4449429"/>
              <a:gd name="connsiteX500-57297" fmla="*/ 16374516 w 18982931"/>
              <a:gd name="connsiteY500-57298" fmla="*/ 2632791 h 4449429"/>
              <a:gd name="connsiteX501-57299" fmla="*/ 16374516 w 18982931"/>
              <a:gd name="connsiteY501-57300" fmla="*/ 3237039 h 4449429"/>
              <a:gd name="connsiteX502-57301" fmla="*/ 16412296 w 18982931"/>
              <a:gd name="connsiteY502-57302" fmla="*/ 3237039 h 4449429"/>
              <a:gd name="connsiteX503-57303" fmla="*/ 16412296 w 18982931"/>
              <a:gd name="connsiteY503-57304" fmla="*/ 2632791 h 4449429"/>
              <a:gd name="connsiteX504-57305" fmla="*/ 16374516 w 18982931"/>
              <a:gd name="connsiteY504-57306" fmla="*/ 2632791 h 4449429"/>
              <a:gd name="connsiteX505-57307" fmla="*/ 16268931 w 18982931"/>
              <a:gd name="connsiteY505-57308" fmla="*/ 2632791 h 4449429"/>
              <a:gd name="connsiteX506-57309" fmla="*/ 16268931 w 18982931"/>
              <a:gd name="connsiteY506-57310" fmla="*/ 3237039 h 4449429"/>
              <a:gd name="connsiteX507-57311" fmla="*/ 16306709 w 18982931"/>
              <a:gd name="connsiteY507-57312" fmla="*/ 3237039 h 4449429"/>
              <a:gd name="connsiteX508-57313" fmla="*/ 16306709 w 18982931"/>
              <a:gd name="connsiteY508-57314" fmla="*/ 2632791 h 4449429"/>
              <a:gd name="connsiteX509-57315" fmla="*/ 16268931 w 18982931"/>
              <a:gd name="connsiteY509-57316" fmla="*/ 2632791 h 4449429"/>
              <a:gd name="connsiteX510-57317" fmla="*/ 16163344 w 18982931"/>
              <a:gd name="connsiteY510-57318" fmla="*/ 2632791 h 4449429"/>
              <a:gd name="connsiteX511-57319" fmla="*/ 16163344 w 18982931"/>
              <a:gd name="connsiteY511-57320" fmla="*/ 3237039 h 4449429"/>
              <a:gd name="connsiteX512-57321" fmla="*/ 16201125 w 18982931"/>
              <a:gd name="connsiteY512-57322" fmla="*/ 3237039 h 4449429"/>
              <a:gd name="connsiteX513-57323" fmla="*/ 16201125 w 18982931"/>
              <a:gd name="connsiteY513-57324" fmla="*/ 2632791 h 4449429"/>
              <a:gd name="connsiteX514-57325" fmla="*/ 16163344 w 18982931"/>
              <a:gd name="connsiteY514-57326" fmla="*/ 2632791 h 4449429"/>
              <a:gd name="connsiteX515-57327" fmla="*/ 16057760 w 18982931"/>
              <a:gd name="connsiteY515-57328" fmla="*/ 2632791 h 4449429"/>
              <a:gd name="connsiteX516-57329" fmla="*/ 16057760 w 18982931"/>
              <a:gd name="connsiteY516-57330" fmla="*/ 3237039 h 4449429"/>
              <a:gd name="connsiteX517-57331" fmla="*/ 16095537 w 18982931"/>
              <a:gd name="connsiteY517-57332" fmla="*/ 3237039 h 4449429"/>
              <a:gd name="connsiteX518-57333" fmla="*/ 16095537 w 18982931"/>
              <a:gd name="connsiteY518-57334" fmla="*/ 2632791 h 4449429"/>
              <a:gd name="connsiteX519-57335" fmla="*/ 16057760 w 18982931"/>
              <a:gd name="connsiteY519-57336" fmla="*/ 2632791 h 4449429"/>
              <a:gd name="connsiteX520-57337" fmla="*/ 16480103 w 18982931"/>
              <a:gd name="connsiteY520-57338" fmla="*/ 2632790 h 4449429"/>
              <a:gd name="connsiteX521-57339" fmla="*/ 16480103 w 18982931"/>
              <a:gd name="connsiteY521-57340" fmla="*/ 3237037 h 4449429"/>
              <a:gd name="connsiteX522-57341" fmla="*/ 16517880 w 18982931"/>
              <a:gd name="connsiteY522-57342" fmla="*/ 3237037 h 4449429"/>
              <a:gd name="connsiteX523-57343" fmla="*/ 16517880 w 18982931"/>
              <a:gd name="connsiteY523-57344" fmla="*/ 2632790 h 4449429"/>
              <a:gd name="connsiteX524-57345" fmla="*/ 16480103 w 18982931"/>
              <a:gd name="connsiteY524-57346" fmla="*/ 2632790 h 4449429"/>
              <a:gd name="connsiteX525-57347" fmla="*/ 1596781 w 18982931"/>
              <a:gd name="connsiteY525-57348" fmla="*/ 2622561 h 4449429"/>
              <a:gd name="connsiteX526-57349" fmla="*/ 1596781 w 18982931"/>
              <a:gd name="connsiteY526-57350" fmla="*/ 2668261 h 4449429"/>
              <a:gd name="connsiteX527-57351" fmla="*/ 1805629 w 18982931"/>
              <a:gd name="connsiteY527-57352" fmla="*/ 2668261 h 4449429"/>
              <a:gd name="connsiteX528-57353" fmla="*/ 1805629 w 18982931"/>
              <a:gd name="connsiteY528-57354" fmla="*/ 2622561 h 4449429"/>
              <a:gd name="connsiteX529-57355" fmla="*/ 1596781 w 18982931"/>
              <a:gd name="connsiteY529-57356" fmla="*/ 2622561 h 4449429"/>
              <a:gd name="connsiteX530-57357" fmla="*/ 1596781 w 18982931"/>
              <a:gd name="connsiteY530-57358" fmla="*/ 2530932 h 4449429"/>
              <a:gd name="connsiteX531-57359" fmla="*/ 1596781 w 18982931"/>
              <a:gd name="connsiteY531-57360" fmla="*/ 2576632 h 4449429"/>
              <a:gd name="connsiteX532-57361" fmla="*/ 1805629 w 18982931"/>
              <a:gd name="connsiteY532-57362" fmla="*/ 2576632 h 4449429"/>
              <a:gd name="connsiteX533-57363" fmla="*/ 1805629 w 18982931"/>
              <a:gd name="connsiteY533-57364" fmla="*/ 2530932 h 4449429"/>
              <a:gd name="connsiteX534-57365" fmla="*/ 1596781 w 18982931"/>
              <a:gd name="connsiteY534-57366" fmla="*/ 2530932 h 4449429"/>
              <a:gd name="connsiteX535-57367" fmla="*/ 1596781 w 18982931"/>
              <a:gd name="connsiteY535-57368" fmla="*/ 2439301 h 4449429"/>
              <a:gd name="connsiteX536-57369" fmla="*/ 1596781 w 18982931"/>
              <a:gd name="connsiteY536-57370" fmla="*/ 2485002 h 4449429"/>
              <a:gd name="connsiteX537-57371" fmla="*/ 1805629 w 18982931"/>
              <a:gd name="connsiteY537-57372" fmla="*/ 2485002 h 4449429"/>
              <a:gd name="connsiteX538-57373" fmla="*/ 1805629 w 18982931"/>
              <a:gd name="connsiteY538-57374" fmla="*/ 2439301 h 4449429"/>
              <a:gd name="connsiteX539-57375" fmla="*/ 1596781 w 18982931"/>
              <a:gd name="connsiteY539-57376" fmla="*/ 2439301 h 4449429"/>
              <a:gd name="connsiteX540-57377" fmla="*/ 17217171 w 18982931"/>
              <a:gd name="connsiteY540-57378" fmla="*/ 2397981 h 4449429"/>
              <a:gd name="connsiteX541-57379" fmla="*/ 17217171 w 18982931"/>
              <a:gd name="connsiteY541-57380" fmla="*/ 2434557 h 4449429"/>
              <a:gd name="connsiteX542-57381" fmla="*/ 17582931 w 18982931"/>
              <a:gd name="connsiteY542-57382" fmla="*/ 2434557 h 4449429"/>
              <a:gd name="connsiteX543-57383" fmla="*/ 17582931 w 18982931"/>
              <a:gd name="connsiteY543-57384" fmla="*/ 2397981 h 4449429"/>
              <a:gd name="connsiteX544-57385" fmla="*/ 17217171 w 18982931"/>
              <a:gd name="connsiteY544-57386" fmla="*/ 2397981 h 4449429"/>
              <a:gd name="connsiteX545-57387" fmla="*/ 9762349 w 18982931"/>
              <a:gd name="connsiteY545-57388" fmla="*/ 2057780 h 4449429"/>
              <a:gd name="connsiteX546-57389" fmla="*/ 9762349 w 18982931"/>
              <a:gd name="connsiteY546-57390" fmla="*/ 2266627 h 4449429"/>
              <a:gd name="connsiteX547-57391" fmla="*/ 9808049 w 18982931"/>
              <a:gd name="connsiteY547-57392" fmla="*/ 2266627 h 4449429"/>
              <a:gd name="connsiteX548-57393" fmla="*/ 9808049 w 18982931"/>
              <a:gd name="connsiteY548-57394" fmla="*/ 2057780 h 4449429"/>
              <a:gd name="connsiteX549-57395" fmla="*/ 9762349 w 18982931"/>
              <a:gd name="connsiteY549-57396" fmla="*/ 2057780 h 4449429"/>
              <a:gd name="connsiteX550-57397" fmla="*/ 9670720 w 18982931"/>
              <a:gd name="connsiteY550-57398" fmla="*/ 2057780 h 4449429"/>
              <a:gd name="connsiteX551-57399" fmla="*/ 9670720 w 18982931"/>
              <a:gd name="connsiteY551-57400" fmla="*/ 2266627 h 4449429"/>
              <a:gd name="connsiteX552-57401" fmla="*/ 9716420 w 18982931"/>
              <a:gd name="connsiteY552-57402" fmla="*/ 2266627 h 4449429"/>
              <a:gd name="connsiteX553-57403" fmla="*/ 9716420 w 18982931"/>
              <a:gd name="connsiteY553-57404" fmla="*/ 2057780 h 4449429"/>
              <a:gd name="connsiteX554-57405" fmla="*/ 9670720 w 18982931"/>
              <a:gd name="connsiteY554-57406" fmla="*/ 2057780 h 4449429"/>
              <a:gd name="connsiteX555-57407" fmla="*/ 9579089 w 18982931"/>
              <a:gd name="connsiteY555-57408" fmla="*/ 2057780 h 4449429"/>
              <a:gd name="connsiteX556-57409" fmla="*/ 9579089 w 18982931"/>
              <a:gd name="connsiteY556-57410" fmla="*/ 2266627 h 4449429"/>
              <a:gd name="connsiteX557-57411" fmla="*/ 9624790 w 18982931"/>
              <a:gd name="connsiteY557-57412" fmla="*/ 2266627 h 4449429"/>
              <a:gd name="connsiteX558-57413" fmla="*/ 9624790 w 18982931"/>
              <a:gd name="connsiteY558-57414" fmla="*/ 2057780 h 4449429"/>
              <a:gd name="connsiteX559-57415" fmla="*/ 9579089 w 18982931"/>
              <a:gd name="connsiteY559-57416" fmla="*/ 2057780 h 4449429"/>
              <a:gd name="connsiteX560-57417" fmla="*/ 9487461 w 18982931"/>
              <a:gd name="connsiteY560-57418" fmla="*/ 2057780 h 4449429"/>
              <a:gd name="connsiteX561-57419" fmla="*/ 9487461 w 18982931"/>
              <a:gd name="connsiteY561-57420" fmla="*/ 2266627 h 4449429"/>
              <a:gd name="connsiteX562-57421" fmla="*/ 9533161 w 18982931"/>
              <a:gd name="connsiteY562-57422" fmla="*/ 2266627 h 4449429"/>
              <a:gd name="connsiteX563-57423" fmla="*/ 9533161 w 18982931"/>
              <a:gd name="connsiteY563-57424" fmla="*/ 2057780 h 4449429"/>
              <a:gd name="connsiteX564-57425" fmla="*/ 9487461 w 18982931"/>
              <a:gd name="connsiteY564-57426" fmla="*/ 2057780 h 4449429"/>
              <a:gd name="connsiteX565-57427" fmla="*/ 9395836 w 18982931"/>
              <a:gd name="connsiteY565-57428" fmla="*/ 2057780 h 4449429"/>
              <a:gd name="connsiteX566-57429" fmla="*/ 9395836 w 18982931"/>
              <a:gd name="connsiteY566-57430" fmla="*/ 2266627 h 4449429"/>
              <a:gd name="connsiteX567-57431" fmla="*/ 9441534 w 18982931"/>
              <a:gd name="connsiteY567-57432" fmla="*/ 2266627 h 4449429"/>
              <a:gd name="connsiteX568-57433" fmla="*/ 9441534 w 18982931"/>
              <a:gd name="connsiteY568-57434" fmla="*/ 2057780 h 4449429"/>
              <a:gd name="connsiteX569-57435" fmla="*/ 9395836 w 18982931"/>
              <a:gd name="connsiteY569-57436" fmla="*/ 2057780 h 4449429"/>
              <a:gd name="connsiteX570-57437" fmla="*/ 9304202 w 18982931"/>
              <a:gd name="connsiteY570-57438" fmla="*/ 2057780 h 4449429"/>
              <a:gd name="connsiteX571-57439" fmla="*/ 9304202 w 18982931"/>
              <a:gd name="connsiteY571-57440" fmla="*/ 2266627 h 4449429"/>
              <a:gd name="connsiteX572-57441" fmla="*/ 9349902 w 18982931"/>
              <a:gd name="connsiteY572-57442" fmla="*/ 2266627 h 4449429"/>
              <a:gd name="connsiteX573-57443" fmla="*/ 9349902 w 18982931"/>
              <a:gd name="connsiteY573-57444" fmla="*/ 2057780 h 4449429"/>
              <a:gd name="connsiteX574-57445" fmla="*/ 9304202 w 18982931"/>
              <a:gd name="connsiteY574-57446" fmla="*/ 2057780 h 4449429"/>
              <a:gd name="connsiteX575-57447" fmla="*/ 9212570 w 18982931"/>
              <a:gd name="connsiteY575-57448" fmla="*/ 2057780 h 4449429"/>
              <a:gd name="connsiteX576-57449" fmla="*/ 9212570 w 18982931"/>
              <a:gd name="connsiteY576-57450" fmla="*/ 2266627 h 4449429"/>
              <a:gd name="connsiteX577-57451" fmla="*/ 9258270 w 18982931"/>
              <a:gd name="connsiteY577-57452" fmla="*/ 2266627 h 4449429"/>
              <a:gd name="connsiteX578-57453" fmla="*/ 9258270 w 18982931"/>
              <a:gd name="connsiteY578-57454" fmla="*/ 2057780 h 4449429"/>
              <a:gd name="connsiteX579-57455" fmla="*/ 9212570 w 18982931"/>
              <a:gd name="connsiteY579-57456" fmla="*/ 2057780 h 4449429"/>
              <a:gd name="connsiteX580-57457" fmla="*/ 14092702 w 18982931"/>
              <a:gd name="connsiteY580-57458" fmla="*/ 1859157 h 4449429"/>
              <a:gd name="connsiteX581-57459" fmla="*/ 14092702 w 18982931"/>
              <a:gd name="connsiteY581-57460" fmla="*/ 1895733 h 4449429"/>
              <a:gd name="connsiteX582-57461" fmla="*/ 14458462 w 18982931"/>
              <a:gd name="connsiteY582-57462" fmla="*/ 1895733 h 4449429"/>
              <a:gd name="connsiteX583-57463" fmla="*/ 14458462 w 18982931"/>
              <a:gd name="connsiteY583-57464" fmla="*/ 1859157 h 4449429"/>
              <a:gd name="connsiteX584-57465" fmla="*/ 14092702 w 18982931"/>
              <a:gd name="connsiteY584-57466" fmla="*/ 1859157 h 4449429"/>
              <a:gd name="connsiteX585-57467" fmla="*/ 17871603 w 18982931"/>
              <a:gd name="connsiteY585-57468" fmla="*/ 1806939 h 4449429"/>
              <a:gd name="connsiteX586-57469" fmla="*/ 17871603 w 18982931"/>
              <a:gd name="connsiteY586-57470" fmla="*/ 1809649 h 4449429"/>
              <a:gd name="connsiteX587-57471" fmla="*/ 17871627 w 18982931"/>
              <a:gd name="connsiteY587-57472" fmla="*/ 1809649 h 4449429"/>
              <a:gd name="connsiteX588-57473" fmla="*/ 17871603 w 18982931"/>
              <a:gd name="connsiteY588-57474" fmla="*/ 1806939 h 4449429"/>
              <a:gd name="connsiteX589-57475" fmla="*/ 18172695 w 18982931"/>
              <a:gd name="connsiteY589-57476" fmla="*/ 1733739 h 4449429"/>
              <a:gd name="connsiteX590-57477" fmla="*/ 18172695 w 18982931"/>
              <a:gd name="connsiteY590-57478" fmla="*/ 1870899 h 4449429"/>
              <a:gd name="connsiteX591-57479" fmla="*/ 18209271 w 18982931"/>
              <a:gd name="connsiteY591-57480" fmla="*/ 1870899 h 4449429"/>
              <a:gd name="connsiteX592-57481" fmla="*/ 18209271 w 18982931"/>
              <a:gd name="connsiteY592-57482" fmla="*/ 1733739 h 4449429"/>
              <a:gd name="connsiteX593-57483" fmla="*/ 18172695 w 18982931"/>
              <a:gd name="connsiteY593-57484" fmla="*/ 1733739 h 4449429"/>
              <a:gd name="connsiteX594-57485" fmla="*/ 18104295 w 18982931"/>
              <a:gd name="connsiteY594-57486" fmla="*/ 1733739 h 4449429"/>
              <a:gd name="connsiteX595-57487" fmla="*/ 18104295 w 18982931"/>
              <a:gd name="connsiteY595-57488" fmla="*/ 1870899 h 4449429"/>
              <a:gd name="connsiteX596-57489" fmla="*/ 18140871 w 18982931"/>
              <a:gd name="connsiteY596-57490" fmla="*/ 1870899 h 4449429"/>
              <a:gd name="connsiteX597-57491" fmla="*/ 18140871 w 18982931"/>
              <a:gd name="connsiteY597-57492" fmla="*/ 1733739 h 4449429"/>
              <a:gd name="connsiteX598-57493" fmla="*/ 18104295 w 18982931"/>
              <a:gd name="connsiteY598-57494" fmla="*/ 1733739 h 4449429"/>
              <a:gd name="connsiteX599-57495" fmla="*/ 18035895 w 18982931"/>
              <a:gd name="connsiteY599-57496" fmla="*/ 1733739 h 4449429"/>
              <a:gd name="connsiteX600-57497" fmla="*/ 18035895 w 18982931"/>
              <a:gd name="connsiteY600-57498" fmla="*/ 1870899 h 4449429"/>
              <a:gd name="connsiteX601-57499" fmla="*/ 18072471 w 18982931"/>
              <a:gd name="connsiteY601-57500" fmla="*/ 1870899 h 4449429"/>
              <a:gd name="connsiteX602-57501" fmla="*/ 18072471 w 18982931"/>
              <a:gd name="connsiteY602-57502" fmla="*/ 1733739 h 4449429"/>
              <a:gd name="connsiteX603-57503" fmla="*/ 18035895 w 18982931"/>
              <a:gd name="connsiteY603-57504" fmla="*/ 1733739 h 4449429"/>
              <a:gd name="connsiteX604-57505" fmla="*/ 17967493 w 18982931"/>
              <a:gd name="connsiteY604-57506" fmla="*/ 1733739 h 4449429"/>
              <a:gd name="connsiteX605-57507" fmla="*/ 17967493 w 18982931"/>
              <a:gd name="connsiteY605-57508" fmla="*/ 1870899 h 4449429"/>
              <a:gd name="connsiteX606-57509" fmla="*/ 18004069 w 18982931"/>
              <a:gd name="connsiteY606-57510" fmla="*/ 1870899 h 4449429"/>
              <a:gd name="connsiteX607-57511" fmla="*/ 18004069 w 18982931"/>
              <a:gd name="connsiteY607-57512" fmla="*/ 1733739 h 4449429"/>
              <a:gd name="connsiteX608-57513" fmla="*/ 17967493 w 18982931"/>
              <a:gd name="connsiteY608-57514" fmla="*/ 1733739 h 4449429"/>
              <a:gd name="connsiteX609-57515" fmla="*/ 14251161 w 18982931"/>
              <a:gd name="connsiteY609-57516" fmla="*/ 868400 h 4449429"/>
              <a:gd name="connsiteX610-57517" fmla="*/ 14251161 w 18982931"/>
              <a:gd name="connsiteY610-57518" fmla="*/ 1005560 h 4449429"/>
              <a:gd name="connsiteX611-57519" fmla="*/ 14287737 w 18982931"/>
              <a:gd name="connsiteY611-57520" fmla="*/ 1005560 h 4449429"/>
              <a:gd name="connsiteX612-57521" fmla="*/ 14287737 w 18982931"/>
              <a:gd name="connsiteY612-57522" fmla="*/ 868400 h 4449429"/>
              <a:gd name="connsiteX613-57523" fmla="*/ 14251161 w 18982931"/>
              <a:gd name="connsiteY613-57524" fmla="*/ 868400 h 4449429"/>
              <a:gd name="connsiteX614-57525" fmla="*/ 14182760 w 18982931"/>
              <a:gd name="connsiteY614-57526" fmla="*/ 868400 h 4449429"/>
              <a:gd name="connsiteX615-57527" fmla="*/ 14182760 w 18982931"/>
              <a:gd name="connsiteY615-57528" fmla="*/ 1005560 h 4449429"/>
              <a:gd name="connsiteX616-57529" fmla="*/ 14219336 w 18982931"/>
              <a:gd name="connsiteY616-57530" fmla="*/ 1005560 h 4449429"/>
              <a:gd name="connsiteX617-57531" fmla="*/ 14219336 w 18982931"/>
              <a:gd name="connsiteY617-57532" fmla="*/ 868400 h 4449429"/>
              <a:gd name="connsiteX618-57533" fmla="*/ 14182760 w 18982931"/>
              <a:gd name="connsiteY618-57534" fmla="*/ 868400 h 4449429"/>
              <a:gd name="connsiteX619-57535" fmla="*/ 14114359 w 18982931"/>
              <a:gd name="connsiteY619-57536" fmla="*/ 868400 h 4449429"/>
              <a:gd name="connsiteX620-57537" fmla="*/ 14114359 w 18982931"/>
              <a:gd name="connsiteY620-57538" fmla="*/ 1005560 h 4449429"/>
              <a:gd name="connsiteX621-57539" fmla="*/ 14150935 w 18982931"/>
              <a:gd name="connsiteY621-57540" fmla="*/ 1005560 h 4449429"/>
              <a:gd name="connsiteX622-57541" fmla="*/ 14150935 w 18982931"/>
              <a:gd name="connsiteY622-57542" fmla="*/ 868400 h 4449429"/>
              <a:gd name="connsiteX623-57543" fmla="*/ 14114359 w 18982931"/>
              <a:gd name="connsiteY623-57544" fmla="*/ 868400 h 4449429"/>
              <a:gd name="connsiteX624-57545" fmla="*/ 4788216 w 18982931"/>
              <a:gd name="connsiteY624-57546" fmla="*/ 807315 h 4449429"/>
              <a:gd name="connsiteX625-57547" fmla="*/ 4788216 w 18982931"/>
              <a:gd name="connsiteY625-57548" fmla="*/ 944475 h 4449429"/>
              <a:gd name="connsiteX626-57549" fmla="*/ 4824792 w 18982931"/>
              <a:gd name="connsiteY626-57550" fmla="*/ 944475 h 4449429"/>
              <a:gd name="connsiteX627-57551" fmla="*/ 4824792 w 18982931"/>
              <a:gd name="connsiteY627-57552" fmla="*/ 807315 h 4449429"/>
              <a:gd name="connsiteX628-57553" fmla="*/ 4788216 w 18982931"/>
              <a:gd name="connsiteY628-57554" fmla="*/ 807315 h 4449429"/>
              <a:gd name="connsiteX629-57555" fmla="*/ 4719815 w 18982931"/>
              <a:gd name="connsiteY629-57556" fmla="*/ 807315 h 4449429"/>
              <a:gd name="connsiteX630-57557" fmla="*/ 4719815 w 18982931"/>
              <a:gd name="connsiteY630-57558" fmla="*/ 944475 h 4449429"/>
              <a:gd name="connsiteX631-57559" fmla="*/ 4756391 w 18982931"/>
              <a:gd name="connsiteY631-57560" fmla="*/ 944475 h 4449429"/>
              <a:gd name="connsiteX632-57561" fmla="*/ 4756391 w 18982931"/>
              <a:gd name="connsiteY632-57562" fmla="*/ 807315 h 4449429"/>
              <a:gd name="connsiteX633-57563" fmla="*/ 4719815 w 18982931"/>
              <a:gd name="connsiteY633-57564" fmla="*/ 807315 h 4449429"/>
              <a:gd name="connsiteX634-57565" fmla="*/ 4651414 w 18982931"/>
              <a:gd name="connsiteY634-57566" fmla="*/ 807315 h 4449429"/>
              <a:gd name="connsiteX635-57567" fmla="*/ 4651414 w 18982931"/>
              <a:gd name="connsiteY635-57568" fmla="*/ 944475 h 4449429"/>
              <a:gd name="connsiteX636-57569" fmla="*/ 4687992 w 18982931"/>
              <a:gd name="connsiteY636-57570" fmla="*/ 944475 h 4449429"/>
              <a:gd name="connsiteX637-57571" fmla="*/ 4687992 w 18982931"/>
              <a:gd name="connsiteY637-57572" fmla="*/ 807315 h 4449429"/>
              <a:gd name="connsiteX638-57573" fmla="*/ 4651414 w 18982931"/>
              <a:gd name="connsiteY638-57574" fmla="*/ 807315 h 4449429"/>
              <a:gd name="connsiteX639-57575" fmla="*/ 2212838 w 18982931"/>
              <a:gd name="connsiteY639-57576" fmla="*/ 748887 h 4449429"/>
              <a:gd name="connsiteX640-57577" fmla="*/ 2212838 w 18982931"/>
              <a:gd name="connsiteY640-57578" fmla="*/ 886047 h 4449429"/>
              <a:gd name="connsiteX641-57579" fmla="*/ 2249414 w 18982931"/>
              <a:gd name="connsiteY641-57580" fmla="*/ 886047 h 4449429"/>
              <a:gd name="connsiteX642-57581" fmla="*/ 2249414 w 18982931"/>
              <a:gd name="connsiteY642-57582" fmla="*/ 748887 h 4449429"/>
              <a:gd name="connsiteX643-57583" fmla="*/ 2212838 w 18982931"/>
              <a:gd name="connsiteY643-57584" fmla="*/ 748887 h 4449429"/>
              <a:gd name="connsiteX644-57585" fmla="*/ 2144438 w 18982931"/>
              <a:gd name="connsiteY644-57586" fmla="*/ 748887 h 4449429"/>
              <a:gd name="connsiteX645-57587" fmla="*/ 2144438 w 18982931"/>
              <a:gd name="connsiteY645-57588" fmla="*/ 886047 h 4449429"/>
              <a:gd name="connsiteX646-57589" fmla="*/ 2181014 w 18982931"/>
              <a:gd name="connsiteY646-57590" fmla="*/ 886047 h 4449429"/>
              <a:gd name="connsiteX647-57591" fmla="*/ 2181014 w 18982931"/>
              <a:gd name="connsiteY647-57592" fmla="*/ 748887 h 4449429"/>
              <a:gd name="connsiteX648-57593" fmla="*/ 2144438 w 18982931"/>
              <a:gd name="connsiteY648-57594" fmla="*/ 748887 h 4449429"/>
              <a:gd name="connsiteX649-57595" fmla="*/ 2076037 w 18982931"/>
              <a:gd name="connsiteY649-57596" fmla="*/ 748887 h 4449429"/>
              <a:gd name="connsiteX650-57597" fmla="*/ 2076037 w 18982931"/>
              <a:gd name="connsiteY650-57598" fmla="*/ 886047 h 4449429"/>
              <a:gd name="connsiteX651-57599" fmla="*/ 2112612 w 18982931"/>
              <a:gd name="connsiteY651-57600" fmla="*/ 886047 h 4449429"/>
              <a:gd name="connsiteX652-57601" fmla="*/ 2112612 w 18982931"/>
              <a:gd name="connsiteY652-57602" fmla="*/ 748887 h 4449429"/>
              <a:gd name="connsiteX653-57603" fmla="*/ 2076037 w 18982931"/>
              <a:gd name="connsiteY653-57604" fmla="*/ 748887 h 4449429"/>
              <a:gd name="connsiteX654-57605" fmla="*/ 2007635 w 18982931"/>
              <a:gd name="connsiteY654-57606" fmla="*/ 748887 h 4449429"/>
              <a:gd name="connsiteX655-57607" fmla="*/ 2007635 w 18982931"/>
              <a:gd name="connsiteY655-57608" fmla="*/ 886047 h 4449429"/>
              <a:gd name="connsiteX656-57609" fmla="*/ 2044211 w 18982931"/>
              <a:gd name="connsiteY656-57610" fmla="*/ 886047 h 4449429"/>
              <a:gd name="connsiteX657-57611" fmla="*/ 2044211 w 18982931"/>
              <a:gd name="connsiteY657-57612" fmla="*/ 748887 h 4449429"/>
              <a:gd name="connsiteX658-57613" fmla="*/ 2007635 w 18982931"/>
              <a:gd name="connsiteY658-57614" fmla="*/ 748887 h 4449429"/>
              <a:gd name="connsiteX659-57615" fmla="*/ 17088019 w 18982931"/>
              <a:gd name="connsiteY659-57616" fmla="*/ 737716 h 4449429"/>
              <a:gd name="connsiteX660-57617" fmla="*/ 17088019 w 18982931"/>
              <a:gd name="connsiteY660-57618" fmla="*/ 825107 h 4449429"/>
              <a:gd name="connsiteX661-57619" fmla="*/ 17124595 w 18982931"/>
              <a:gd name="connsiteY661-57620" fmla="*/ 825107 h 4449429"/>
              <a:gd name="connsiteX662-57621" fmla="*/ 17124595 w 18982931"/>
              <a:gd name="connsiteY662-57622" fmla="*/ 737716 h 4449429"/>
              <a:gd name="connsiteX663-57623" fmla="*/ 17088019 w 18982931"/>
              <a:gd name="connsiteY663-57624" fmla="*/ 737716 h 4449429"/>
              <a:gd name="connsiteX664-57625" fmla="*/ 17021803 w 18982931"/>
              <a:gd name="connsiteY664-57626" fmla="*/ 737716 h 4449429"/>
              <a:gd name="connsiteX665-57627" fmla="*/ 17021803 w 18982931"/>
              <a:gd name="connsiteY665-57628" fmla="*/ 825107 h 4449429"/>
              <a:gd name="connsiteX666-57629" fmla="*/ 17058379 w 18982931"/>
              <a:gd name="connsiteY666-57630" fmla="*/ 825107 h 4449429"/>
              <a:gd name="connsiteX667-57631" fmla="*/ 17058379 w 18982931"/>
              <a:gd name="connsiteY667-57632" fmla="*/ 737716 h 4449429"/>
              <a:gd name="connsiteX668-57633" fmla="*/ 17021803 w 18982931"/>
              <a:gd name="connsiteY668-57634" fmla="*/ 737716 h 4449429"/>
              <a:gd name="connsiteX669-57635" fmla="*/ 16955591 w 18982931"/>
              <a:gd name="connsiteY669-57636" fmla="*/ 737716 h 4449429"/>
              <a:gd name="connsiteX670-57637" fmla="*/ 16955591 w 18982931"/>
              <a:gd name="connsiteY670-57638" fmla="*/ 825107 h 4449429"/>
              <a:gd name="connsiteX671-57639" fmla="*/ 16992167 w 18982931"/>
              <a:gd name="connsiteY671-57640" fmla="*/ 825107 h 4449429"/>
              <a:gd name="connsiteX672-57641" fmla="*/ 16992167 w 18982931"/>
              <a:gd name="connsiteY672-57642" fmla="*/ 737716 h 4449429"/>
              <a:gd name="connsiteX673-57643" fmla="*/ 16955591 w 18982931"/>
              <a:gd name="connsiteY673-57644" fmla="*/ 737716 h 4449429"/>
              <a:gd name="connsiteX674-57645" fmla="*/ 16889375 w 18982931"/>
              <a:gd name="connsiteY674-57646" fmla="*/ 737716 h 4449429"/>
              <a:gd name="connsiteX675-57647" fmla="*/ 16889375 w 18982931"/>
              <a:gd name="connsiteY675-57648" fmla="*/ 825107 h 4449429"/>
              <a:gd name="connsiteX676-57649" fmla="*/ 16925951 w 18982931"/>
              <a:gd name="connsiteY676-57650" fmla="*/ 825107 h 4449429"/>
              <a:gd name="connsiteX677-57651" fmla="*/ 16925951 w 18982931"/>
              <a:gd name="connsiteY677-57652" fmla="*/ 737716 h 4449429"/>
              <a:gd name="connsiteX678-57653" fmla="*/ 16889375 w 18982931"/>
              <a:gd name="connsiteY678-57654" fmla="*/ 737716 h 4449429"/>
              <a:gd name="connsiteX679-57655" fmla="*/ 16823163 w 18982931"/>
              <a:gd name="connsiteY679-57656" fmla="*/ 737716 h 4449429"/>
              <a:gd name="connsiteX680-57657" fmla="*/ 16823163 w 18982931"/>
              <a:gd name="connsiteY680-57658" fmla="*/ 825107 h 4449429"/>
              <a:gd name="connsiteX681-57659" fmla="*/ 16859739 w 18982931"/>
              <a:gd name="connsiteY681-57660" fmla="*/ 825107 h 4449429"/>
              <a:gd name="connsiteX682-57661" fmla="*/ 16859739 w 18982931"/>
              <a:gd name="connsiteY682-57662" fmla="*/ 737716 h 4449429"/>
              <a:gd name="connsiteX683-57663" fmla="*/ 16823163 w 18982931"/>
              <a:gd name="connsiteY683-57664" fmla="*/ 737716 h 4449429"/>
              <a:gd name="connsiteX684-57665" fmla="*/ 16756948 w 18982931"/>
              <a:gd name="connsiteY684-57666" fmla="*/ 737716 h 4449429"/>
              <a:gd name="connsiteX685-57667" fmla="*/ 16756948 w 18982931"/>
              <a:gd name="connsiteY685-57668" fmla="*/ 825107 h 4449429"/>
              <a:gd name="connsiteX686-57669" fmla="*/ 16793523 w 18982931"/>
              <a:gd name="connsiteY686-57670" fmla="*/ 825107 h 4449429"/>
              <a:gd name="connsiteX687-57671" fmla="*/ 16793523 w 18982931"/>
              <a:gd name="connsiteY687-57672" fmla="*/ 737716 h 4449429"/>
              <a:gd name="connsiteX688-57673" fmla="*/ 16756948 w 18982931"/>
              <a:gd name="connsiteY688-57674" fmla="*/ 737716 h 4449429"/>
              <a:gd name="connsiteX689-57675" fmla="*/ 13739104 w 18982931"/>
              <a:gd name="connsiteY689-57676" fmla="*/ 0 h 4449429"/>
              <a:gd name="connsiteX690-57677" fmla="*/ 13842002 w 18982931"/>
              <a:gd name="connsiteY690-57678" fmla="*/ 0 h 4449429"/>
              <a:gd name="connsiteX691-57679" fmla="*/ 13883163 w 18982931"/>
              <a:gd name="connsiteY691-57680" fmla="*/ 428067 h 4449429"/>
              <a:gd name="connsiteX692-57681" fmla="*/ 13883163 w 18982931"/>
              <a:gd name="connsiteY692-57682" fmla="*/ 456882 h 4449429"/>
              <a:gd name="connsiteX693-57683" fmla="*/ 13907863 w 18982931"/>
              <a:gd name="connsiteY693-57684" fmla="*/ 954919 h 4449429"/>
              <a:gd name="connsiteX694-57685" fmla="*/ 13911978 w 18982931"/>
              <a:gd name="connsiteY694-57686" fmla="*/ 1679340 h 4449429"/>
              <a:gd name="connsiteX695-57687" fmla="*/ 13916091 w 18982931"/>
              <a:gd name="connsiteY695-57688" fmla="*/ 2058015 h 4449429"/>
              <a:gd name="connsiteX696-57689" fmla="*/ 13936673 w 18982931"/>
              <a:gd name="connsiteY696-57690" fmla="*/ 2086829 h 4449429"/>
              <a:gd name="connsiteX697-57691" fmla="*/ 13953138 w 18982931"/>
              <a:gd name="connsiteY697-57692" fmla="*/ 2058015 h 4449429"/>
              <a:gd name="connsiteX698-57693" fmla="*/ 13953138 w 18982931"/>
              <a:gd name="connsiteY698-57694" fmla="*/ 1955115 h 4449429"/>
              <a:gd name="connsiteX699-57695" fmla="*/ 13965483 w 18982931"/>
              <a:gd name="connsiteY699-57696" fmla="*/ 1922188 h 4449429"/>
              <a:gd name="connsiteX700-57697" fmla="*/ 13986066 w 18982931"/>
              <a:gd name="connsiteY700-57698" fmla="*/ 1876909 h 4449429"/>
              <a:gd name="connsiteX701-57699" fmla="*/ 13986066 w 18982931"/>
              <a:gd name="connsiteY701-57700" fmla="*/ 1625834 h 4449429"/>
              <a:gd name="connsiteX702-57701" fmla="*/ 14051922 w 18982931"/>
              <a:gd name="connsiteY702-57702" fmla="*/ 1617602 h 4449429"/>
              <a:gd name="connsiteX703-57703" fmla="*/ 14047992 w 18982931"/>
              <a:gd name="connsiteY703-57704" fmla="*/ 1005560 h 4449429"/>
              <a:gd name="connsiteX704-57705" fmla="*/ 14082534 w 18982931"/>
              <a:gd name="connsiteY704-57706" fmla="*/ 1005560 h 4449429"/>
              <a:gd name="connsiteX705-57707" fmla="*/ 14082534 w 18982931"/>
              <a:gd name="connsiteY705-57708" fmla="*/ 868400 h 4449429"/>
              <a:gd name="connsiteX706-57709" fmla="*/ 14047111 w 18982931"/>
              <a:gd name="connsiteY706-57710" fmla="*/ 868400 h 4449429"/>
              <a:gd name="connsiteX707-57711" fmla="*/ 14046442 w 18982931"/>
              <a:gd name="connsiteY707-57712" fmla="*/ 764191 h 4449429"/>
              <a:gd name="connsiteX708-57713" fmla="*/ 14187749 w 18982931"/>
              <a:gd name="connsiteY708-57714" fmla="*/ 436300 h 4449429"/>
              <a:gd name="connsiteX709-57715" fmla="*/ 14212445 w 18982931"/>
              <a:gd name="connsiteY709-57716" fmla="*/ 411603 h 4449429"/>
              <a:gd name="connsiteX710-57717" fmla="*/ 14410015 w 18982931"/>
              <a:gd name="connsiteY710-57718" fmla="*/ 444532 h 4449429"/>
              <a:gd name="connsiteX711-57719" fmla="*/ 14442947 w 18982931"/>
              <a:gd name="connsiteY711-57720" fmla="*/ 275776 h 4449429"/>
              <a:gd name="connsiteX712-57721" fmla="*/ 14479990 w 18982931"/>
              <a:gd name="connsiteY712-57722" fmla="*/ 246961 h 4449429"/>
              <a:gd name="connsiteX713-57723" fmla="*/ 14517032 w 18982931"/>
              <a:gd name="connsiteY713-57724" fmla="*/ 271658 h 4449429"/>
              <a:gd name="connsiteX714-57725" fmla="*/ 14574655 w 18982931"/>
              <a:gd name="connsiteY714-57726" fmla="*/ 522739 h 4449429"/>
              <a:gd name="connsiteX715-57727" fmla="*/ 14603469 w 18982931"/>
              <a:gd name="connsiteY715-57728" fmla="*/ 1123678 h 4449429"/>
              <a:gd name="connsiteX716-57729" fmla="*/ 14603469 w 18982931"/>
              <a:gd name="connsiteY716-57730" fmla="*/ 1617602 h 4449429"/>
              <a:gd name="connsiteX717-57731" fmla="*/ 14595237 w 18982931"/>
              <a:gd name="connsiteY717-57732" fmla="*/ 1683457 h 4449429"/>
              <a:gd name="connsiteX718-57733" fmla="*/ 14607589 w 18982931"/>
              <a:gd name="connsiteY718-57734" fmla="*/ 1753429 h 4449429"/>
              <a:gd name="connsiteX719-57735" fmla="*/ 14656976 w 18982931"/>
              <a:gd name="connsiteY719-57736" fmla="*/ 1753429 h 4449429"/>
              <a:gd name="connsiteX720-57737" fmla="*/ 14706369 w 18982931"/>
              <a:gd name="connsiteY720-57738" fmla="*/ 1568210 h 4449429"/>
              <a:gd name="connsiteX721-57739" fmla="*/ 14722833 w 18982931"/>
              <a:gd name="connsiteY721-57740" fmla="*/ 1568210 h 4449429"/>
              <a:gd name="connsiteX722-57741" fmla="*/ 14768111 w 18982931"/>
              <a:gd name="connsiteY722-57742" fmla="*/ 1753429 h 4449429"/>
              <a:gd name="connsiteX723-57743" fmla="*/ 14875128 w 18982931"/>
              <a:gd name="connsiteY723-57744" fmla="*/ 1753429 h 4449429"/>
              <a:gd name="connsiteX724-57745" fmla="*/ 14883360 w 18982931"/>
              <a:gd name="connsiteY724-57746" fmla="*/ 1827516 h 4449429"/>
              <a:gd name="connsiteX725-57747" fmla="*/ 14940984 w 18982931"/>
              <a:gd name="connsiteY725-57748" fmla="*/ 1827516 h 4449429"/>
              <a:gd name="connsiteX726-57749" fmla="*/ 15019191 w 18982931"/>
              <a:gd name="connsiteY726-57750" fmla="*/ 1625834 h 4449429"/>
              <a:gd name="connsiteX727-57751" fmla="*/ 15043883 w 18982931"/>
              <a:gd name="connsiteY727-57752" fmla="*/ 1090750 h 4449429"/>
              <a:gd name="connsiteX728-57753" fmla="*/ 15134436 w 18982931"/>
              <a:gd name="connsiteY728-57754" fmla="*/ 1000197 h 4449429"/>
              <a:gd name="connsiteX729-57755" fmla="*/ 15212643 w 18982931"/>
              <a:gd name="connsiteY729-57756" fmla="*/ 1078400 h 4449429"/>
              <a:gd name="connsiteX730-57757" fmla="*/ 15212643 w 18982931"/>
              <a:gd name="connsiteY730-57758" fmla="*/ 1152488 h 4449429"/>
              <a:gd name="connsiteX731-57759" fmla="*/ 15224993 w 18982931"/>
              <a:gd name="connsiteY731-57760" fmla="*/ 1119560 h 4449429"/>
              <a:gd name="connsiteX732-57761" fmla="*/ 15237338 w 18982931"/>
              <a:gd name="connsiteY732-57762" fmla="*/ 563899 h 4449429"/>
              <a:gd name="connsiteX733-57763" fmla="*/ 15290845 w 18982931"/>
              <a:gd name="connsiteY733-57764" fmla="*/ 382793 h 4449429"/>
              <a:gd name="connsiteX734-57765" fmla="*/ 15323772 w 18982931"/>
              <a:gd name="connsiteY734-57766" fmla="*/ 300473 h 4449429"/>
              <a:gd name="connsiteX735-57767" fmla="*/ 15364932 w 18982931"/>
              <a:gd name="connsiteY735-57768" fmla="*/ 259313 h 4449429"/>
              <a:gd name="connsiteX736-57769" fmla="*/ 15389634 w 18982931"/>
              <a:gd name="connsiteY736-57770" fmla="*/ 296354 h 4449429"/>
              <a:gd name="connsiteX737-57771" fmla="*/ 15401979 w 18982931"/>
              <a:gd name="connsiteY737-57772" fmla="*/ 411603 h 4449429"/>
              <a:gd name="connsiteX738-57773" fmla="*/ 15451371 w 18982931"/>
              <a:gd name="connsiteY738-57774" fmla="*/ 703843 h 4449429"/>
              <a:gd name="connsiteX739-57775" fmla="*/ 15455486 w 18982931"/>
              <a:gd name="connsiteY739-57776" fmla="*/ 1173070 h 4449429"/>
              <a:gd name="connsiteX740-57777" fmla="*/ 15455486 w 18982931"/>
              <a:gd name="connsiteY740-57778" fmla="*/ 1238927 h 4449429"/>
              <a:gd name="connsiteX741-57779" fmla="*/ 15727143 w 18982931"/>
              <a:gd name="connsiteY741-57780" fmla="*/ 1238927 h 4449429"/>
              <a:gd name="connsiteX742-57781" fmla="*/ 15727143 w 18982931"/>
              <a:gd name="connsiteY742-57782" fmla="*/ 1465306 h 4449429"/>
              <a:gd name="connsiteX743-57783" fmla="*/ 15772422 w 18982931"/>
              <a:gd name="connsiteY743-57784" fmla="*/ 1469425 h 4449429"/>
              <a:gd name="connsiteX744-57785" fmla="*/ 15850624 w 18982931"/>
              <a:gd name="connsiteY744-57786" fmla="*/ 1551745 h 4449429"/>
              <a:gd name="connsiteX745-57787" fmla="*/ 15850624 w 18982931"/>
              <a:gd name="connsiteY745-57788" fmla="*/ 2224712 h 4449429"/>
              <a:gd name="connsiteX746-57789" fmla="*/ 15923336 w 18982931"/>
              <a:gd name="connsiteY746-57790" fmla="*/ 2224712 h 4449429"/>
              <a:gd name="connsiteX747-57791" fmla="*/ 15924718 w 18982931"/>
              <a:gd name="connsiteY747-57792" fmla="*/ 2177381 h 4449429"/>
              <a:gd name="connsiteX748-57793" fmla="*/ 15982338 w 18982931"/>
              <a:gd name="connsiteY748-57794" fmla="*/ 2103294 h 4449429"/>
              <a:gd name="connsiteX749-57795" fmla="*/ 15986455 w 18982931"/>
              <a:gd name="connsiteY749-57796" fmla="*/ 2045669 h 4449429"/>
              <a:gd name="connsiteX750-57797" fmla="*/ 16002920 w 18982931"/>
              <a:gd name="connsiteY750-57798" fmla="*/ 2033319 h 4449429"/>
              <a:gd name="connsiteX751-57799" fmla="*/ 16015265 w 18982931"/>
              <a:gd name="connsiteY751-57800" fmla="*/ 2041550 h 4449429"/>
              <a:gd name="connsiteX752-57801" fmla="*/ 16056425 w 18982931"/>
              <a:gd name="connsiteY752-57802" fmla="*/ 2210310 h 4449429"/>
              <a:gd name="connsiteX753-57803" fmla="*/ 16056425 w 18982931"/>
              <a:gd name="connsiteY753-57804" fmla="*/ 2276166 h 4449429"/>
              <a:gd name="connsiteX754-57805" fmla="*/ 16077008 w 18982931"/>
              <a:gd name="connsiteY754-57806" fmla="*/ 2276166 h 4449429"/>
              <a:gd name="connsiteX755-57807" fmla="*/ 16097587 w 18982931"/>
              <a:gd name="connsiteY755-57808" fmla="*/ 1938652 h 4449429"/>
              <a:gd name="connsiteX756-57809" fmla="*/ 16122282 w 18982931"/>
              <a:gd name="connsiteY756-57810" fmla="*/ 1934533 h 4449429"/>
              <a:gd name="connsiteX757-57811" fmla="*/ 16155210 w 18982931"/>
              <a:gd name="connsiteY757-57812" fmla="*/ 1938652 h 4449429"/>
              <a:gd name="connsiteX758-57813" fmla="*/ 16155210 w 18982931"/>
              <a:gd name="connsiteY758-57814" fmla="*/ 2272048 h 4449429"/>
              <a:gd name="connsiteX759-57815" fmla="*/ 16175792 w 18982931"/>
              <a:gd name="connsiteY759-57816" fmla="*/ 2276166 h 4449429"/>
              <a:gd name="connsiteX760-57817" fmla="*/ 16192257 w 18982931"/>
              <a:gd name="connsiteY760-57818" fmla="*/ 2243238 h 4449429"/>
              <a:gd name="connsiteX761-57819" fmla="*/ 16192257 w 18982931"/>
              <a:gd name="connsiteY761-57820" fmla="*/ 1992158 h 4449429"/>
              <a:gd name="connsiteX762-57821" fmla="*/ 16192257 w 18982931"/>
              <a:gd name="connsiteY762-57822" fmla="*/ 1774011 h 4449429"/>
              <a:gd name="connsiteX763-57823" fmla="*/ 16488610 w 18982931"/>
              <a:gd name="connsiteY763-57824" fmla="*/ 1774011 h 4449429"/>
              <a:gd name="connsiteX764-57825" fmla="*/ 16538004 w 18982931"/>
              <a:gd name="connsiteY764-57826" fmla="*/ 1823403 h 4449429"/>
              <a:gd name="connsiteX765-57827" fmla="*/ 16538004 w 18982931"/>
              <a:gd name="connsiteY765-57828" fmla="*/ 2029205 h 4449429"/>
              <a:gd name="connsiteX766-57829" fmla="*/ 16550349 w 18982931"/>
              <a:gd name="connsiteY766-57830" fmla="*/ 2033319 h 4449429"/>
              <a:gd name="connsiteX767-57831" fmla="*/ 16566812 w 18982931"/>
              <a:gd name="connsiteY767-57832" fmla="*/ 1992158 h 4449429"/>
              <a:gd name="connsiteX768-57833" fmla="*/ 16570932 w 18982931"/>
              <a:gd name="connsiteY768-57834" fmla="*/ 1695804 h 4449429"/>
              <a:gd name="connsiteX769-57835" fmla="*/ 16566812 w 18982931"/>
              <a:gd name="connsiteY769-57836" fmla="*/ 773813 h 4449429"/>
              <a:gd name="connsiteX770-57837" fmla="*/ 16636788 w 18982931"/>
              <a:gd name="connsiteY770-57838" fmla="*/ 646219 h 4449429"/>
              <a:gd name="connsiteX771-57839" fmla="*/ 16723226 w 18982931"/>
              <a:gd name="connsiteY771-57840" fmla="*/ 514506 h 4449429"/>
              <a:gd name="connsiteX772-57841" fmla="*/ 16743805 w 18982931"/>
              <a:gd name="connsiteY772-57842" fmla="*/ 481577 h 4449429"/>
              <a:gd name="connsiteX773-57843" fmla="*/ 16817899 w 18982931"/>
              <a:gd name="connsiteY773-57844" fmla="*/ 329283 h 4449429"/>
              <a:gd name="connsiteX774-57845" fmla="*/ 16842595 w 18982931"/>
              <a:gd name="connsiteY774-57846" fmla="*/ 275776 h 4449429"/>
              <a:gd name="connsiteX775-57847" fmla="*/ 16859059 w 18982931"/>
              <a:gd name="connsiteY775-57848" fmla="*/ 279891 h 4449429"/>
              <a:gd name="connsiteX776-57849" fmla="*/ 16859059 w 18982931"/>
              <a:gd name="connsiteY776-57850" fmla="*/ 337515 h 4449429"/>
              <a:gd name="connsiteX777-57851" fmla="*/ 16867291 w 18982931"/>
              <a:gd name="connsiteY777-57852" fmla="*/ 382793 h 4449429"/>
              <a:gd name="connsiteX778-57853" fmla="*/ 16966075 w 18982931"/>
              <a:gd name="connsiteY778-57854" fmla="*/ 436300 h 4449429"/>
              <a:gd name="connsiteX779-57855" fmla="*/ 17031935 w 18982931"/>
              <a:gd name="connsiteY779-57856" fmla="*/ 526852 h 4449429"/>
              <a:gd name="connsiteX780-57857" fmla="*/ 17031935 w 18982931"/>
              <a:gd name="connsiteY780-57858" fmla="*/ 596826 h 4449429"/>
              <a:gd name="connsiteX781-57859" fmla="*/ 17060743 w 18982931"/>
              <a:gd name="connsiteY781-57860" fmla="*/ 600941 h 4449429"/>
              <a:gd name="connsiteX782-57861" fmla="*/ 17147183 w 18982931"/>
              <a:gd name="connsiteY782-57862" fmla="*/ 691493 h 4449429"/>
              <a:gd name="connsiteX783-57863" fmla="*/ 17147219 w 18982931"/>
              <a:gd name="connsiteY783-57864" fmla="*/ 704240 h 4449429"/>
              <a:gd name="connsiteX784-57865" fmla="*/ 17148515 w 18982931"/>
              <a:gd name="connsiteY784-57866" fmla="*/ 704240 h 4449429"/>
              <a:gd name="connsiteX785-57867" fmla="*/ 17148515 w 18982931"/>
              <a:gd name="connsiteY785-57868" fmla="*/ 880086 h 4449429"/>
              <a:gd name="connsiteX786-57869" fmla="*/ 17147731 w 18982931"/>
              <a:gd name="connsiteY786-57870" fmla="*/ 880086 h 4449429"/>
              <a:gd name="connsiteX787-57871" fmla="*/ 17151295 w 18982931"/>
              <a:gd name="connsiteY787-57872" fmla="*/ 2103294 h 4449429"/>
              <a:gd name="connsiteX788-57873" fmla="*/ 17151295 w 18982931"/>
              <a:gd name="connsiteY788-57874" fmla="*/ 2152686 h 4449429"/>
              <a:gd name="connsiteX789-57875" fmla="*/ 17225383 w 18982931"/>
              <a:gd name="connsiteY789-57876" fmla="*/ 2152686 h 4449429"/>
              <a:gd name="connsiteX790-57877" fmla="*/ 17225383 w 18982931"/>
              <a:gd name="connsiteY790-57878" fmla="*/ 1811053 h 4449429"/>
              <a:gd name="connsiteX791-57879" fmla="*/ 17307703 w 18982931"/>
              <a:gd name="connsiteY791-57880" fmla="*/ 1757546 h 4449429"/>
              <a:gd name="connsiteX792-57881" fmla="*/ 17307703 w 18982931"/>
              <a:gd name="connsiteY792-57882" fmla="*/ 1889260 h 4449429"/>
              <a:gd name="connsiteX793-57883" fmla="*/ 17336519 w 18982931"/>
              <a:gd name="connsiteY793-57884" fmla="*/ 1926302 h 4449429"/>
              <a:gd name="connsiteX794-57885" fmla="*/ 17381799 w 18982931"/>
              <a:gd name="connsiteY794-57886" fmla="*/ 1975695 h 4449429"/>
              <a:gd name="connsiteX795-57887" fmla="*/ 17381799 w 18982931"/>
              <a:gd name="connsiteY795-57888" fmla="*/ 2165031 h 4449429"/>
              <a:gd name="connsiteX796-57889" fmla="*/ 17562899 w 18982931"/>
              <a:gd name="connsiteY796-57890" fmla="*/ 2165031 h 4449429"/>
              <a:gd name="connsiteX797-57891" fmla="*/ 17562899 w 18982931"/>
              <a:gd name="connsiteY797-57892" fmla="*/ 2329673 h 4449429"/>
              <a:gd name="connsiteX798-57893" fmla="*/ 17575251 w 18982931"/>
              <a:gd name="connsiteY798-57894" fmla="*/ 2329673 h 4449429"/>
              <a:gd name="connsiteX799-57895" fmla="*/ 17575251 w 18982931"/>
              <a:gd name="connsiteY799-57896" fmla="*/ 2127989 h 4449429"/>
              <a:gd name="connsiteX800-57897" fmla="*/ 17591711 w 18982931"/>
              <a:gd name="connsiteY800-57898" fmla="*/ 1609370 h 4449429"/>
              <a:gd name="connsiteX801-57899" fmla="*/ 17604059 w 18982931"/>
              <a:gd name="connsiteY801-57900" fmla="*/ 1584673 h 4449429"/>
              <a:gd name="connsiteX802-57901" fmla="*/ 17711083 w 18982931"/>
              <a:gd name="connsiteY802-57902" fmla="*/ 1580555 h 4449429"/>
              <a:gd name="connsiteX803-57903" fmla="*/ 17735775 w 18982931"/>
              <a:gd name="connsiteY803-57904" fmla="*/ 1609370 h 4449429"/>
              <a:gd name="connsiteX804-57905" fmla="*/ 17772819 w 18982931"/>
              <a:gd name="connsiteY804-57906" fmla="*/ 1613483 h 4449429"/>
              <a:gd name="connsiteX805-57907" fmla="*/ 17768699 w 18982931"/>
              <a:gd name="connsiteY805-57908" fmla="*/ 1559977 h 4449429"/>
              <a:gd name="connsiteX806-57909" fmla="*/ 17772819 w 18982931"/>
              <a:gd name="connsiteY806-57910" fmla="*/ 1531163 h 4449429"/>
              <a:gd name="connsiteX807-57911" fmla="*/ 17797515 w 18982931"/>
              <a:gd name="connsiteY807-57912" fmla="*/ 1469425 h 4449429"/>
              <a:gd name="connsiteX808-57913" fmla="*/ 17797515 w 18982931"/>
              <a:gd name="connsiteY808-57914" fmla="*/ 1374754 h 4449429"/>
              <a:gd name="connsiteX809-57915" fmla="*/ 17813979 w 18982931"/>
              <a:gd name="connsiteY809-57916" fmla="*/ 1374754 h 4449429"/>
              <a:gd name="connsiteX810-57917" fmla="*/ 17834559 w 18982931"/>
              <a:gd name="connsiteY810-57918" fmla="*/ 1424146 h 4449429"/>
              <a:gd name="connsiteX811-57919" fmla="*/ 17912763 w 18982931"/>
              <a:gd name="connsiteY811-57920" fmla="*/ 1378872 h 4449429"/>
              <a:gd name="connsiteX812-57921" fmla="*/ 18069171 w 18982931"/>
              <a:gd name="connsiteY812-57922" fmla="*/ 1415914 h 4449429"/>
              <a:gd name="connsiteX813-57923" fmla="*/ 18069171 w 18982931"/>
              <a:gd name="connsiteY813-57924" fmla="*/ 1576442 h 4449429"/>
              <a:gd name="connsiteX814-57925" fmla="*/ 18237927 w 18982931"/>
              <a:gd name="connsiteY814-57926" fmla="*/ 1576442 h 4449429"/>
              <a:gd name="connsiteX815-57927" fmla="*/ 18237927 w 18982931"/>
              <a:gd name="connsiteY815-57928" fmla="*/ 1642297 h 4449429"/>
              <a:gd name="connsiteX816-57929" fmla="*/ 18270859 w 18982931"/>
              <a:gd name="connsiteY816-57930" fmla="*/ 1691690 h 4449429"/>
              <a:gd name="connsiteX817-57931" fmla="*/ 18270859 w 18982931"/>
              <a:gd name="connsiteY817-57932" fmla="*/ 1704036 h 4449429"/>
              <a:gd name="connsiteX818-57933" fmla="*/ 18274975 w 18982931"/>
              <a:gd name="connsiteY818-57934" fmla="*/ 1926302 h 4449429"/>
              <a:gd name="connsiteX819-57935" fmla="*/ 18279087 w 18982931"/>
              <a:gd name="connsiteY819-57936" fmla="*/ 1938652 h 4449429"/>
              <a:gd name="connsiteX820-57937" fmla="*/ 18320247 w 18982931"/>
              <a:gd name="connsiteY820-57938" fmla="*/ 1934533 h 4449429"/>
              <a:gd name="connsiteX821-57939" fmla="*/ 18320247 w 18982931"/>
              <a:gd name="connsiteY821-57940" fmla="*/ 1144256 h 4449429"/>
              <a:gd name="connsiteX822-57941" fmla="*/ 18303783 w 18982931"/>
              <a:gd name="connsiteY822-57942" fmla="*/ 1111328 h 4449429"/>
              <a:gd name="connsiteX823-57943" fmla="*/ 18287323 w 18982931"/>
              <a:gd name="connsiteY823-57944" fmla="*/ 1024893 h 4449429"/>
              <a:gd name="connsiteX824-57945" fmla="*/ 18336711 w 18982931"/>
              <a:gd name="connsiteY824-57946" fmla="*/ 1000197 h 4449429"/>
              <a:gd name="connsiteX825-57947" fmla="*/ 18361407 w 18982931"/>
              <a:gd name="connsiteY825-57948" fmla="*/ 996079 h 4449429"/>
              <a:gd name="connsiteX826-57949" fmla="*/ 18373759 w 18982931"/>
              <a:gd name="connsiteY826-57950" fmla="*/ 946687 h 4449429"/>
              <a:gd name="connsiteX827-57951" fmla="*/ 18534287 w 18982931"/>
              <a:gd name="connsiteY827-57952" fmla="*/ 946687 h 4449429"/>
              <a:gd name="connsiteX828-57953" fmla="*/ 18563095 w 18982931"/>
              <a:gd name="connsiteY828-57954" fmla="*/ 798510 h 4449429"/>
              <a:gd name="connsiteX829-57955" fmla="*/ 18731851 w 18982931"/>
              <a:gd name="connsiteY829-57956" fmla="*/ 806742 h 4449429"/>
              <a:gd name="connsiteX830-57957" fmla="*/ 18773011 w 18982931"/>
              <a:gd name="connsiteY830-57958" fmla="*/ 798510 h 4449429"/>
              <a:gd name="connsiteX831-57959" fmla="*/ 18822407 w 18982931"/>
              <a:gd name="connsiteY831-57960" fmla="*/ 893180 h 4449429"/>
              <a:gd name="connsiteX832-57961" fmla="*/ 18822407 w 18982931"/>
              <a:gd name="connsiteY832-57962" fmla="*/ 963151 h 4449429"/>
              <a:gd name="connsiteX833-57963" fmla="*/ 18982931 w 18982931"/>
              <a:gd name="connsiteY833-57964" fmla="*/ 983734 h 4449429"/>
              <a:gd name="connsiteX834-57965" fmla="*/ 18982931 w 18982931"/>
              <a:gd name="connsiteY834-57966" fmla="*/ 4449429 h 4449429"/>
              <a:gd name="connsiteX835-57967" fmla="*/ 11998023 w 18982931"/>
              <a:gd name="connsiteY835-57968" fmla="*/ 4449429 h 4449429"/>
              <a:gd name="connsiteX836-57969" fmla="*/ 11995198 w 18982931"/>
              <a:gd name="connsiteY836-57970" fmla="*/ 4429646 h 4449429"/>
              <a:gd name="connsiteX837-57971" fmla="*/ 11992726 w 18982931"/>
              <a:gd name="connsiteY837-57972" fmla="*/ 4449425 h 4449429"/>
              <a:gd name="connsiteX838-57973" fmla="*/ 8153658 w 18982931"/>
              <a:gd name="connsiteY838-57974" fmla="*/ 4449425 h 4449429"/>
              <a:gd name="connsiteX839-57975" fmla="*/ 8153658 w 18982931"/>
              <a:gd name="connsiteY839-57976" fmla="*/ 4449429 h 4449429"/>
              <a:gd name="connsiteX840-57977" fmla="*/ 6861227 w 18982931"/>
              <a:gd name="connsiteY840-57978" fmla="*/ 4449429 h 4449429"/>
              <a:gd name="connsiteX841-57979" fmla="*/ 6859697 w 18982931"/>
              <a:gd name="connsiteY841-57980" fmla="*/ 4432598 h 4449429"/>
              <a:gd name="connsiteX842-57981" fmla="*/ 6858292 w 18982931"/>
              <a:gd name="connsiteY842-57982" fmla="*/ 4449425 h 4449429"/>
              <a:gd name="connsiteX843-57983" fmla="*/ 7922 w 18982931"/>
              <a:gd name="connsiteY843-57984" fmla="*/ 4440866 h 4449429"/>
              <a:gd name="connsiteX844-57985" fmla="*/ 0 w 18982931"/>
              <a:gd name="connsiteY844-57986" fmla="*/ 1181446 h 4449429"/>
              <a:gd name="connsiteX845-57987" fmla="*/ 169756 w 18982931"/>
              <a:gd name="connsiteY845-57988" fmla="*/ 979616 h 4449429"/>
              <a:gd name="connsiteX846-57989" fmla="*/ 301466 w 18982931"/>
              <a:gd name="connsiteY846-57990" fmla="*/ 971384 h 4449429"/>
              <a:gd name="connsiteX847-57991" fmla="*/ 301466 w 18982931"/>
              <a:gd name="connsiteY847-57992" fmla="*/ 909640 h 4449429"/>
              <a:gd name="connsiteX848-57993" fmla="*/ 346746 w 18982931"/>
              <a:gd name="connsiteY848-57994" fmla="*/ 810855 h 4449429"/>
              <a:gd name="connsiteX849-57995" fmla="*/ 571541 w 18982931"/>
              <a:gd name="connsiteY849-57996" fmla="*/ 799909 h 4449429"/>
              <a:gd name="connsiteX850-57997" fmla="*/ 581356 w 18982931"/>
              <a:gd name="connsiteY850-57998" fmla="*/ 963151 h 4449429"/>
              <a:gd name="connsiteX851-57999" fmla="*/ 737766 w 18982931"/>
              <a:gd name="connsiteY851-58000" fmla="*/ 963151 h 4449429"/>
              <a:gd name="connsiteX852-58001" fmla="*/ 750116 w 18982931"/>
              <a:gd name="connsiteY852-58002" fmla="*/ 1012543 h 4449429"/>
              <a:gd name="connsiteX853-58003" fmla="*/ 778926 w 18982931"/>
              <a:gd name="connsiteY853-58004" fmla="*/ 1016657 h 4449429"/>
              <a:gd name="connsiteX854-58005" fmla="*/ 820087 w 18982931"/>
              <a:gd name="connsiteY854-58006" fmla="*/ 1041353 h 4449429"/>
              <a:gd name="connsiteX855-58007" fmla="*/ 820087 w 18982931"/>
              <a:gd name="connsiteY855-58008" fmla="*/ 1119560 h 4449429"/>
              <a:gd name="connsiteX856-58009" fmla="*/ 791276 w 18982931"/>
              <a:gd name="connsiteY856-58010" fmla="*/ 1193648 h 4449429"/>
              <a:gd name="connsiteX857-58011" fmla="*/ 791276 w 18982931"/>
              <a:gd name="connsiteY857-58012" fmla="*/ 1580555 h 4449429"/>
              <a:gd name="connsiteX858-58013" fmla="*/ 791276 w 18982931"/>
              <a:gd name="connsiteY858-58014" fmla="*/ 1955112 h 4449429"/>
              <a:gd name="connsiteX859-58015" fmla="*/ 840669 w 18982931"/>
              <a:gd name="connsiteY859-58016" fmla="*/ 1950998 h 4449429"/>
              <a:gd name="connsiteX860-58017" fmla="*/ 873596 w 18982931"/>
              <a:gd name="connsiteY860-58018" fmla="*/ 1597020 h 4449429"/>
              <a:gd name="connsiteX861-58019" fmla="*/ 906526 w 18982931"/>
              <a:gd name="connsiteY861-58020" fmla="*/ 1584670 h 4449429"/>
              <a:gd name="connsiteX862-58021" fmla="*/ 1034120 w 18982931"/>
              <a:gd name="connsiteY862-58022" fmla="*/ 1584670 h 4449429"/>
              <a:gd name="connsiteX863-58023" fmla="*/ 1034120 w 18982931"/>
              <a:gd name="connsiteY863-58024" fmla="*/ 1420028 h 4449429"/>
              <a:gd name="connsiteX864-58025" fmla="*/ 1320382 w 18982931"/>
              <a:gd name="connsiteY864-58026" fmla="*/ 1408806 h 4449429"/>
              <a:gd name="connsiteX865-58027" fmla="*/ 1318126 w 18982931"/>
              <a:gd name="connsiteY865-58028" fmla="*/ 1576437 h 4449429"/>
              <a:gd name="connsiteX866-58029" fmla="*/ 1511305 w 18982931"/>
              <a:gd name="connsiteY866-58030" fmla="*/ 1594214 h 4449429"/>
              <a:gd name="connsiteX867-58031" fmla="*/ 1507466 w 18982931"/>
              <a:gd name="connsiteY867-58032" fmla="*/ 2337905 h 4449429"/>
              <a:gd name="connsiteX868-58033" fmla="*/ 1523929 w 18982931"/>
              <a:gd name="connsiteY868-58034" fmla="*/ 2337905 h 4449429"/>
              <a:gd name="connsiteX869-58035" fmla="*/ 1523929 w 18982931"/>
              <a:gd name="connsiteY869-58036" fmla="*/ 2169146 h 4449429"/>
              <a:gd name="connsiteX870-58037" fmla="*/ 1692685 w 18982931"/>
              <a:gd name="connsiteY870-58038" fmla="*/ 2169146 h 4449429"/>
              <a:gd name="connsiteX871-58039" fmla="*/ 1692685 w 18982931"/>
              <a:gd name="connsiteY871-58040" fmla="*/ 2020968 h 4449429"/>
              <a:gd name="connsiteX872-58041" fmla="*/ 1766772 w 18982931"/>
              <a:gd name="connsiteY872-58042" fmla="*/ 1922183 h 4449429"/>
              <a:gd name="connsiteX873-58043" fmla="*/ 1766772 w 18982931"/>
              <a:gd name="connsiteY873-58044" fmla="*/ 1757542 h 4449429"/>
              <a:gd name="connsiteX874-58045" fmla="*/ 1849095 w 18982931"/>
              <a:gd name="connsiteY874-58046" fmla="*/ 1757542 h 4449429"/>
              <a:gd name="connsiteX875-58047" fmla="*/ 1849095 w 18982931"/>
              <a:gd name="connsiteY875-58048" fmla="*/ 2156799 h 4449429"/>
              <a:gd name="connsiteX876-58049" fmla="*/ 1919070 w 18982931"/>
              <a:gd name="connsiteY876-58050" fmla="*/ 2156799 h 4449429"/>
              <a:gd name="connsiteX877-58051" fmla="*/ 1919070 w 18982931"/>
              <a:gd name="connsiteY877-58052" fmla="*/ 1864559 h 4449429"/>
              <a:gd name="connsiteX878-58053" fmla="*/ 1919070 w 18982931"/>
              <a:gd name="connsiteY878-58054" fmla="*/ 695608 h 4449429"/>
              <a:gd name="connsiteX879-58055" fmla="*/ 2005504 w 18982931"/>
              <a:gd name="connsiteY879-58056" fmla="*/ 609173 h 4449429"/>
              <a:gd name="connsiteX880-58057" fmla="*/ 2026085 w 18982931"/>
              <a:gd name="connsiteY880-58058" fmla="*/ 605054 h 4449429"/>
              <a:gd name="connsiteX881-58059" fmla="*/ 2100174 w 18982931"/>
              <a:gd name="connsiteY881-58060" fmla="*/ 448645 h 4449429"/>
              <a:gd name="connsiteX882-58061" fmla="*/ 2137215 w 18982931"/>
              <a:gd name="connsiteY882-58062" fmla="*/ 407485 h 4449429"/>
              <a:gd name="connsiteX883-58063" fmla="*/ 2194840 w 18982931"/>
              <a:gd name="connsiteY883-58064" fmla="*/ 337515 h 4449429"/>
              <a:gd name="connsiteX884-58065" fmla="*/ 2198958 w 18982931"/>
              <a:gd name="connsiteY884-58066" fmla="*/ 292236 h 4449429"/>
              <a:gd name="connsiteX885-58067" fmla="*/ 2240121 w 18982931"/>
              <a:gd name="connsiteY885-58068" fmla="*/ 358093 h 4449429"/>
              <a:gd name="connsiteX886-58069" fmla="*/ 2273047 w 18982931"/>
              <a:gd name="connsiteY886-58070" fmla="*/ 444532 h 4449429"/>
              <a:gd name="connsiteX887-58071" fmla="*/ 2330670 w 18982931"/>
              <a:gd name="connsiteY887-58072" fmla="*/ 563894 h 4449429"/>
              <a:gd name="connsiteX888-58073" fmla="*/ 2351248 w 18982931"/>
              <a:gd name="connsiteY888-58074" fmla="*/ 613286 h 4449429"/>
              <a:gd name="connsiteX889-58075" fmla="*/ 2429455 w 18982931"/>
              <a:gd name="connsiteY889-58076" fmla="*/ 675029 h 4449429"/>
              <a:gd name="connsiteX890-58077" fmla="*/ 2470614 w 18982931"/>
              <a:gd name="connsiteY890-58078" fmla="*/ 757350 h 4449429"/>
              <a:gd name="connsiteX891-58079" fmla="*/ 2470614 w 18982931"/>
              <a:gd name="connsiteY891-58080" fmla="*/ 1086631 h 4449429"/>
              <a:gd name="connsiteX892-58081" fmla="*/ 2470614 w 18982931"/>
              <a:gd name="connsiteY892-58082" fmla="*/ 2008622 h 4449429"/>
              <a:gd name="connsiteX893-58083" fmla="*/ 2487080 w 18982931"/>
              <a:gd name="connsiteY893-58084" fmla="*/ 2053897 h 4449429"/>
              <a:gd name="connsiteX894-58085" fmla="*/ 2499426 w 18982931"/>
              <a:gd name="connsiteY894-58086" fmla="*/ 1897488 h 4449429"/>
              <a:gd name="connsiteX895-58087" fmla="*/ 2602322 w 18982931"/>
              <a:gd name="connsiteY895-58088" fmla="*/ 1798703 h 4449429"/>
              <a:gd name="connsiteX896-58089" fmla="*/ 2836935 w 18982931"/>
              <a:gd name="connsiteY896-58090" fmla="*/ 1798703 h 4449429"/>
              <a:gd name="connsiteX897-58091" fmla="*/ 2836935 w 18982931"/>
              <a:gd name="connsiteY897-58092" fmla="*/ 1860446 h 4449429"/>
              <a:gd name="connsiteX898-58093" fmla="*/ 2836935 w 18982931"/>
              <a:gd name="connsiteY898-58094" fmla="*/ 2263816 h 4449429"/>
              <a:gd name="connsiteX899-58095" fmla="*/ 2845169 w 18982931"/>
              <a:gd name="connsiteY899-58096" fmla="*/ 2304976 h 4449429"/>
              <a:gd name="connsiteX900-58097" fmla="*/ 2861629 w 18982931"/>
              <a:gd name="connsiteY900-58098" fmla="*/ 2300858 h 4449429"/>
              <a:gd name="connsiteX901-58099" fmla="*/ 2861629 w 18982931"/>
              <a:gd name="connsiteY901-58100" fmla="*/ 2247351 h 4449429"/>
              <a:gd name="connsiteX902-58101" fmla="*/ 2869861 w 18982931"/>
              <a:gd name="connsiteY902-58102" fmla="*/ 1996272 h 4449429"/>
              <a:gd name="connsiteX903-58103" fmla="*/ 2923374 w 18982931"/>
              <a:gd name="connsiteY903-58104" fmla="*/ 1967462 h 4449429"/>
              <a:gd name="connsiteX904-58105" fmla="*/ 2939836 w 18982931"/>
              <a:gd name="connsiteY904-58106" fmla="*/ 2300858 h 4449429"/>
              <a:gd name="connsiteX905-58107" fmla="*/ 2956300 w 18982931"/>
              <a:gd name="connsiteY905-58108" fmla="*/ 2300858 h 4449429"/>
              <a:gd name="connsiteX906-58109" fmla="*/ 2989230 w 18982931"/>
              <a:gd name="connsiteY906-58110" fmla="*/ 2111521 h 4449429"/>
              <a:gd name="connsiteX907-58111" fmla="*/ 3018038 w 18982931"/>
              <a:gd name="connsiteY907-58112" fmla="*/ 2058015 h 4449429"/>
              <a:gd name="connsiteX908-58113" fmla="*/ 3034502 w 18982931"/>
              <a:gd name="connsiteY908-58114" fmla="*/ 2123871 h 4449429"/>
              <a:gd name="connsiteX909-58115" fmla="*/ 3038620 w 18982931"/>
              <a:gd name="connsiteY909-58116" fmla="*/ 2132104 h 4449429"/>
              <a:gd name="connsiteX910-58117" fmla="*/ 3088018 w 18982931"/>
              <a:gd name="connsiteY910-58118" fmla="*/ 2140336 h 4449429"/>
              <a:gd name="connsiteX911-58119" fmla="*/ 3095320 w 18982931"/>
              <a:gd name="connsiteY911-58120" fmla="*/ 2275334 h 4449429"/>
              <a:gd name="connsiteX912-58121" fmla="*/ 3162101 w 18982931"/>
              <a:gd name="connsiteY912-58122" fmla="*/ 2275334 h 4449429"/>
              <a:gd name="connsiteX913-58123" fmla="*/ 3162101 w 18982931"/>
              <a:gd name="connsiteY913-58124" fmla="*/ 1580555 h 4449429"/>
              <a:gd name="connsiteX914-58125" fmla="*/ 3162101 w 18982931"/>
              <a:gd name="connsiteY914-58126" fmla="*/ 1531163 h 4449429"/>
              <a:gd name="connsiteX915-58127" fmla="*/ 3199146 w 18982931"/>
              <a:gd name="connsiteY915-58128" fmla="*/ 1498235 h 4449429"/>
              <a:gd name="connsiteX916-58129" fmla="*/ 3281469 w 18982931"/>
              <a:gd name="connsiteY916-58130" fmla="*/ 1498235 h 4449429"/>
              <a:gd name="connsiteX917-58131" fmla="*/ 3281469 w 18982931"/>
              <a:gd name="connsiteY917-58132" fmla="*/ 1325362 h 4449429"/>
              <a:gd name="connsiteX918-58133" fmla="*/ 3343207 w 18982931"/>
              <a:gd name="connsiteY918-58134" fmla="*/ 1263619 h 4449429"/>
              <a:gd name="connsiteX919-58135" fmla="*/ 3544891 w 18982931"/>
              <a:gd name="connsiteY919-58136" fmla="*/ 1263619 h 4449429"/>
              <a:gd name="connsiteX920-58137" fmla="*/ 3544891 w 18982931"/>
              <a:gd name="connsiteY920-58138" fmla="*/ 712071 h 4449429"/>
              <a:gd name="connsiteX921-58139" fmla="*/ 3561357 w 18982931"/>
              <a:gd name="connsiteY921-58140" fmla="*/ 555662 h 4449429"/>
              <a:gd name="connsiteX922-58141" fmla="*/ 3606633 w 18982931"/>
              <a:gd name="connsiteY922-58142" fmla="*/ 316933 h 4449429"/>
              <a:gd name="connsiteX923-58143" fmla="*/ 3614865 w 18982931"/>
              <a:gd name="connsiteY923-58144" fmla="*/ 279891 h 4449429"/>
              <a:gd name="connsiteX924-58145" fmla="*/ 3676603 w 18982931"/>
              <a:gd name="connsiteY924-58146" fmla="*/ 341628 h 4449429"/>
              <a:gd name="connsiteX925-58147" fmla="*/ 3684835 w 18982931"/>
              <a:gd name="connsiteY925-58148" fmla="*/ 386907 h 4449429"/>
              <a:gd name="connsiteX926-58149" fmla="*/ 3742460 w 18982931"/>
              <a:gd name="connsiteY926-58150" fmla="*/ 481574 h 4449429"/>
              <a:gd name="connsiteX927-58151" fmla="*/ 3763042 w 18982931"/>
              <a:gd name="connsiteY927-58152" fmla="*/ 703838 h 4449429"/>
              <a:gd name="connsiteX928-58153" fmla="*/ 3763042 w 18982931"/>
              <a:gd name="connsiteY928-58154" fmla="*/ 1144256 h 4449429"/>
              <a:gd name="connsiteX929-58155" fmla="*/ 3771275 w 18982931"/>
              <a:gd name="connsiteY929-58156" fmla="*/ 1181298 h 4449429"/>
              <a:gd name="connsiteX930-58157" fmla="*/ 3775390 w 18982931"/>
              <a:gd name="connsiteY930-58158" fmla="*/ 1115443 h 4449429"/>
              <a:gd name="connsiteX931-58159" fmla="*/ 3923568 w 18982931"/>
              <a:gd name="connsiteY931-58160" fmla="*/ 996079 h 4449429"/>
              <a:gd name="connsiteX932-58161" fmla="*/ 3940029 w 18982931"/>
              <a:gd name="connsiteY932-58162" fmla="*/ 1020776 h 4449429"/>
              <a:gd name="connsiteX933-58163" fmla="*/ 3960611 w 18982931"/>
              <a:gd name="connsiteY933-58164" fmla="*/ 1321244 h 4449429"/>
              <a:gd name="connsiteX934-58165" fmla="*/ 3960611 w 18982931"/>
              <a:gd name="connsiteY934-58166" fmla="*/ 1584670 h 4449429"/>
              <a:gd name="connsiteX935-58167" fmla="*/ 3977076 w 18982931"/>
              <a:gd name="connsiteY935-58168" fmla="*/ 1625830 h 4449429"/>
              <a:gd name="connsiteX936-58169" fmla="*/ 4010007 w 18982931"/>
              <a:gd name="connsiteY936-58170" fmla="*/ 1666990 h 4449429"/>
              <a:gd name="connsiteX937-58171" fmla="*/ 4055279 w 18982931"/>
              <a:gd name="connsiteY937-58172" fmla="*/ 1819286 h 4449429"/>
              <a:gd name="connsiteX938-58173" fmla="*/ 4104670 w 18982931"/>
              <a:gd name="connsiteY938-58174" fmla="*/ 1819286 h 4449429"/>
              <a:gd name="connsiteX939-58175" fmla="*/ 4108788 w 18982931"/>
              <a:gd name="connsiteY939-58176" fmla="*/ 1741079 h 4449429"/>
              <a:gd name="connsiteX940-58177" fmla="*/ 4211689 w 18982931"/>
              <a:gd name="connsiteY940-58178" fmla="*/ 1741079 h 4449429"/>
              <a:gd name="connsiteX941-58179" fmla="*/ 4252847 w 18982931"/>
              <a:gd name="connsiteY941-58180" fmla="*/ 1559973 h 4449429"/>
              <a:gd name="connsiteX942-58181" fmla="*/ 4265197 w 18982931"/>
              <a:gd name="connsiteY942-58182" fmla="*/ 1559973 h 4449429"/>
              <a:gd name="connsiteX943-58183" fmla="*/ 4277546 w 18982931"/>
              <a:gd name="connsiteY943-58184" fmla="*/ 1592900 h 4449429"/>
              <a:gd name="connsiteX944-58185" fmla="*/ 4302239 w 18982931"/>
              <a:gd name="connsiteY944-58186" fmla="*/ 1708150 h 4449429"/>
              <a:gd name="connsiteX945-58187" fmla="*/ 4368100 w 18982931"/>
              <a:gd name="connsiteY945-58188" fmla="*/ 1741079 h 4449429"/>
              <a:gd name="connsiteX946-58189" fmla="*/ 4363984 w 18982931"/>
              <a:gd name="connsiteY946-58190" fmla="*/ 1634062 h 4449429"/>
              <a:gd name="connsiteX947-58191" fmla="*/ 4372218 w 18982931"/>
              <a:gd name="connsiteY947-58192" fmla="*/ 839670 h 4449429"/>
              <a:gd name="connsiteX948-58193" fmla="*/ 4442184 w 18982931"/>
              <a:gd name="connsiteY948-58194" fmla="*/ 279891 h 4449429"/>
              <a:gd name="connsiteX949-58195" fmla="*/ 4479230 w 18982931"/>
              <a:gd name="connsiteY949-58196" fmla="*/ 234611 h 4449429"/>
              <a:gd name="connsiteX950-58197" fmla="*/ 4520394 w 18982931"/>
              <a:gd name="connsiteY950-58198" fmla="*/ 284004 h 4449429"/>
              <a:gd name="connsiteX951-58199" fmla="*/ 4549200 w 18982931"/>
              <a:gd name="connsiteY951-58200" fmla="*/ 440413 h 4449429"/>
              <a:gd name="connsiteX952-58201" fmla="*/ 4680914 w 18982931"/>
              <a:gd name="connsiteY952-58202" fmla="*/ 395140 h 4449429"/>
              <a:gd name="connsiteX953-58203" fmla="*/ 4759121 w 18982931"/>
              <a:gd name="connsiteY953-58204" fmla="*/ 460995 h 4449429"/>
              <a:gd name="connsiteX954-58205" fmla="*/ 4771466 w 18982931"/>
              <a:gd name="connsiteY954-58206" fmla="*/ 493924 h 4449429"/>
              <a:gd name="connsiteX955-58207" fmla="*/ 4888657 w 18982931"/>
              <a:gd name="connsiteY955-58208" fmla="*/ 747622 h 4449429"/>
              <a:gd name="connsiteX956-58209" fmla="*/ 4888893 w 18982931"/>
              <a:gd name="connsiteY956-58210" fmla="*/ 807315 h 4449429"/>
              <a:gd name="connsiteX957-58211" fmla="*/ 4856617 w 18982931"/>
              <a:gd name="connsiteY957-58212" fmla="*/ 807315 h 4449429"/>
              <a:gd name="connsiteX958-58213" fmla="*/ 4856617 w 18982931"/>
              <a:gd name="connsiteY958-58214" fmla="*/ 944475 h 4449429"/>
              <a:gd name="connsiteX959-58215" fmla="*/ 4888332 w 18982931"/>
              <a:gd name="connsiteY959-58216" fmla="*/ 944475 h 4449429"/>
              <a:gd name="connsiteX960-58217" fmla="*/ 4888325 w 18982931"/>
              <a:gd name="connsiteY960-58218" fmla="*/ 945600 h 4449429"/>
              <a:gd name="connsiteX961-58219" fmla="*/ 4890835 w 18982931"/>
              <a:gd name="connsiteY961-58220" fmla="*/ 1609365 h 4449429"/>
              <a:gd name="connsiteX962-58221" fmla="*/ 4952574 w 18982931"/>
              <a:gd name="connsiteY962-58222" fmla="*/ 1617597 h 4449429"/>
              <a:gd name="connsiteX963-58223" fmla="*/ 4952574 w 18982931"/>
              <a:gd name="connsiteY963-58224" fmla="*/ 1868678 h 4449429"/>
              <a:gd name="connsiteX964-58225" fmla="*/ 4956691 w 18982931"/>
              <a:gd name="connsiteY964-58226" fmla="*/ 1905720 h 4449429"/>
              <a:gd name="connsiteX965-58227" fmla="*/ 4981387 w 18982931"/>
              <a:gd name="connsiteY965-58228" fmla="*/ 1967462 h 4449429"/>
              <a:gd name="connsiteX966-58229" fmla="*/ 4981387 w 18982931"/>
              <a:gd name="connsiteY966-58230" fmla="*/ 2058015 h 4449429"/>
              <a:gd name="connsiteX967-58231" fmla="*/ 5001966 w 18982931"/>
              <a:gd name="connsiteY967-58232" fmla="*/ 2086824 h 4449429"/>
              <a:gd name="connsiteX968-58233" fmla="*/ 5018429 w 18982931"/>
              <a:gd name="connsiteY968-58234" fmla="*/ 2078592 h 4449429"/>
              <a:gd name="connsiteX969-58235" fmla="*/ 5018429 w 18982931"/>
              <a:gd name="connsiteY969-58236" fmla="*/ 1881023 h 4449429"/>
              <a:gd name="connsiteX970-58237" fmla="*/ 5018429 w 18982931"/>
              <a:gd name="connsiteY970-58238" fmla="*/ 1366522 h 4449429"/>
              <a:gd name="connsiteX971-58239" fmla="*/ 5034894 w 18982931"/>
              <a:gd name="connsiteY971-58240" fmla="*/ 864367 h 4449429"/>
              <a:gd name="connsiteX972-58241" fmla="*/ 5067821 w 18982931"/>
              <a:gd name="connsiteY972-58242" fmla="*/ 197569 h 4449429"/>
              <a:gd name="connsiteX973-58243" fmla="*/ 5080173 w 18982931"/>
              <a:gd name="connsiteY973-58244" fmla="*/ 102899 h 4449429"/>
              <a:gd name="connsiteX974-58245" fmla="*/ 5216000 w 18982931"/>
              <a:gd name="connsiteY974-58246" fmla="*/ 37042 h 4449429"/>
              <a:gd name="connsiteX975-58247" fmla="*/ 5248927 w 18982931"/>
              <a:gd name="connsiteY975-58248" fmla="*/ 69972 h 4449429"/>
              <a:gd name="connsiteX976-58249" fmla="*/ 5372409 w 18982931"/>
              <a:gd name="connsiteY976-58250" fmla="*/ 69972 h 4449429"/>
              <a:gd name="connsiteX977-58251" fmla="*/ 5434151 w 18982931"/>
              <a:gd name="connsiteY977-58252" fmla="*/ 131714 h 4449429"/>
              <a:gd name="connsiteX978-58253" fmla="*/ 5434151 w 18982931"/>
              <a:gd name="connsiteY978-58254" fmla="*/ 382788 h 4449429"/>
              <a:gd name="connsiteX979-58255" fmla="*/ 5434151 w 18982931"/>
              <a:gd name="connsiteY979-58256" fmla="*/ 683261 h 4449429"/>
              <a:gd name="connsiteX980-58257" fmla="*/ 5545282 w 18982931"/>
              <a:gd name="connsiteY980-58258" fmla="*/ 687375 h 4449429"/>
              <a:gd name="connsiteX981-58259" fmla="*/ 5545282 w 18982931"/>
              <a:gd name="connsiteY981-58260" fmla="*/ 1045471 h 4449429"/>
              <a:gd name="connsiteX982-58261" fmla="*/ 5676994 w 18982931"/>
              <a:gd name="connsiteY982-58262" fmla="*/ 1045471 h 4449429"/>
              <a:gd name="connsiteX983-58263" fmla="*/ 5685227 w 18982931"/>
              <a:gd name="connsiteY983-58264" fmla="*/ 1103096 h 4449429"/>
              <a:gd name="connsiteX984-58265" fmla="*/ 5759314 w 18982931"/>
              <a:gd name="connsiteY984-58266" fmla="*/ 1193648 h 4449429"/>
              <a:gd name="connsiteX985-58267" fmla="*/ 5759314 w 18982931"/>
              <a:gd name="connsiteY985-58268" fmla="*/ 1395331 h 4449429"/>
              <a:gd name="connsiteX986-58269" fmla="*/ 5825171 w 18982931"/>
              <a:gd name="connsiteY986-58270" fmla="*/ 1395331 h 4449429"/>
              <a:gd name="connsiteX987-58271" fmla="*/ 5903378 w 18982931"/>
              <a:gd name="connsiteY987-58272" fmla="*/ 1477653 h 4449429"/>
              <a:gd name="connsiteX988-58273" fmla="*/ 5903378 w 18982931"/>
              <a:gd name="connsiteY988-58274" fmla="*/ 1918070 h 4449429"/>
              <a:gd name="connsiteX989-58275" fmla="*/ 5936306 w 18982931"/>
              <a:gd name="connsiteY989-58276" fmla="*/ 1975695 h 4449429"/>
              <a:gd name="connsiteX990-58277" fmla="*/ 5965115 w 18982931"/>
              <a:gd name="connsiteY990-58278" fmla="*/ 1275969 h 4449429"/>
              <a:gd name="connsiteX991-58279" fmla="*/ 5969235 w 18982931"/>
              <a:gd name="connsiteY991-58280" fmla="*/ 1238922 h 4449429"/>
              <a:gd name="connsiteX992-58281" fmla="*/ 6166804 w 18982931"/>
              <a:gd name="connsiteY992-58282" fmla="*/ 1238922 h 4449429"/>
              <a:gd name="connsiteX993-58283" fmla="*/ 6216196 w 18982931"/>
              <a:gd name="connsiteY993-58284" fmla="*/ 1288315 h 4449429"/>
              <a:gd name="connsiteX994-58285" fmla="*/ 6236774 w 18982931"/>
              <a:gd name="connsiteY994-58286" fmla="*/ 1428261 h 4449429"/>
              <a:gd name="connsiteX995-58287" fmla="*/ 6273821 w 18982931"/>
              <a:gd name="connsiteY995-58288" fmla="*/ 1498235 h 4449429"/>
              <a:gd name="connsiteX996-58289" fmla="*/ 6273821 w 18982931"/>
              <a:gd name="connsiteY996-58290" fmla="*/ 2230888 h 4449429"/>
              <a:gd name="connsiteX997-58291" fmla="*/ 6277935 w 18982931"/>
              <a:gd name="connsiteY997-58292" fmla="*/ 2280280 h 4449429"/>
              <a:gd name="connsiteX998-58293" fmla="*/ 6319095 w 18982931"/>
              <a:gd name="connsiteY998-58294" fmla="*/ 2193841 h 4449429"/>
              <a:gd name="connsiteX999-58295" fmla="*/ 6364373 w 18982931"/>
              <a:gd name="connsiteY999-58296" fmla="*/ 2288513 h 4449429"/>
              <a:gd name="connsiteX1000-58297" fmla="*/ 6389068 w 18982931"/>
              <a:gd name="connsiteY1000-58298" fmla="*/ 2313208 h 4449429"/>
              <a:gd name="connsiteX1001-58299" fmla="*/ 6541355 w 18982931"/>
              <a:gd name="connsiteY1001-58300" fmla="*/ 2313208 h 4449429"/>
              <a:gd name="connsiteX1002-58301" fmla="*/ 6541355 w 18982931"/>
              <a:gd name="connsiteY1002-58302" fmla="*/ 2148567 h 4449429"/>
              <a:gd name="connsiteX1003-58303" fmla="*/ 6660723 w 18982931"/>
              <a:gd name="connsiteY1003-58304" fmla="*/ 2148567 h 4449429"/>
              <a:gd name="connsiteX1004-58305" fmla="*/ 6660723 w 18982931"/>
              <a:gd name="connsiteY1004-58306" fmla="*/ 2259698 h 4449429"/>
              <a:gd name="connsiteX1005-58307" fmla="*/ 6705999 w 18982931"/>
              <a:gd name="connsiteY1005-58308" fmla="*/ 2551938 h 4449429"/>
              <a:gd name="connsiteX1006-58309" fmla="*/ 6714228 w 18982931"/>
              <a:gd name="connsiteY1006-58310" fmla="*/ 2580748 h 4449429"/>
              <a:gd name="connsiteX1007-58311" fmla="*/ 6722461 w 18982931"/>
              <a:gd name="connsiteY1007-58312" fmla="*/ 2576634 h 4449429"/>
              <a:gd name="connsiteX1008-58313" fmla="*/ 6751278 w 18982931"/>
              <a:gd name="connsiteY1008-58314" fmla="*/ 2263816 h 4449429"/>
              <a:gd name="connsiteX1009-58315" fmla="*/ 6800669 w 18982931"/>
              <a:gd name="connsiteY1009-58316" fmla="*/ 2255583 h 4449429"/>
              <a:gd name="connsiteX1010-58317" fmla="*/ 6837709 w 18982931"/>
              <a:gd name="connsiteY1010-58318" fmla="*/ 2181496 h 4449429"/>
              <a:gd name="connsiteX1011-58319" fmla="*/ 6841831 w 18982931"/>
              <a:gd name="connsiteY1011-58320" fmla="*/ 2152681 h 4449429"/>
              <a:gd name="connsiteX1012-58321" fmla="*/ 6845941 w 18982931"/>
              <a:gd name="connsiteY1012-58322" fmla="*/ 2115639 h 4449429"/>
              <a:gd name="connsiteX1013-58323" fmla="*/ 6857139 w 18982931"/>
              <a:gd name="connsiteY1013-58324" fmla="*/ 2115639 h 4449429"/>
              <a:gd name="connsiteX1014-58325" fmla="*/ 6899298 w 18982931"/>
              <a:gd name="connsiteY1014-58326" fmla="*/ 2109470 h 4449429"/>
              <a:gd name="connsiteX1015-58327" fmla="*/ 6922965 w 18982931"/>
              <a:gd name="connsiteY1015-58328" fmla="*/ 2140339 h 4449429"/>
              <a:gd name="connsiteX1016-58329" fmla="*/ 7009406 w 18982931"/>
              <a:gd name="connsiteY1016-58330" fmla="*/ 2070365 h 4449429"/>
              <a:gd name="connsiteX1017-58331" fmla="*/ 7145231 w 18982931"/>
              <a:gd name="connsiteY1017-58332" fmla="*/ 2066247 h 4449429"/>
              <a:gd name="connsiteX1018-58333" fmla="*/ 7145231 w 18982931"/>
              <a:gd name="connsiteY1018-58334" fmla="*/ 1901605 h 4449429"/>
              <a:gd name="connsiteX1019-58335" fmla="*/ 7145231 w 18982931"/>
              <a:gd name="connsiteY1019-58336" fmla="*/ 1769896 h 4449429"/>
              <a:gd name="connsiteX1020-58337" fmla="*/ 7215204 w 18982931"/>
              <a:gd name="connsiteY1020-58338" fmla="*/ 1597024 h 4449429"/>
              <a:gd name="connsiteX1021-58339" fmla="*/ 7285174 w 18982931"/>
              <a:gd name="connsiteY1021-58340" fmla="*/ 1753433 h 4449429"/>
              <a:gd name="connsiteX1022-58341" fmla="*/ 7297524 w 18982931"/>
              <a:gd name="connsiteY1022-58342" fmla="*/ 2062134 h 4449429"/>
              <a:gd name="connsiteX1023-58343" fmla="*/ 7367494 w 18982931"/>
              <a:gd name="connsiteY1023-58344" fmla="*/ 2066247 h 4449429"/>
              <a:gd name="connsiteX1024-58345" fmla="*/ 7371610 w 18982931"/>
              <a:gd name="connsiteY1024-58346" fmla="*/ 2148567 h 4449429"/>
              <a:gd name="connsiteX1025-58347" fmla="*/ 7462167 w 18982931"/>
              <a:gd name="connsiteY1025-58348" fmla="*/ 2148567 h 4449429"/>
              <a:gd name="connsiteX1026-58349" fmla="*/ 7462167 w 18982931"/>
              <a:gd name="connsiteY1026-58350" fmla="*/ 2095061 h 4449429"/>
              <a:gd name="connsiteX1027-58351" fmla="*/ 7462167 w 18982931"/>
              <a:gd name="connsiteY1027-58352" fmla="*/ 1597024 h 4449429"/>
              <a:gd name="connsiteX1028-58353" fmla="*/ 7482743 w 18982931"/>
              <a:gd name="connsiteY1028-58354" fmla="*/ 1008430 h 4449429"/>
              <a:gd name="connsiteX1029-58355" fmla="*/ 7495096 w 18982931"/>
              <a:gd name="connsiteY1029-58356" fmla="*/ 921991 h 4449429"/>
              <a:gd name="connsiteX1030-58357" fmla="*/ 7536254 w 18982931"/>
              <a:gd name="connsiteY1030-58358" fmla="*/ 934341 h 4449429"/>
              <a:gd name="connsiteX1031-58359" fmla="*/ 7577416 w 18982931"/>
              <a:gd name="connsiteY1031-58360" fmla="*/ 563899 h 4449429"/>
              <a:gd name="connsiteX1032-58361" fmla="*/ 7589759 w 18982931"/>
              <a:gd name="connsiteY1032-58362" fmla="*/ 563899 h 4449429"/>
              <a:gd name="connsiteX1033-58363" fmla="*/ 7639153 w 18982931"/>
              <a:gd name="connsiteY1033-58364" fmla="*/ 975501 h 4449429"/>
              <a:gd name="connsiteX1034-58365" fmla="*/ 7655614 w 18982931"/>
              <a:gd name="connsiteY1034-58366" fmla="*/ 926109 h 4449429"/>
              <a:gd name="connsiteX1035-58367" fmla="*/ 7667968 w 18982931"/>
              <a:gd name="connsiteY1035-58368" fmla="*/ 926109 h 4449429"/>
              <a:gd name="connsiteX1036-58369" fmla="*/ 7676196 w 18982931"/>
              <a:gd name="connsiteY1036-58370" fmla="*/ 1037243 h 4449429"/>
              <a:gd name="connsiteX1037-58371" fmla="*/ 7676196 w 18982931"/>
              <a:gd name="connsiteY1037-58372" fmla="*/ 2049787 h 4449429"/>
              <a:gd name="connsiteX1038-58373" fmla="*/ 7705009 w 18982931"/>
              <a:gd name="connsiteY1038-58374" fmla="*/ 2267935 h 4449429"/>
              <a:gd name="connsiteX1039-58375" fmla="*/ 7750287 w 18982931"/>
              <a:gd name="connsiteY1039-58376" fmla="*/ 2469622 h 4449429"/>
              <a:gd name="connsiteX1040-58377" fmla="*/ 7849072 w 18982931"/>
              <a:gd name="connsiteY1040-58378" fmla="*/ 2469622 h 4449429"/>
              <a:gd name="connsiteX1041-58379" fmla="*/ 7849072 w 18982931"/>
              <a:gd name="connsiteY1041-58380" fmla="*/ 2284398 h 4449429"/>
              <a:gd name="connsiteX1042-58381" fmla="*/ 7919042 w 18982931"/>
              <a:gd name="connsiteY1042-58382" fmla="*/ 2284398 h 4449429"/>
              <a:gd name="connsiteX1043-58383" fmla="*/ 7919042 w 18982931"/>
              <a:gd name="connsiteY1043-58384" fmla="*/ 2473736 h 4449429"/>
              <a:gd name="connsiteX1044-58385" fmla="*/ 8108380 w 18982931"/>
              <a:gd name="connsiteY1044-58386" fmla="*/ 2473736 h 4449429"/>
              <a:gd name="connsiteX1045-58387" fmla="*/ 8142338 w 18982931"/>
              <a:gd name="connsiteY1045-58388" fmla="*/ 2481454 h 4449429"/>
              <a:gd name="connsiteX1046-58389" fmla="*/ 8144242 w 18982931"/>
              <a:gd name="connsiteY1046-58390" fmla="*/ 2485067 h 4449429"/>
              <a:gd name="connsiteX1047-58391" fmla="*/ 8144242 w 18982931"/>
              <a:gd name="connsiteY1047-58392" fmla="*/ 1280084 h 4449429"/>
              <a:gd name="connsiteX1048-58393" fmla="*/ 8189518 w 18982931"/>
              <a:gd name="connsiteY1048-58394" fmla="*/ 1115443 h 4449429"/>
              <a:gd name="connsiteX1049-58395" fmla="*/ 8230679 w 18982931"/>
              <a:gd name="connsiteY1049-58396" fmla="*/ 1090746 h 4449429"/>
              <a:gd name="connsiteX1050-58397" fmla="*/ 8477642 w 18982931"/>
              <a:gd name="connsiteY1050-58398" fmla="*/ 1090746 h 4449429"/>
              <a:gd name="connsiteX1051-58399" fmla="*/ 8518799 w 18982931"/>
              <a:gd name="connsiteY1051-58400" fmla="*/ 1111328 h 4449429"/>
              <a:gd name="connsiteX1052-58401" fmla="*/ 8568194 w 18982931"/>
              <a:gd name="connsiteY1052-58402" fmla="*/ 1288315 h 4449429"/>
              <a:gd name="connsiteX1053-58403" fmla="*/ 8572304 w 18982931"/>
              <a:gd name="connsiteY1053-58404" fmla="*/ 2152681 h 4449429"/>
              <a:gd name="connsiteX1054-58405" fmla="*/ 8572304 w 18982931"/>
              <a:gd name="connsiteY1054-58406" fmla="*/ 2222656 h 4449429"/>
              <a:gd name="connsiteX1055-58407" fmla="*/ 8827499 w 18982931"/>
              <a:gd name="connsiteY1055-58408" fmla="*/ 2222656 h 4449429"/>
              <a:gd name="connsiteX1056-58409" fmla="*/ 8827499 w 18982931"/>
              <a:gd name="connsiteY1056-58410" fmla="*/ 2053897 h 4449429"/>
              <a:gd name="connsiteX1057-58411" fmla="*/ 8827499 w 18982931"/>
              <a:gd name="connsiteY1057-58412" fmla="*/ 1996272 h 4449429"/>
              <a:gd name="connsiteX1058-58413" fmla="*/ 8926285 w 18982931"/>
              <a:gd name="connsiteY1058-58414" fmla="*/ 1876910 h 4449429"/>
              <a:gd name="connsiteX1059-58415" fmla="*/ 8926285 w 18982931"/>
              <a:gd name="connsiteY1059-58416" fmla="*/ 1757542 h 4449429"/>
              <a:gd name="connsiteX1060-58417" fmla="*/ 8926285 w 18982931"/>
              <a:gd name="connsiteY1060-58418" fmla="*/ 1527045 h 4449429"/>
              <a:gd name="connsiteX1061-58419" fmla="*/ 8950980 w 18982931"/>
              <a:gd name="connsiteY1061-58420" fmla="*/ 1432378 h 4449429"/>
              <a:gd name="connsiteX1062-58421" fmla="*/ 8950980 w 18982931"/>
              <a:gd name="connsiteY1062-58422" fmla="*/ 1424146 h 4449429"/>
              <a:gd name="connsiteX1063-58423" fmla="*/ 8983911 w 18982931"/>
              <a:gd name="connsiteY1063-58424" fmla="*/ 1107210 h 4449429"/>
              <a:gd name="connsiteX1064-58425" fmla="*/ 8992140 w 18982931"/>
              <a:gd name="connsiteY1064-58426" fmla="*/ 1049586 h 4449429"/>
              <a:gd name="connsiteX1065-58427" fmla="*/ 9012723 w 18982931"/>
              <a:gd name="connsiteY1065-58428" fmla="*/ 1049586 h 4449429"/>
              <a:gd name="connsiteX1066-58429" fmla="*/ 9049767 w 18982931"/>
              <a:gd name="connsiteY1066-58430" fmla="*/ 1325362 h 4449429"/>
              <a:gd name="connsiteX1067-58431" fmla="*/ 9115624 w 18982931"/>
              <a:gd name="connsiteY1067-58432" fmla="*/ 1329476 h 4449429"/>
              <a:gd name="connsiteX1068-58433" fmla="*/ 9165014 w 18982931"/>
              <a:gd name="connsiteY1068-58434" fmla="*/ 1436493 h 4449429"/>
              <a:gd name="connsiteX1069-58435" fmla="*/ 9181479 w 18982931"/>
              <a:gd name="connsiteY1069-58436" fmla="*/ 1494116 h 4449429"/>
              <a:gd name="connsiteX1070-58437" fmla="*/ 9181479 w 18982931"/>
              <a:gd name="connsiteY1070-58438" fmla="*/ 1823399 h 4449429"/>
              <a:gd name="connsiteX1071-58439" fmla="*/ 9181479 w 18982931"/>
              <a:gd name="connsiteY1071-58440" fmla="*/ 1881023 h 4449429"/>
              <a:gd name="connsiteX1072-58441" fmla="*/ 9280267 w 18982931"/>
              <a:gd name="connsiteY1072-58442" fmla="*/ 1881023 h 4449429"/>
              <a:gd name="connsiteX1073-58443" fmla="*/ 9280267 w 18982931"/>
              <a:gd name="connsiteY1073-58444" fmla="*/ 1815166 h 4449429"/>
              <a:gd name="connsiteX1074-58445" fmla="*/ 9280267 w 18982931"/>
              <a:gd name="connsiteY1074-58446" fmla="*/ 304587 h 4449429"/>
              <a:gd name="connsiteX1075-58447" fmla="*/ 9346122 w 18982931"/>
              <a:gd name="connsiteY1075-58448" fmla="*/ 238731 h 4449429"/>
              <a:gd name="connsiteX1076-58449" fmla="*/ 9453137 w 18982931"/>
              <a:gd name="connsiteY1076-58450" fmla="*/ 341628 h 4449429"/>
              <a:gd name="connsiteX1077-58451" fmla="*/ 9453137 w 18982931"/>
              <a:gd name="connsiteY1077-58452" fmla="*/ 1815166 h 4449429"/>
              <a:gd name="connsiteX1078-58453" fmla="*/ 9453137 w 18982931"/>
              <a:gd name="connsiteY1078-58454" fmla="*/ 1876910 h 4449429"/>
              <a:gd name="connsiteX1079-58455" fmla="*/ 9551919 w 18982931"/>
              <a:gd name="connsiteY1079-58456" fmla="*/ 1876910 h 4449429"/>
              <a:gd name="connsiteX1080-58457" fmla="*/ 9551919 w 18982931"/>
              <a:gd name="connsiteY1080-58458" fmla="*/ 1724614 h 4449429"/>
              <a:gd name="connsiteX1081-58459" fmla="*/ 9551919 w 18982931"/>
              <a:gd name="connsiteY1081-58460" fmla="*/ 1481771 h 4449429"/>
              <a:gd name="connsiteX1082-58461" fmla="*/ 9597198 w 18982931"/>
              <a:gd name="connsiteY1082-58462" fmla="*/ 1374754 h 4449429"/>
              <a:gd name="connsiteX1083-58463" fmla="*/ 9613662 w 18982931"/>
              <a:gd name="connsiteY1083-58464" fmla="*/ 1325362 h 4449429"/>
              <a:gd name="connsiteX1084-58465" fmla="*/ 9683632 w 18982931"/>
              <a:gd name="connsiteY1084-58466" fmla="*/ 1325362 h 4449429"/>
              <a:gd name="connsiteX1085-58467" fmla="*/ 9683632 w 18982931"/>
              <a:gd name="connsiteY1085-58468" fmla="*/ 1522931 h 4449429"/>
              <a:gd name="connsiteX1086-58469" fmla="*/ 9819464 w 18982931"/>
              <a:gd name="connsiteY1086-58470" fmla="*/ 1522931 h 4449429"/>
              <a:gd name="connsiteX1087-58471" fmla="*/ 9819464 w 18982931"/>
              <a:gd name="connsiteY1087-58472" fmla="*/ 1720501 h 4449429"/>
              <a:gd name="connsiteX1088-58473" fmla="*/ 9819464 w 18982931"/>
              <a:gd name="connsiteY1088-58474" fmla="*/ 1835749 h 4449429"/>
              <a:gd name="connsiteX1089-58475" fmla="*/ 9868856 w 18982931"/>
              <a:gd name="connsiteY1089-58476" fmla="*/ 1885142 h 4449429"/>
              <a:gd name="connsiteX1090-58477" fmla="*/ 9922361 w 18982931"/>
              <a:gd name="connsiteY1090-58478" fmla="*/ 1938648 h 4449429"/>
              <a:gd name="connsiteX1091-58479" fmla="*/ 9922361 w 18982931"/>
              <a:gd name="connsiteY1091-58480" fmla="*/ 2226770 h 4449429"/>
              <a:gd name="connsiteX1092-58481" fmla="*/ 10189906 w 18982931"/>
              <a:gd name="connsiteY1092-58482" fmla="*/ 2226770 h 4449429"/>
              <a:gd name="connsiteX1093-58483" fmla="*/ 10189906 w 18982931"/>
              <a:gd name="connsiteY1093-58484" fmla="*/ 1864559 h 4449429"/>
              <a:gd name="connsiteX1094-58485" fmla="*/ 10251644 w 18982931"/>
              <a:gd name="connsiteY1094-58486" fmla="*/ 1852213 h 4449429"/>
              <a:gd name="connsiteX1095-58487" fmla="*/ 10251644 w 18982931"/>
              <a:gd name="connsiteY1095-58488" fmla="*/ 1465306 h 4449429"/>
              <a:gd name="connsiteX1096-58489" fmla="*/ 10198137 w 18982931"/>
              <a:gd name="connsiteY1096-58490" fmla="*/ 1461188 h 4449429"/>
              <a:gd name="connsiteX1097-58491" fmla="*/ 10198137 w 18982931"/>
              <a:gd name="connsiteY1097-58492" fmla="*/ 1317129 h 4449429"/>
              <a:gd name="connsiteX1098-58493" fmla="*/ 10572694 w 18982931"/>
              <a:gd name="connsiteY1098-58494" fmla="*/ 1317129 h 4449429"/>
              <a:gd name="connsiteX1099-58495" fmla="*/ 10572694 w 18982931"/>
              <a:gd name="connsiteY1099-58496" fmla="*/ 2140336 h 4449429"/>
              <a:gd name="connsiteX1100-58497" fmla="*/ 10642669 w 18982931"/>
              <a:gd name="connsiteY1100-58498" fmla="*/ 2144449 h 4449429"/>
              <a:gd name="connsiteX1101-58499" fmla="*/ 10642669 w 18982931"/>
              <a:gd name="connsiteY1101-58500" fmla="*/ 2477849 h 4449429"/>
              <a:gd name="connsiteX1102-58501" fmla="*/ 10885512 w 18982931"/>
              <a:gd name="connsiteY1102-58502" fmla="*/ 2477849 h 4449429"/>
              <a:gd name="connsiteX1103-58503" fmla="*/ 10885512 w 18982931"/>
              <a:gd name="connsiteY1103-58504" fmla="*/ 2292626 h 4449429"/>
              <a:gd name="connsiteX1104-58505" fmla="*/ 10959601 w 18982931"/>
              <a:gd name="connsiteY1104-58506" fmla="*/ 2292626 h 4449429"/>
              <a:gd name="connsiteX1105-58507" fmla="*/ 10959601 w 18982931"/>
              <a:gd name="connsiteY1105-58508" fmla="*/ 2477849 h 4449429"/>
              <a:gd name="connsiteX1106-58509" fmla="*/ 11066618 w 18982931"/>
              <a:gd name="connsiteY1106-58510" fmla="*/ 2477849 h 4449429"/>
              <a:gd name="connsiteX1107-58511" fmla="*/ 11107778 w 18982931"/>
              <a:gd name="connsiteY1107-58512" fmla="*/ 2284395 h 4449429"/>
              <a:gd name="connsiteX1108-58513" fmla="*/ 11136593 w 18982931"/>
              <a:gd name="connsiteY1108-58514" fmla="*/ 2053897 h 4449429"/>
              <a:gd name="connsiteX1109-58515" fmla="*/ 11136593 w 18982931"/>
              <a:gd name="connsiteY1109-58516" fmla="*/ 1061936 h 4449429"/>
              <a:gd name="connsiteX1110-58517" fmla="*/ 11148938 w 18982931"/>
              <a:gd name="connsiteY1110-58518" fmla="*/ 938454 h 4449429"/>
              <a:gd name="connsiteX1111-58519" fmla="*/ 11161288 w 18982931"/>
              <a:gd name="connsiteY1111-58520" fmla="*/ 938454 h 4449429"/>
              <a:gd name="connsiteX1112-58521" fmla="*/ 11177753 w 18982931"/>
              <a:gd name="connsiteY1112-58522" fmla="*/ 983729 h 4449429"/>
              <a:gd name="connsiteX1113-58523" fmla="*/ 11231258 w 18982931"/>
              <a:gd name="connsiteY1113-58524" fmla="*/ 572126 h 4449429"/>
              <a:gd name="connsiteX1114-58525" fmla="*/ 11243610 w 18982931"/>
              <a:gd name="connsiteY1114-58526" fmla="*/ 572126 h 4449429"/>
              <a:gd name="connsiteX1115-58527" fmla="*/ 11284770 w 18982931"/>
              <a:gd name="connsiteY1115-58528" fmla="*/ 946687 h 4449429"/>
              <a:gd name="connsiteX1116-58529" fmla="*/ 11325929 w 18982931"/>
              <a:gd name="connsiteY1116-58530" fmla="*/ 934337 h 4449429"/>
              <a:gd name="connsiteX1117-58531" fmla="*/ 11342394 w 18982931"/>
              <a:gd name="connsiteY1117-58532" fmla="*/ 1061936 h 4449429"/>
              <a:gd name="connsiteX1118-58533" fmla="*/ 11342394 w 18982931"/>
              <a:gd name="connsiteY1118-58534" fmla="*/ 1300666 h 4449429"/>
              <a:gd name="connsiteX1119-58535" fmla="*/ 11358857 w 18982931"/>
              <a:gd name="connsiteY1119-58536" fmla="*/ 2132104 h 4449429"/>
              <a:gd name="connsiteX1120-58537" fmla="*/ 11362976 w 18982931"/>
              <a:gd name="connsiteY1120-58538" fmla="*/ 2165031 h 4449429"/>
              <a:gd name="connsiteX1121-58539" fmla="*/ 11453524 w 18982931"/>
              <a:gd name="connsiteY1121-58540" fmla="*/ 2165031 h 4449429"/>
              <a:gd name="connsiteX1122-58541" fmla="*/ 11457643 w 18982931"/>
              <a:gd name="connsiteY1122-58542" fmla="*/ 2082711 h 4449429"/>
              <a:gd name="connsiteX1123-58543" fmla="*/ 11535845 w 18982931"/>
              <a:gd name="connsiteY1123-58544" fmla="*/ 2078592 h 4449429"/>
              <a:gd name="connsiteX1124-58545" fmla="*/ 11535845 w 18982931"/>
              <a:gd name="connsiteY1124-58546" fmla="*/ 2004505 h 4449429"/>
              <a:gd name="connsiteX1125-58547" fmla="*/ 11548195 w 18982931"/>
              <a:gd name="connsiteY1125-58548" fmla="*/ 1736964 h 4449429"/>
              <a:gd name="connsiteX1126-58549" fmla="*/ 11609938 w 18982931"/>
              <a:gd name="connsiteY1126-58550" fmla="*/ 1609365 h 4449429"/>
              <a:gd name="connsiteX1127-58551" fmla="*/ 11688140 w 18982931"/>
              <a:gd name="connsiteY1127-58552" fmla="*/ 1765774 h 4449429"/>
              <a:gd name="connsiteX1128-58553" fmla="*/ 11688140 w 18982931"/>
              <a:gd name="connsiteY1128-58554" fmla="*/ 2082711 h 4449429"/>
              <a:gd name="connsiteX1129-58555" fmla="*/ 11910406 w 18982931"/>
              <a:gd name="connsiteY1129-58556" fmla="*/ 2148567 h 4449429"/>
              <a:gd name="connsiteX1130-58557" fmla="*/ 11988608 w 18982931"/>
              <a:gd name="connsiteY1130-58558" fmla="*/ 2119754 h 4449429"/>
              <a:gd name="connsiteX1131-58559" fmla="*/ 11991181 w 18982931"/>
              <a:gd name="connsiteY1131-58560" fmla="*/ 2153197 h 4449429"/>
              <a:gd name="connsiteX1132-58561" fmla="*/ 11993908 w 18982931"/>
              <a:gd name="connsiteY1132-58562" fmla="*/ 2158900 h 4449429"/>
              <a:gd name="connsiteX1133-58563" fmla="*/ 11993908 w 18982931"/>
              <a:gd name="connsiteY1133-58564" fmla="*/ 2156799 h 4449429"/>
              <a:gd name="connsiteX1134-58565" fmla="*/ 11998023 w 18982931"/>
              <a:gd name="connsiteY1134-58566" fmla="*/ 2115639 h 4449429"/>
              <a:gd name="connsiteX1135-58567" fmla="*/ 12010373 w 18982931"/>
              <a:gd name="connsiteY1135-58568" fmla="*/ 2115639 h 4449429"/>
              <a:gd name="connsiteX1136-58569" fmla="*/ 12014490 w 18982931"/>
              <a:gd name="connsiteY1136-58570" fmla="*/ 2185614 h 4449429"/>
              <a:gd name="connsiteX1137-58571" fmla="*/ 12055650 w 18982931"/>
              <a:gd name="connsiteY1137-58572" fmla="*/ 2259703 h 4449429"/>
              <a:gd name="connsiteX1138-58573" fmla="*/ 12109157 w 18982931"/>
              <a:gd name="connsiteY1138-58574" fmla="*/ 2267933 h 4449429"/>
              <a:gd name="connsiteX1139-58575" fmla="*/ 12137972 w 18982931"/>
              <a:gd name="connsiteY1139-58576" fmla="*/ 2580753 h 4449429"/>
              <a:gd name="connsiteX1140-58577" fmla="*/ 12150317 w 18982931"/>
              <a:gd name="connsiteY1140-58578" fmla="*/ 2580753 h 4449429"/>
              <a:gd name="connsiteX1141-58579" fmla="*/ 12179132 w 18982931"/>
              <a:gd name="connsiteY1141-58580" fmla="*/ 2411992 h 4449429"/>
              <a:gd name="connsiteX1142-58581" fmla="*/ 12207942 w 18982931"/>
              <a:gd name="connsiteY1142-58582" fmla="*/ 2160917 h 4449429"/>
              <a:gd name="connsiteX1143-58583" fmla="*/ 12216174 w 18982931"/>
              <a:gd name="connsiteY1143-58584" fmla="*/ 2152686 h 4449429"/>
              <a:gd name="connsiteX1144-58585" fmla="*/ 12331423 w 18982931"/>
              <a:gd name="connsiteY1144-58586" fmla="*/ 2152686 h 4449429"/>
              <a:gd name="connsiteX1145-58587" fmla="*/ 12331423 w 18982931"/>
              <a:gd name="connsiteY1145-58588" fmla="*/ 2317327 h 4449429"/>
              <a:gd name="connsiteX1146-58589" fmla="*/ 12496064 w 18982931"/>
              <a:gd name="connsiteY1146-58590" fmla="*/ 2313208 h 4449429"/>
              <a:gd name="connsiteX1147-58591" fmla="*/ 12557802 w 18982931"/>
              <a:gd name="connsiteY1147-58592" fmla="*/ 2210310 h 4449429"/>
              <a:gd name="connsiteX1148-58593" fmla="*/ 12566034 w 18982931"/>
              <a:gd name="connsiteY1148-58594" fmla="*/ 2206191 h 4449429"/>
              <a:gd name="connsiteX1149-58595" fmla="*/ 12598962 w 18982931"/>
              <a:gd name="connsiteY1149-58596" fmla="*/ 2267933 h 4449429"/>
              <a:gd name="connsiteX1150-58597" fmla="*/ 12607194 w 18982931"/>
              <a:gd name="connsiteY1150-58598" fmla="*/ 2263816 h 4449429"/>
              <a:gd name="connsiteX1151-58599" fmla="*/ 12607194 w 18982931"/>
              <a:gd name="connsiteY1151-58600" fmla="*/ 1461193 h 4449429"/>
              <a:gd name="connsiteX1152-58601" fmla="*/ 12677169 w 18982931"/>
              <a:gd name="connsiteY1152-58602" fmla="*/ 1230695 h 4449429"/>
              <a:gd name="connsiteX1153-58603" fmla="*/ 12920017 w 18982931"/>
              <a:gd name="connsiteY1153-58604" fmla="*/ 1230695 h 4449429"/>
              <a:gd name="connsiteX1154-58605" fmla="*/ 12948827 w 18982931"/>
              <a:gd name="connsiteY1154-58606" fmla="*/ 1490003 h 4449429"/>
              <a:gd name="connsiteX1155-58607" fmla="*/ 12948827 w 18982931"/>
              <a:gd name="connsiteY1155-58608" fmla="*/ 1909838 h 4449429"/>
              <a:gd name="connsiteX1156-58609" fmla="*/ 12948827 w 18982931"/>
              <a:gd name="connsiteY1156-58610" fmla="*/ 1975695 h 4449429"/>
              <a:gd name="connsiteX1157-58611" fmla="*/ 12969405 w 18982931"/>
              <a:gd name="connsiteY1157-58612" fmla="*/ 1979812 h 4449429"/>
              <a:gd name="connsiteX1158-58613" fmla="*/ 12989987 w 18982931"/>
              <a:gd name="connsiteY1158-58614" fmla="*/ 1913955 h 4449429"/>
              <a:gd name="connsiteX1159-58615" fmla="*/ 12989987 w 18982931"/>
              <a:gd name="connsiteY1159-58616" fmla="*/ 1469425 h 4449429"/>
              <a:gd name="connsiteX1160-58617" fmla="*/ 13064076 w 18982931"/>
              <a:gd name="connsiteY1160-58618" fmla="*/ 1395336 h 4449429"/>
              <a:gd name="connsiteX1161-58619" fmla="*/ 13146396 w 18982931"/>
              <a:gd name="connsiteY1161-58620" fmla="*/ 1395336 h 4449429"/>
              <a:gd name="connsiteX1162-58621" fmla="*/ 13146396 w 18982931"/>
              <a:gd name="connsiteY1162-58622" fmla="*/ 1111328 h 4449429"/>
              <a:gd name="connsiteX1163-58623" fmla="*/ 13216366 w 18982931"/>
              <a:gd name="connsiteY1163-58624" fmla="*/ 1103096 h 4449429"/>
              <a:gd name="connsiteX1164-58625" fmla="*/ 13228716 w 18982931"/>
              <a:gd name="connsiteY1164-58626" fmla="*/ 1041358 h 4449429"/>
              <a:gd name="connsiteX1165-58627" fmla="*/ 13368662 w 18982931"/>
              <a:gd name="connsiteY1165-58628" fmla="*/ 1041358 h 4449429"/>
              <a:gd name="connsiteX1166-58629" fmla="*/ 13368662 w 18982931"/>
              <a:gd name="connsiteY1166-58630" fmla="*/ 687379 h 4449429"/>
              <a:gd name="connsiteX1167-58631" fmla="*/ 13483911 w 18982931"/>
              <a:gd name="connsiteY1167-58632" fmla="*/ 687379 h 4449429"/>
              <a:gd name="connsiteX1168-58633" fmla="*/ 13483911 w 18982931"/>
              <a:gd name="connsiteY1168-58634" fmla="*/ 617404 h 4449429"/>
              <a:gd name="connsiteX1169-58635" fmla="*/ 13483911 w 18982931"/>
              <a:gd name="connsiteY1169-58636" fmla="*/ 131714 h 4449429"/>
              <a:gd name="connsiteX1170-58637" fmla="*/ 13541534 w 18982931"/>
              <a:gd name="connsiteY1170-58638" fmla="*/ 74089 h 4449429"/>
              <a:gd name="connsiteX1171-58639" fmla="*/ 13685593 w 18982931"/>
              <a:gd name="connsiteY1171-58640" fmla="*/ 74089 h 4449429"/>
              <a:gd name="connsiteX1172-58641" fmla="*/ 13730872 w 18982931"/>
              <a:gd name="connsiteY1172-58642" fmla="*/ 49392 h 4449429"/>
              <a:gd name="connsiteX1173-58643" fmla="*/ 13739104 w 18982931"/>
              <a:gd name="connsiteY1173-58644" fmla="*/ 0 h 4449429"/>
              <a:gd name="connsiteX0-58645" fmla="*/ 16404499 w 18982931"/>
              <a:gd name="connsiteY0-58646" fmla="*/ 4309270 h 4449429"/>
              <a:gd name="connsiteX1-58647" fmla="*/ 16404499 w 18982931"/>
              <a:gd name="connsiteY1-58648" fmla="*/ 4366104 h 4449429"/>
              <a:gd name="connsiteX2-58649" fmla="*/ 16461332 w 18982931"/>
              <a:gd name="connsiteY2-58650" fmla="*/ 4366104 h 4449429"/>
              <a:gd name="connsiteX3-58651" fmla="*/ 16461332 w 18982931"/>
              <a:gd name="connsiteY3-58652" fmla="*/ 4309270 h 4449429"/>
              <a:gd name="connsiteX4-58653" fmla="*/ 16404499 w 18982931"/>
              <a:gd name="connsiteY4-58654" fmla="*/ 4309270 h 4449429"/>
              <a:gd name="connsiteX5-58655" fmla="*/ 16292444 w 18982931"/>
              <a:gd name="connsiteY5-58656" fmla="*/ 4309270 h 4449429"/>
              <a:gd name="connsiteX6-58657" fmla="*/ 16292444 w 18982931"/>
              <a:gd name="connsiteY6-58658" fmla="*/ 4366104 h 4449429"/>
              <a:gd name="connsiteX7-58659" fmla="*/ 16349278 w 18982931"/>
              <a:gd name="connsiteY7-58660" fmla="*/ 4366104 h 4449429"/>
              <a:gd name="connsiteX8-58661" fmla="*/ 16349278 w 18982931"/>
              <a:gd name="connsiteY8-58662" fmla="*/ 4309270 h 4449429"/>
              <a:gd name="connsiteX9-58663" fmla="*/ 16292444 w 18982931"/>
              <a:gd name="connsiteY9-58664" fmla="*/ 4309270 h 4449429"/>
              <a:gd name="connsiteX10-58665" fmla="*/ 16180390 w 18982931"/>
              <a:gd name="connsiteY10-58666" fmla="*/ 4309270 h 4449429"/>
              <a:gd name="connsiteX11-58667" fmla="*/ 16180390 w 18982931"/>
              <a:gd name="connsiteY11-58668" fmla="*/ 4366104 h 4449429"/>
              <a:gd name="connsiteX12-58669" fmla="*/ 16237224 w 18982931"/>
              <a:gd name="connsiteY12-58670" fmla="*/ 4366104 h 4449429"/>
              <a:gd name="connsiteX13-58671" fmla="*/ 16237224 w 18982931"/>
              <a:gd name="connsiteY13-58672" fmla="*/ 4309270 h 4449429"/>
              <a:gd name="connsiteX14-58673" fmla="*/ 16180390 w 18982931"/>
              <a:gd name="connsiteY14-58674" fmla="*/ 4309270 h 4449429"/>
              <a:gd name="connsiteX15-58675" fmla="*/ 2813944 w 18982931"/>
              <a:gd name="connsiteY15-58676" fmla="*/ 4309269 h 4449429"/>
              <a:gd name="connsiteX16-58677" fmla="*/ 2813944 w 18982931"/>
              <a:gd name="connsiteY16-58678" fmla="*/ 4366102 h 4449429"/>
              <a:gd name="connsiteX17-58679" fmla="*/ 2870780 w 18982931"/>
              <a:gd name="connsiteY17-58680" fmla="*/ 4366102 h 4449429"/>
              <a:gd name="connsiteX18-58681" fmla="*/ 2870780 w 18982931"/>
              <a:gd name="connsiteY18-58682" fmla="*/ 4309269 h 4449429"/>
              <a:gd name="connsiteX19-58683" fmla="*/ 2813944 w 18982931"/>
              <a:gd name="connsiteY19-58684" fmla="*/ 4309269 h 4449429"/>
              <a:gd name="connsiteX20-58685" fmla="*/ 2701890 w 18982931"/>
              <a:gd name="connsiteY20-58686" fmla="*/ 4309269 h 4449429"/>
              <a:gd name="connsiteX21-58687" fmla="*/ 2701890 w 18982931"/>
              <a:gd name="connsiteY21-58688" fmla="*/ 4366102 h 4449429"/>
              <a:gd name="connsiteX22-58689" fmla="*/ 2758723 w 18982931"/>
              <a:gd name="connsiteY22-58690" fmla="*/ 4366102 h 4449429"/>
              <a:gd name="connsiteX23-58691" fmla="*/ 2758723 w 18982931"/>
              <a:gd name="connsiteY23-58692" fmla="*/ 4309269 h 4449429"/>
              <a:gd name="connsiteX24-58693" fmla="*/ 2701890 w 18982931"/>
              <a:gd name="connsiteY24-58694" fmla="*/ 4309269 h 4449429"/>
              <a:gd name="connsiteX25-58695" fmla="*/ 2589843 w 18982931"/>
              <a:gd name="connsiteY25-58696" fmla="*/ 4309269 h 4449429"/>
              <a:gd name="connsiteX26-58697" fmla="*/ 2589843 w 18982931"/>
              <a:gd name="connsiteY26-58698" fmla="*/ 4366102 h 4449429"/>
              <a:gd name="connsiteX27-58699" fmla="*/ 2646669 w 18982931"/>
              <a:gd name="connsiteY27-58700" fmla="*/ 4366102 h 4449429"/>
              <a:gd name="connsiteX28-58701" fmla="*/ 2646669 w 18982931"/>
              <a:gd name="connsiteY28-58702" fmla="*/ 4309269 h 4449429"/>
              <a:gd name="connsiteX29-58703" fmla="*/ 2589843 w 18982931"/>
              <a:gd name="connsiteY29-58704" fmla="*/ 4309269 h 4449429"/>
              <a:gd name="connsiteX30-58705" fmla="*/ 16404499 w 18982931"/>
              <a:gd name="connsiteY30-58706" fmla="*/ 4163982 h 4449429"/>
              <a:gd name="connsiteX31-58707" fmla="*/ 16404499 w 18982931"/>
              <a:gd name="connsiteY31-58708" fmla="*/ 4220816 h 4449429"/>
              <a:gd name="connsiteX32-58709" fmla="*/ 16461332 w 18982931"/>
              <a:gd name="connsiteY32-58710" fmla="*/ 4220816 h 4449429"/>
              <a:gd name="connsiteX33-58711" fmla="*/ 16461332 w 18982931"/>
              <a:gd name="connsiteY33-58712" fmla="*/ 4163982 h 4449429"/>
              <a:gd name="connsiteX34-58713" fmla="*/ 16404499 w 18982931"/>
              <a:gd name="connsiteY34-58714" fmla="*/ 4163982 h 4449429"/>
              <a:gd name="connsiteX35-58715" fmla="*/ 16292444 w 18982931"/>
              <a:gd name="connsiteY35-58716" fmla="*/ 4163982 h 4449429"/>
              <a:gd name="connsiteX36-58717" fmla="*/ 16292444 w 18982931"/>
              <a:gd name="connsiteY36-58718" fmla="*/ 4220816 h 4449429"/>
              <a:gd name="connsiteX37-58719" fmla="*/ 16349278 w 18982931"/>
              <a:gd name="connsiteY37-58720" fmla="*/ 4220816 h 4449429"/>
              <a:gd name="connsiteX38-58721" fmla="*/ 16349278 w 18982931"/>
              <a:gd name="connsiteY38-58722" fmla="*/ 4163982 h 4449429"/>
              <a:gd name="connsiteX39-58723" fmla="*/ 16292444 w 18982931"/>
              <a:gd name="connsiteY39-58724" fmla="*/ 4163982 h 4449429"/>
              <a:gd name="connsiteX40-58725" fmla="*/ 16180390 w 18982931"/>
              <a:gd name="connsiteY40-58726" fmla="*/ 4163982 h 4449429"/>
              <a:gd name="connsiteX41-58727" fmla="*/ 16180390 w 18982931"/>
              <a:gd name="connsiteY41-58728" fmla="*/ 4220816 h 4449429"/>
              <a:gd name="connsiteX42-58729" fmla="*/ 16237224 w 18982931"/>
              <a:gd name="connsiteY42-58730" fmla="*/ 4220816 h 4449429"/>
              <a:gd name="connsiteX43-58731" fmla="*/ 16237224 w 18982931"/>
              <a:gd name="connsiteY43-58732" fmla="*/ 4163982 h 4449429"/>
              <a:gd name="connsiteX44-58733" fmla="*/ 16180390 w 18982931"/>
              <a:gd name="connsiteY44-58734" fmla="*/ 4163982 h 4449429"/>
              <a:gd name="connsiteX45-58735" fmla="*/ 2813944 w 18982931"/>
              <a:gd name="connsiteY45-58736" fmla="*/ 4163981 h 4449429"/>
              <a:gd name="connsiteX46-58737" fmla="*/ 2813944 w 18982931"/>
              <a:gd name="connsiteY46-58738" fmla="*/ 4220814 h 4449429"/>
              <a:gd name="connsiteX47-58739" fmla="*/ 2870780 w 18982931"/>
              <a:gd name="connsiteY47-58740" fmla="*/ 4220814 h 4449429"/>
              <a:gd name="connsiteX48-58741" fmla="*/ 2870780 w 18982931"/>
              <a:gd name="connsiteY48-58742" fmla="*/ 4163981 h 4449429"/>
              <a:gd name="connsiteX49-58743" fmla="*/ 2813944 w 18982931"/>
              <a:gd name="connsiteY49-58744" fmla="*/ 4163981 h 4449429"/>
              <a:gd name="connsiteX50-58745" fmla="*/ 2701890 w 18982931"/>
              <a:gd name="connsiteY50-58746" fmla="*/ 4163981 h 4449429"/>
              <a:gd name="connsiteX51-58747" fmla="*/ 2701890 w 18982931"/>
              <a:gd name="connsiteY51-58748" fmla="*/ 4220814 h 4449429"/>
              <a:gd name="connsiteX52-58749" fmla="*/ 2758723 w 18982931"/>
              <a:gd name="connsiteY52-58750" fmla="*/ 4220814 h 4449429"/>
              <a:gd name="connsiteX53-58751" fmla="*/ 2758723 w 18982931"/>
              <a:gd name="connsiteY53-58752" fmla="*/ 4163981 h 4449429"/>
              <a:gd name="connsiteX54-58753" fmla="*/ 2701890 w 18982931"/>
              <a:gd name="connsiteY54-58754" fmla="*/ 4163981 h 4449429"/>
              <a:gd name="connsiteX55-58755" fmla="*/ 2589843 w 18982931"/>
              <a:gd name="connsiteY55-58756" fmla="*/ 4163981 h 4449429"/>
              <a:gd name="connsiteX56-58757" fmla="*/ 2589843 w 18982931"/>
              <a:gd name="connsiteY56-58758" fmla="*/ 4220814 h 4449429"/>
              <a:gd name="connsiteX57-58759" fmla="*/ 2646669 w 18982931"/>
              <a:gd name="connsiteY57-58760" fmla="*/ 4220814 h 4449429"/>
              <a:gd name="connsiteX58-58761" fmla="*/ 2646669 w 18982931"/>
              <a:gd name="connsiteY58-58762" fmla="*/ 4163981 h 4449429"/>
              <a:gd name="connsiteX59-58763" fmla="*/ 2589843 w 18982931"/>
              <a:gd name="connsiteY59-58764" fmla="*/ 4163981 h 4449429"/>
              <a:gd name="connsiteX60-58765" fmla="*/ 9851983 w 18982931"/>
              <a:gd name="connsiteY60-58766" fmla="*/ 4073253 h 4449429"/>
              <a:gd name="connsiteX61-58767" fmla="*/ 9851983 w 18982931"/>
              <a:gd name="connsiteY61-58768" fmla="*/ 4282100 h 4449429"/>
              <a:gd name="connsiteX62-58769" fmla="*/ 9897683 w 18982931"/>
              <a:gd name="connsiteY62-58770" fmla="*/ 4282100 h 4449429"/>
              <a:gd name="connsiteX63-58771" fmla="*/ 9897683 w 18982931"/>
              <a:gd name="connsiteY63-58772" fmla="*/ 4073253 h 4449429"/>
              <a:gd name="connsiteX64-58773" fmla="*/ 9851983 w 18982931"/>
              <a:gd name="connsiteY64-58774" fmla="*/ 4073253 h 4449429"/>
              <a:gd name="connsiteX65-58775" fmla="*/ 9760354 w 18982931"/>
              <a:gd name="connsiteY65-58776" fmla="*/ 4073253 h 4449429"/>
              <a:gd name="connsiteX66-58777" fmla="*/ 9760354 w 18982931"/>
              <a:gd name="connsiteY66-58778" fmla="*/ 4282100 h 4449429"/>
              <a:gd name="connsiteX67-58779" fmla="*/ 9806054 w 18982931"/>
              <a:gd name="connsiteY67-58780" fmla="*/ 4282100 h 4449429"/>
              <a:gd name="connsiteX68-58781" fmla="*/ 9806054 w 18982931"/>
              <a:gd name="connsiteY68-58782" fmla="*/ 4073253 h 4449429"/>
              <a:gd name="connsiteX69-58783" fmla="*/ 9760354 w 18982931"/>
              <a:gd name="connsiteY69-58784" fmla="*/ 4073253 h 4449429"/>
              <a:gd name="connsiteX70-58785" fmla="*/ 9668723 w 18982931"/>
              <a:gd name="connsiteY70-58786" fmla="*/ 4073253 h 4449429"/>
              <a:gd name="connsiteX71-58787" fmla="*/ 9668723 w 18982931"/>
              <a:gd name="connsiteY71-58788" fmla="*/ 4282100 h 4449429"/>
              <a:gd name="connsiteX72-58789" fmla="*/ 9714423 w 18982931"/>
              <a:gd name="connsiteY72-58790" fmla="*/ 4282100 h 4449429"/>
              <a:gd name="connsiteX73-58791" fmla="*/ 9714423 w 18982931"/>
              <a:gd name="connsiteY73-58792" fmla="*/ 4073253 h 4449429"/>
              <a:gd name="connsiteX74-58793" fmla="*/ 9668723 w 18982931"/>
              <a:gd name="connsiteY74-58794" fmla="*/ 4073253 h 4449429"/>
              <a:gd name="connsiteX75-58795" fmla="*/ 9577094 w 18982931"/>
              <a:gd name="connsiteY75-58796" fmla="*/ 4073253 h 4449429"/>
              <a:gd name="connsiteX76-58797" fmla="*/ 9577094 w 18982931"/>
              <a:gd name="connsiteY76-58798" fmla="*/ 4282100 h 4449429"/>
              <a:gd name="connsiteX77-58799" fmla="*/ 9622794 w 18982931"/>
              <a:gd name="connsiteY77-58800" fmla="*/ 4282100 h 4449429"/>
              <a:gd name="connsiteX78-58801" fmla="*/ 9622794 w 18982931"/>
              <a:gd name="connsiteY78-58802" fmla="*/ 4073253 h 4449429"/>
              <a:gd name="connsiteX79-58803" fmla="*/ 9577094 w 18982931"/>
              <a:gd name="connsiteY79-58804" fmla="*/ 4073253 h 4449429"/>
              <a:gd name="connsiteX80-58805" fmla="*/ 9485470 w 18982931"/>
              <a:gd name="connsiteY80-58806" fmla="*/ 4073253 h 4449429"/>
              <a:gd name="connsiteX81-58807" fmla="*/ 9485470 w 18982931"/>
              <a:gd name="connsiteY81-58808" fmla="*/ 4282100 h 4449429"/>
              <a:gd name="connsiteX82-58809" fmla="*/ 9531165 w 18982931"/>
              <a:gd name="connsiteY82-58810" fmla="*/ 4282100 h 4449429"/>
              <a:gd name="connsiteX83-58811" fmla="*/ 9531165 w 18982931"/>
              <a:gd name="connsiteY83-58812" fmla="*/ 4073253 h 4449429"/>
              <a:gd name="connsiteX84-58813" fmla="*/ 9485470 w 18982931"/>
              <a:gd name="connsiteY84-58814" fmla="*/ 4073253 h 4449429"/>
              <a:gd name="connsiteX85-58815" fmla="*/ 9393836 w 18982931"/>
              <a:gd name="connsiteY85-58816" fmla="*/ 4073253 h 4449429"/>
              <a:gd name="connsiteX86-58817" fmla="*/ 9393836 w 18982931"/>
              <a:gd name="connsiteY86-58818" fmla="*/ 4282100 h 4449429"/>
              <a:gd name="connsiteX87-58819" fmla="*/ 9439536 w 18982931"/>
              <a:gd name="connsiteY87-58820" fmla="*/ 4282100 h 4449429"/>
              <a:gd name="connsiteX88-58821" fmla="*/ 9439536 w 18982931"/>
              <a:gd name="connsiteY88-58822" fmla="*/ 4073253 h 4449429"/>
              <a:gd name="connsiteX89-58823" fmla="*/ 9393836 w 18982931"/>
              <a:gd name="connsiteY89-58824" fmla="*/ 4073253 h 4449429"/>
              <a:gd name="connsiteX90-58825" fmla="*/ 9302203 w 18982931"/>
              <a:gd name="connsiteY90-58826" fmla="*/ 4073253 h 4449429"/>
              <a:gd name="connsiteX91-58827" fmla="*/ 9302203 w 18982931"/>
              <a:gd name="connsiteY91-58828" fmla="*/ 4282100 h 4449429"/>
              <a:gd name="connsiteX92-58829" fmla="*/ 9347904 w 18982931"/>
              <a:gd name="connsiteY92-58830" fmla="*/ 4282100 h 4449429"/>
              <a:gd name="connsiteX93-58831" fmla="*/ 9347904 w 18982931"/>
              <a:gd name="connsiteY93-58832" fmla="*/ 4073253 h 4449429"/>
              <a:gd name="connsiteX94-58833" fmla="*/ 9302203 w 18982931"/>
              <a:gd name="connsiteY94-58834" fmla="*/ 4073253 h 4449429"/>
              <a:gd name="connsiteX95-58835" fmla="*/ 16404499 w 18982931"/>
              <a:gd name="connsiteY95-58836" fmla="*/ 4018694 h 4449429"/>
              <a:gd name="connsiteX96-58837" fmla="*/ 16404499 w 18982931"/>
              <a:gd name="connsiteY96-58838" fmla="*/ 4075528 h 4449429"/>
              <a:gd name="connsiteX97-58839" fmla="*/ 16461332 w 18982931"/>
              <a:gd name="connsiteY97-58840" fmla="*/ 4075528 h 4449429"/>
              <a:gd name="connsiteX98-58841" fmla="*/ 16461332 w 18982931"/>
              <a:gd name="connsiteY98-58842" fmla="*/ 4018694 h 4449429"/>
              <a:gd name="connsiteX99-58843" fmla="*/ 16404499 w 18982931"/>
              <a:gd name="connsiteY99-58844" fmla="*/ 4018694 h 4449429"/>
              <a:gd name="connsiteX100-58845" fmla="*/ 16292444 w 18982931"/>
              <a:gd name="connsiteY100-58846" fmla="*/ 4018694 h 4449429"/>
              <a:gd name="connsiteX101-58847" fmla="*/ 16292444 w 18982931"/>
              <a:gd name="connsiteY101-58848" fmla="*/ 4075528 h 4449429"/>
              <a:gd name="connsiteX102-58849" fmla="*/ 16349278 w 18982931"/>
              <a:gd name="connsiteY102-58850" fmla="*/ 4075528 h 4449429"/>
              <a:gd name="connsiteX103-58851" fmla="*/ 16349278 w 18982931"/>
              <a:gd name="connsiteY103-58852" fmla="*/ 4018694 h 4449429"/>
              <a:gd name="connsiteX104-58853" fmla="*/ 16292444 w 18982931"/>
              <a:gd name="connsiteY104-58854" fmla="*/ 4018694 h 4449429"/>
              <a:gd name="connsiteX105-58855" fmla="*/ 16180390 w 18982931"/>
              <a:gd name="connsiteY105-58856" fmla="*/ 4018694 h 4449429"/>
              <a:gd name="connsiteX106-58857" fmla="*/ 16180390 w 18982931"/>
              <a:gd name="connsiteY106-58858" fmla="*/ 4075528 h 4449429"/>
              <a:gd name="connsiteX107-58859" fmla="*/ 16237224 w 18982931"/>
              <a:gd name="connsiteY107-58860" fmla="*/ 4075528 h 4449429"/>
              <a:gd name="connsiteX108-58861" fmla="*/ 16237224 w 18982931"/>
              <a:gd name="connsiteY108-58862" fmla="*/ 4018694 h 4449429"/>
              <a:gd name="connsiteX109-58863" fmla="*/ 16180390 w 18982931"/>
              <a:gd name="connsiteY109-58864" fmla="*/ 4018694 h 4449429"/>
              <a:gd name="connsiteX110-58865" fmla="*/ 2813944 w 18982931"/>
              <a:gd name="connsiteY110-58866" fmla="*/ 4018692 h 4449429"/>
              <a:gd name="connsiteX111-58867" fmla="*/ 2813944 w 18982931"/>
              <a:gd name="connsiteY111-58868" fmla="*/ 4075526 h 4449429"/>
              <a:gd name="connsiteX112-58869" fmla="*/ 2870780 w 18982931"/>
              <a:gd name="connsiteY112-58870" fmla="*/ 4075526 h 4449429"/>
              <a:gd name="connsiteX113-58871" fmla="*/ 2870780 w 18982931"/>
              <a:gd name="connsiteY113-58872" fmla="*/ 4018692 h 4449429"/>
              <a:gd name="connsiteX114-58873" fmla="*/ 2813944 w 18982931"/>
              <a:gd name="connsiteY114-58874" fmla="*/ 4018692 h 4449429"/>
              <a:gd name="connsiteX115-58875" fmla="*/ 2701890 w 18982931"/>
              <a:gd name="connsiteY115-58876" fmla="*/ 4018692 h 4449429"/>
              <a:gd name="connsiteX116-58877" fmla="*/ 2701890 w 18982931"/>
              <a:gd name="connsiteY116-58878" fmla="*/ 4075526 h 4449429"/>
              <a:gd name="connsiteX117-58879" fmla="*/ 2758723 w 18982931"/>
              <a:gd name="connsiteY117-58880" fmla="*/ 4075526 h 4449429"/>
              <a:gd name="connsiteX118-58881" fmla="*/ 2758723 w 18982931"/>
              <a:gd name="connsiteY118-58882" fmla="*/ 4018692 h 4449429"/>
              <a:gd name="connsiteX119-58883" fmla="*/ 2701890 w 18982931"/>
              <a:gd name="connsiteY119-58884" fmla="*/ 4018692 h 4449429"/>
              <a:gd name="connsiteX120-58885" fmla="*/ 2589843 w 18982931"/>
              <a:gd name="connsiteY120-58886" fmla="*/ 4018692 h 4449429"/>
              <a:gd name="connsiteX121-58887" fmla="*/ 2589843 w 18982931"/>
              <a:gd name="connsiteY121-58888" fmla="*/ 4075526 h 4449429"/>
              <a:gd name="connsiteX122-58889" fmla="*/ 2646669 w 18982931"/>
              <a:gd name="connsiteY122-58890" fmla="*/ 4075526 h 4449429"/>
              <a:gd name="connsiteX123-58891" fmla="*/ 2646669 w 18982931"/>
              <a:gd name="connsiteY123-58892" fmla="*/ 4018692 h 4449429"/>
              <a:gd name="connsiteX124-58893" fmla="*/ 2589843 w 18982931"/>
              <a:gd name="connsiteY124-58894" fmla="*/ 4018692 h 4449429"/>
              <a:gd name="connsiteX125-58895" fmla="*/ 16404499 w 18982931"/>
              <a:gd name="connsiteY125-58896" fmla="*/ 3873406 h 4449429"/>
              <a:gd name="connsiteX126-58897" fmla="*/ 16404499 w 18982931"/>
              <a:gd name="connsiteY126-58898" fmla="*/ 3930240 h 4449429"/>
              <a:gd name="connsiteX127-58899" fmla="*/ 16461332 w 18982931"/>
              <a:gd name="connsiteY127-58900" fmla="*/ 3930240 h 4449429"/>
              <a:gd name="connsiteX128-58901" fmla="*/ 16461332 w 18982931"/>
              <a:gd name="connsiteY128-58902" fmla="*/ 3873406 h 4449429"/>
              <a:gd name="connsiteX129-58903" fmla="*/ 16404499 w 18982931"/>
              <a:gd name="connsiteY129-58904" fmla="*/ 3873406 h 4449429"/>
              <a:gd name="connsiteX130-58905" fmla="*/ 16292444 w 18982931"/>
              <a:gd name="connsiteY130-58906" fmla="*/ 3873406 h 4449429"/>
              <a:gd name="connsiteX131-58907" fmla="*/ 16292444 w 18982931"/>
              <a:gd name="connsiteY131-58908" fmla="*/ 3930240 h 4449429"/>
              <a:gd name="connsiteX132-58909" fmla="*/ 16349278 w 18982931"/>
              <a:gd name="connsiteY132-58910" fmla="*/ 3930240 h 4449429"/>
              <a:gd name="connsiteX133-58911" fmla="*/ 16349278 w 18982931"/>
              <a:gd name="connsiteY133-58912" fmla="*/ 3873406 h 4449429"/>
              <a:gd name="connsiteX134-58913" fmla="*/ 16292444 w 18982931"/>
              <a:gd name="connsiteY134-58914" fmla="*/ 3873406 h 4449429"/>
              <a:gd name="connsiteX135-58915" fmla="*/ 16180390 w 18982931"/>
              <a:gd name="connsiteY135-58916" fmla="*/ 3873406 h 4449429"/>
              <a:gd name="connsiteX136-58917" fmla="*/ 16180390 w 18982931"/>
              <a:gd name="connsiteY136-58918" fmla="*/ 3930240 h 4449429"/>
              <a:gd name="connsiteX137-58919" fmla="*/ 16237224 w 18982931"/>
              <a:gd name="connsiteY137-58920" fmla="*/ 3930240 h 4449429"/>
              <a:gd name="connsiteX138-58921" fmla="*/ 16237224 w 18982931"/>
              <a:gd name="connsiteY138-58922" fmla="*/ 3873406 h 4449429"/>
              <a:gd name="connsiteX139-58923" fmla="*/ 16180390 w 18982931"/>
              <a:gd name="connsiteY139-58924" fmla="*/ 3873406 h 4449429"/>
              <a:gd name="connsiteX140-58925" fmla="*/ 2813944 w 18982931"/>
              <a:gd name="connsiteY140-58926" fmla="*/ 3873404 h 4449429"/>
              <a:gd name="connsiteX141-58927" fmla="*/ 2813944 w 18982931"/>
              <a:gd name="connsiteY141-58928" fmla="*/ 3930238 h 4449429"/>
              <a:gd name="connsiteX142-58929" fmla="*/ 2870780 w 18982931"/>
              <a:gd name="connsiteY142-58930" fmla="*/ 3930238 h 4449429"/>
              <a:gd name="connsiteX143-58931" fmla="*/ 2870780 w 18982931"/>
              <a:gd name="connsiteY143-58932" fmla="*/ 3873404 h 4449429"/>
              <a:gd name="connsiteX144-58933" fmla="*/ 2813944 w 18982931"/>
              <a:gd name="connsiteY144-58934" fmla="*/ 3873404 h 4449429"/>
              <a:gd name="connsiteX145-58935" fmla="*/ 2701890 w 18982931"/>
              <a:gd name="connsiteY145-58936" fmla="*/ 3873404 h 4449429"/>
              <a:gd name="connsiteX146-58937" fmla="*/ 2701890 w 18982931"/>
              <a:gd name="connsiteY146-58938" fmla="*/ 3930238 h 4449429"/>
              <a:gd name="connsiteX147-58939" fmla="*/ 2758723 w 18982931"/>
              <a:gd name="connsiteY147-58940" fmla="*/ 3930238 h 4449429"/>
              <a:gd name="connsiteX148-58941" fmla="*/ 2758723 w 18982931"/>
              <a:gd name="connsiteY148-58942" fmla="*/ 3873404 h 4449429"/>
              <a:gd name="connsiteX149-58943" fmla="*/ 2701890 w 18982931"/>
              <a:gd name="connsiteY149-58944" fmla="*/ 3873404 h 4449429"/>
              <a:gd name="connsiteX150-58945" fmla="*/ 2589843 w 18982931"/>
              <a:gd name="connsiteY150-58946" fmla="*/ 3873404 h 4449429"/>
              <a:gd name="connsiteX151-58947" fmla="*/ 2589843 w 18982931"/>
              <a:gd name="connsiteY151-58948" fmla="*/ 3930238 h 4449429"/>
              <a:gd name="connsiteX152-58949" fmla="*/ 2646669 w 18982931"/>
              <a:gd name="connsiteY152-58950" fmla="*/ 3930238 h 4449429"/>
              <a:gd name="connsiteX153-58951" fmla="*/ 2646669 w 18982931"/>
              <a:gd name="connsiteY153-58952" fmla="*/ 3873404 h 4449429"/>
              <a:gd name="connsiteX154-58953" fmla="*/ 2589843 w 18982931"/>
              <a:gd name="connsiteY154-58954" fmla="*/ 3873404 h 4449429"/>
              <a:gd name="connsiteX155-58955" fmla="*/ 17351339 w 18982931"/>
              <a:gd name="connsiteY155-58956" fmla="*/ 3769299 h 4449429"/>
              <a:gd name="connsiteX156-58957" fmla="*/ 17351339 w 18982931"/>
              <a:gd name="connsiteY156-58958" fmla="*/ 3815000 h 4449429"/>
              <a:gd name="connsiteX157-58959" fmla="*/ 17560187 w 18982931"/>
              <a:gd name="connsiteY157-58960" fmla="*/ 3815000 h 4449429"/>
              <a:gd name="connsiteX158-58961" fmla="*/ 17560187 w 18982931"/>
              <a:gd name="connsiteY158-58962" fmla="*/ 3769299 h 4449429"/>
              <a:gd name="connsiteX159-58963" fmla="*/ 17351339 w 18982931"/>
              <a:gd name="connsiteY159-58964" fmla="*/ 3769299 h 4449429"/>
              <a:gd name="connsiteX160-58965" fmla="*/ 16404499 w 18982931"/>
              <a:gd name="connsiteY160-58966" fmla="*/ 3728118 h 4449429"/>
              <a:gd name="connsiteX161-58967" fmla="*/ 16404499 w 18982931"/>
              <a:gd name="connsiteY161-58968" fmla="*/ 3784951 h 4449429"/>
              <a:gd name="connsiteX162-58969" fmla="*/ 16461332 w 18982931"/>
              <a:gd name="connsiteY162-58970" fmla="*/ 3784951 h 4449429"/>
              <a:gd name="connsiteX163-58971" fmla="*/ 16461332 w 18982931"/>
              <a:gd name="connsiteY163-58972" fmla="*/ 3728118 h 4449429"/>
              <a:gd name="connsiteX164-58973" fmla="*/ 16404499 w 18982931"/>
              <a:gd name="connsiteY164-58974" fmla="*/ 3728118 h 4449429"/>
              <a:gd name="connsiteX165-58975" fmla="*/ 16292444 w 18982931"/>
              <a:gd name="connsiteY165-58976" fmla="*/ 3728118 h 4449429"/>
              <a:gd name="connsiteX166-58977" fmla="*/ 16292444 w 18982931"/>
              <a:gd name="connsiteY166-58978" fmla="*/ 3784951 h 4449429"/>
              <a:gd name="connsiteX167-58979" fmla="*/ 16349278 w 18982931"/>
              <a:gd name="connsiteY167-58980" fmla="*/ 3784951 h 4449429"/>
              <a:gd name="connsiteX168-58981" fmla="*/ 16349278 w 18982931"/>
              <a:gd name="connsiteY168-58982" fmla="*/ 3728118 h 4449429"/>
              <a:gd name="connsiteX169-58983" fmla="*/ 16292444 w 18982931"/>
              <a:gd name="connsiteY169-58984" fmla="*/ 3728118 h 4449429"/>
              <a:gd name="connsiteX170-58985" fmla="*/ 16180390 w 18982931"/>
              <a:gd name="connsiteY170-58986" fmla="*/ 3728118 h 4449429"/>
              <a:gd name="connsiteX171-58987" fmla="*/ 16180390 w 18982931"/>
              <a:gd name="connsiteY171-58988" fmla="*/ 3784951 h 4449429"/>
              <a:gd name="connsiteX172-58989" fmla="*/ 16237224 w 18982931"/>
              <a:gd name="connsiteY172-58990" fmla="*/ 3784951 h 4449429"/>
              <a:gd name="connsiteX173-58991" fmla="*/ 16237224 w 18982931"/>
              <a:gd name="connsiteY173-58992" fmla="*/ 3728118 h 4449429"/>
              <a:gd name="connsiteX174-58993" fmla="*/ 16180390 w 18982931"/>
              <a:gd name="connsiteY174-58994" fmla="*/ 3728118 h 4449429"/>
              <a:gd name="connsiteX175-58995" fmla="*/ 2813944 w 18982931"/>
              <a:gd name="connsiteY175-58996" fmla="*/ 3728116 h 4449429"/>
              <a:gd name="connsiteX176-58997" fmla="*/ 2813944 w 18982931"/>
              <a:gd name="connsiteY176-58998" fmla="*/ 3784950 h 4449429"/>
              <a:gd name="connsiteX177-58999" fmla="*/ 2870780 w 18982931"/>
              <a:gd name="connsiteY177-59000" fmla="*/ 3784950 h 4449429"/>
              <a:gd name="connsiteX178-59001" fmla="*/ 2870780 w 18982931"/>
              <a:gd name="connsiteY178-59002" fmla="*/ 3728116 h 4449429"/>
              <a:gd name="connsiteX179-59003" fmla="*/ 2813944 w 18982931"/>
              <a:gd name="connsiteY179-59004" fmla="*/ 3728116 h 4449429"/>
              <a:gd name="connsiteX180-59005" fmla="*/ 2701891 w 18982931"/>
              <a:gd name="connsiteY180-59006" fmla="*/ 3728116 h 4449429"/>
              <a:gd name="connsiteX181-59007" fmla="*/ 2701891 w 18982931"/>
              <a:gd name="connsiteY181-59008" fmla="*/ 3784950 h 4449429"/>
              <a:gd name="connsiteX182-59009" fmla="*/ 2758730 w 18982931"/>
              <a:gd name="connsiteY182-59010" fmla="*/ 3784950 h 4449429"/>
              <a:gd name="connsiteX183-59011" fmla="*/ 2758730 w 18982931"/>
              <a:gd name="connsiteY183-59012" fmla="*/ 3728116 h 4449429"/>
              <a:gd name="connsiteX184-59013" fmla="*/ 2701891 w 18982931"/>
              <a:gd name="connsiteY184-59014" fmla="*/ 3728116 h 4449429"/>
              <a:gd name="connsiteX185-59015" fmla="*/ 2589845 w 18982931"/>
              <a:gd name="connsiteY185-59016" fmla="*/ 3728116 h 4449429"/>
              <a:gd name="connsiteX186-59017" fmla="*/ 2589845 w 18982931"/>
              <a:gd name="connsiteY186-59018" fmla="*/ 3784950 h 4449429"/>
              <a:gd name="connsiteX187-59019" fmla="*/ 2646671 w 18982931"/>
              <a:gd name="connsiteY187-59020" fmla="*/ 3784950 h 4449429"/>
              <a:gd name="connsiteX188-59021" fmla="*/ 2646671 w 18982931"/>
              <a:gd name="connsiteY188-59022" fmla="*/ 3728116 h 4449429"/>
              <a:gd name="connsiteX189-59023" fmla="*/ 2589845 w 18982931"/>
              <a:gd name="connsiteY189-59024" fmla="*/ 3728116 h 4449429"/>
              <a:gd name="connsiteX190-59025" fmla="*/ 17351339 w 18982931"/>
              <a:gd name="connsiteY190-59026" fmla="*/ 3677667 h 4449429"/>
              <a:gd name="connsiteX191-59027" fmla="*/ 17351339 w 18982931"/>
              <a:gd name="connsiteY191-59028" fmla="*/ 3723368 h 4449429"/>
              <a:gd name="connsiteX192-59029" fmla="*/ 17560187 w 18982931"/>
              <a:gd name="connsiteY192-59030" fmla="*/ 3723368 h 4449429"/>
              <a:gd name="connsiteX193-59031" fmla="*/ 17560187 w 18982931"/>
              <a:gd name="connsiteY193-59032" fmla="*/ 3677667 h 4449429"/>
              <a:gd name="connsiteX194-59033" fmla="*/ 17351339 w 18982931"/>
              <a:gd name="connsiteY194-59034" fmla="*/ 3677667 h 4449429"/>
              <a:gd name="connsiteX195-59035" fmla="*/ 12612246 w 18982931"/>
              <a:gd name="connsiteY195-59036" fmla="*/ 3645952 h 4449429"/>
              <a:gd name="connsiteX196-59037" fmla="*/ 12612246 w 18982931"/>
              <a:gd name="connsiteY196-59038" fmla="*/ 3702785 h 4449429"/>
              <a:gd name="connsiteX197-59039" fmla="*/ 12669079 w 18982931"/>
              <a:gd name="connsiteY197-59040" fmla="*/ 3702785 h 4449429"/>
              <a:gd name="connsiteX198-59041" fmla="*/ 12669079 w 18982931"/>
              <a:gd name="connsiteY198-59042" fmla="*/ 3645952 h 4449429"/>
              <a:gd name="connsiteX199-59043" fmla="*/ 12612246 w 18982931"/>
              <a:gd name="connsiteY199-59044" fmla="*/ 3645952 h 4449429"/>
              <a:gd name="connsiteX200-59045" fmla="*/ 12500191 w 18982931"/>
              <a:gd name="connsiteY200-59046" fmla="*/ 3645952 h 4449429"/>
              <a:gd name="connsiteX201-59047" fmla="*/ 12500191 w 18982931"/>
              <a:gd name="connsiteY201-59048" fmla="*/ 3702785 h 4449429"/>
              <a:gd name="connsiteX202-59049" fmla="*/ 12557025 w 18982931"/>
              <a:gd name="connsiteY202-59050" fmla="*/ 3702785 h 4449429"/>
              <a:gd name="connsiteX203-59051" fmla="*/ 12557025 w 18982931"/>
              <a:gd name="connsiteY203-59052" fmla="*/ 3645952 h 4449429"/>
              <a:gd name="connsiteX204-59053" fmla="*/ 12500191 w 18982931"/>
              <a:gd name="connsiteY204-59054" fmla="*/ 3645952 h 4449429"/>
              <a:gd name="connsiteX205-59055" fmla="*/ 12388137 w 18982931"/>
              <a:gd name="connsiteY205-59056" fmla="*/ 3645952 h 4449429"/>
              <a:gd name="connsiteX206-59057" fmla="*/ 12388137 w 18982931"/>
              <a:gd name="connsiteY206-59058" fmla="*/ 3702785 h 4449429"/>
              <a:gd name="connsiteX207-59059" fmla="*/ 12444971 w 18982931"/>
              <a:gd name="connsiteY207-59060" fmla="*/ 3702785 h 4449429"/>
              <a:gd name="connsiteX208-59061" fmla="*/ 12444971 w 18982931"/>
              <a:gd name="connsiteY208-59062" fmla="*/ 3645952 h 4449429"/>
              <a:gd name="connsiteX209-59063" fmla="*/ 12388137 w 18982931"/>
              <a:gd name="connsiteY209-59064" fmla="*/ 3645952 h 4449429"/>
              <a:gd name="connsiteX210-59065" fmla="*/ 17351339 w 18982931"/>
              <a:gd name="connsiteY210-59066" fmla="*/ 3586038 h 4449429"/>
              <a:gd name="connsiteX211-59067" fmla="*/ 17351339 w 18982931"/>
              <a:gd name="connsiteY211-59068" fmla="*/ 3631739 h 4449429"/>
              <a:gd name="connsiteX212-59069" fmla="*/ 17560187 w 18982931"/>
              <a:gd name="connsiteY212-59070" fmla="*/ 3631739 h 4449429"/>
              <a:gd name="connsiteX213-59071" fmla="*/ 17560187 w 18982931"/>
              <a:gd name="connsiteY213-59072" fmla="*/ 3586038 h 4449429"/>
              <a:gd name="connsiteX214-59073" fmla="*/ 17351339 w 18982931"/>
              <a:gd name="connsiteY214-59074" fmla="*/ 3586038 h 4449429"/>
              <a:gd name="connsiteX215-59075" fmla="*/ 16404499 w 18982931"/>
              <a:gd name="connsiteY215-59076" fmla="*/ 3582830 h 4449429"/>
              <a:gd name="connsiteX216-59077" fmla="*/ 16404499 w 18982931"/>
              <a:gd name="connsiteY216-59078" fmla="*/ 3639663 h 4449429"/>
              <a:gd name="connsiteX217-59079" fmla="*/ 16461332 w 18982931"/>
              <a:gd name="connsiteY217-59080" fmla="*/ 3639663 h 4449429"/>
              <a:gd name="connsiteX218-59081" fmla="*/ 16461332 w 18982931"/>
              <a:gd name="connsiteY218-59082" fmla="*/ 3582830 h 4449429"/>
              <a:gd name="connsiteX219-59083" fmla="*/ 16404499 w 18982931"/>
              <a:gd name="connsiteY219-59084" fmla="*/ 3582830 h 4449429"/>
              <a:gd name="connsiteX220-59085" fmla="*/ 16292444 w 18982931"/>
              <a:gd name="connsiteY220-59086" fmla="*/ 3582830 h 4449429"/>
              <a:gd name="connsiteX221-59087" fmla="*/ 16292444 w 18982931"/>
              <a:gd name="connsiteY221-59088" fmla="*/ 3639663 h 4449429"/>
              <a:gd name="connsiteX222-59089" fmla="*/ 16349278 w 18982931"/>
              <a:gd name="connsiteY222-59090" fmla="*/ 3639663 h 4449429"/>
              <a:gd name="connsiteX223-59091" fmla="*/ 16349278 w 18982931"/>
              <a:gd name="connsiteY223-59092" fmla="*/ 3582830 h 4449429"/>
              <a:gd name="connsiteX224-59093" fmla="*/ 16292444 w 18982931"/>
              <a:gd name="connsiteY224-59094" fmla="*/ 3582830 h 4449429"/>
              <a:gd name="connsiteX225-59095" fmla="*/ 16180390 w 18982931"/>
              <a:gd name="connsiteY225-59096" fmla="*/ 3582830 h 4449429"/>
              <a:gd name="connsiteX226-59097" fmla="*/ 16180390 w 18982931"/>
              <a:gd name="connsiteY226-59098" fmla="*/ 3639663 h 4449429"/>
              <a:gd name="connsiteX227-59099" fmla="*/ 16237224 w 18982931"/>
              <a:gd name="connsiteY227-59100" fmla="*/ 3639663 h 4449429"/>
              <a:gd name="connsiteX228-59101" fmla="*/ 16237224 w 18982931"/>
              <a:gd name="connsiteY228-59102" fmla="*/ 3582830 h 4449429"/>
              <a:gd name="connsiteX229-59103" fmla="*/ 16180390 w 18982931"/>
              <a:gd name="connsiteY229-59104" fmla="*/ 3582830 h 4449429"/>
              <a:gd name="connsiteX230-59105" fmla="*/ 2813944 w 18982931"/>
              <a:gd name="connsiteY230-59106" fmla="*/ 3582828 h 4449429"/>
              <a:gd name="connsiteX231-59107" fmla="*/ 2813944 w 18982931"/>
              <a:gd name="connsiteY231-59108" fmla="*/ 3639662 h 4449429"/>
              <a:gd name="connsiteX232-59109" fmla="*/ 2870780 w 18982931"/>
              <a:gd name="connsiteY232-59110" fmla="*/ 3639662 h 4449429"/>
              <a:gd name="connsiteX233-59111" fmla="*/ 2870780 w 18982931"/>
              <a:gd name="connsiteY233-59112" fmla="*/ 3582828 h 4449429"/>
              <a:gd name="connsiteX234-59113" fmla="*/ 2813944 w 18982931"/>
              <a:gd name="connsiteY234-59114" fmla="*/ 3582828 h 4449429"/>
              <a:gd name="connsiteX235-59115" fmla="*/ 2701891 w 18982931"/>
              <a:gd name="connsiteY235-59116" fmla="*/ 3582828 h 4449429"/>
              <a:gd name="connsiteX236-59117" fmla="*/ 2701891 w 18982931"/>
              <a:gd name="connsiteY236-59118" fmla="*/ 3639662 h 4449429"/>
              <a:gd name="connsiteX237-59119" fmla="*/ 2758730 w 18982931"/>
              <a:gd name="connsiteY237-59120" fmla="*/ 3639662 h 4449429"/>
              <a:gd name="connsiteX238-59121" fmla="*/ 2758730 w 18982931"/>
              <a:gd name="connsiteY238-59122" fmla="*/ 3582828 h 4449429"/>
              <a:gd name="connsiteX239-59123" fmla="*/ 2701891 w 18982931"/>
              <a:gd name="connsiteY239-59124" fmla="*/ 3582828 h 4449429"/>
              <a:gd name="connsiteX240-59125" fmla="*/ 2589845 w 18982931"/>
              <a:gd name="connsiteY240-59126" fmla="*/ 3582828 h 4449429"/>
              <a:gd name="connsiteX241-59127" fmla="*/ 2589845 w 18982931"/>
              <a:gd name="connsiteY241-59128" fmla="*/ 3639662 h 4449429"/>
              <a:gd name="connsiteX242-59129" fmla="*/ 2646671 w 18982931"/>
              <a:gd name="connsiteY242-59130" fmla="*/ 3639662 h 4449429"/>
              <a:gd name="connsiteX243-59131" fmla="*/ 2646671 w 18982931"/>
              <a:gd name="connsiteY243-59132" fmla="*/ 3582828 h 4449429"/>
              <a:gd name="connsiteX244-59133" fmla="*/ 2589845 w 18982931"/>
              <a:gd name="connsiteY244-59134" fmla="*/ 3582828 h 4449429"/>
              <a:gd name="connsiteX245-59135" fmla="*/ 12612246 w 18982931"/>
              <a:gd name="connsiteY245-59136" fmla="*/ 3500664 h 4449429"/>
              <a:gd name="connsiteX246-59137" fmla="*/ 12612246 w 18982931"/>
              <a:gd name="connsiteY246-59138" fmla="*/ 3557497 h 4449429"/>
              <a:gd name="connsiteX247-59139" fmla="*/ 12669079 w 18982931"/>
              <a:gd name="connsiteY247-59140" fmla="*/ 3557497 h 4449429"/>
              <a:gd name="connsiteX248-59141" fmla="*/ 12669079 w 18982931"/>
              <a:gd name="connsiteY248-59142" fmla="*/ 3500664 h 4449429"/>
              <a:gd name="connsiteX249-59143" fmla="*/ 12612246 w 18982931"/>
              <a:gd name="connsiteY249-59144" fmla="*/ 3500664 h 4449429"/>
              <a:gd name="connsiteX250-59145" fmla="*/ 12500191 w 18982931"/>
              <a:gd name="connsiteY250-59146" fmla="*/ 3500664 h 4449429"/>
              <a:gd name="connsiteX251-59147" fmla="*/ 12500191 w 18982931"/>
              <a:gd name="connsiteY251-59148" fmla="*/ 3557497 h 4449429"/>
              <a:gd name="connsiteX252-59149" fmla="*/ 12557025 w 18982931"/>
              <a:gd name="connsiteY252-59150" fmla="*/ 3557497 h 4449429"/>
              <a:gd name="connsiteX253-59151" fmla="*/ 12557025 w 18982931"/>
              <a:gd name="connsiteY253-59152" fmla="*/ 3500664 h 4449429"/>
              <a:gd name="connsiteX254-59153" fmla="*/ 12500191 w 18982931"/>
              <a:gd name="connsiteY254-59154" fmla="*/ 3500664 h 4449429"/>
              <a:gd name="connsiteX255-59155" fmla="*/ 12388137 w 18982931"/>
              <a:gd name="connsiteY255-59156" fmla="*/ 3500664 h 4449429"/>
              <a:gd name="connsiteX256-59157" fmla="*/ 12388137 w 18982931"/>
              <a:gd name="connsiteY256-59158" fmla="*/ 3557497 h 4449429"/>
              <a:gd name="connsiteX257-59159" fmla="*/ 12444971 w 18982931"/>
              <a:gd name="connsiteY257-59160" fmla="*/ 3557497 h 4449429"/>
              <a:gd name="connsiteX258-59161" fmla="*/ 12444971 w 18982931"/>
              <a:gd name="connsiteY258-59162" fmla="*/ 3500664 h 4449429"/>
              <a:gd name="connsiteX259-59163" fmla="*/ 12388137 w 18982931"/>
              <a:gd name="connsiteY259-59164" fmla="*/ 3500664 h 4449429"/>
              <a:gd name="connsiteX260-59165" fmla="*/ 17351339 w 18982931"/>
              <a:gd name="connsiteY260-59166" fmla="*/ 3492933 h 4449429"/>
              <a:gd name="connsiteX261-59167" fmla="*/ 17351339 w 18982931"/>
              <a:gd name="connsiteY261-59168" fmla="*/ 3538633 h 4449429"/>
              <a:gd name="connsiteX262-59169" fmla="*/ 17560187 w 18982931"/>
              <a:gd name="connsiteY262-59170" fmla="*/ 3538633 h 4449429"/>
              <a:gd name="connsiteX263-59171" fmla="*/ 17560187 w 18982931"/>
              <a:gd name="connsiteY263-59172" fmla="*/ 3492933 h 4449429"/>
              <a:gd name="connsiteX264-59173" fmla="*/ 17351339 w 18982931"/>
              <a:gd name="connsiteY264-59174" fmla="*/ 3492933 h 4449429"/>
              <a:gd name="connsiteX265-59175" fmla="*/ 17351339 w 18982931"/>
              <a:gd name="connsiteY265-59176" fmla="*/ 3401301 h 4449429"/>
              <a:gd name="connsiteX266-59177" fmla="*/ 17351339 w 18982931"/>
              <a:gd name="connsiteY266-59178" fmla="*/ 3447001 h 4449429"/>
              <a:gd name="connsiteX267-59179" fmla="*/ 17560187 w 18982931"/>
              <a:gd name="connsiteY267-59180" fmla="*/ 3447001 h 4449429"/>
              <a:gd name="connsiteX268-59181" fmla="*/ 17560187 w 18982931"/>
              <a:gd name="connsiteY268-59182" fmla="*/ 3401301 h 4449429"/>
              <a:gd name="connsiteX269-59183" fmla="*/ 17351339 w 18982931"/>
              <a:gd name="connsiteY269-59184" fmla="*/ 3401301 h 4449429"/>
              <a:gd name="connsiteX270-59185" fmla="*/ 1596781 w 18982931"/>
              <a:gd name="connsiteY270-59186" fmla="*/ 3357078 h 4449429"/>
              <a:gd name="connsiteX271-59187" fmla="*/ 1596781 w 18982931"/>
              <a:gd name="connsiteY271-59188" fmla="*/ 3402779 h 4449429"/>
              <a:gd name="connsiteX272-59189" fmla="*/ 1805629 w 18982931"/>
              <a:gd name="connsiteY272-59190" fmla="*/ 3402779 h 4449429"/>
              <a:gd name="connsiteX273-59191" fmla="*/ 1805629 w 18982931"/>
              <a:gd name="connsiteY273-59192" fmla="*/ 3357078 h 4449429"/>
              <a:gd name="connsiteX274-59193" fmla="*/ 1596781 w 18982931"/>
              <a:gd name="connsiteY274-59194" fmla="*/ 3357078 h 4449429"/>
              <a:gd name="connsiteX275-59195" fmla="*/ 12612246 w 18982931"/>
              <a:gd name="connsiteY275-59196" fmla="*/ 3355375 h 4449429"/>
              <a:gd name="connsiteX276-59197" fmla="*/ 12612246 w 18982931"/>
              <a:gd name="connsiteY276-59198" fmla="*/ 3412209 h 4449429"/>
              <a:gd name="connsiteX277-59199" fmla="*/ 12669079 w 18982931"/>
              <a:gd name="connsiteY277-59200" fmla="*/ 3412209 h 4449429"/>
              <a:gd name="connsiteX278-59201" fmla="*/ 12669079 w 18982931"/>
              <a:gd name="connsiteY278-59202" fmla="*/ 3355375 h 4449429"/>
              <a:gd name="connsiteX279-59203" fmla="*/ 12612246 w 18982931"/>
              <a:gd name="connsiteY279-59204" fmla="*/ 3355375 h 4449429"/>
              <a:gd name="connsiteX280-59205" fmla="*/ 12500191 w 18982931"/>
              <a:gd name="connsiteY280-59206" fmla="*/ 3355375 h 4449429"/>
              <a:gd name="connsiteX281-59207" fmla="*/ 12500191 w 18982931"/>
              <a:gd name="connsiteY281-59208" fmla="*/ 3412209 h 4449429"/>
              <a:gd name="connsiteX282-59209" fmla="*/ 12557025 w 18982931"/>
              <a:gd name="connsiteY282-59210" fmla="*/ 3412209 h 4449429"/>
              <a:gd name="connsiteX283-59211" fmla="*/ 12557025 w 18982931"/>
              <a:gd name="connsiteY283-59212" fmla="*/ 3355375 h 4449429"/>
              <a:gd name="connsiteX284-59213" fmla="*/ 12500191 w 18982931"/>
              <a:gd name="connsiteY284-59214" fmla="*/ 3355375 h 4449429"/>
              <a:gd name="connsiteX285-59215" fmla="*/ 12388137 w 18982931"/>
              <a:gd name="connsiteY285-59216" fmla="*/ 3355375 h 4449429"/>
              <a:gd name="connsiteX286-59217" fmla="*/ 12388137 w 18982931"/>
              <a:gd name="connsiteY286-59218" fmla="*/ 3412209 h 4449429"/>
              <a:gd name="connsiteX287-59219" fmla="*/ 12444971 w 18982931"/>
              <a:gd name="connsiteY287-59220" fmla="*/ 3412209 h 4449429"/>
              <a:gd name="connsiteX288-59221" fmla="*/ 12444971 w 18982931"/>
              <a:gd name="connsiteY288-59222" fmla="*/ 3355375 h 4449429"/>
              <a:gd name="connsiteX289-59223" fmla="*/ 12388137 w 18982931"/>
              <a:gd name="connsiteY289-59224" fmla="*/ 3355375 h 4449429"/>
              <a:gd name="connsiteX290-59225" fmla="*/ 17351339 w 18982931"/>
              <a:gd name="connsiteY290-59226" fmla="*/ 3309670 h 4449429"/>
              <a:gd name="connsiteX291-59227" fmla="*/ 17351339 w 18982931"/>
              <a:gd name="connsiteY291-59228" fmla="*/ 3355371 h 4449429"/>
              <a:gd name="connsiteX292-59229" fmla="*/ 17560187 w 18982931"/>
              <a:gd name="connsiteY292-59230" fmla="*/ 3355371 h 4449429"/>
              <a:gd name="connsiteX293-59231" fmla="*/ 17560187 w 18982931"/>
              <a:gd name="connsiteY293-59232" fmla="*/ 3309670 h 4449429"/>
              <a:gd name="connsiteX294-59233" fmla="*/ 17351339 w 18982931"/>
              <a:gd name="connsiteY294-59234" fmla="*/ 3309670 h 4449429"/>
              <a:gd name="connsiteX295-59235" fmla="*/ 1596781 w 18982931"/>
              <a:gd name="connsiteY295-59236" fmla="*/ 3265446 h 4449429"/>
              <a:gd name="connsiteX296-59237" fmla="*/ 1596781 w 18982931"/>
              <a:gd name="connsiteY296-59238" fmla="*/ 3311147 h 4449429"/>
              <a:gd name="connsiteX297-59239" fmla="*/ 1805629 w 18982931"/>
              <a:gd name="connsiteY297-59240" fmla="*/ 3311147 h 4449429"/>
              <a:gd name="connsiteX298-59241" fmla="*/ 1805629 w 18982931"/>
              <a:gd name="connsiteY298-59242" fmla="*/ 3265446 h 4449429"/>
              <a:gd name="connsiteX299-59243" fmla="*/ 1596781 w 18982931"/>
              <a:gd name="connsiteY299-59244" fmla="*/ 3265446 h 4449429"/>
              <a:gd name="connsiteX300-59245" fmla="*/ 17351339 w 18982931"/>
              <a:gd name="connsiteY300-59246" fmla="*/ 3218041 h 4449429"/>
              <a:gd name="connsiteX301-59247" fmla="*/ 17351339 w 18982931"/>
              <a:gd name="connsiteY301-59248" fmla="*/ 3263742 h 4449429"/>
              <a:gd name="connsiteX302-59249" fmla="*/ 17560187 w 18982931"/>
              <a:gd name="connsiteY302-59250" fmla="*/ 3263742 h 4449429"/>
              <a:gd name="connsiteX303-59251" fmla="*/ 17560187 w 18982931"/>
              <a:gd name="connsiteY303-59252" fmla="*/ 3218041 h 4449429"/>
              <a:gd name="connsiteX304-59253" fmla="*/ 17351339 w 18982931"/>
              <a:gd name="connsiteY304-59254" fmla="*/ 3218041 h 4449429"/>
              <a:gd name="connsiteX305-59255" fmla="*/ 12612246 w 18982931"/>
              <a:gd name="connsiteY305-59256" fmla="*/ 3210087 h 4449429"/>
              <a:gd name="connsiteX306-59257" fmla="*/ 12612246 w 18982931"/>
              <a:gd name="connsiteY306-59258" fmla="*/ 3266921 h 4449429"/>
              <a:gd name="connsiteX307-59259" fmla="*/ 12669079 w 18982931"/>
              <a:gd name="connsiteY307-59260" fmla="*/ 3266921 h 4449429"/>
              <a:gd name="connsiteX308-59261" fmla="*/ 12669079 w 18982931"/>
              <a:gd name="connsiteY308-59262" fmla="*/ 3210087 h 4449429"/>
              <a:gd name="connsiteX309-59263" fmla="*/ 12612246 w 18982931"/>
              <a:gd name="connsiteY309-59264" fmla="*/ 3210087 h 4449429"/>
              <a:gd name="connsiteX310-59265" fmla="*/ 12500191 w 18982931"/>
              <a:gd name="connsiteY310-59266" fmla="*/ 3210087 h 4449429"/>
              <a:gd name="connsiteX311-59267" fmla="*/ 12500191 w 18982931"/>
              <a:gd name="connsiteY311-59268" fmla="*/ 3266921 h 4449429"/>
              <a:gd name="connsiteX312-59269" fmla="*/ 12557025 w 18982931"/>
              <a:gd name="connsiteY312-59270" fmla="*/ 3266921 h 4449429"/>
              <a:gd name="connsiteX313-59271" fmla="*/ 12557025 w 18982931"/>
              <a:gd name="connsiteY313-59272" fmla="*/ 3210087 h 4449429"/>
              <a:gd name="connsiteX314-59273" fmla="*/ 12500191 w 18982931"/>
              <a:gd name="connsiteY314-59274" fmla="*/ 3210087 h 4449429"/>
              <a:gd name="connsiteX315-59275" fmla="*/ 12388137 w 18982931"/>
              <a:gd name="connsiteY315-59276" fmla="*/ 3210087 h 4449429"/>
              <a:gd name="connsiteX316-59277" fmla="*/ 12388137 w 18982931"/>
              <a:gd name="connsiteY316-59278" fmla="*/ 3266921 h 4449429"/>
              <a:gd name="connsiteX317-59279" fmla="*/ 12444971 w 18982931"/>
              <a:gd name="connsiteY317-59280" fmla="*/ 3266921 h 4449429"/>
              <a:gd name="connsiteX318-59281" fmla="*/ 12444971 w 18982931"/>
              <a:gd name="connsiteY318-59282" fmla="*/ 3210087 h 4449429"/>
              <a:gd name="connsiteX319-59283" fmla="*/ 12388137 w 18982931"/>
              <a:gd name="connsiteY319-59284" fmla="*/ 3210087 h 4449429"/>
              <a:gd name="connsiteX320-59285" fmla="*/ 1596781 w 18982931"/>
              <a:gd name="connsiteY320-59286" fmla="*/ 3173817 h 4449429"/>
              <a:gd name="connsiteX321-59287" fmla="*/ 1596781 w 18982931"/>
              <a:gd name="connsiteY321-59288" fmla="*/ 3219518 h 4449429"/>
              <a:gd name="connsiteX322-59289" fmla="*/ 1805629 w 18982931"/>
              <a:gd name="connsiteY322-59290" fmla="*/ 3219518 h 4449429"/>
              <a:gd name="connsiteX323-59291" fmla="*/ 1805629 w 18982931"/>
              <a:gd name="connsiteY323-59292" fmla="*/ 3173817 h 4449429"/>
              <a:gd name="connsiteX324-59293" fmla="*/ 1596781 w 18982931"/>
              <a:gd name="connsiteY324-59294" fmla="*/ 3173817 h 4449429"/>
              <a:gd name="connsiteX325-59295" fmla="*/ 17351339 w 18982931"/>
              <a:gd name="connsiteY325-59296" fmla="*/ 3126412 h 4449429"/>
              <a:gd name="connsiteX326-59297" fmla="*/ 17351339 w 18982931"/>
              <a:gd name="connsiteY326-59298" fmla="*/ 3172113 h 4449429"/>
              <a:gd name="connsiteX327-59299" fmla="*/ 17560187 w 18982931"/>
              <a:gd name="connsiteY327-59300" fmla="*/ 3172113 h 4449429"/>
              <a:gd name="connsiteX328-59301" fmla="*/ 17560187 w 18982931"/>
              <a:gd name="connsiteY328-59302" fmla="*/ 3126412 h 4449429"/>
              <a:gd name="connsiteX329-59303" fmla="*/ 17351339 w 18982931"/>
              <a:gd name="connsiteY329-59304" fmla="*/ 3126412 h 4449429"/>
              <a:gd name="connsiteX330-59305" fmla="*/ 1596781 w 18982931"/>
              <a:gd name="connsiteY330-59306" fmla="*/ 3080712 h 4449429"/>
              <a:gd name="connsiteX331-59307" fmla="*/ 1596781 w 18982931"/>
              <a:gd name="connsiteY331-59308" fmla="*/ 3126412 h 4449429"/>
              <a:gd name="connsiteX332-59309" fmla="*/ 1805629 w 18982931"/>
              <a:gd name="connsiteY332-59310" fmla="*/ 3126412 h 4449429"/>
              <a:gd name="connsiteX333-59311" fmla="*/ 1805629 w 18982931"/>
              <a:gd name="connsiteY333-59312" fmla="*/ 3080712 h 4449429"/>
              <a:gd name="connsiteX334-59313" fmla="*/ 1596781 w 18982931"/>
              <a:gd name="connsiteY334-59314" fmla="*/ 3080712 h 4449429"/>
              <a:gd name="connsiteX335-59315" fmla="*/ 12612246 w 18982931"/>
              <a:gd name="connsiteY335-59316" fmla="*/ 3064799 h 4449429"/>
              <a:gd name="connsiteX336-59317" fmla="*/ 12612246 w 18982931"/>
              <a:gd name="connsiteY336-59318" fmla="*/ 3121633 h 4449429"/>
              <a:gd name="connsiteX337-59319" fmla="*/ 12669079 w 18982931"/>
              <a:gd name="connsiteY337-59320" fmla="*/ 3121633 h 4449429"/>
              <a:gd name="connsiteX338-59321" fmla="*/ 12669079 w 18982931"/>
              <a:gd name="connsiteY338-59322" fmla="*/ 3064799 h 4449429"/>
              <a:gd name="connsiteX339-59323" fmla="*/ 12612246 w 18982931"/>
              <a:gd name="connsiteY339-59324" fmla="*/ 3064799 h 4449429"/>
              <a:gd name="connsiteX340-59325" fmla="*/ 12500191 w 18982931"/>
              <a:gd name="connsiteY340-59326" fmla="*/ 3064799 h 4449429"/>
              <a:gd name="connsiteX341-59327" fmla="*/ 12500191 w 18982931"/>
              <a:gd name="connsiteY341-59328" fmla="*/ 3121633 h 4449429"/>
              <a:gd name="connsiteX342-59329" fmla="*/ 12557025 w 18982931"/>
              <a:gd name="connsiteY342-59330" fmla="*/ 3121633 h 4449429"/>
              <a:gd name="connsiteX343-59331" fmla="*/ 12557025 w 18982931"/>
              <a:gd name="connsiteY343-59332" fmla="*/ 3064799 h 4449429"/>
              <a:gd name="connsiteX344-59333" fmla="*/ 12500191 w 18982931"/>
              <a:gd name="connsiteY344-59334" fmla="*/ 3064799 h 4449429"/>
              <a:gd name="connsiteX345-59335" fmla="*/ 12388137 w 18982931"/>
              <a:gd name="connsiteY345-59336" fmla="*/ 3064799 h 4449429"/>
              <a:gd name="connsiteX346-59337" fmla="*/ 12388137 w 18982931"/>
              <a:gd name="connsiteY346-59338" fmla="*/ 3121633 h 4449429"/>
              <a:gd name="connsiteX347-59339" fmla="*/ 12444971 w 18982931"/>
              <a:gd name="connsiteY347-59340" fmla="*/ 3121633 h 4449429"/>
              <a:gd name="connsiteX348-59341" fmla="*/ 12444971 w 18982931"/>
              <a:gd name="connsiteY348-59342" fmla="*/ 3064799 h 4449429"/>
              <a:gd name="connsiteX349-59343" fmla="*/ 12388137 w 18982931"/>
              <a:gd name="connsiteY349-59344" fmla="*/ 3064799 h 4449429"/>
              <a:gd name="connsiteX350-59345" fmla="*/ 17351339 w 18982931"/>
              <a:gd name="connsiteY350-59346" fmla="*/ 3034782 h 4449429"/>
              <a:gd name="connsiteX351-59347" fmla="*/ 17351339 w 18982931"/>
              <a:gd name="connsiteY351-59348" fmla="*/ 3080482 h 4449429"/>
              <a:gd name="connsiteX352-59349" fmla="*/ 17560187 w 18982931"/>
              <a:gd name="connsiteY352-59350" fmla="*/ 3080482 h 4449429"/>
              <a:gd name="connsiteX353-59351" fmla="*/ 17560187 w 18982931"/>
              <a:gd name="connsiteY353-59352" fmla="*/ 3034782 h 4449429"/>
              <a:gd name="connsiteX354-59353" fmla="*/ 17351339 w 18982931"/>
              <a:gd name="connsiteY354-59354" fmla="*/ 3034782 h 4449429"/>
              <a:gd name="connsiteX355-59355" fmla="*/ 1596781 w 18982931"/>
              <a:gd name="connsiteY355-59356" fmla="*/ 2989080 h 4449429"/>
              <a:gd name="connsiteX356-59357" fmla="*/ 1596781 w 18982931"/>
              <a:gd name="connsiteY356-59358" fmla="*/ 3034780 h 4449429"/>
              <a:gd name="connsiteX357-59359" fmla="*/ 1805629 w 18982931"/>
              <a:gd name="connsiteY357-59360" fmla="*/ 3034780 h 4449429"/>
              <a:gd name="connsiteX358-59361" fmla="*/ 1805629 w 18982931"/>
              <a:gd name="connsiteY358-59362" fmla="*/ 2989080 h 4449429"/>
              <a:gd name="connsiteX359-59363" fmla="*/ 1596781 w 18982931"/>
              <a:gd name="connsiteY359-59364" fmla="*/ 2989080 h 4449429"/>
              <a:gd name="connsiteX360-59365" fmla="*/ 17351339 w 18982931"/>
              <a:gd name="connsiteY360-59366" fmla="*/ 2943153 h 4449429"/>
              <a:gd name="connsiteX361-59367" fmla="*/ 17351339 w 18982931"/>
              <a:gd name="connsiteY361-59368" fmla="*/ 2988853 h 4449429"/>
              <a:gd name="connsiteX362-59369" fmla="*/ 17560187 w 18982931"/>
              <a:gd name="connsiteY362-59370" fmla="*/ 2988853 h 4449429"/>
              <a:gd name="connsiteX363-59371" fmla="*/ 17560187 w 18982931"/>
              <a:gd name="connsiteY363-59372" fmla="*/ 2943153 h 4449429"/>
              <a:gd name="connsiteX364-59373" fmla="*/ 17351339 w 18982931"/>
              <a:gd name="connsiteY364-59374" fmla="*/ 2943153 h 4449429"/>
              <a:gd name="connsiteX365-59375" fmla="*/ 12612246 w 18982931"/>
              <a:gd name="connsiteY365-59376" fmla="*/ 2919511 h 4449429"/>
              <a:gd name="connsiteX366-59377" fmla="*/ 12612246 w 18982931"/>
              <a:gd name="connsiteY366-59378" fmla="*/ 2976345 h 4449429"/>
              <a:gd name="connsiteX367-59379" fmla="*/ 12669079 w 18982931"/>
              <a:gd name="connsiteY367-59380" fmla="*/ 2976345 h 4449429"/>
              <a:gd name="connsiteX368-59381" fmla="*/ 12669079 w 18982931"/>
              <a:gd name="connsiteY368-59382" fmla="*/ 2919511 h 4449429"/>
              <a:gd name="connsiteX369-59383" fmla="*/ 12612246 w 18982931"/>
              <a:gd name="connsiteY369-59384" fmla="*/ 2919511 h 4449429"/>
              <a:gd name="connsiteX370-59385" fmla="*/ 12500191 w 18982931"/>
              <a:gd name="connsiteY370-59386" fmla="*/ 2919511 h 4449429"/>
              <a:gd name="connsiteX371-59387" fmla="*/ 12500191 w 18982931"/>
              <a:gd name="connsiteY371-59388" fmla="*/ 2976345 h 4449429"/>
              <a:gd name="connsiteX372-59389" fmla="*/ 12557025 w 18982931"/>
              <a:gd name="connsiteY372-59390" fmla="*/ 2976345 h 4449429"/>
              <a:gd name="connsiteX373-59391" fmla="*/ 12557025 w 18982931"/>
              <a:gd name="connsiteY373-59392" fmla="*/ 2919511 h 4449429"/>
              <a:gd name="connsiteX374-59393" fmla="*/ 12500191 w 18982931"/>
              <a:gd name="connsiteY374-59394" fmla="*/ 2919511 h 4449429"/>
              <a:gd name="connsiteX375-59395" fmla="*/ 12388137 w 18982931"/>
              <a:gd name="connsiteY375-59396" fmla="*/ 2919511 h 4449429"/>
              <a:gd name="connsiteX376-59397" fmla="*/ 12388137 w 18982931"/>
              <a:gd name="connsiteY376-59398" fmla="*/ 2976345 h 4449429"/>
              <a:gd name="connsiteX377-59399" fmla="*/ 12444971 w 18982931"/>
              <a:gd name="connsiteY377-59400" fmla="*/ 2976345 h 4449429"/>
              <a:gd name="connsiteX378-59401" fmla="*/ 12444971 w 18982931"/>
              <a:gd name="connsiteY378-59402" fmla="*/ 2919511 h 4449429"/>
              <a:gd name="connsiteX379-59403" fmla="*/ 12388137 w 18982931"/>
              <a:gd name="connsiteY379-59404" fmla="*/ 2919511 h 4449429"/>
              <a:gd name="connsiteX380-59405" fmla="*/ 1596781 w 18982931"/>
              <a:gd name="connsiteY380-59406" fmla="*/ 2897450 h 4449429"/>
              <a:gd name="connsiteX381-59407" fmla="*/ 1596781 w 18982931"/>
              <a:gd name="connsiteY381-59408" fmla="*/ 2943150 h 4449429"/>
              <a:gd name="connsiteX382-59409" fmla="*/ 1805629 w 18982931"/>
              <a:gd name="connsiteY382-59410" fmla="*/ 2943150 h 4449429"/>
              <a:gd name="connsiteX383-59411" fmla="*/ 1805629 w 18982931"/>
              <a:gd name="connsiteY383-59412" fmla="*/ 2897450 h 4449429"/>
              <a:gd name="connsiteX384-59413" fmla="*/ 1596781 w 18982931"/>
              <a:gd name="connsiteY384-59414" fmla="*/ 2897450 h 4449429"/>
              <a:gd name="connsiteX385-59415" fmla="*/ 17351339 w 18982931"/>
              <a:gd name="connsiteY385-59416" fmla="*/ 2851522 h 4449429"/>
              <a:gd name="connsiteX386-59417" fmla="*/ 17351339 w 18982931"/>
              <a:gd name="connsiteY386-59418" fmla="*/ 2897223 h 4449429"/>
              <a:gd name="connsiteX387-59419" fmla="*/ 17560187 w 18982931"/>
              <a:gd name="connsiteY387-59420" fmla="*/ 2897223 h 4449429"/>
              <a:gd name="connsiteX388-59421" fmla="*/ 17560187 w 18982931"/>
              <a:gd name="connsiteY388-59422" fmla="*/ 2851522 h 4449429"/>
              <a:gd name="connsiteX389-59423" fmla="*/ 17351339 w 18982931"/>
              <a:gd name="connsiteY389-59424" fmla="*/ 2851522 h 4449429"/>
              <a:gd name="connsiteX390-59425" fmla="*/ 1596781 w 18982931"/>
              <a:gd name="connsiteY390-59426" fmla="*/ 2805821 h 4449429"/>
              <a:gd name="connsiteX391-59427" fmla="*/ 1596781 w 18982931"/>
              <a:gd name="connsiteY391-59428" fmla="*/ 2851521 h 4449429"/>
              <a:gd name="connsiteX392-59429" fmla="*/ 1805629 w 18982931"/>
              <a:gd name="connsiteY392-59430" fmla="*/ 2851521 h 4449429"/>
              <a:gd name="connsiteX393-59431" fmla="*/ 1805629 w 18982931"/>
              <a:gd name="connsiteY393-59432" fmla="*/ 2805821 h 4449429"/>
              <a:gd name="connsiteX394-59433" fmla="*/ 1596781 w 18982931"/>
              <a:gd name="connsiteY394-59434" fmla="*/ 2805821 h 4449429"/>
              <a:gd name="connsiteX395-59435" fmla="*/ 1596781 w 18982931"/>
              <a:gd name="connsiteY395-59436" fmla="*/ 2714192 h 4449429"/>
              <a:gd name="connsiteX396-59437" fmla="*/ 1596781 w 18982931"/>
              <a:gd name="connsiteY396-59438" fmla="*/ 2759892 h 4449429"/>
              <a:gd name="connsiteX397-59439" fmla="*/ 1805629 w 18982931"/>
              <a:gd name="connsiteY397-59440" fmla="*/ 2759892 h 4449429"/>
              <a:gd name="connsiteX398-59441" fmla="*/ 1805629 w 18982931"/>
              <a:gd name="connsiteY398-59442" fmla="*/ 2714192 h 4449429"/>
              <a:gd name="connsiteX399-59443" fmla="*/ 1596781 w 18982931"/>
              <a:gd name="connsiteY399-59444" fmla="*/ 2714192 h 4449429"/>
              <a:gd name="connsiteX400-59445" fmla="*/ 4422120 w 18982931"/>
              <a:gd name="connsiteY400-59446" fmla="*/ 2688604 h 4449429"/>
              <a:gd name="connsiteX401-59447" fmla="*/ 4422120 w 18982931"/>
              <a:gd name="connsiteY401-59448" fmla="*/ 2851522 h 4449429"/>
              <a:gd name="connsiteX402-59449" fmla="*/ 4459897 w 18982931"/>
              <a:gd name="connsiteY402-59450" fmla="*/ 2851522 h 4449429"/>
              <a:gd name="connsiteX403-59451" fmla="*/ 4459897 w 18982931"/>
              <a:gd name="connsiteY403-59452" fmla="*/ 2688604 h 4449429"/>
              <a:gd name="connsiteX404-59453" fmla="*/ 4422120 w 18982931"/>
              <a:gd name="connsiteY404-59454" fmla="*/ 2688604 h 4449429"/>
              <a:gd name="connsiteX405-59455" fmla="*/ 4346370 w 18982931"/>
              <a:gd name="connsiteY405-59456" fmla="*/ 2688604 h 4449429"/>
              <a:gd name="connsiteX406-59457" fmla="*/ 4346370 w 18982931"/>
              <a:gd name="connsiteY406-59458" fmla="*/ 2851522 h 4449429"/>
              <a:gd name="connsiteX407-59459" fmla="*/ 4384149 w 18982931"/>
              <a:gd name="connsiteY407-59460" fmla="*/ 2851522 h 4449429"/>
              <a:gd name="connsiteX408-59461" fmla="*/ 4384149 w 18982931"/>
              <a:gd name="connsiteY408-59462" fmla="*/ 2688604 h 4449429"/>
              <a:gd name="connsiteX409-59463" fmla="*/ 4346370 w 18982931"/>
              <a:gd name="connsiteY409-59464" fmla="*/ 2688604 h 4449429"/>
              <a:gd name="connsiteX410-59465" fmla="*/ 4270624 w 18982931"/>
              <a:gd name="connsiteY410-59466" fmla="*/ 2688604 h 4449429"/>
              <a:gd name="connsiteX411-59467" fmla="*/ 4270624 w 18982931"/>
              <a:gd name="connsiteY411-59468" fmla="*/ 2851522 h 4449429"/>
              <a:gd name="connsiteX412-59469" fmla="*/ 4308407 w 18982931"/>
              <a:gd name="connsiteY412-59470" fmla="*/ 2851522 h 4449429"/>
              <a:gd name="connsiteX413-59471" fmla="*/ 4308407 w 18982931"/>
              <a:gd name="connsiteY413-59472" fmla="*/ 2688604 h 4449429"/>
              <a:gd name="connsiteX414-59473" fmla="*/ 4270624 w 18982931"/>
              <a:gd name="connsiteY414-59474" fmla="*/ 2688604 h 4449429"/>
              <a:gd name="connsiteX415-59475" fmla="*/ 4194881 w 18982931"/>
              <a:gd name="connsiteY415-59476" fmla="*/ 2688604 h 4449429"/>
              <a:gd name="connsiteX416-59477" fmla="*/ 4194881 w 18982931"/>
              <a:gd name="connsiteY416-59478" fmla="*/ 2851522 h 4449429"/>
              <a:gd name="connsiteX417-59479" fmla="*/ 4232658 w 18982931"/>
              <a:gd name="connsiteY417-59480" fmla="*/ 2851522 h 4449429"/>
              <a:gd name="connsiteX418-59481" fmla="*/ 4232658 w 18982931"/>
              <a:gd name="connsiteY418-59482" fmla="*/ 2688604 h 4449429"/>
              <a:gd name="connsiteX419-59483" fmla="*/ 4194881 w 18982931"/>
              <a:gd name="connsiteY419-59484" fmla="*/ 2688604 h 4449429"/>
              <a:gd name="connsiteX420-59485" fmla="*/ 4119132 w 18982931"/>
              <a:gd name="connsiteY420-59486" fmla="*/ 2688604 h 4449429"/>
              <a:gd name="connsiteX421-59487" fmla="*/ 4119132 w 18982931"/>
              <a:gd name="connsiteY421-59488" fmla="*/ 2851522 h 4449429"/>
              <a:gd name="connsiteX422-59489" fmla="*/ 4156909 w 18982931"/>
              <a:gd name="connsiteY422-59490" fmla="*/ 2851522 h 4449429"/>
              <a:gd name="connsiteX423-59491" fmla="*/ 4156909 w 18982931"/>
              <a:gd name="connsiteY423-59492" fmla="*/ 2688604 h 4449429"/>
              <a:gd name="connsiteX424-59493" fmla="*/ 4119132 w 18982931"/>
              <a:gd name="connsiteY424-59494" fmla="*/ 2688604 h 4449429"/>
              <a:gd name="connsiteX425-59495" fmla="*/ 4043383 w 18982931"/>
              <a:gd name="connsiteY425-59496" fmla="*/ 2688604 h 4449429"/>
              <a:gd name="connsiteX426-59497" fmla="*/ 4043383 w 18982931"/>
              <a:gd name="connsiteY426-59498" fmla="*/ 2851522 h 4449429"/>
              <a:gd name="connsiteX427-59499" fmla="*/ 4081160 w 18982931"/>
              <a:gd name="connsiteY427-59500" fmla="*/ 2851522 h 4449429"/>
              <a:gd name="connsiteX428-59501" fmla="*/ 4081160 w 18982931"/>
              <a:gd name="connsiteY428-59502" fmla="*/ 2688604 h 4449429"/>
              <a:gd name="connsiteX429-59503" fmla="*/ 4043383 w 18982931"/>
              <a:gd name="connsiteY429-59504" fmla="*/ 2688604 h 4449429"/>
              <a:gd name="connsiteX430-59505" fmla="*/ 3967636 w 18982931"/>
              <a:gd name="connsiteY430-59506" fmla="*/ 2688604 h 4449429"/>
              <a:gd name="connsiteX431-59507" fmla="*/ 3967636 w 18982931"/>
              <a:gd name="connsiteY431-59508" fmla="*/ 2851522 h 4449429"/>
              <a:gd name="connsiteX432-59509" fmla="*/ 4005415 w 18982931"/>
              <a:gd name="connsiteY432-59510" fmla="*/ 2851522 h 4449429"/>
              <a:gd name="connsiteX433-59511" fmla="*/ 4005415 w 18982931"/>
              <a:gd name="connsiteY433-59512" fmla="*/ 2688604 h 4449429"/>
              <a:gd name="connsiteX434-59513" fmla="*/ 3967636 w 18982931"/>
              <a:gd name="connsiteY434-59514" fmla="*/ 2688604 h 4449429"/>
              <a:gd name="connsiteX435-59515" fmla="*/ 3891895 w 18982931"/>
              <a:gd name="connsiteY435-59516" fmla="*/ 2688604 h 4449429"/>
              <a:gd name="connsiteX436-59517" fmla="*/ 3891895 w 18982931"/>
              <a:gd name="connsiteY436-59518" fmla="*/ 2851522 h 4449429"/>
              <a:gd name="connsiteX437-59519" fmla="*/ 3929672 w 18982931"/>
              <a:gd name="connsiteY437-59520" fmla="*/ 2851522 h 4449429"/>
              <a:gd name="connsiteX438-59521" fmla="*/ 3929672 w 18982931"/>
              <a:gd name="connsiteY438-59522" fmla="*/ 2688604 h 4449429"/>
              <a:gd name="connsiteX439-59523" fmla="*/ 3891895 w 18982931"/>
              <a:gd name="connsiteY439-59524" fmla="*/ 2688604 h 4449429"/>
              <a:gd name="connsiteX440-59525" fmla="*/ 15043403 w 18982931"/>
              <a:gd name="connsiteY440-59526" fmla="*/ 2685661 h 4449429"/>
              <a:gd name="connsiteX441-59527" fmla="*/ 15043403 w 18982931"/>
              <a:gd name="connsiteY441-59528" fmla="*/ 2894508 h 4449429"/>
              <a:gd name="connsiteX442-59529" fmla="*/ 15089105 w 18982931"/>
              <a:gd name="connsiteY442-59530" fmla="*/ 2894508 h 4449429"/>
              <a:gd name="connsiteX443-59531" fmla="*/ 15089105 w 18982931"/>
              <a:gd name="connsiteY443-59532" fmla="*/ 2685661 h 4449429"/>
              <a:gd name="connsiteX444-59533" fmla="*/ 15043403 w 18982931"/>
              <a:gd name="connsiteY444-59534" fmla="*/ 2685661 h 4449429"/>
              <a:gd name="connsiteX445-59535" fmla="*/ 14951773 w 18982931"/>
              <a:gd name="connsiteY445-59536" fmla="*/ 2685661 h 4449429"/>
              <a:gd name="connsiteX446-59537" fmla="*/ 14951773 w 18982931"/>
              <a:gd name="connsiteY446-59538" fmla="*/ 2894508 h 4449429"/>
              <a:gd name="connsiteX447-59539" fmla="*/ 14997475 w 18982931"/>
              <a:gd name="connsiteY447-59540" fmla="*/ 2894508 h 4449429"/>
              <a:gd name="connsiteX448-59541" fmla="*/ 14997475 w 18982931"/>
              <a:gd name="connsiteY448-59542" fmla="*/ 2685661 h 4449429"/>
              <a:gd name="connsiteX449-59543" fmla="*/ 14951773 w 18982931"/>
              <a:gd name="connsiteY449-59544" fmla="*/ 2685661 h 4449429"/>
              <a:gd name="connsiteX450-59545" fmla="*/ 14860145 w 18982931"/>
              <a:gd name="connsiteY450-59546" fmla="*/ 2685661 h 4449429"/>
              <a:gd name="connsiteX451-59547" fmla="*/ 14860145 w 18982931"/>
              <a:gd name="connsiteY451-59548" fmla="*/ 2894508 h 4449429"/>
              <a:gd name="connsiteX452-59549" fmla="*/ 14905844 w 18982931"/>
              <a:gd name="connsiteY452-59550" fmla="*/ 2894508 h 4449429"/>
              <a:gd name="connsiteX453-59551" fmla="*/ 14905844 w 18982931"/>
              <a:gd name="connsiteY453-59552" fmla="*/ 2685661 h 4449429"/>
              <a:gd name="connsiteX454-59553" fmla="*/ 14860145 w 18982931"/>
              <a:gd name="connsiteY454-59554" fmla="*/ 2685661 h 4449429"/>
              <a:gd name="connsiteX455-59555" fmla="*/ 14768515 w 18982931"/>
              <a:gd name="connsiteY455-59556" fmla="*/ 2685661 h 4449429"/>
              <a:gd name="connsiteX456-59557" fmla="*/ 14768515 w 18982931"/>
              <a:gd name="connsiteY456-59558" fmla="*/ 2894508 h 4449429"/>
              <a:gd name="connsiteX457-59559" fmla="*/ 14814217 w 18982931"/>
              <a:gd name="connsiteY457-59560" fmla="*/ 2894508 h 4449429"/>
              <a:gd name="connsiteX458-59561" fmla="*/ 14814217 w 18982931"/>
              <a:gd name="connsiteY458-59562" fmla="*/ 2685661 h 4449429"/>
              <a:gd name="connsiteX459-59563" fmla="*/ 14768515 w 18982931"/>
              <a:gd name="connsiteY459-59564" fmla="*/ 2685661 h 4449429"/>
              <a:gd name="connsiteX460-59565" fmla="*/ 14676884 w 18982931"/>
              <a:gd name="connsiteY460-59566" fmla="*/ 2685661 h 4449429"/>
              <a:gd name="connsiteX461-59567" fmla="*/ 14676884 w 18982931"/>
              <a:gd name="connsiteY461-59568" fmla="*/ 2894508 h 4449429"/>
              <a:gd name="connsiteX462-59569" fmla="*/ 14722586 w 18982931"/>
              <a:gd name="connsiteY462-59570" fmla="*/ 2894508 h 4449429"/>
              <a:gd name="connsiteX463-59571" fmla="*/ 14722586 w 18982931"/>
              <a:gd name="connsiteY463-59572" fmla="*/ 2685661 h 4449429"/>
              <a:gd name="connsiteX464-59573" fmla="*/ 14676884 w 18982931"/>
              <a:gd name="connsiteY464-59574" fmla="*/ 2685661 h 4449429"/>
              <a:gd name="connsiteX465-59575" fmla="*/ 14585255 w 18982931"/>
              <a:gd name="connsiteY465-59576" fmla="*/ 2685661 h 4449429"/>
              <a:gd name="connsiteX466-59577" fmla="*/ 14585255 w 18982931"/>
              <a:gd name="connsiteY466-59578" fmla="*/ 2894508 h 4449429"/>
              <a:gd name="connsiteX467-59579" fmla="*/ 14630955 w 18982931"/>
              <a:gd name="connsiteY467-59580" fmla="*/ 2894508 h 4449429"/>
              <a:gd name="connsiteX468-59581" fmla="*/ 14630955 w 18982931"/>
              <a:gd name="connsiteY468-59582" fmla="*/ 2685661 h 4449429"/>
              <a:gd name="connsiteX469-59583" fmla="*/ 14585255 w 18982931"/>
              <a:gd name="connsiteY469-59584" fmla="*/ 2685661 h 4449429"/>
              <a:gd name="connsiteX470-59585" fmla="*/ 14493625 w 18982931"/>
              <a:gd name="connsiteY470-59586" fmla="*/ 2685661 h 4449429"/>
              <a:gd name="connsiteX471-59587" fmla="*/ 14493625 w 18982931"/>
              <a:gd name="connsiteY471-59588" fmla="*/ 2894508 h 4449429"/>
              <a:gd name="connsiteX472-59589" fmla="*/ 14539325 w 18982931"/>
              <a:gd name="connsiteY472-59590" fmla="*/ 2894508 h 4449429"/>
              <a:gd name="connsiteX473-59591" fmla="*/ 14539325 w 18982931"/>
              <a:gd name="connsiteY473-59592" fmla="*/ 2685661 h 4449429"/>
              <a:gd name="connsiteX474-59593" fmla="*/ 14493625 w 18982931"/>
              <a:gd name="connsiteY474-59594" fmla="*/ 2685661 h 4449429"/>
              <a:gd name="connsiteX475-59595" fmla="*/ 2875284 w 18982931"/>
              <a:gd name="connsiteY475-59596" fmla="*/ 2661196 h 4449429"/>
              <a:gd name="connsiteX476-59597" fmla="*/ 2875284 w 18982931"/>
              <a:gd name="connsiteY476-59598" fmla="*/ 3265443 h 4449429"/>
              <a:gd name="connsiteX477-59599" fmla="*/ 2913063 w 18982931"/>
              <a:gd name="connsiteY477-59600" fmla="*/ 3265443 h 4449429"/>
              <a:gd name="connsiteX478-59601" fmla="*/ 2913063 w 18982931"/>
              <a:gd name="connsiteY478-59602" fmla="*/ 2661196 h 4449429"/>
              <a:gd name="connsiteX479-59603" fmla="*/ 2875284 w 18982931"/>
              <a:gd name="connsiteY479-59604" fmla="*/ 2661196 h 4449429"/>
              <a:gd name="connsiteX480-59605" fmla="*/ 2769698 w 18982931"/>
              <a:gd name="connsiteY480-59606" fmla="*/ 2661196 h 4449429"/>
              <a:gd name="connsiteX481-59607" fmla="*/ 2769698 w 18982931"/>
              <a:gd name="connsiteY481-59608" fmla="*/ 3265443 h 4449429"/>
              <a:gd name="connsiteX482-59609" fmla="*/ 2807479 w 18982931"/>
              <a:gd name="connsiteY482-59610" fmla="*/ 3265443 h 4449429"/>
              <a:gd name="connsiteX483-59611" fmla="*/ 2807479 w 18982931"/>
              <a:gd name="connsiteY483-59612" fmla="*/ 2661196 h 4449429"/>
              <a:gd name="connsiteX484-59613" fmla="*/ 2769698 w 18982931"/>
              <a:gd name="connsiteY484-59614" fmla="*/ 2661196 h 4449429"/>
              <a:gd name="connsiteX485-59615" fmla="*/ 2664114 w 18982931"/>
              <a:gd name="connsiteY485-59616" fmla="*/ 2661196 h 4449429"/>
              <a:gd name="connsiteX486-59617" fmla="*/ 2664114 w 18982931"/>
              <a:gd name="connsiteY486-59618" fmla="*/ 3265443 h 4449429"/>
              <a:gd name="connsiteX487-59619" fmla="*/ 2701891 w 18982931"/>
              <a:gd name="connsiteY487-59620" fmla="*/ 3265443 h 4449429"/>
              <a:gd name="connsiteX488-59621" fmla="*/ 2701891 w 18982931"/>
              <a:gd name="connsiteY488-59622" fmla="*/ 2661196 h 4449429"/>
              <a:gd name="connsiteX489-59623" fmla="*/ 2664114 w 18982931"/>
              <a:gd name="connsiteY489-59624" fmla="*/ 2661196 h 4449429"/>
              <a:gd name="connsiteX490-59625" fmla="*/ 2558534 w 18982931"/>
              <a:gd name="connsiteY490-59626" fmla="*/ 2661196 h 4449429"/>
              <a:gd name="connsiteX491-59627" fmla="*/ 2558534 w 18982931"/>
              <a:gd name="connsiteY491-59628" fmla="*/ 3265443 h 4449429"/>
              <a:gd name="connsiteX492-59629" fmla="*/ 2596306 w 18982931"/>
              <a:gd name="connsiteY492-59630" fmla="*/ 3265443 h 4449429"/>
              <a:gd name="connsiteX493-59631" fmla="*/ 2596306 w 18982931"/>
              <a:gd name="connsiteY493-59632" fmla="*/ 2661196 h 4449429"/>
              <a:gd name="connsiteX494-59633" fmla="*/ 2558534 w 18982931"/>
              <a:gd name="connsiteY494-59634" fmla="*/ 2661196 h 4449429"/>
              <a:gd name="connsiteX495-59635" fmla="*/ 2980870 w 18982931"/>
              <a:gd name="connsiteY495-59636" fmla="*/ 2661194 h 4449429"/>
              <a:gd name="connsiteX496-59637" fmla="*/ 2980870 w 18982931"/>
              <a:gd name="connsiteY496-59638" fmla="*/ 3265442 h 4449429"/>
              <a:gd name="connsiteX497-59639" fmla="*/ 3018648 w 18982931"/>
              <a:gd name="connsiteY497-59640" fmla="*/ 3265442 h 4449429"/>
              <a:gd name="connsiteX498-59641" fmla="*/ 3018648 w 18982931"/>
              <a:gd name="connsiteY498-59642" fmla="*/ 2661194 h 4449429"/>
              <a:gd name="connsiteX499-59643" fmla="*/ 2980870 w 18982931"/>
              <a:gd name="connsiteY499-59644" fmla="*/ 2661194 h 4449429"/>
              <a:gd name="connsiteX500-59645" fmla="*/ 16374516 w 18982931"/>
              <a:gd name="connsiteY500-59646" fmla="*/ 2632791 h 4449429"/>
              <a:gd name="connsiteX501-59647" fmla="*/ 16374516 w 18982931"/>
              <a:gd name="connsiteY501-59648" fmla="*/ 3237039 h 4449429"/>
              <a:gd name="connsiteX502-59649" fmla="*/ 16412296 w 18982931"/>
              <a:gd name="connsiteY502-59650" fmla="*/ 3237039 h 4449429"/>
              <a:gd name="connsiteX503-59651" fmla="*/ 16412296 w 18982931"/>
              <a:gd name="connsiteY503-59652" fmla="*/ 2632791 h 4449429"/>
              <a:gd name="connsiteX504-59653" fmla="*/ 16374516 w 18982931"/>
              <a:gd name="connsiteY504-59654" fmla="*/ 2632791 h 4449429"/>
              <a:gd name="connsiteX505-59655" fmla="*/ 16268931 w 18982931"/>
              <a:gd name="connsiteY505-59656" fmla="*/ 2632791 h 4449429"/>
              <a:gd name="connsiteX506-59657" fmla="*/ 16268931 w 18982931"/>
              <a:gd name="connsiteY506-59658" fmla="*/ 3237039 h 4449429"/>
              <a:gd name="connsiteX507-59659" fmla="*/ 16306709 w 18982931"/>
              <a:gd name="connsiteY507-59660" fmla="*/ 3237039 h 4449429"/>
              <a:gd name="connsiteX508-59661" fmla="*/ 16306709 w 18982931"/>
              <a:gd name="connsiteY508-59662" fmla="*/ 2632791 h 4449429"/>
              <a:gd name="connsiteX509-59663" fmla="*/ 16268931 w 18982931"/>
              <a:gd name="connsiteY509-59664" fmla="*/ 2632791 h 4449429"/>
              <a:gd name="connsiteX510-59665" fmla="*/ 16163344 w 18982931"/>
              <a:gd name="connsiteY510-59666" fmla="*/ 2632791 h 4449429"/>
              <a:gd name="connsiteX511-59667" fmla="*/ 16163344 w 18982931"/>
              <a:gd name="connsiteY511-59668" fmla="*/ 3237039 h 4449429"/>
              <a:gd name="connsiteX512-59669" fmla="*/ 16201125 w 18982931"/>
              <a:gd name="connsiteY512-59670" fmla="*/ 3237039 h 4449429"/>
              <a:gd name="connsiteX513-59671" fmla="*/ 16201125 w 18982931"/>
              <a:gd name="connsiteY513-59672" fmla="*/ 2632791 h 4449429"/>
              <a:gd name="connsiteX514-59673" fmla="*/ 16163344 w 18982931"/>
              <a:gd name="connsiteY514-59674" fmla="*/ 2632791 h 4449429"/>
              <a:gd name="connsiteX515-59675" fmla="*/ 16057760 w 18982931"/>
              <a:gd name="connsiteY515-59676" fmla="*/ 2632791 h 4449429"/>
              <a:gd name="connsiteX516-59677" fmla="*/ 16057760 w 18982931"/>
              <a:gd name="connsiteY516-59678" fmla="*/ 3237039 h 4449429"/>
              <a:gd name="connsiteX517-59679" fmla="*/ 16095537 w 18982931"/>
              <a:gd name="connsiteY517-59680" fmla="*/ 3237039 h 4449429"/>
              <a:gd name="connsiteX518-59681" fmla="*/ 16095537 w 18982931"/>
              <a:gd name="connsiteY518-59682" fmla="*/ 2632791 h 4449429"/>
              <a:gd name="connsiteX519-59683" fmla="*/ 16057760 w 18982931"/>
              <a:gd name="connsiteY519-59684" fmla="*/ 2632791 h 4449429"/>
              <a:gd name="connsiteX520-59685" fmla="*/ 16480103 w 18982931"/>
              <a:gd name="connsiteY520-59686" fmla="*/ 2632790 h 4449429"/>
              <a:gd name="connsiteX521-59687" fmla="*/ 16480103 w 18982931"/>
              <a:gd name="connsiteY521-59688" fmla="*/ 3237037 h 4449429"/>
              <a:gd name="connsiteX522-59689" fmla="*/ 16517880 w 18982931"/>
              <a:gd name="connsiteY522-59690" fmla="*/ 3237037 h 4449429"/>
              <a:gd name="connsiteX523-59691" fmla="*/ 16517880 w 18982931"/>
              <a:gd name="connsiteY523-59692" fmla="*/ 2632790 h 4449429"/>
              <a:gd name="connsiteX524-59693" fmla="*/ 16480103 w 18982931"/>
              <a:gd name="connsiteY524-59694" fmla="*/ 2632790 h 4449429"/>
              <a:gd name="connsiteX525-59695" fmla="*/ 1596781 w 18982931"/>
              <a:gd name="connsiteY525-59696" fmla="*/ 2622561 h 4449429"/>
              <a:gd name="connsiteX526-59697" fmla="*/ 1596781 w 18982931"/>
              <a:gd name="connsiteY526-59698" fmla="*/ 2668261 h 4449429"/>
              <a:gd name="connsiteX527-59699" fmla="*/ 1805629 w 18982931"/>
              <a:gd name="connsiteY527-59700" fmla="*/ 2668261 h 4449429"/>
              <a:gd name="connsiteX528-59701" fmla="*/ 1805629 w 18982931"/>
              <a:gd name="connsiteY528-59702" fmla="*/ 2622561 h 4449429"/>
              <a:gd name="connsiteX529-59703" fmla="*/ 1596781 w 18982931"/>
              <a:gd name="connsiteY529-59704" fmla="*/ 2622561 h 4449429"/>
              <a:gd name="connsiteX530-59705" fmla="*/ 1596781 w 18982931"/>
              <a:gd name="connsiteY530-59706" fmla="*/ 2530932 h 4449429"/>
              <a:gd name="connsiteX531-59707" fmla="*/ 1596781 w 18982931"/>
              <a:gd name="connsiteY531-59708" fmla="*/ 2576632 h 4449429"/>
              <a:gd name="connsiteX532-59709" fmla="*/ 1805629 w 18982931"/>
              <a:gd name="connsiteY532-59710" fmla="*/ 2576632 h 4449429"/>
              <a:gd name="connsiteX533-59711" fmla="*/ 1805629 w 18982931"/>
              <a:gd name="connsiteY533-59712" fmla="*/ 2530932 h 4449429"/>
              <a:gd name="connsiteX534-59713" fmla="*/ 1596781 w 18982931"/>
              <a:gd name="connsiteY534-59714" fmla="*/ 2530932 h 4449429"/>
              <a:gd name="connsiteX535-59715" fmla="*/ 1596781 w 18982931"/>
              <a:gd name="connsiteY535-59716" fmla="*/ 2439301 h 4449429"/>
              <a:gd name="connsiteX536-59717" fmla="*/ 1596781 w 18982931"/>
              <a:gd name="connsiteY536-59718" fmla="*/ 2485002 h 4449429"/>
              <a:gd name="connsiteX537-59719" fmla="*/ 1805629 w 18982931"/>
              <a:gd name="connsiteY537-59720" fmla="*/ 2485002 h 4449429"/>
              <a:gd name="connsiteX538-59721" fmla="*/ 1805629 w 18982931"/>
              <a:gd name="connsiteY538-59722" fmla="*/ 2439301 h 4449429"/>
              <a:gd name="connsiteX539-59723" fmla="*/ 1596781 w 18982931"/>
              <a:gd name="connsiteY539-59724" fmla="*/ 2439301 h 4449429"/>
              <a:gd name="connsiteX540-59725" fmla="*/ 17217171 w 18982931"/>
              <a:gd name="connsiteY540-59726" fmla="*/ 2397981 h 4449429"/>
              <a:gd name="connsiteX541-59727" fmla="*/ 17217171 w 18982931"/>
              <a:gd name="connsiteY541-59728" fmla="*/ 2434557 h 4449429"/>
              <a:gd name="connsiteX542-59729" fmla="*/ 17582931 w 18982931"/>
              <a:gd name="connsiteY542-59730" fmla="*/ 2434557 h 4449429"/>
              <a:gd name="connsiteX543-59731" fmla="*/ 17582931 w 18982931"/>
              <a:gd name="connsiteY543-59732" fmla="*/ 2397981 h 4449429"/>
              <a:gd name="connsiteX544-59733" fmla="*/ 17217171 w 18982931"/>
              <a:gd name="connsiteY544-59734" fmla="*/ 2397981 h 4449429"/>
              <a:gd name="connsiteX545-59735" fmla="*/ 9762349 w 18982931"/>
              <a:gd name="connsiteY545-59736" fmla="*/ 2057780 h 4449429"/>
              <a:gd name="connsiteX546-59737" fmla="*/ 9762349 w 18982931"/>
              <a:gd name="connsiteY546-59738" fmla="*/ 2266627 h 4449429"/>
              <a:gd name="connsiteX547-59739" fmla="*/ 9808049 w 18982931"/>
              <a:gd name="connsiteY547-59740" fmla="*/ 2266627 h 4449429"/>
              <a:gd name="connsiteX548-59741" fmla="*/ 9808049 w 18982931"/>
              <a:gd name="connsiteY548-59742" fmla="*/ 2057780 h 4449429"/>
              <a:gd name="connsiteX549-59743" fmla="*/ 9762349 w 18982931"/>
              <a:gd name="connsiteY549-59744" fmla="*/ 2057780 h 4449429"/>
              <a:gd name="connsiteX550-59745" fmla="*/ 9670720 w 18982931"/>
              <a:gd name="connsiteY550-59746" fmla="*/ 2057780 h 4449429"/>
              <a:gd name="connsiteX551-59747" fmla="*/ 9670720 w 18982931"/>
              <a:gd name="connsiteY551-59748" fmla="*/ 2266627 h 4449429"/>
              <a:gd name="connsiteX552-59749" fmla="*/ 9716420 w 18982931"/>
              <a:gd name="connsiteY552-59750" fmla="*/ 2266627 h 4449429"/>
              <a:gd name="connsiteX553-59751" fmla="*/ 9716420 w 18982931"/>
              <a:gd name="connsiteY553-59752" fmla="*/ 2057780 h 4449429"/>
              <a:gd name="connsiteX554-59753" fmla="*/ 9670720 w 18982931"/>
              <a:gd name="connsiteY554-59754" fmla="*/ 2057780 h 4449429"/>
              <a:gd name="connsiteX555-59755" fmla="*/ 9579089 w 18982931"/>
              <a:gd name="connsiteY555-59756" fmla="*/ 2057780 h 4449429"/>
              <a:gd name="connsiteX556-59757" fmla="*/ 9579089 w 18982931"/>
              <a:gd name="connsiteY556-59758" fmla="*/ 2266627 h 4449429"/>
              <a:gd name="connsiteX557-59759" fmla="*/ 9624790 w 18982931"/>
              <a:gd name="connsiteY557-59760" fmla="*/ 2266627 h 4449429"/>
              <a:gd name="connsiteX558-59761" fmla="*/ 9624790 w 18982931"/>
              <a:gd name="connsiteY558-59762" fmla="*/ 2057780 h 4449429"/>
              <a:gd name="connsiteX559-59763" fmla="*/ 9579089 w 18982931"/>
              <a:gd name="connsiteY559-59764" fmla="*/ 2057780 h 4449429"/>
              <a:gd name="connsiteX560-59765" fmla="*/ 9487461 w 18982931"/>
              <a:gd name="connsiteY560-59766" fmla="*/ 2057780 h 4449429"/>
              <a:gd name="connsiteX561-59767" fmla="*/ 9487461 w 18982931"/>
              <a:gd name="connsiteY561-59768" fmla="*/ 2266627 h 4449429"/>
              <a:gd name="connsiteX562-59769" fmla="*/ 9533161 w 18982931"/>
              <a:gd name="connsiteY562-59770" fmla="*/ 2266627 h 4449429"/>
              <a:gd name="connsiteX563-59771" fmla="*/ 9533161 w 18982931"/>
              <a:gd name="connsiteY563-59772" fmla="*/ 2057780 h 4449429"/>
              <a:gd name="connsiteX564-59773" fmla="*/ 9487461 w 18982931"/>
              <a:gd name="connsiteY564-59774" fmla="*/ 2057780 h 4449429"/>
              <a:gd name="connsiteX565-59775" fmla="*/ 9395836 w 18982931"/>
              <a:gd name="connsiteY565-59776" fmla="*/ 2057780 h 4449429"/>
              <a:gd name="connsiteX566-59777" fmla="*/ 9395836 w 18982931"/>
              <a:gd name="connsiteY566-59778" fmla="*/ 2266627 h 4449429"/>
              <a:gd name="connsiteX567-59779" fmla="*/ 9441534 w 18982931"/>
              <a:gd name="connsiteY567-59780" fmla="*/ 2266627 h 4449429"/>
              <a:gd name="connsiteX568-59781" fmla="*/ 9441534 w 18982931"/>
              <a:gd name="connsiteY568-59782" fmla="*/ 2057780 h 4449429"/>
              <a:gd name="connsiteX569-59783" fmla="*/ 9395836 w 18982931"/>
              <a:gd name="connsiteY569-59784" fmla="*/ 2057780 h 4449429"/>
              <a:gd name="connsiteX570-59785" fmla="*/ 9304202 w 18982931"/>
              <a:gd name="connsiteY570-59786" fmla="*/ 2057780 h 4449429"/>
              <a:gd name="connsiteX571-59787" fmla="*/ 9304202 w 18982931"/>
              <a:gd name="connsiteY571-59788" fmla="*/ 2266627 h 4449429"/>
              <a:gd name="connsiteX572-59789" fmla="*/ 9349902 w 18982931"/>
              <a:gd name="connsiteY572-59790" fmla="*/ 2266627 h 4449429"/>
              <a:gd name="connsiteX573-59791" fmla="*/ 9349902 w 18982931"/>
              <a:gd name="connsiteY573-59792" fmla="*/ 2057780 h 4449429"/>
              <a:gd name="connsiteX574-59793" fmla="*/ 9304202 w 18982931"/>
              <a:gd name="connsiteY574-59794" fmla="*/ 2057780 h 4449429"/>
              <a:gd name="connsiteX575-59795" fmla="*/ 9212570 w 18982931"/>
              <a:gd name="connsiteY575-59796" fmla="*/ 2057780 h 4449429"/>
              <a:gd name="connsiteX576-59797" fmla="*/ 9212570 w 18982931"/>
              <a:gd name="connsiteY576-59798" fmla="*/ 2266627 h 4449429"/>
              <a:gd name="connsiteX577-59799" fmla="*/ 9258270 w 18982931"/>
              <a:gd name="connsiteY577-59800" fmla="*/ 2266627 h 4449429"/>
              <a:gd name="connsiteX578-59801" fmla="*/ 9258270 w 18982931"/>
              <a:gd name="connsiteY578-59802" fmla="*/ 2057780 h 4449429"/>
              <a:gd name="connsiteX579-59803" fmla="*/ 9212570 w 18982931"/>
              <a:gd name="connsiteY579-59804" fmla="*/ 2057780 h 4449429"/>
              <a:gd name="connsiteX580-59805" fmla="*/ 14092702 w 18982931"/>
              <a:gd name="connsiteY580-59806" fmla="*/ 1859157 h 4449429"/>
              <a:gd name="connsiteX581-59807" fmla="*/ 14092702 w 18982931"/>
              <a:gd name="connsiteY581-59808" fmla="*/ 1895733 h 4449429"/>
              <a:gd name="connsiteX582-59809" fmla="*/ 14458462 w 18982931"/>
              <a:gd name="connsiteY582-59810" fmla="*/ 1895733 h 4449429"/>
              <a:gd name="connsiteX583-59811" fmla="*/ 14458462 w 18982931"/>
              <a:gd name="connsiteY583-59812" fmla="*/ 1859157 h 4449429"/>
              <a:gd name="connsiteX584-59813" fmla="*/ 14092702 w 18982931"/>
              <a:gd name="connsiteY584-59814" fmla="*/ 1859157 h 4449429"/>
              <a:gd name="connsiteX585-59815" fmla="*/ 17871603 w 18982931"/>
              <a:gd name="connsiteY585-59816" fmla="*/ 1806939 h 4449429"/>
              <a:gd name="connsiteX586-59817" fmla="*/ 17871603 w 18982931"/>
              <a:gd name="connsiteY586-59818" fmla="*/ 1809649 h 4449429"/>
              <a:gd name="connsiteX587-59819" fmla="*/ 17871627 w 18982931"/>
              <a:gd name="connsiteY587-59820" fmla="*/ 1809649 h 4449429"/>
              <a:gd name="connsiteX588-59821" fmla="*/ 17871603 w 18982931"/>
              <a:gd name="connsiteY588-59822" fmla="*/ 1806939 h 4449429"/>
              <a:gd name="connsiteX589-59823" fmla="*/ 18172695 w 18982931"/>
              <a:gd name="connsiteY589-59824" fmla="*/ 1733739 h 4449429"/>
              <a:gd name="connsiteX590-59825" fmla="*/ 18172695 w 18982931"/>
              <a:gd name="connsiteY590-59826" fmla="*/ 1870899 h 4449429"/>
              <a:gd name="connsiteX591-59827" fmla="*/ 18209271 w 18982931"/>
              <a:gd name="connsiteY591-59828" fmla="*/ 1870899 h 4449429"/>
              <a:gd name="connsiteX592-59829" fmla="*/ 18209271 w 18982931"/>
              <a:gd name="connsiteY592-59830" fmla="*/ 1733739 h 4449429"/>
              <a:gd name="connsiteX593-59831" fmla="*/ 18172695 w 18982931"/>
              <a:gd name="connsiteY593-59832" fmla="*/ 1733739 h 4449429"/>
              <a:gd name="connsiteX594-59833" fmla="*/ 18104295 w 18982931"/>
              <a:gd name="connsiteY594-59834" fmla="*/ 1733739 h 4449429"/>
              <a:gd name="connsiteX595-59835" fmla="*/ 18104295 w 18982931"/>
              <a:gd name="connsiteY595-59836" fmla="*/ 1870899 h 4449429"/>
              <a:gd name="connsiteX596-59837" fmla="*/ 18140871 w 18982931"/>
              <a:gd name="connsiteY596-59838" fmla="*/ 1870899 h 4449429"/>
              <a:gd name="connsiteX597-59839" fmla="*/ 18140871 w 18982931"/>
              <a:gd name="connsiteY597-59840" fmla="*/ 1733739 h 4449429"/>
              <a:gd name="connsiteX598-59841" fmla="*/ 18104295 w 18982931"/>
              <a:gd name="connsiteY598-59842" fmla="*/ 1733739 h 4449429"/>
              <a:gd name="connsiteX599-59843" fmla="*/ 18035895 w 18982931"/>
              <a:gd name="connsiteY599-59844" fmla="*/ 1733739 h 4449429"/>
              <a:gd name="connsiteX600-59845" fmla="*/ 18035895 w 18982931"/>
              <a:gd name="connsiteY600-59846" fmla="*/ 1870899 h 4449429"/>
              <a:gd name="connsiteX601-59847" fmla="*/ 18072471 w 18982931"/>
              <a:gd name="connsiteY601-59848" fmla="*/ 1870899 h 4449429"/>
              <a:gd name="connsiteX602-59849" fmla="*/ 18072471 w 18982931"/>
              <a:gd name="connsiteY602-59850" fmla="*/ 1733739 h 4449429"/>
              <a:gd name="connsiteX603-59851" fmla="*/ 18035895 w 18982931"/>
              <a:gd name="connsiteY603-59852" fmla="*/ 1733739 h 4449429"/>
              <a:gd name="connsiteX604-59853" fmla="*/ 17967493 w 18982931"/>
              <a:gd name="connsiteY604-59854" fmla="*/ 1733739 h 4449429"/>
              <a:gd name="connsiteX605-59855" fmla="*/ 17967493 w 18982931"/>
              <a:gd name="connsiteY605-59856" fmla="*/ 1870899 h 4449429"/>
              <a:gd name="connsiteX606-59857" fmla="*/ 18004069 w 18982931"/>
              <a:gd name="connsiteY606-59858" fmla="*/ 1870899 h 4449429"/>
              <a:gd name="connsiteX607-59859" fmla="*/ 18004069 w 18982931"/>
              <a:gd name="connsiteY607-59860" fmla="*/ 1733739 h 4449429"/>
              <a:gd name="connsiteX608-59861" fmla="*/ 17967493 w 18982931"/>
              <a:gd name="connsiteY608-59862" fmla="*/ 1733739 h 4449429"/>
              <a:gd name="connsiteX609-59863" fmla="*/ 14251161 w 18982931"/>
              <a:gd name="connsiteY609-59864" fmla="*/ 868400 h 4449429"/>
              <a:gd name="connsiteX610-59865" fmla="*/ 14251161 w 18982931"/>
              <a:gd name="connsiteY610-59866" fmla="*/ 1005560 h 4449429"/>
              <a:gd name="connsiteX611-59867" fmla="*/ 14287737 w 18982931"/>
              <a:gd name="connsiteY611-59868" fmla="*/ 1005560 h 4449429"/>
              <a:gd name="connsiteX612-59869" fmla="*/ 14287737 w 18982931"/>
              <a:gd name="connsiteY612-59870" fmla="*/ 868400 h 4449429"/>
              <a:gd name="connsiteX613-59871" fmla="*/ 14251161 w 18982931"/>
              <a:gd name="connsiteY613-59872" fmla="*/ 868400 h 4449429"/>
              <a:gd name="connsiteX614-59873" fmla="*/ 14182760 w 18982931"/>
              <a:gd name="connsiteY614-59874" fmla="*/ 868400 h 4449429"/>
              <a:gd name="connsiteX615-59875" fmla="*/ 14182760 w 18982931"/>
              <a:gd name="connsiteY615-59876" fmla="*/ 1005560 h 4449429"/>
              <a:gd name="connsiteX616-59877" fmla="*/ 14219336 w 18982931"/>
              <a:gd name="connsiteY616-59878" fmla="*/ 1005560 h 4449429"/>
              <a:gd name="connsiteX617-59879" fmla="*/ 14219336 w 18982931"/>
              <a:gd name="connsiteY617-59880" fmla="*/ 868400 h 4449429"/>
              <a:gd name="connsiteX618-59881" fmla="*/ 14182760 w 18982931"/>
              <a:gd name="connsiteY618-59882" fmla="*/ 868400 h 4449429"/>
              <a:gd name="connsiteX619-59883" fmla="*/ 14114359 w 18982931"/>
              <a:gd name="connsiteY619-59884" fmla="*/ 868400 h 4449429"/>
              <a:gd name="connsiteX620-59885" fmla="*/ 14114359 w 18982931"/>
              <a:gd name="connsiteY620-59886" fmla="*/ 1005560 h 4449429"/>
              <a:gd name="connsiteX621-59887" fmla="*/ 14150935 w 18982931"/>
              <a:gd name="connsiteY621-59888" fmla="*/ 1005560 h 4449429"/>
              <a:gd name="connsiteX622-59889" fmla="*/ 14150935 w 18982931"/>
              <a:gd name="connsiteY622-59890" fmla="*/ 868400 h 4449429"/>
              <a:gd name="connsiteX623-59891" fmla="*/ 14114359 w 18982931"/>
              <a:gd name="connsiteY623-59892" fmla="*/ 868400 h 4449429"/>
              <a:gd name="connsiteX624-59893" fmla="*/ 4788216 w 18982931"/>
              <a:gd name="connsiteY624-59894" fmla="*/ 807315 h 4449429"/>
              <a:gd name="connsiteX625-59895" fmla="*/ 4788216 w 18982931"/>
              <a:gd name="connsiteY625-59896" fmla="*/ 944475 h 4449429"/>
              <a:gd name="connsiteX626-59897" fmla="*/ 4824792 w 18982931"/>
              <a:gd name="connsiteY626-59898" fmla="*/ 944475 h 4449429"/>
              <a:gd name="connsiteX627-59899" fmla="*/ 4824792 w 18982931"/>
              <a:gd name="connsiteY627-59900" fmla="*/ 807315 h 4449429"/>
              <a:gd name="connsiteX628-59901" fmla="*/ 4788216 w 18982931"/>
              <a:gd name="connsiteY628-59902" fmla="*/ 807315 h 4449429"/>
              <a:gd name="connsiteX629-59903" fmla="*/ 4719815 w 18982931"/>
              <a:gd name="connsiteY629-59904" fmla="*/ 807315 h 4449429"/>
              <a:gd name="connsiteX630-59905" fmla="*/ 4719815 w 18982931"/>
              <a:gd name="connsiteY630-59906" fmla="*/ 944475 h 4449429"/>
              <a:gd name="connsiteX631-59907" fmla="*/ 4756391 w 18982931"/>
              <a:gd name="connsiteY631-59908" fmla="*/ 944475 h 4449429"/>
              <a:gd name="connsiteX632-59909" fmla="*/ 4756391 w 18982931"/>
              <a:gd name="connsiteY632-59910" fmla="*/ 807315 h 4449429"/>
              <a:gd name="connsiteX633-59911" fmla="*/ 4719815 w 18982931"/>
              <a:gd name="connsiteY633-59912" fmla="*/ 807315 h 4449429"/>
              <a:gd name="connsiteX634-59913" fmla="*/ 4651414 w 18982931"/>
              <a:gd name="connsiteY634-59914" fmla="*/ 807315 h 4449429"/>
              <a:gd name="connsiteX635-59915" fmla="*/ 4651414 w 18982931"/>
              <a:gd name="connsiteY635-59916" fmla="*/ 944475 h 4449429"/>
              <a:gd name="connsiteX636-59917" fmla="*/ 4687992 w 18982931"/>
              <a:gd name="connsiteY636-59918" fmla="*/ 944475 h 4449429"/>
              <a:gd name="connsiteX637-59919" fmla="*/ 4687992 w 18982931"/>
              <a:gd name="connsiteY637-59920" fmla="*/ 807315 h 4449429"/>
              <a:gd name="connsiteX638-59921" fmla="*/ 4651414 w 18982931"/>
              <a:gd name="connsiteY638-59922" fmla="*/ 807315 h 4449429"/>
              <a:gd name="connsiteX639-59923" fmla="*/ 2212838 w 18982931"/>
              <a:gd name="connsiteY639-59924" fmla="*/ 748887 h 4449429"/>
              <a:gd name="connsiteX640-59925" fmla="*/ 2212838 w 18982931"/>
              <a:gd name="connsiteY640-59926" fmla="*/ 886047 h 4449429"/>
              <a:gd name="connsiteX641-59927" fmla="*/ 2249414 w 18982931"/>
              <a:gd name="connsiteY641-59928" fmla="*/ 886047 h 4449429"/>
              <a:gd name="connsiteX642-59929" fmla="*/ 2249414 w 18982931"/>
              <a:gd name="connsiteY642-59930" fmla="*/ 748887 h 4449429"/>
              <a:gd name="connsiteX643-59931" fmla="*/ 2212838 w 18982931"/>
              <a:gd name="connsiteY643-59932" fmla="*/ 748887 h 4449429"/>
              <a:gd name="connsiteX644-59933" fmla="*/ 2144438 w 18982931"/>
              <a:gd name="connsiteY644-59934" fmla="*/ 748887 h 4449429"/>
              <a:gd name="connsiteX645-59935" fmla="*/ 2144438 w 18982931"/>
              <a:gd name="connsiteY645-59936" fmla="*/ 886047 h 4449429"/>
              <a:gd name="connsiteX646-59937" fmla="*/ 2181014 w 18982931"/>
              <a:gd name="connsiteY646-59938" fmla="*/ 886047 h 4449429"/>
              <a:gd name="connsiteX647-59939" fmla="*/ 2181014 w 18982931"/>
              <a:gd name="connsiteY647-59940" fmla="*/ 748887 h 4449429"/>
              <a:gd name="connsiteX648-59941" fmla="*/ 2144438 w 18982931"/>
              <a:gd name="connsiteY648-59942" fmla="*/ 748887 h 4449429"/>
              <a:gd name="connsiteX649-59943" fmla="*/ 2076037 w 18982931"/>
              <a:gd name="connsiteY649-59944" fmla="*/ 748887 h 4449429"/>
              <a:gd name="connsiteX650-59945" fmla="*/ 2076037 w 18982931"/>
              <a:gd name="connsiteY650-59946" fmla="*/ 886047 h 4449429"/>
              <a:gd name="connsiteX651-59947" fmla="*/ 2112612 w 18982931"/>
              <a:gd name="connsiteY651-59948" fmla="*/ 886047 h 4449429"/>
              <a:gd name="connsiteX652-59949" fmla="*/ 2112612 w 18982931"/>
              <a:gd name="connsiteY652-59950" fmla="*/ 748887 h 4449429"/>
              <a:gd name="connsiteX653-59951" fmla="*/ 2076037 w 18982931"/>
              <a:gd name="connsiteY653-59952" fmla="*/ 748887 h 4449429"/>
              <a:gd name="connsiteX654-59953" fmla="*/ 2007635 w 18982931"/>
              <a:gd name="connsiteY654-59954" fmla="*/ 748887 h 4449429"/>
              <a:gd name="connsiteX655-59955" fmla="*/ 2007635 w 18982931"/>
              <a:gd name="connsiteY655-59956" fmla="*/ 886047 h 4449429"/>
              <a:gd name="connsiteX656-59957" fmla="*/ 2044211 w 18982931"/>
              <a:gd name="connsiteY656-59958" fmla="*/ 886047 h 4449429"/>
              <a:gd name="connsiteX657-59959" fmla="*/ 2044211 w 18982931"/>
              <a:gd name="connsiteY657-59960" fmla="*/ 748887 h 4449429"/>
              <a:gd name="connsiteX658-59961" fmla="*/ 2007635 w 18982931"/>
              <a:gd name="connsiteY658-59962" fmla="*/ 748887 h 4449429"/>
              <a:gd name="connsiteX659-59963" fmla="*/ 17088019 w 18982931"/>
              <a:gd name="connsiteY659-59964" fmla="*/ 737716 h 4449429"/>
              <a:gd name="connsiteX660-59965" fmla="*/ 17088019 w 18982931"/>
              <a:gd name="connsiteY660-59966" fmla="*/ 825107 h 4449429"/>
              <a:gd name="connsiteX661-59967" fmla="*/ 17124595 w 18982931"/>
              <a:gd name="connsiteY661-59968" fmla="*/ 825107 h 4449429"/>
              <a:gd name="connsiteX662-59969" fmla="*/ 17124595 w 18982931"/>
              <a:gd name="connsiteY662-59970" fmla="*/ 737716 h 4449429"/>
              <a:gd name="connsiteX663-59971" fmla="*/ 17088019 w 18982931"/>
              <a:gd name="connsiteY663-59972" fmla="*/ 737716 h 4449429"/>
              <a:gd name="connsiteX664-59973" fmla="*/ 17021803 w 18982931"/>
              <a:gd name="connsiteY664-59974" fmla="*/ 737716 h 4449429"/>
              <a:gd name="connsiteX665-59975" fmla="*/ 17021803 w 18982931"/>
              <a:gd name="connsiteY665-59976" fmla="*/ 825107 h 4449429"/>
              <a:gd name="connsiteX666-59977" fmla="*/ 17058379 w 18982931"/>
              <a:gd name="connsiteY666-59978" fmla="*/ 825107 h 4449429"/>
              <a:gd name="connsiteX667-59979" fmla="*/ 17058379 w 18982931"/>
              <a:gd name="connsiteY667-59980" fmla="*/ 737716 h 4449429"/>
              <a:gd name="connsiteX668-59981" fmla="*/ 17021803 w 18982931"/>
              <a:gd name="connsiteY668-59982" fmla="*/ 737716 h 4449429"/>
              <a:gd name="connsiteX669-59983" fmla="*/ 16955591 w 18982931"/>
              <a:gd name="connsiteY669-59984" fmla="*/ 737716 h 4449429"/>
              <a:gd name="connsiteX670-59985" fmla="*/ 16955591 w 18982931"/>
              <a:gd name="connsiteY670-59986" fmla="*/ 825107 h 4449429"/>
              <a:gd name="connsiteX671-59987" fmla="*/ 16992167 w 18982931"/>
              <a:gd name="connsiteY671-59988" fmla="*/ 825107 h 4449429"/>
              <a:gd name="connsiteX672-59989" fmla="*/ 16992167 w 18982931"/>
              <a:gd name="connsiteY672-59990" fmla="*/ 737716 h 4449429"/>
              <a:gd name="connsiteX673-59991" fmla="*/ 16955591 w 18982931"/>
              <a:gd name="connsiteY673-59992" fmla="*/ 737716 h 4449429"/>
              <a:gd name="connsiteX674-59993" fmla="*/ 16889375 w 18982931"/>
              <a:gd name="connsiteY674-59994" fmla="*/ 737716 h 4449429"/>
              <a:gd name="connsiteX675-59995" fmla="*/ 16889375 w 18982931"/>
              <a:gd name="connsiteY675-59996" fmla="*/ 825107 h 4449429"/>
              <a:gd name="connsiteX676-59997" fmla="*/ 16925951 w 18982931"/>
              <a:gd name="connsiteY676-59998" fmla="*/ 825107 h 4449429"/>
              <a:gd name="connsiteX677-59999" fmla="*/ 16925951 w 18982931"/>
              <a:gd name="connsiteY677-60000" fmla="*/ 737716 h 4449429"/>
              <a:gd name="connsiteX678-60001" fmla="*/ 16889375 w 18982931"/>
              <a:gd name="connsiteY678-60002" fmla="*/ 737716 h 4449429"/>
              <a:gd name="connsiteX679-60003" fmla="*/ 16823163 w 18982931"/>
              <a:gd name="connsiteY679-60004" fmla="*/ 737716 h 4449429"/>
              <a:gd name="connsiteX680-60005" fmla="*/ 16823163 w 18982931"/>
              <a:gd name="connsiteY680-60006" fmla="*/ 825107 h 4449429"/>
              <a:gd name="connsiteX681-60007" fmla="*/ 16859739 w 18982931"/>
              <a:gd name="connsiteY681-60008" fmla="*/ 825107 h 4449429"/>
              <a:gd name="connsiteX682-60009" fmla="*/ 16859739 w 18982931"/>
              <a:gd name="connsiteY682-60010" fmla="*/ 737716 h 4449429"/>
              <a:gd name="connsiteX683-60011" fmla="*/ 16823163 w 18982931"/>
              <a:gd name="connsiteY683-60012" fmla="*/ 737716 h 4449429"/>
              <a:gd name="connsiteX684-60013" fmla="*/ 16756948 w 18982931"/>
              <a:gd name="connsiteY684-60014" fmla="*/ 737716 h 4449429"/>
              <a:gd name="connsiteX685-60015" fmla="*/ 16756948 w 18982931"/>
              <a:gd name="connsiteY685-60016" fmla="*/ 825107 h 4449429"/>
              <a:gd name="connsiteX686-60017" fmla="*/ 16793523 w 18982931"/>
              <a:gd name="connsiteY686-60018" fmla="*/ 825107 h 4449429"/>
              <a:gd name="connsiteX687-60019" fmla="*/ 16793523 w 18982931"/>
              <a:gd name="connsiteY687-60020" fmla="*/ 737716 h 4449429"/>
              <a:gd name="connsiteX688-60021" fmla="*/ 16756948 w 18982931"/>
              <a:gd name="connsiteY688-60022" fmla="*/ 737716 h 4449429"/>
              <a:gd name="connsiteX689-60023" fmla="*/ 13739104 w 18982931"/>
              <a:gd name="connsiteY689-60024" fmla="*/ 0 h 4449429"/>
              <a:gd name="connsiteX690-60025" fmla="*/ 13842002 w 18982931"/>
              <a:gd name="connsiteY690-60026" fmla="*/ 0 h 4449429"/>
              <a:gd name="connsiteX691-60027" fmla="*/ 13883163 w 18982931"/>
              <a:gd name="connsiteY691-60028" fmla="*/ 428067 h 4449429"/>
              <a:gd name="connsiteX692-60029" fmla="*/ 13883163 w 18982931"/>
              <a:gd name="connsiteY692-60030" fmla="*/ 456882 h 4449429"/>
              <a:gd name="connsiteX693-60031" fmla="*/ 13907863 w 18982931"/>
              <a:gd name="connsiteY693-60032" fmla="*/ 954919 h 4449429"/>
              <a:gd name="connsiteX694-60033" fmla="*/ 13911978 w 18982931"/>
              <a:gd name="connsiteY694-60034" fmla="*/ 1679340 h 4449429"/>
              <a:gd name="connsiteX695-60035" fmla="*/ 13916091 w 18982931"/>
              <a:gd name="connsiteY695-60036" fmla="*/ 2058015 h 4449429"/>
              <a:gd name="connsiteX696-60037" fmla="*/ 13936673 w 18982931"/>
              <a:gd name="connsiteY696-60038" fmla="*/ 2086829 h 4449429"/>
              <a:gd name="connsiteX697-60039" fmla="*/ 13953138 w 18982931"/>
              <a:gd name="connsiteY697-60040" fmla="*/ 2058015 h 4449429"/>
              <a:gd name="connsiteX698-60041" fmla="*/ 13953138 w 18982931"/>
              <a:gd name="connsiteY698-60042" fmla="*/ 1955115 h 4449429"/>
              <a:gd name="connsiteX699-60043" fmla="*/ 13965483 w 18982931"/>
              <a:gd name="connsiteY699-60044" fmla="*/ 1922188 h 4449429"/>
              <a:gd name="connsiteX700-60045" fmla="*/ 13986066 w 18982931"/>
              <a:gd name="connsiteY700-60046" fmla="*/ 1876909 h 4449429"/>
              <a:gd name="connsiteX701-60047" fmla="*/ 13986066 w 18982931"/>
              <a:gd name="connsiteY701-60048" fmla="*/ 1625834 h 4449429"/>
              <a:gd name="connsiteX702-60049" fmla="*/ 14051922 w 18982931"/>
              <a:gd name="connsiteY702-60050" fmla="*/ 1617602 h 4449429"/>
              <a:gd name="connsiteX703-60051" fmla="*/ 14047992 w 18982931"/>
              <a:gd name="connsiteY703-60052" fmla="*/ 1005560 h 4449429"/>
              <a:gd name="connsiteX704-60053" fmla="*/ 14082534 w 18982931"/>
              <a:gd name="connsiteY704-60054" fmla="*/ 1005560 h 4449429"/>
              <a:gd name="connsiteX705-60055" fmla="*/ 14082534 w 18982931"/>
              <a:gd name="connsiteY705-60056" fmla="*/ 868400 h 4449429"/>
              <a:gd name="connsiteX706-60057" fmla="*/ 14047111 w 18982931"/>
              <a:gd name="connsiteY706-60058" fmla="*/ 868400 h 4449429"/>
              <a:gd name="connsiteX707-60059" fmla="*/ 14046442 w 18982931"/>
              <a:gd name="connsiteY707-60060" fmla="*/ 764191 h 4449429"/>
              <a:gd name="connsiteX708-60061" fmla="*/ 14187749 w 18982931"/>
              <a:gd name="connsiteY708-60062" fmla="*/ 436300 h 4449429"/>
              <a:gd name="connsiteX709-60063" fmla="*/ 14212445 w 18982931"/>
              <a:gd name="connsiteY709-60064" fmla="*/ 411603 h 4449429"/>
              <a:gd name="connsiteX710-60065" fmla="*/ 14410015 w 18982931"/>
              <a:gd name="connsiteY710-60066" fmla="*/ 444532 h 4449429"/>
              <a:gd name="connsiteX711-60067" fmla="*/ 14442947 w 18982931"/>
              <a:gd name="connsiteY711-60068" fmla="*/ 275776 h 4449429"/>
              <a:gd name="connsiteX712-60069" fmla="*/ 14479990 w 18982931"/>
              <a:gd name="connsiteY712-60070" fmla="*/ 246961 h 4449429"/>
              <a:gd name="connsiteX713-60071" fmla="*/ 14517032 w 18982931"/>
              <a:gd name="connsiteY713-60072" fmla="*/ 271658 h 4449429"/>
              <a:gd name="connsiteX714-60073" fmla="*/ 14574655 w 18982931"/>
              <a:gd name="connsiteY714-60074" fmla="*/ 522739 h 4449429"/>
              <a:gd name="connsiteX715-60075" fmla="*/ 14603469 w 18982931"/>
              <a:gd name="connsiteY715-60076" fmla="*/ 1123678 h 4449429"/>
              <a:gd name="connsiteX716-60077" fmla="*/ 14603469 w 18982931"/>
              <a:gd name="connsiteY716-60078" fmla="*/ 1617602 h 4449429"/>
              <a:gd name="connsiteX717-60079" fmla="*/ 14595237 w 18982931"/>
              <a:gd name="connsiteY717-60080" fmla="*/ 1683457 h 4449429"/>
              <a:gd name="connsiteX718-60081" fmla="*/ 14607589 w 18982931"/>
              <a:gd name="connsiteY718-60082" fmla="*/ 1753429 h 4449429"/>
              <a:gd name="connsiteX719-60083" fmla="*/ 14656976 w 18982931"/>
              <a:gd name="connsiteY719-60084" fmla="*/ 1753429 h 4449429"/>
              <a:gd name="connsiteX720-60085" fmla="*/ 14706369 w 18982931"/>
              <a:gd name="connsiteY720-60086" fmla="*/ 1568210 h 4449429"/>
              <a:gd name="connsiteX721-60087" fmla="*/ 14722833 w 18982931"/>
              <a:gd name="connsiteY721-60088" fmla="*/ 1568210 h 4449429"/>
              <a:gd name="connsiteX722-60089" fmla="*/ 14768111 w 18982931"/>
              <a:gd name="connsiteY722-60090" fmla="*/ 1753429 h 4449429"/>
              <a:gd name="connsiteX723-60091" fmla="*/ 14875128 w 18982931"/>
              <a:gd name="connsiteY723-60092" fmla="*/ 1753429 h 4449429"/>
              <a:gd name="connsiteX724-60093" fmla="*/ 14883360 w 18982931"/>
              <a:gd name="connsiteY724-60094" fmla="*/ 1827516 h 4449429"/>
              <a:gd name="connsiteX725-60095" fmla="*/ 14940984 w 18982931"/>
              <a:gd name="connsiteY725-60096" fmla="*/ 1827516 h 4449429"/>
              <a:gd name="connsiteX726-60097" fmla="*/ 15019191 w 18982931"/>
              <a:gd name="connsiteY726-60098" fmla="*/ 1625834 h 4449429"/>
              <a:gd name="connsiteX727-60099" fmla="*/ 15043883 w 18982931"/>
              <a:gd name="connsiteY727-60100" fmla="*/ 1090750 h 4449429"/>
              <a:gd name="connsiteX728-60101" fmla="*/ 15134436 w 18982931"/>
              <a:gd name="connsiteY728-60102" fmla="*/ 1000197 h 4449429"/>
              <a:gd name="connsiteX729-60103" fmla="*/ 15212643 w 18982931"/>
              <a:gd name="connsiteY729-60104" fmla="*/ 1078400 h 4449429"/>
              <a:gd name="connsiteX730-60105" fmla="*/ 15212643 w 18982931"/>
              <a:gd name="connsiteY730-60106" fmla="*/ 1152488 h 4449429"/>
              <a:gd name="connsiteX731-60107" fmla="*/ 15224993 w 18982931"/>
              <a:gd name="connsiteY731-60108" fmla="*/ 1119560 h 4449429"/>
              <a:gd name="connsiteX732-60109" fmla="*/ 15237338 w 18982931"/>
              <a:gd name="connsiteY732-60110" fmla="*/ 563899 h 4449429"/>
              <a:gd name="connsiteX733-60111" fmla="*/ 15290845 w 18982931"/>
              <a:gd name="connsiteY733-60112" fmla="*/ 382793 h 4449429"/>
              <a:gd name="connsiteX734-60113" fmla="*/ 15323772 w 18982931"/>
              <a:gd name="connsiteY734-60114" fmla="*/ 300473 h 4449429"/>
              <a:gd name="connsiteX735-60115" fmla="*/ 15364932 w 18982931"/>
              <a:gd name="connsiteY735-60116" fmla="*/ 259313 h 4449429"/>
              <a:gd name="connsiteX736-60117" fmla="*/ 15389634 w 18982931"/>
              <a:gd name="connsiteY736-60118" fmla="*/ 296354 h 4449429"/>
              <a:gd name="connsiteX737-60119" fmla="*/ 15401979 w 18982931"/>
              <a:gd name="connsiteY737-60120" fmla="*/ 411603 h 4449429"/>
              <a:gd name="connsiteX738-60121" fmla="*/ 15451371 w 18982931"/>
              <a:gd name="connsiteY738-60122" fmla="*/ 703843 h 4449429"/>
              <a:gd name="connsiteX739-60123" fmla="*/ 15455486 w 18982931"/>
              <a:gd name="connsiteY739-60124" fmla="*/ 1173070 h 4449429"/>
              <a:gd name="connsiteX740-60125" fmla="*/ 15455486 w 18982931"/>
              <a:gd name="connsiteY740-60126" fmla="*/ 1238927 h 4449429"/>
              <a:gd name="connsiteX741-60127" fmla="*/ 15727143 w 18982931"/>
              <a:gd name="connsiteY741-60128" fmla="*/ 1238927 h 4449429"/>
              <a:gd name="connsiteX742-60129" fmla="*/ 15727143 w 18982931"/>
              <a:gd name="connsiteY742-60130" fmla="*/ 1465306 h 4449429"/>
              <a:gd name="connsiteX743-60131" fmla="*/ 15772422 w 18982931"/>
              <a:gd name="connsiteY743-60132" fmla="*/ 1469425 h 4449429"/>
              <a:gd name="connsiteX744-60133" fmla="*/ 15850624 w 18982931"/>
              <a:gd name="connsiteY744-60134" fmla="*/ 1551745 h 4449429"/>
              <a:gd name="connsiteX745-60135" fmla="*/ 15850624 w 18982931"/>
              <a:gd name="connsiteY745-60136" fmla="*/ 2224712 h 4449429"/>
              <a:gd name="connsiteX746-60137" fmla="*/ 15923336 w 18982931"/>
              <a:gd name="connsiteY746-60138" fmla="*/ 2224712 h 4449429"/>
              <a:gd name="connsiteX747-60139" fmla="*/ 15924718 w 18982931"/>
              <a:gd name="connsiteY747-60140" fmla="*/ 2177381 h 4449429"/>
              <a:gd name="connsiteX748-60141" fmla="*/ 15982338 w 18982931"/>
              <a:gd name="connsiteY748-60142" fmla="*/ 2103294 h 4449429"/>
              <a:gd name="connsiteX749-60143" fmla="*/ 15986455 w 18982931"/>
              <a:gd name="connsiteY749-60144" fmla="*/ 2045669 h 4449429"/>
              <a:gd name="connsiteX750-60145" fmla="*/ 16002920 w 18982931"/>
              <a:gd name="connsiteY750-60146" fmla="*/ 2033319 h 4449429"/>
              <a:gd name="connsiteX751-60147" fmla="*/ 16015265 w 18982931"/>
              <a:gd name="connsiteY751-60148" fmla="*/ 2041550 h 4449429"/>
              <a:gd name="connsiteX752-60149" fmla="*/ 16056425 w 18982931"/>
              <a:gd name="connsiteY752-60150" fmla="*/ 2210310 h 4449429"/>
              <a:gd name="connsiteX753-60151" fmla="*/ 16056425 w 18982931"/>
              <a:gd name="connsiteY753-60152" fmla="*/ 2276166 h 4449429"/>
              <a:gd name="connsiteX754-60153" fmla="*/ 16077008 w 18982931"/>
              <a:gd name="connsiteY754-60154" fmla="*/ 2276166 h 4449429"/>
              <a:gd name="connsiteX755-60155" fmla="*/ 16097587 w 18982931"/>
              <a:gd name="connsiteY755-60156" fmla="*/ 1938652 h 4449429"/>
              <a:gd name="connsiteX756-60157" fmla="*/ 16122282 w 18982931"/>
              <a:gd name="connsiteY756-60158" fmla="*/ 1934533 h 4449429"/>
              <a:gd name="connsiteX757-60159" fmla="*/ 16155210 w 18982931"/>
              <a:gd name="connsiteY757-60160" fmla="*/ 1938652 h 4449429"/>
              <a:gd name="connsiteX758-60161" fmla="*/ 16155210 w 18982931"/>
              <a:gd name="connsiteY758-60162" fmla="*/ 2272048 h 4449429"/>
              <a:gd name="connsiteX759-60163" fmla="*/ 16175792 w 18982931"/>
              <a:gd name="connsiteY759-60164" fmla="*/ 2276166 h 4449429"/>
              <a:gd name="connsiteX760-60165" fmla="*/ 16192257 w 18982931"/>
              <a:gd name="connsiteY760-60166" fmla="*/ 2243238 h 4449429"/>
              <a:gd name="connsiteX761-60167" fmla="*/ 16192257 w 18982931"/>
              <a:gd name="connsiteY761-60168" fmla="*/ 1992158 h 4449429"/>
              <a:gd name="connsiteX762-60169" fmla="*/ 16192257 w 18982931"/>
              <a:gd name="connsiteY762-60170" fmla="*/ 1774011 h 4449429"/>
              <a:gd name="connsiteX763-60171" fmla="*/ 16488610 w 18982931"/>
              <a:gd name="connsiteY763-60172" fmla="*/ 1774011 h 4449429"/>
              <a:gd name="connsiteX764-60173" fmla="*/ 16538004 w 18982931"/>
              <a:gd name="connsiteY764-60174" fmla="*/ 1823403 h 4449429"/>
              <a:gd name="connsiteX765-60175" fmla="*/ 16538004 w 18982931"/>
              <a:gd name="connsiteY765-60176" fmla="*/ 2029205 h 4449429"/>
              <a:gd name="connsiteX766-60177" fmla="*/ 16550349 w 18982931"/>
              <a:gd name="connsiteY766-60178" fmla="*/ 2033319 h 4449429"/>
              <a:gd name="connsiteX767-60179" fmla="*/ 16566812 w 18982931"/>
              <a:gd name="connsiteY767-60180" fmla="*/ 1992158 h 4449429"/>
              <a:gd name="connsiteX768-60181" fmla="*/ 16570932 w 18982931"/>
              <a:gd name="connsiteY768-60182" fmla="*/ 1695804 h 4449429"/>
              <a:gd name="connsiteX769-60183" fmla="*/ 16566812 w 18982931"/>
              <a:gd name="connsiteY769-60184" fmla="*/ 773813 h 4449429"/>
              <a:gd name="connsiteX770-60185" fmla="*/ 16636788 w 18982931"/>
              <a:gd name="connsiteY770-60186" fmla="*/ 646219 h 4449429"/>
              <a:gd name="connsiteX771-60187" fmla="*/ 16723226 w 18982931"/>
              <a:gd name="connsiteY771-60188" fmla="*/ 514506 h 4449429"/>
              <a:gd name="connsiteX772-60189" fmla="*/ 16743805 w 18982931"/>
              <a:gd name="connsiteY772-60190" fmla="*/ 481577 h 4449429"/>
              <a:gd name="connsiteX773-60191" fmla="*/ 16817899 w 18982931"/>
              <a:gd name="connsiteY773-60192" fmla="*/ 329283 h 4449429"/>
              <a:gd name="connsiteX774-60193" fmla="*/ 16842595 w 18982931"/>
              <a:gd name="connsiteY774-60194" fmla="*/ 275776 h 4449429"/>
              <a:gd name="connsiteX775-60195" fmla="*/ 16859059 w 18982931"/>
              <a:gd name="connsiteY775-60196" fmla="*/ 279891 h 4449429"/>
              <a:gd name="connsiteX776-60197" fmla="*/ 16859059 w 18982931"/>
              <a:gd name="connsiteY776-60198" fmla="*/ 337515 h 4449429"/>
              <a:gd name="connsiteX777-60199" fmla="*/ 16867291 w 18982931"/>
              <a:gd name="connsiteY777-60200" fmla="*/ 382793 h 4449429"/>
              <a:gd name="connsiteX778-60201" fmla="*/ 16966075 w 18982931"/>
              <a:gd name="connsiteY778-60202" fmla="*/ 436300 h 4449429"/>
              <a:gd name="connsiteX779-60203" fmla="*/ 17031935 w 18982931"/>
              <a:gd name="connsiteY779-60204" fmla="*/ 526852 h 4449429"/>
              <a:gd name="connsiteX780-60205" fmla="*/ 17031935 w 18982931"/>
              <a:gd name="connsiteY780-60206" fmla="*/ 596826 h 4449429"/>
              <a:gd name="connsiteX781-60207" fmla="*/ 17060743 w 18982931"/>
              <a:gd name="connsiteY781-60208" fmla="*/ 600941 h 4449429"/>
              <a:gd name="connsiteX782-60209" fmla="*/ 17147183 w 18982931"/>
              <a:gd name="connsiteY782-60210" fmla="*/ 691493 h 4449429"/>
              <a:gd name="connsiteX783-60211" fmla="*/ 17147219 w 18982931"/>
              <a:gd name="connsiteY783-60212" fmla="*/ 704240 h 4449429"/>
              <a:gd name="connsiteX784-60213" fmla="*/ 17148515 w 18982931"/>
              <a:gd name="connsiteY784-60214" fmla="*/ 704240 h 4449429"/>
              <a:gd name="connsiteX785-60215" fmla="*/ 17148515 w 18982931"/>
              <a:gd name="connsiteY785-60216" fmla="*/ 880086 h 4449429"/>
              <a:gd name="connsiteX786-60217" fmla="*/ 17147731 w 18982931"/>
              <a:gd name="connsiteY786-60218" fmla="*/ 880086 h 4449429"/>
              <a:gd name="connsiteX787-60219" fmla="*/ 17151295 w 18982931"/>
              <a:gd name="connsiteY787-60220" fmla="*/ 2103294 h 4449429"/>
              <a:gd name="connsiteX788-60221" fmla="*/ 17151295 w 18982931"/>
              <a:gd name="connsiteY788-60222" fmla="*/ 2152686 h 4449429"/>
              <a:gd name="connsiteX789-60223" fmla="*/ 17225383 w 18982931"/>
              <a:gd name="connsiteY789-60224" fmla="*/ 2152686 h 4449429"/>
              <a:gd name="connsiteX790-60225" fmla="*/ 17225383 w 18982931"/>
              <a:gd name="connsiteY790-60226" fmla="*/ 1811053 h 4449429"/>
              <a:gd name="connsiteX791-60227" fmla="*/ 17307703 w 18982931"/>
              <a:gd name="connsiteY791-60228" fmla="*/ 1757546 h 4449429"/>
              <a:gd name="connsiteX792-60229" fmla="*/ 17307703 w 18982931"/>
              <a:gd name="connsiteY792-60230" fmla="*/ 1889260 h 4449429"/>
              <a:gd name="connsiteX793-60231" fmla="*/ 17336519 w 18982931"/>
              <a:gd name="connsiteY793-60232" fmla="*/ 1926302 h 4449429"/>
              <a:gd name="connsiteX794-60233" fmla="*/ 17381799 w 18982931"/>
              <a:gd name="connsiteY794-60234" fmla="*/ 1975695 h 4449429"/>
              <a:gd name="connsiteX795-60235" fmla="*/ 17381799 w 18982931"/>
              <a:gd name="connsiteY795-60236" fmla="*/ 2165031 h 4449429"/>
              <a:gd name="connsiteX796-60237" fmla="*/ 17562899 w 18982931"/>
              <a:gd name="connsiteY796-60238" fmla="*/ 2165031 h 4449429"/>
              <a:gd name="connsiteX797-60239" fmla="*/ 17562899 w 18982931"/>
              <a:gd name="connsiteY797-60240" fmla="*/ 2329673 h 4449429"/>
              <a:gd name="connsiteX798-60241" fmla="*/ 17575251 w 18982931"/>
              <a:gd name="connsiteY798-60242" fmla="*/ 2329673 h 4449429"/>
              <a:gd name="connsiteX799-60243" fmla="*/ 17575251 w 18982931"/>
              <a:gd name="connsiteY799-60244" fmla="*/ 2127989 h 4449429"/>
              <a:gd name="connsiteX800-60245" fmla="*/ 17591711 w 18982931"/>
              <a:gd name="connsiteY800-60246" fmla="*/ 1609370 h 4449429"/>
              <a:gd name="connsiteX801-60247" fmla="*/ 17604059 w 18982931"/>
              <a:gd name="connsiteY801-60248" fmla="*/ 1584673 h 4449429"/>
              <a:gd name="connsiteX802-60249" fmla="*/ 17711083 w 18982931"/>
              <a:gd name="connsiteY802-60250" fmla="*/ 1580555 h 4449429"/>
              <a:gd name="connsiteX803-60251" fmla="*/ 17735775 w 18982931"/>
              <a:gd name="connsiteY803-60252" fmla="*/ 1609370 h 4449429"/>
              <a:gd name="connsiteX804-60253" fmla="*/ 17772819 w 18982931"/>
              <a:gd name="connsiteY804-60254" fmla="*/ 1613483 h 4449429"/>
              <a:gd name="connsiteX805-60255" fmla="*/ 17768699 w 18982931"/>
              <a:gd name="connsiteY805-60256" fmla="*/ 1559977 h 4449429"/>
              <a:gd name="connsiteX806-60257" fmla="*/ 17772819 w 18982931"/>
              <a:gd name="connsiteY806-60258" fmla="*/ 1531163 h 4449429"/>
              <a:gd name="connsiteX807-60259" fmla="*/ 17797515 w 18982931"/>
              <a:gd name="connsiteY807-60260" fmla="*/ 1469425 h 4449429"/>
              <a:gd name="connsiteX808-60261" fmla="*/ 17797515 w 18982931"/>
              <a:gd name="connsiteY808-60262" fmla="*/ 1374754 h 4449429"/>
              <a:gd name="connsiteX809-60263" fmla="*/ 17813979 w 18982931"/>
              <a:gd name="connsiteY809-60264" fmla="*/ 1374754 h 4449429"/>
              <a:gd name="connsiteX810-60265" fmla="*/ 17834559 w 18982931"/>
              <a:gd name="connsiteY810-60266" fmla="*/ 1424146 h 4449429"/>
              <a:gd name="connsiteX811-60267" fmla="*/ 17912763 w 18982931"/>
              <a:gd name="connsiteY811-60268" fmla="*/ 1378872 h 4449429"/>
              <a:gd name="connsiteX812-60269" fmla="*/ 18069171 w 18982931"/>
              <a:gd name="connsiteY812-60270" fmla="*/ 1415914 h 4449429"/>
              <a:gd name="connsiteX813-60271" fmla="*/ 18069171 w 18982931"/>
              <a:gd name="connsiteY813-60272" fmla="*/ 1576442 h 4449429"/>
              <a:gd name="connsiteX814-60273" fmla="*/ 18237927 w 18982931"/>
              <a:gd name="connsiteY814-60274" fmla="*/ 1576442 h 4449429"/>
              <a:gd name="connsiteX815-60275" fmla="*/ 18237927 w 18982931"/>
              <a:gd name="connsiteY815-60276" fmla="*/ 1642297 h 4449429"/>
              <a:gd name="connsiteX816-60277" fmla="*/ 18270859 w 18982931"/>
              <a:gd name="connsiteY816-60278" fmla="*/ 1691690 h 4449429"/>
              <a:gd name="connsiteX817-60279" fmla="*/ 18270859 w 18982931"/>
              <a:gd name="connsiteY817-60280" fmla="*/ 1704036 h 4449429"/>
              <a:gd name="connsiteX818-60281" fmla="*/ 18274975 w 18982931"/>
              <a:gd name="connsiteY818-60282" fmla="*/ 1926302 h 4449429"/>
              <a:gd name="connsiteX819-60283" fmla="*/ 18279087 w 18982931"/>
              <a:gd name="connsiteY819-60284" fmla="*/ 1938652 h 4449429"/>
              <a:gd name="connsiteX820-60285" fmla="*/ 18320247 w 18982931"/>
              <a:gd name="connsiteY820-60286" fmla="*/ 1934533 h 4449429"/>
              <a:gd name="connsiteX821-60287" fmla="*/ 18320247 w 18982931"/>
              <a:gd name="connsiteY821-60288" fmla="*/ 1144256 h 4449429"/>
              <a:gd name="connsiteX822-60289" fmla="*/ 18303783 w 18982931"/>
              <a:gd name="connsiteY822-60290" fmla="*/ 1111328 h 4449429"/>
              <a:gd name="connsiteX823-60291" fmla="*/ 18287323 w 18982931"/>
              <a:gd name="connsiteY823-60292" fmla="*/ 1024893 h 4449429"/>
              <a:gd name="connsiteX824-60293" fmla="*/ 18336711 w 18982931"/>
              <a:gd name="connsiteY824-60294" fmla="*/ 1000197 h 4449429"/>
              <a:gd name="connsiteX825-60295" fmla="*/ 18361407 w 18982931"/>
              <a:gd name="connsiteY825-60296" fmla="*/ 996079 h 4449429"/>
              <a:gd name="connsiteX826-60297" fmla="*/ 18373759 w 18982931"/>
              <a:gd name="connsiteY826-60298" fmla="*/ 946687 h 4449429"/>
              <a:gd name="connsiteX827-60299" fmla="*/ 18534287 w 18982931"/>
              <a:gd name="connsiteY827-60300" fmla="*/ 946687 h 4449429"/>
              <a:gd name="connsiteX828-60301" fmla="*/ 18563095 w 18982931"/>
              <a:gd name="connsiteY828-60302" fmla="*/ 798510 h 4449429"/>
              <a:gd name="connsiteX829-60303" fmla="*/ 18731851 w 18982931"/>
              <a:gd name="connsiteY829-60304" fmla="*/ 806742 h 4449429"/>
              <a:gd name="connsiteX830-60305" fmla="*/ 18773011 w 18982931"/>
              <a:gd name="connsiteY830-60306" fmla="*/ 798510 h 4449429"/>
              <a:gd name="connsiteX831-60307" fmla="*/ 18822407 w 18982931"/>
              <a:gd name="connsiteY831-60308" fmla="*/ 893180 h 4449429"/>
              <a:gd name="connsiteX832-60309" fmla="*/ 18822407 w 18982931"/>
              <a:gd name="connsiteY832-60310" fmla="*/ 963151 h 4449429"/>
              <a:gd name="connsiteX833-60311" fmla="*/ 18982931 w 18982931"/>
              <a:gd name="connsiteY833-60312" fmla="*/ 983734 h 4449429"/>
              <a:gd name="connsiteX834-60313" fmla="*/ 18982931 w 18982931"/>
              <a:gd name="connsiteY834-60314" fmla="*/ 4449429 h 4449429"/>
              <a:gd name="connsiteX835-60315" fmla="*/ 11998023 w 18982931"/>
              <a:gd name="connsiteY835-60316" fmla="*/ 4449429 h 4449429"/>
              <a:gd name="connsiteX836-60317" fmla="*/ 11995198 w 18982931"/>
              <a:gd name="connsiteY836-60318" fmla="*/ 4429646 h 4449429"/>
              <a:gd name="connsiteX837-60319" fmla="*/ 11992726 w 18982931"/>
              <a:gd name="connsiteY837-60320" fmla="*/ 4449425 h 4449429"/>
              <a:gd name="connsiteX838-60321" fmla="*/ 8153658 w 18982931"/>
              <a:gd name="connsiteY838-60322" fmla="*/ 4449425 h 4449429"/>
              <a:gd name="connsiteX839-60323" fmla="*/ 8153658 w 18982931"/>
              <a:gd name="connsiteY839-60324" fmla="*/ 4449429 h 4449429"/>
              <a:gd name="connsiteX840-60325" fmla="*/ 6861227 w 18982931"/>
              <a:gd name="connsiteY840-60326" fmla="*/ 4449429 h 4449429"/>
              <a:gd name="connsiteX841-60327" fmla="*/ 6859697 w 18982931"/>
              <a:gd name="connsiteY841-60328" fmla="*/ 4432598 h 4449429"/>
              <a:gd name="connsiteX842-60329" fmla="*/ 6858292 w 18982931"/>
              <a:gd name="connsiteY842-60330" fmla="*/ 4449425 h 4449429"/>
              <a:gd name="connsiteX843-60331" fmla="*/ 7922 w 18982931"/>
              <a:gd name="connsiteY843-60332" fmla="*/ 4440866 h 4449429"/>
              <a:gd name="connsiteX844-60333" fmla="*/ 0 w 18982931"/>
              <a:gd name="connsiteY844-60334" fmla="*/ 1181446 h 4449429"/>
              <a:gd name="connsiteX845-60335" fmla="*/ 169756 w 18982931"/>
              <a:gd name="connsiteY845-60336" fmla="*/ 979616 h 4449429"/>
              <a:gd name="connsiteX846-60337" fmla="*/ 301466 w 18982931"/>
              <a:gd name="connsiteY846-60338" fmla="*/ 971384 h 4449429"/>
              <a:gd name="connsiteX847-60339" fmla="*/ 301466 w 18982931"/>
              <a:gd name="connsiteY847-60340" fmla="*/ 909640 h 4449429"/>
              <a:gd name="connsiteX848-60341" fmla="*/ 346746 w 18982931"/>
              <a:gd name="connsiteY848-60342" fmla="*/ 810855 h 4449429"/>
              <a:gd name="connsiteX849-60343" fmla="*/ 571541 w 18982931"/>
              <a:gd name="connsiteY849-60344" fmla="*/ 799909 h 4449429"/>
              <a:gd name="connsiteX850-60345" fmla="*/ 581356 w 18982931"/>
              <a:gd name="connsiteY850-60346" fmla="*/ 963151 h 4449429"/>
              <a:gd name="connsiteX851-60347" fmla="*/ 737766 w 18982931"/>
              <a:gd name="connsiteY851-60348" fmla="*/ 963151 h 4449429"/>
              <a:gd name="connsiteX852-60349" fmla="*/ 750116 w 18982931"/>
              <a:gd name="connsiteY852-60350" fmla="*/ 1012543 h 4449429"/>
              <a:gd name="connsiteX853-60351" fmla="*/ 778926 w 18982931"/>
              <a:gd name="connsiteY853-60352" fmla="*/ 1016657 h 4449429"/>
              <a:gd name="connsiteX854-60353" fmla="*/ 820087 w 18982931"/>
              <a:gd name="connsiteY854-60354" fmla="*/ 1041353 h 4449429"/>
              <a:gd name="connsiteX855-60355" fmla="*/ 820087 w 18982931"/>
              <a:gd name="connsiteY855-60356" fmla="*/ 1119560 h 4449429"/>
              <a:gd name="connsiteX856-60357" fmla="*/ 791276 w 18982931"/>
              <a:gd name="connsiteY856-60358" fmla="*/ 1193648 h 4449429"/>
              <a:gd name="connsiteX857-60359" fmla="*/ 791276 w 18982931"/>
              <a:gd name="connsiteY857-60360" fmla="*/ 1580555 h 4449429"/>
              <a:gd name="connsiteX858-60361" fmla="*/ 791276 w 18982931"/>
              <a:gd name="connsiteY858-60362" fmla="*/ 1955112 h 4449429"/>
              <a:gd name="connsiteX859-60363" fmla="*/ 856949 w 18982931"/>
              <a:gd name="connsiteY859-60364" fmla="*/ 1950998 h 4449429"/>
              <a:gd name="connsiteX860-60365" fmla="*/ 873596 w 18982931"/>
              <a:gd name="connsiteY860-60366" fmla="*/ 1597020 h 4449429"/>
              <a:gd name="connsiteX861-60367" fmla="*/ 906526 w 18982931"/>
              <a:gd name="connsiteY861-60368" fmla="*/ 1584670 h 4449429"/>
              <a:gd name="connsiteX862-60369" fmla="*/ 1034120 w 18982931"/>
              <a:gd name="connsiteY862-60370" fmla="*/ 1584670 h 4449429"/>
              <a:gd name="connsiteX863-60371" fmla="*/ 1034120 w 18982931"/>
              <a:gd name="connsiteY863-60372" fmla="*/ 1420028 h 4449429"/>
              <a:gd name="connsiteX864-60373" fmla="*/ 1320382 w 18982931"/>
              <a:gd name="connsiteY864-60374" fmla="*/ 1408806 h 4449429"/>
              <a:gd name="connsiteX865-60375" fmla="*/ 1318126 w 18982931"/>
              <a:gd name="connsiteY865-60376" fmla="*/ 1576437 h 4449429"/>
              <a:gd name="connsiteX866-60377" fmla="*/ 1511305 w 18982931"/>
              <a:gd name="connsiteY866-60378" fmla="*/ 1594214 h 4449429"/>
              <a:gd name="connsiteX867-60379" fmla="*/ 1507466 w 18982931"/>
              <a:gd name="connsiteY867-60380" fmla="*/ 2337905 h 4449429"/>
              <a:gd name="connsiteX868-60381" fmla="*/ 1523929 w 18982931"/>
              <a:gd name="connsiteY868-60382" fmla="*/ 2337905 h 4449429"/>
              <a:gd name="connsiteX869-60383" fmla="*/ 1523929 w 18982931"/>
              <a:gd name="connsiteY869-60384" fmla="*/ 2169146 h 4449429"/>
              <a:gd name="connsiteX870-60385" fmla="*/ 1692685 w 18982931"/>
              <a:gd name="connsiteY870-60386" fmla="*/ 2169146 h 4449429"/>
              <a:gd name="connsiteX871-60387" fmla="*/ 1692685 w 18982931"/>
              <a:gd name="connsiteY871-60388" fmla="*/ 2020968 h 4449429"/>
              <a:gd name="connsiteX872-60389" fmla="*/ 1766772 w 18982931"/>
              <a:gd name="connsiteY872-60390" fmla="*/ 1922183 h 4449429"/>
              <a:gd name="connsiteX873-60391" fmla="*/ 1766772 w 18982931"/>
              <a:gd name="connsiteY873-60392" fmla="*/ 1757542 h 4449429"/>
              <a:gd name="connsiteX874-60393" fmla="*/ 1849095 w 18982931"/>
              <a:gd name="connsiteY874-60394" fmla="*/ 1757542 h 4449429"/>
              <a:gd name="connsiteX875-60395" fmla="*/ 1849095 w 18982931"/>
              <a:gd name="connsiteY875-60396" fmla="*/ 2156799 h 4449429"/>
              <a:gd name="connsiteX876-60397" fmla="*/ 1919070 w 18982931"/>
              <a:gd name="connsiteY876-60398" fmla="*/ 2156799 h 4449429"/>
              <a:gd name="connsiteX877-60399" fmla="*/ 1919070 w 18982931"/>
              <a:gd name="connsiteY877-60400" fmla="*/ 1864559 h 4449429"/>
              <a:gd name="connsiteX878-60401" fmla="*/ 1919070 w 18982931"/>
              <a:gd name="connsiteY878-60402" fmla="*/ 695608 h 4449429"/>
              <a:gd name="connsiteX879-60403" fmla="*/ 2005504 w 18982931"/>
              <a:gd name="connsiteY879-60404" fmla="*/ 609173 h 4449429"/>
              <a:gd name="connsiteX880-60405" fmla="*/ 2026085 w 18982931"/>
              <a:gd name="connsiteY880-60406" fmla="*/ 605054 h 4449429"/>
              <a:gd name="connsiteX881-60407" fmla="*/ 2100174 w 18982931"/>
              <a:gd name="connsiteY881-60408" fmla="*/ 448645 h 4449429"/>
              <a:gd name="connsiteX882-60409" fmla="*/ 2137215 w 18982931"/>
              <a:gd name="connsiteY882-60410" fmla="*/ 407485 h 4449429"/>
              <a:gd name="connsiteX883-60411" fmla="*/ 2194840 w 18982931"/>
              <a:gd name="connsiteY883-60412" fmla="*/ 337515 h 4449429"/>
              <a:gd name="connsiteX884-60413" fmla="*/ 2198958 w 18982931"/>
              <a:gd name="connsiteY884-60414" fmla="*/ 292236 h 4449429"/>
              <a:gd name="connsiteX885-60415" fmla="*/ 2240121 w 18982931"/>
              <a:gd name="connsiteY885-60416" fmla="*/ 358093 h 4449429"/>
              <a:gd name="connsiteX886-60417" fmla="*/ 2273047 w 18982931"/>
              <a:gd name="connsiteY886-60418" fmla="*/ 444532 h 4449429"/>
              <a:gd name="connsiteX887-60419" fmla="*/ 2330670 w 18982931"/>
              <a:gd name="connsiteY887-60420" fmla="*/ 563894 h 4449429"/>
              <a:gd name="connsiteX888-60421" fmla="*/ 2351248 w 18982931"/>
              <a:gd name="connsiteY888-60422" fmla="*/ 613286 h 4449429"/>
              <a:gd name="connsiteX889-60423" fmla="*/ 2429455 w 18982931"/>
              <a:gd name="connsiteY889-60424" fmla="*/ 675029 h 4449429"/>
              <a:gd name="connsiteX890-60425" fmla="*/ 2470614 w 18982931"/>
              <a:gd name="connsiteY890-60426" fmla="*/ 757350 h 4449429"/>
              <a:gd name="connsiteX891-60427" fmla="*/ 2470614 w 18982931"/>
              <a:gd name="connsiteY891-60428" fmla="*/ 1086631 h 4449429"/>
              <a:gd name="connsiteX892-60429" fmla="*/ 2470614 w 18982931"/>
              <a:gd name="connsiteY892-60430" fmla="*/ 2008622 h 4449429"/>
              <a:gd name="connsiteX893-60431" fmla="*/ 2487080 w 18982931"/>
              <a:gd name="connsiteY893-60432" fmla="*/ 2053897 h 4449429"/>
              <a:gd name="connsiteX894-60433" fmla="*/ 2499426 w 18982931"/>
              <a:gd name="connsiteY894-60434" fmla="*/ 1897488 h 4449429"/>
              <a:gd name="connsiteX895-60435" fmla="*/ 2602322 w 18982931"/>
              <a:gd name="connsiteY895-60436" fmla="*/ 1798703 h 4449429"/>
              <a:gd name="connsiteX896-60437" fmla="*/ 2836935 w 18982931"/>
              <a:gd name="connsiteY896-60438" fmla="*/ 1798703 h 4449429"/>
              <a:gd name="connsiteX897-60439" fmla="*/ 2836935 w 18982931"/>
              <a:gd name="connsiteY897-60440" fmla="*/ 1860446 h 4449429"/>
              <a:gd name="connsiteX898-60441" fmla="*/ 2836935 w 18982931"/>
              <a:gd name="connsiteY898-60442" fmla="*/ 2263816 h 4449429"/>
              <a:gd name="connsiteX899-60443" fmla="*/ 2845169 w 18982931"/>
              <a:gd name="connsiteY899-60444" fmla="*/ 2304976 h 4449429"/>
              <a:gd name="connsiteX900-60445" fmla="*/ 2861629 w 18982931"/>
              <a:gd name="connsiteY900-60446" fmla="*/ 2300858 h 4449429"/>
              <a:gd name="connsiteX901-60447" fmla="*/ 2861629 w 18982931"/>
              <a:gd name="connsiteY901-60448" fmla="*/ 2247351 h 4449429"/>
              <a:gd name="connsiteX902-60449" fmla="*/ 2869861 w 18982931"/>
              <a:gd name="connsiteY902-60450" fmla="*/ 1996272 h 4449429"/>
              <a:gd name="connsiteX903-60451" fmla="*/ 2923374 w 18982931"/>
              <a:gd name="connsiteY903-60452" fmla="*/ 1967462 h 4449429"/>
              <a:gd name="connsiteX904-60453" fmla="*/ 2939836 w 18982931"/>
              <a:gd name="connsiteY904-60454" fmla="*/ 2300858 h 4449429"/>
              <a:gd name="connsiteX905-60455" fmla="*/ 2956300 w 18982931"/>
              <a:gd name="connsiteY905-60456" fmla="*/ 2300858 h 4449429"/>
              <a:gd name="connsiteX906-60457" fmla="*/ 2989230 w 18982931"/>
              <a:gd name="connsiteY906-60458" fmla="*/ 2111521 h 4449429"/>
              <a:gd name="connsiteX907-60459" fmla="*/ 3018038 w 18982931"/>
              <a:gd name="connsiteY907-60460" fmla="*/ 2058015 h 4449429"/>
              <a:gd name="connsiteX908-60461" fmla="*/ 3034502 w 18982931"/>
              <a:gd name="connsiteY908-60462" fmla="*/ 2123871 h 4449429"/>
              <a:gd name="connsiteX909-60463" fmla="*/ 3038620 w 18982931"/>
              <a:gd name="connsiteY909-60464" fmla="*/ 2132104 h 4449429"/>
              <a:gd name="connsiteX910-60465" fmla="*/ 3088018 w 18982931"/>
              <a:gd name="connsiteY910-60466" fmla="*/ 2140336 h 4449429"/>
              <a:gd name="connsiteX911-60467" fmla="*/ 3095320 w 18982931"/>
              <a:gd name="connsiteY911-60468" fmla="*/ 2275334 h 4449429"/>
              <a:gd name="connsiteX912-60469" fmla="*/ 3162101 w 18982931"/>
              <a:gd name="connsiteY912-60470" fmla="*/ 2275334 h 4449429"/>
              <a:gd name="connsiteX913-60471" fmla="*/ 3162101 w 18982931"/>
              <a:gd name="connsiteY913-60472" fmla="*/ 1580555 h 4449429"/>
              <a:gd name="connsiteX914-60473" fmla="*/ 3162101 w 18982931"/>
              <a:gd name="connsiteY914-60474" fmla="*/ 1531163 h 4449429"/>
              <a:gd name="connsiteX915-60475" fmla="*/ 3199146 w 18982931"/>
              <a:gd name="connsiteY915-60476" fmla="*/ 1498235 h 4449429"/>
              <a:gd name="connsiteX916-60477" fmla="*/ 3281469 w 18982931"/>
              <a:gd name="connsiteY916-60478" fmla="*/ 1498235 h 4449429"/>
              <a:gd name="connsiteX917-60479" fmla="*/ 3281469 w 18982931"/>
              <a:gd name="connsiteY917-60480" fmla="*/ 1325362 h 4449429"/>
              <a:gd name="connsiteX918-60481" fmla="*/ 3343207 w 18982931"/>
              <a:gd name="connsiteY918-60482" fmla="*/ 1263619 h 4449429"/>
              <a:gd name="connsiteX919-60483" fmla="*/ 3544891 w 18982931"/>
              <a:gd name="connsiteY919-60484" fmla="*/ 1263619 h 4449429"/>
              <a:gd name="connsiteX920-60485" fmla="*/ 3544891 w 18982931"/>
              <a:gd name="connsiteY920-60486" fmla="*/ 712071 h 4449429"/>
              <a:gd name="connsiteX921-60487" fmla="*/ 3561357 w 18982931"/>
              <a:gd name="connsiteY921-60488" fmla="*/ 555662 h 4449429"/>
              <a:gd name="connsiteX922-60489" fmla="*/ 3606633 w 18982931"/>
              <a:gd name="connsiteY922-60490" fmla="*/ 316933 h 4449429"/>
              <a:gd name="connsiteX923-60491" fmla="*/ 3614865 w 18982931"/>
              <a:gd name="connsiteY923-60492" fmla="*/ 279891 h 4449429"/>
              <a:gd name="connsiteX924-60493" fmla="*/ 3676603 w 18982931"/>
              <a:gd name="connsiteY924-60494" fmla="*/ 341628 h 4449429"/>
              <a:gd name="connsiteX925-60495" fmla="*/ 3684835 w 18982931"/>
              <a:gd name="connsiteY925-60496" fmla="*/ 386907 h 4449429"/>
              <a:gd name="connsiteX926-60497" fmla="*/ 3742460 w 18982931"/>
              <a:gd name="connsiteY926-60498" fmla="*/ 481574 h 4449429"/>
              <a:gd name="connsiteX927-60499" fmla="*/ 3763042 w 18982931"/>
              <a:gd name="connsiteY927-60500" fmla="*/ 703838 h 4449429"/>
              <a:gd name="connsiteX928-60501" fmla="*/ 3763042 w 18982931"/>
              <a:gd name="connsiteY928-60502" fmla="*/ 1144256 h 4449429"/>
              <a:gd name="connsiteX929-60503" fmla="*/ 3771275 w 18982931"/>
              <a:gd name="connsiteY929-60504" fmla="*/ 1181298 h 4449429"/>
              <a:gd name="connsiteX930-60505" fmla="*/ 3775390 w 18982931"/>
              <a:gd name="connsiteY930-60506" fmla="*/ 1115443 h 4449429"/>
              <a:gd name="connsiteX931-60507" fmla="*/ 3923568 w 18982931"/>
              <a:gd name="connsiteY931-60508" fmla="*/ 996079 h 4449429"/>
              <a:gd name="connsiteX932-60509" fmla="*/ 3940029 w 18982931"/>
              <a:gd name="connsiteY932-60510" fmla="*/ 1020776 h 4449429"/>
              <a:gd name="connsiteX933-60511" fmla="*/ 3960611 w 18982931"/>
              <a:gd name="connsiteY933-60512" fmla="*/ 1321244 h 4449429"/>
              <a:gd name="connsiteX934-60513" fmla="*/ 3960611 w 18982931"/>
              <a:gd name="connsiteY934-60514" fmla="*/ 1584670 h 4449429"/>
              <a:gd name="connsiteX935-60515" fmla="*/ 3977076 w 18982931"/>
              <a:gd name="connsiteY935-60516" fmla="*/ 1625830 h 4449429"/>
              <a:gd name="connsiteX936-60517" fmla="*/ 4010007 w 18982931"/>
              <a:gd name="connsiteY936-60518" fmla="*/ 1666990 h 4449429"/>
              <a:gd name="connsiteX937-60519" fmla="*/ 4055279 w 18982931"/>
              <a:gd name="connsiteY937-60520" fmla="*/ 1819286 h 4449429"/>
              <a:gd name="connsiteX938-60521" fmla="*/ 4104670 w 18982931"/>
              <a:gd name="connsiteY938-60522" fmla="*/ 1819286 h 4449429"/>
              <a:gd name="connsiteX939-60523" fmla="*/ 4108788 w 18982931"/>
              <a:gd name="connsiteY939-60524" fmla="*/ 1741079 h 4449429"/>
              <a:gd name="connsiteX940-60525" fmla="*/ 4211689 w 18982931"/>
              <a:gd name="connsiteY940-60526" fmla="*/ 1741079 h 4449429"/>
              <a:gd name="connsiteX941-60527" fmla="*/ 4252847 w 18982931"/>
              <a:gd name="connsiteY941-60528" fmla="*/ 1559973 h 4449429"/>
              <a:gd name="connsiteX942-60529" fmla="*/ 4265197 w 18982931"/>
              <a:gd name="connsiteY942-60530" fmla="*/ 1559973 h 4449429"/>
              <a:gd name="connsiteX943-60531" fmla="*/ 4277546 w 18982931"/>
              <a:gd name="connsiteY943-60532" fmla="*/ 1592900 h 4449429"/>
              <a:gd name="connsiteX944-60533" fmla="*/ 4302239 w 18982931"/>
              <a:gd name="connsiteY944-60534" fmla="*/ 1708150 h 4449429"/>
              <a:gd name="connsiteX945-60535" fmla="*/ 4368100 w 18982931"/>
              <a:gd name="connsiteY945-60536" fmla="*/ 1741079 h 4449429"/>
              <a:gd name="connsiteX946-60537" fmla="*/ 4363984 w 18982931"/>
              <a:gd name="connsiteY946-60538" fmla="*/ 1634062 h 4449429"/>
              <a:gd name="connsiteX947-60539" fmla="*/ 4372218 w 18982931"/>
              <a:gd name="connsiteY947-60540" fmla="*/ 839670 h 4449429"/>
              <a:gd name="connsiteX948-60541" fmla="*/ 4442184 w 18982931"/>
              <a:gd name="connsiteY948-60542" fmla="*/ 279891 h 4449429"/>
              <a:gd name="connsiteX949-60543" fmla="*/ 4479230 w 18982931"/>
              <a:gd name="connsiteY949-60544" fmla="*/ 234611 h 4449429"/>
              <a:gd name="connsiteX950-60545" fmla="*/ 4520394 w 18982931"/>
              <a:gd name="connsiteY950-60546" fmla="*/ 284004 h 4449429"/>
              <a:gd name="connsiteX951-60547" fmla="*/ 4549200 w 18982931"/>
              <a:gd name="connsiteY951-60548" fmla="*/ 440413 h 4449429"/>
              <a:gd name="connsiteX952-60549" fmla="*/ 4680914 w 18982931"/>
              <a:gd name="connsiteY952-60550" fmla="*/ 395140 h 4449429"/>
              <a:gd name="connsiteX953-60551" fmla="*/ 4759121 w 18982931"/>
              <a:gd name="connsiteY953-60552" fmla="*/ 460995 h 4449429"/>
              <a:gd name="connsiteX954-60553" fmla="*/ 4771466 w 18982931"/>
              <a:gd name="connsiteY954-60554" fmla="*/ 493924 h 4449429"/>
              <a:gd name="connsiteX955-60555" fmla="*/ 4888657 w 18982931"/>
              <a:gd name="connsiteY955-60556" fmla="*/ 747622 h 4449429"/>
              <a:gd name="connsiteX956-60557" fmla="*/ 4888893 w 18982931"/>
              <a:gd name="connsiteY956-60558" fmla="*/ 807315 h 4449429"/>
              <a:gd name="connsiteX957-60559" fmla="*/ 4856617 w 18982931"/>
              <a:gd name="connsiteY957-60560" fmla="*/ 807315 h 4449429"/>
              <a:gd name="connsiteX958-60561" fmla="*/ 4856617 w 18982931"/>
              <a:gd name="connsiteY958-60562" fmla="*/ 944475 h 4449429"/>
              <a:gd name="connsiteX959-60563" fmla="*/ 4888332 w 18982931"/>
              <a:gd name="connsiteY959-60564" fmla="*/ 944475 h 4449429"/>
              <a:gd name="connsiteX960-60565" fmla="*/ 4888325 w 18982931"/>
              <a:gd name="connsiteY960-60566" fmla="*/ 945600 h 4449429"/>
              <a:gd name="connsiteX961-60567" fmla="*/ 4890835 w 18982931"/>
              <a:gd name="connsiteY961-60568" fmla="*/ 1609365 h 4449429"/>
              <a:gd name="connsiteX962-60569" fmla="*/ 4952574 w 18982931"/>
              <a:gd name="connsiteY962-60570" fmla="*/ 1617597 h 4449429"/>
              <a:gd name="connsiteX963-60571" fmla="*/ 4952574 w 18982931"/>
              <a:gd name="connsiteY963-60572" fmla="*/ 1868678 h 4449429"/>
              <a:gd name="connsiteX964-60573" fmla="*/ 4956691 w 18982931"/>
              <a:gd name="connsiteY964-60574" fmla="*/ 1905720 h 4449429"/>
              <a:gd name="connsiteX965-60575" fmla="*/ 4981387 w 18982931"/>
              <a:gd name="connsiteY965-60576" fmla="*/ 1967462 h 4449429"/>
              <a:gd name="connsiteX966-60577" fmla="*/ 4981387 w 18982931"/>
              <a:gd name="connsiteY966-60578" fmla="*/ 2058015 h 4449429"/>
              <a:gd name="connsiteX967-60579" fmla="*/ 5001966 w 18982931"/>
              <a:gd name="connsiteY967-60580" fmla="*/ 2086824 h 4449429"/>
              <a:gd name="connsiteX968-60581" fmla="*/ 5018429 w 18982931"/>
              <a:gd name="connsiteY968-60582" fmla="*/ 2078592 h 4449429"/>
              <a:gd name="connsiteX969-60583" fmla="*/ 5018429 w 18982931"/>
              <a:gd name="connsiteY969-60584" fmla="*/ 1881023 h 4449429"/>
              <a:gd name="connsiteX970-60585" fmla="*/ 5018429 w 18982931"/>
              <a:gd name="connsiteY970-60586" fmla="*/ 1366522 h 4449429"/>
              <a:gd name="connsiteX971-60587" fmla="*/ 5034894 w 18982931"/>
              <a:gd name="connsiteY971-60588" fmla="*/ 864367 h 4449429"/>
              <a:gd name="connsiteX972-60589" fmla="*/ 5067821 w 18982931"/>
              <a:gd name="connsiteY972-60590" fmla="*/ 197569 h 4449429"/>
              <a:gd name="connsiteX973-60591" fmla="*/ 5080173 w 18982931"/>
              <a:gd name="connsiteY973-60592" fmla="*/ 102899 h 4449429"/>
              <a:gd name="connsiteX974-60593" fmla="*/ 5216000 w 18982931"/>
              <a:gd name="connsiteY974-60594" fmla="*/ 37042 h 4449429"/>
              <a:gd name="connsiteX975-60595" fmla="*/ 5248927 w 18982931"/>
              <a:gd name="connsiteY975-60596" fmla="*/ 69972 h 4449429"/>
              <a:gd name="connsiteX976-60597" fmla="*/ 5372409 w 18982931"/>
              <a:gd name="connsiteY976-60598" fmla="*/ 69972 h 4449429"/>
              <a:gd name="connsiteX977-60599" fmla="*/ 5434151 w 18982931"/>
              <a:gd name="connsiteY977-60600" fmla="*/ 131714 h 4449429"/>
              <a:gd name="connsiteX978-60601" fmla="*/ 5434151 w 18982931"/>
              <a:gd name="connsiteY978-60602" fmla="*/ 382788 h 4449429"/>
              <a:gd name="connsiteX979-60603" fmla="*/ 5434151 w 18982931"/>
              <a:gd name="connsiteY979-60604" fmla="*/ 683261 h 4449429"/>
              <a:gd name="connsiteX980-60605" fmla="*/ 5545282 w 18982931"/>
              <a:gd name="connsiteY980-60606" fmla="*/ 687375 h 4449429"/>
              <a:gd name="connsiteX981-60607" fmla="*/ 5545282 w 18982931"/>
              <a:gd name="connsiteY981-60608" fmla="*/ 1045471 h 4449429"/>
              <a:gd name="connsiteX982-60609" fmla="*/ 5676994 w 18982931"/>
              <a:gd name="connsiteY982-60610" fmla="*/ 1045471 h 4449429"/>
              <a:gd name="connsiteX983-60611" fmla="*/ 5685227 w 18982931"/>
              <a:gd name="connsiteY983-60612" fmla="*/ 1103096 h 4449429"/>
              <a:gd name="connsiteX984-60613" fmla="*/ 5759314 w 18982931"/>
              <a:gd name="connsiteY984-60614" fmla="*/ 1193648 h 4449429"/>
              <a:gd name="connsiteX985-60615" fmla="*/ 5759314 w 18982931"/>
              <a:gd name="connsiteY985-60616" fmla="*/ 1395331 h 4449429"/>
              <a:gd name="connsiteX986-60617" fmla="*/ 5825171 w 18982931"/>
              <a:gd name="connsiteY986-60618" fmla="*/ 1395331 h 4449429"/>
              <a:gd name="connsiteX987-60619" fmla="*/ 5903378 w 18982931"/>
              <a:gd name="connsiteY987-60620" fmla="*/ 1477653 h 4449429"/>
              <a:gd name="connsiteX988-60621" fmla="*/ 5903378 w 18982931"/>
              <a:gd name="connsiteY988-60622" fmla="*/ 1918070 h 4449429"/>
              <a:gd name="connsiteX989-60623" fmla="*/ 5936306 w 18982931"/>
              <a:gd name="connsiteY989-60624" fmla="*/ 1975695 h 4449429"/>
              <a:gd name="connsiteX990-60625" fmla="*/ 5965115 w 18982931"/>
              <a:gd name="connsiteY990-60626" fmla="*/ 1275969 h 4449429"/>
              <a:gd name="connsiteX991-60627" fmla="*/ 5969235 w 18982931"/>
              <a:gd name="connsiteY991-60628" fmla="*/ 1238922 h 4449429"/>
              <a:gd name="connsiteX992-60629" fmla="*/ 6166804 w 18982931"/>
              <a:gd name="connsiteY992-60630" fmla="*/ 1238922 h 4449429"/>
              <a:gd name="connsiteX993-60631" fmla="*/ 6216196 w 18982931"/>
              <a:gd name="connsiteY993-60632" fmla="*/ 1288315 h 4449429"/>
              <a:gd name="connsiteX994-60633" fmla="*/ 6236774 w 18982931"/>
              <a:gd name="connsiteY994-60634" fmla="*/ 1428261 h 4449429"/>
              <a:gd name="connsiteX995-60635" fmla="*/ 6273821 w 18982931"/>
              <a:gd name="connsiteY995-60636" fmla="*/ 1498235 h 4449429"/>
              <a:gd name="connsiteX996-60637" fmla="*/ 6273821 w 18982931"/>
              <a:gd name="connsiteY996-60638" fmla="*/ 2230888 h 4449429"/>
              <a:gd name="connsiteX997-60639" fmla="*/ 6277935 w 18982931"/>
              <a:gd name="connsiteY997-60640" fmla="*/ 2280280 h 4449429"/>
              <a:gd name="connsiteX998-60641" fmla="*/ 6319095 w 18982931"/>
              <a:gd name="connsiteY998-60642" fmla="*/ 2193841 h 4449429"/>
              <a:gd name="connsiteX999-60643" fmla="*/ 6364373 w 18982931"/>
              <a:gd name="connsiteY999-60644" fmla="*/ 2288513 h 4449429"/>
              <a:gd name="connsiteX1000-60645" fmla="*/ 6389068 w 18982931"/>
              <a:gd name="connsiteY1000-60646" fmla="*/ 2313208 h 4449429"/>
              <a:gd name="connsiteX1001-60647" fmla="*/ 6541355 w 18982931"/>
              <a:gd name="connsiteY1001-60648" fmla="*/ 2313208 h 4449429"/>
              <a:gd name="connsiteX1002-60649" fmla="*/ 6541355 w 18982931"/>
              <a:gd name="connsiteY1002-60650" fmla="*/ 2148567 h 4449429"/>
              <a:gd name="connsiteX1003-60651" fmla="*/ 6660723 w 18982931"/>
              <a:gd name="connsiteY1003-60652" fmla="*/ 2148567 h 4449429"/>
              <a:gd name="connsiteX1004-60653" fmla="*/ 6660723 w 18982931"/>
              <a:gd name="connsiteY1004-60654" fmla="*/ 2259698 h 4449429"/>
              <a:gd name="connsiteX1005-60655" fmla="*/ 6705999 w 18982931"/>
              <a:gd name="connsiteY1005-60656" fmla="*/ 2551938 h 4449429"/>
              <a:gd name="connsiteX1006-60657" fmla="*/ 6714228 w 18982931"/>
              <a:gd name="connsiteY1006-60658" fmla="*/ 2580748 h 4449429"/>
              <a:gd name="connsiteX1007-60659" fmla="*/ 6722461 w 18982931"/>
              <a:gd name="connsiteY1007-60660" fmla="*/ 2576634 h 4449429"/>
              <a:gd name="connsiteX1008-60661" fmla="*/ 6751278 w 18982931"/>
              <a:gd name="connsiteY1008-60662" fmla="*/ 2263816 h 4449429"/>
              <a:gd name="connsiteX1009-60663" fmla="*/ 6800669 w 18982931"/>
              <a:gd name="connsiteY1009-60664" fmla="*/ 2255583 h 4449429"/>
              <a:gd name="connsiteX1010-60665" fmla="*/ 6837709 w 18982931"/>
              <a:gd name="connsiteY1010-60666" fmla="*/ 2181496 h 4449429"/>
              <a:gd name="connsiteX1011-60667" fmla="*/ 6841831 w 18982931"/>
              <a:gd name="connsiteY1011-60668" fmla="*/ 2152681 h 4449429"/>
              <a:gd name="connsiteX1012-60669" fmla="*/ 6845941 w 18982931"/>
              <a:gd name="connsiteY1012-60670" fmla="*/ 2115639 h 4449429"/>
              <a:gd name="connsiteX1013-60671" fmla="*/ 6857139 w 18982931"/>
              <a:gd name="connsiteY1013-60672" fmla="*/ 2115639 h 4449429"/>
              <a:gd name="connsiteX1014-60673" fmla="*/ 6899298 w 18982931"/>
              <a:gd name="connsiteY1014-60674" fmla="*/ 2109470 h 4449429"/>
              <a:gd name="connsiteX1015-60675" fmla="*/ 6922965 w 18982931"/>
              <a:gd name="connsiteY1015-60676" fmla="*/ 2140339 h 4449429"/>
              <a:gd name="connsiteX1016-60677" fmla="*/ 7009406 w 18982931"/>
              <a:gd name="connsiteY1016-60678" fmla="*/ 2070365 h 4449429"/>
              <a:gd name="connsiteX1017-60679" fmla="*/ 7145231 w 18982931"/>
              <a:gd name="connsiteY1017-60680" fmla="*/ 2066247 h 4449429"/>
              <a:gd name="connsiteX1018-60681" fmla="*/ 7145231 w 18982931"/>
              <a:gd name="connsiteY1018-60682" fmla="*/ 1901605 h 4449429"/>
              <a:gd name="connsiteX1019-60683" fmla="*/ 7145231 w 18982931"/>
              <a:gd name="connsiteY1019-60684" fmla="*/ 1769896 h 4449429"/>
              <a:gd name="connsiteX1020-60685" fmla="*/ 7215204 w 18982931"/>
              <a:gd name="connsiteY1020-60686" fmla="*/ 1597024 h 4449429"/>
              <a:gd name="connsiteX1021-60687" fmla="*/ 7285174 w 18982931"/>
              <a:gd name="connsiteY1021-60688" fmla="*/ 1753433 h 4449429"/>
              <a:gd name="connsiteX1022-60689" fmla="*/ 7297524 w 18982931"/>
              <a:gd name="connsiteY1022-60690" fmla="*/ 2062134 h 4449429"/>
              <a:gd name="connsiteX1023-60691" fmla="*/ 7367494 w 18982931"/>
              <a:gd name="connsiteY1023-60692" fmla="*/ 2066247 h 4449429"/>
              <a:gd name="connsiteX1024-60693" fmla="*/ 7371610 w 18982931"/>
              <a:gd name="connsiteY1024-60694" fmla="*/ 2148567 h 4449429"/>
              <a:gd name="connsiteX1025-60695" fmla="*/ 7462167 w 18982931"/>
              <a:gd name="connsiteY1025-60696" fmla="*/ 2148567 h 4449429"/>
              <a:gd name="connsiteX1026-60697" fmla="*/ 7462167 w 18982931"/>
              <a:gd name="connsiteY1026-60698" fmla="*/ 2095061 h 4449429"/>
              <a:gd name="connsiteX1027-60699" fmla="*/ 7462167 w 18982931"/>
              <a:gd name="connsiteY1027-60700" fmla="*/ 1597024 h 4449429"/>
              <a:gd name="connsiteX1028-60701" fmla="*/ 7482743 w 18982931"/>
              <a:gd name="connsiteY1028-60702" fmla="*/ 1008430 h 4449429"/>
              <a:gd name="connsiteX1029-60703" fmla="*/ 7495096 w 18982931"/>
              <a:gd name="connsiteY1029-60704" fmla="*/ 921991 h 4449429"/>
              <a:gd name="connsiteX1030-60705" fmla="*/ 7536254 w 18982931"/>
              <a:gd name="connsiteY1030-60706" fmla="*/ 934341 h 4449429"/>
              <a:gd name="connsiteX1031-60707" fmla="*/ 7577416 w 18982931"/>
              <a:gd name="connsiteY1031-60708" fmla="*/ 563899 h 4449429"/>
              <a:gd name="connsiteX1032-60709" fmla="*/ 7589759 w 18982931"/>
              <a:gd name="connsiteY1032-60710" fmla="*/ 563899 h 4449429"/>
              <a:gd name="connsiteX1033-60711" fmla="*/ 7639153 w 18982931"/>
              <a:gd name="connsiteY1033-60712" fmla="*/ 975501 h 4449429"/>
              <a:gd name="connsiteX1034-60713" fmla="*/ 7655614 w 18982931"/>
              <a:gd name="connsiteY1034-60714" fmla="*/ 926109 h 4449429"/>
              <a:gd name="connsiteX1035-60715" fmla="*/ 7667968 w 18982931"/>
              <a:gd name="connsiteY1035-60716" fmla="*/ 926109 h 4449429"/>
              <a:gd name="connsiteX1036-60717" fmla="*/ 7676196 w 18982931"/>
              <a:gd name="connsiteY1036-60718" fmla="*/ 1037243 h 4449429"/>
              <a:gd name="connsiteX1037-60719" fmla="*/ 7676196 w 18982931"/>
              <a:gd name="connsiteY1037-60720" fmla="*/ 2049787 h 4449429"/>
              <a:gd name="connsiteX1038-60721" fmla="*/ 7705009 w 18982931"/>
              <a:gd name="connsiteY1038-60722" fmla="*/ 2267935 h 4449429"/>
              <a:gd name="connsiteX1039-60723" fmla="*/ 7750287 w 18982931"/>
              <a:gd name="connsiteY1039-60724" fmla="*/ 2469622 h 4449429"/>
              <a:gd name="connsiteX1040-60725" fmla="*/ 7849072 w 18982931"/>
              <a:gd name="connsiteY1040-60726" fmla="*/ 2469622 h 4449429"/>
              <a:gd name="connsiteX1041-60727" fmla="*/ 7849072 w 18982931"/>
              <a:gd name="connsiteY1041-60728" fmla="*/ 2284398 h 4449429"/>
              <a:gd name="connsiteX1042-60729" fmla="*/ 7919042 w 18982931"/>
              <a:gd name="connsiteY1042-60730" fmla="*/ 2284398 h 4449429"/>
              <a:gd name="connsiteX1043-60731" fmla="*/ 7919042 w 18982931"/>
              <a:gd name="connsiteY1043-60732" fmla="*/ 2473736 h 4449429"/>
              <a:gd name="connsiteX1044-60733" fmla="*/ 8108380 w 18982931"/>
              <a:gd name="connsiteY1044-60734" fmla="*/ 2473736 h 4449429"/>
              <a:gd name="connsiteX1045-60735" fmla="*/ 8142338 w 18982931"/>
              <a:gd name="connsiteY1045-60736" fmla="*/ 2481454 h 4449429"/>
              <a:gd name="connsiteX1046-60737" fmla="*/ 8144242 w 18982931"/>
              <a:gd name="connsiteY1046-60738" fmla="*/ 2485067 h 4449429"/>
              <a:gd name="connsiteX1047-60739" fmla="*/ 8144242 w 18982931"/>
              <a:gd name="connsiteY1047-60740" fmla="*/ 1280084 h 4449429"/>
              <a:gd name="connsiteX1048-60741" fmla="*/ 8189518 w 18982931"/>
              <a:gd name="connsiteY1048-60742" fmla="*/ 1115443 h 4449429"/>
              <a:gd name="connsiteX1049-60743" fmla="*/ 8230679 w 18982931"/>
              <a:gd name="connsiteY1049-60744" fmla="*/ 1090746 h 4449429"/>
              <a:gd name="connsiteX1050-60745" fmla="*/ 8477642 w 18982931"/>
              <a:gd name="connsiteY1050-60746" fmla="*/ 1090746 h 4449429"/>
              <a:gd name="connsiteX1051-60747" fmla="*/ 8518799 w 18982931"/>
              <a:gd name="connsiteY1051-60748" fmla="*/ 1111328 h 4449429"/>
              <a:gd name="connsiteX1052-60749" fmla="*/ 8568194 w 18982931"/>
              <a:gd name="connsiteY1052-60750" fmla="*/ 1288315 h 4449429"/>
              <a:gd name="connsiteX1053-60751" fmla="*/ 8572304 w 18982931"/>
              <a:gd name="connsiteY1053-60752" fmla="*/ 2152681 h 4449429"/>
              <a:gd name="connsiteX1054-60753" fmla="*/ 8572304 w 18982931"/>
              <a:gd name="connsiteY1054-60754" fmla="*/ 2222656 h 4449429"/>
              <a:gd name="connsiteX1055-60755" fmla="*/ 8827499 w 18982931"/>
              <a:gd name="connsiteY1055-60756" fmla="*/ 2222656 h 4449429"/>
              <a:gd name="connsiteX1056-60757" fmla="*/ 8827499 w 18982931"/>
              <a:gd name="connsiteY1056-60758" fmla="*/ 2053897 h 4449429"/>
              <a:gd name="connsiteX1057-60759" fmla="*/ 8827499 w 18982931"/>
              <a:gd name="connsiteY1057-60760" fmla="*/ 1996272 h 4449429"/>
              <a:gd name="connsiteX1058-60761" fmla="*/ 8926285 w 18982931"/>
              <a:gd name="connsiteY1058-60762" fmla="*/ 1876910 h 4449429"/>
              <a:gd name="connsiteX1059-60763" fmla="*/ 8926285 w 18982931"/>
              <a:gd name="connsiteY1059-60764" fmla="*/ 1757542 h 4449429"/>
              <a:gd name="connsiteX1060-60765" fmla="*/ 8926285 w 18982931"/>
              <a:gd name="connsiteY1060-60766" fmla="*/ 1527045 h 4449429"/>
              <a:gd name="connsiteX1061-60767" fmla="*/ 8950980 w 18982931"/>
              <a:gd name="connsiteY1061-60768" fmla="*/ 1432378 h 4449429"/>
              <a:gd name="connsiteX1062-60769" fmla="*/ 8950980 w 18982931"/>
              <a:gd name="connsiteY1062-60770" fmla="*/ 1424146 h 4449429"/>
              <a:gd name="connsiteX1063-60771" fmla="*/ 8983911 w 18982931"/>
              <a:gd name="connsiteY1063-60772" fmla="*/ 1107210 h 4449429"/>
              <a:gd name="connsiteX1064-60773" fmla="*/ 8992140 w 18982931"/>
              <a:gd name="connsiteY1064-60774" fmla="*/ 1049586 h 4449429"/>
              <a:gd name="connsiteX1065-60775" fmla="*/ 9012723 w 18982931"/>
              <a:gd name="connsiteY1065-60776" fmla="*/ 1049586 h 4449429"/>
              <a:gd name="connsiteX1066-60777" fmla="*/ 9049767 w 18982931"/>
              <a:gd name="connsiteY1066-60778" fmla="*/ 1325362 h 4449429"/>
              <a:gd name="connsiteX1067-60779" fmla="*/ 9115624 w 18982931"/>
              <a:gd name="connsiteY1067-60780" fmla="*/ 1329476 h 4449429"/>
              <a:gd name="connsiteX1068-60781" fmla="*/ 9165014 w 18982931"/>
              <a:gd name="connsiteY1068-60782" fmla="*/ 1436493 h 4449429"/>
              <a:gd name="connsiteX1069-60783" fmla="*/ 9181479 w 18982931"/>
              <a:gd name="connsiteY1069-60784" fmla="*/ 1494116 h 4449429"/>
              <a:gd name="connsiteX1070-60785" fmla="*/ 9181479 w 18982931"/>
              <a:gd name="connsiteY1070-60786" fmla="*/ 1823399 h 4449429"/>
              <a:gd name="connsiteX1071-60787" fmla="*/ 9181479 w 18982931"/>
              <a:gd name="connsiteY1071-60788" fmla="*/ 1881023 h 4449429"/>
              <a:gd name="connsiteX1072-60789" fmla="*/ 9280267 w 18982931"/>
              <a:gd name="connsiteY1072-60790" fmla="*/ 1881023 h 4449429"/>
              <a:gd name="connsiteX1073-60791" fmla="*/ 9280267 w 18982931"/>
              <a:gd name="connsiteY1073-60792" fmla="*/ 1815166 h 4449429"/>
              <a:gd name="connsiteX1074-60793" fmla="*/ 9280267 w 18982931"/>
              <a:gd name="connsiteY1074-60794" fmla="*/ 304587 h 4449429"/>
              <a:gd name="connsiteX1075-60795" fmla="*/ 9346122 w 18982931"/>
              <a:gd name="connsiteY1075-60796" fmla="*/ 238731 h 4449429"/>
              <a:gd name="connsiteX1076-60797" fmla="*/ 9453137 w 18982931"/>
              <a:gd name="connsiteY1076-60798" fmla="*/ 341628 h 4449429"/>
              <a:gd name="connsiteX1077-60799" fmla="*/ 9453137 w 18982931"/>
              <a:gd name="connsiteY1077-60800" fmla="*/ 1815166 h 4449429"/>
              <a:gd name="connsiteX1078-60801" fmla="*/ 9453137 w 18982931"/>
              <a:gd name="connsiteY1078-60802" fmla="*/ 1876910 h 4449429"/>
              <a:gd name="connsiteX1079-60803" fmla="*/ 9551919 w 18982931"/>
              <a:gd name="connsiteY1079-60804" fmla="*/ 1876910 h 4449429"/>
              <a:gd name="connsiteX1080-60805" fmla="*/ 9551919 w 18982931"/>
              <a:gd name="connsiteY1080-60806" fmla="*/ 1724614 h 4449429"/>
              <a:gd name="connsiteX1081-60807" fmla="*/ 9551919 w 18982931"/>
              <a:gd name="connsiteY1081-60808" fmla="*/ 1481771 h 4449429"/>
              <a:gd name="connsiteX1082-60809" fmla="*/ 9597198 w 18982931"/>
              <a:gd name="connsiteY1082-60810" fmla="*/ 1374754 h 4449429"/>
              <a:gd name="connsiteX1083-60811" fmla="*/ 9613662 w 18982931"/>
              <a:gd name="connsiteY1083-60812" fmla="*/ 1325362 h 4449429"/>
              <a:gd name="connsiteX1084-60813" fmla="*/ 9683632 w 18982931"/>
              <a:gd name="connsiteY1084-60814" fmla="*/ 1325362 h 4449429"/>
              <a:gd name="connsiteX1085-60815" fmla="*/ 9683632 w 18982931"/>
              <a:gd name="connsiteY1085-60816" fmla="*/ 1522931 h 4449429"/>
              <a:gd name="connsiteX1086-60817" fmla="*/ 9819464 w 18982931"/>
              <a:gd name="connsiteY1086-60818" fmla="*/ 1522931 h 4449429"/>
              <a:gd name="connsiteX1087-60819" fmla="*/ 9819464 w 18982931"/>
              <a:gd name="connsiteY1087-60820" fmla="*/ 1720501 h 4449429"/>
              <a:gd name="connsiteX1088-60821" fmla="*/ 9819464 w 18982931"/>
              <a:gd name="connsiteY1088-60822" fmla="*/ 1835749 h 4449429"/>
              <a:gd name="connsiteX1089-60823" fmla="*/ 9868856 w 18982931"/>
              <a:gd name="connsiteY1089-60824" fmla="*/ 1885142 h 4449429"/>
              <a:gd name="connsiteX1090-60825" fmla="*/ 9922361 w 18982931"/>
              <a:gd name="connsiteY1090-60826" fmla="*/ 1938648 h 4449429"/>
              <a:gd name="connsiteX1091-60827" fmla="*/ 9922361 w 18982931"/>
              <a:gd name="connsiteY1091-60828" fmla="*/ 2226770 h 4449429"/>
              <a:gd name="connsiteX1092-60829" fmla="*/ 10189906 w 18982931"/>
              <a:gd name="connsiteY1092-60830" fmla="*/ 2226770 h 4449429"/>
              <a:gd name="connsiteX1093-60831" fmla="*/ 10189906 w 18982931"/>
              <a:gd name="connsiteY1093-60832" fmla="*/ 1864559 h 4449429"/>
              <a:gd name="connsiteX1094-60833" fmla="*/ 10251644 w 18982931"/>
              <a:gd name="connsiteY1094-60834" fmla="*/ 1852213 h 4449429"/>
              <a:gd name="connsiteX1095-60835" fmla="*/ 10251644 w 18982931"/>
              <a:gd name="connsiteY1095-60836" fmla="*/ 1465306 h 4449429"/>
              <a:gd name="connsiteX1096-60837" fmla="*/ 10198137 w 18982931"/>
              <a:gd name="connsiteY1096-60838" fmla="*/ 1461188 h 4449429"/>
              <a:gd name="connsiteX1097-60839" fmla="*/ 10198137 w 18982931"/>
              <a:gd name="connsiteY1097-60840" fmla="*/ 1317129 h 4449429"/>
              <a:gd name="connsiteX1098-60841" fmla="*/ 10572694 w 18982931"/>
              <a:gd name="connsiteY1098-60842" fmla="*/ 1317129 h 4449429"/>
              <a:gd name="connsiteX1099-60843" fmla="*/ 10572694 w 18982931"/>
              <a:gd name="connsiteY1099-60844" fmla="*/ 2140336 h 4449429"/>
              <a:gd name="connsiteX1100-60845" fmla="*/ 10642669 w 18982931"/>
              <a:gd name="connsiteY1100-60846" fmla="*/ 2144449 h 4449429"/>
              <a:gd name="connsiteX1101-60847" fmla="*/ 10642669 w 18982931"/>
              <a:gd name="connsiteY1101-60848" fmla="*/ 2477849 h 4449429"/>
              <a:gd name="connsiteX1102-60849" fmla="*/ 10885512 w 18982931"/>
              <a:gd name="connsiteY1102-60850" fmla="*/ 2477849 h 4449429"/>
              <a:gd name="connsiteX1103-60851" fmla="*/ 10885512 w 18982931"/>
              <a:gd name="connsiteY1103-60852" fmla="*/ 2292626 h 4449429"/>
              <a:gd name="connsiteX1104-60853" fmla="*/ 10959601 w 18982931"/>
              <a:gd name="connsiteY1104-60854" fmla="*/ 2292626 h 4449429"/>
              <a:gd name="connsiteX1105-60855" fmla="*/ 10959601 w 18982931"/>
              <a:gd name="connsiteY1105-60856" fmla="*/ 2477849 h 4449429"/>
              <a:gd name="connsiteX1106-60857" fmla="*/ 11066618 w 18982931"/>
              <a:gd name="connsiteY1106-60858" fmla="*/ 2477849 h 4449429"/>
              <a:gd name="connsiteX1107-60859" fmla="*/ 11107778 w 18982931"/>
              <a:gd name="connsiteY1107-60860" fmla="*/ 2284395 h 4449429"/>
              <a:gd name="connsiteX1108-60861" fmla="*/ 11136593 w 18982931"/>
              <a:gd name="connsiteY1108-60862" fmla="*/ 2053897 h 4449429"/>
              <a:gd name="connsiteX1109-60863" fmla="*/ 11136593 w 18982931"/>
              <a:gd name="connsiteY1109-60864" fmla="*/ 1061936 h 4449429"/>
              <a:gd name="connsiteX1110-60865" fmla="*/ 11148938 w 18982931"/>
              <a:gd name="connsiteY1110-60866" fmla="*/ 938454 h 4449429"/>
              <a:gd name="connsiteX1111-60867" fmla="*/ 11161288 w 18982931"/>
              <a:gd name="connsiteY1111-60868" fmla="*/ 938454 h 4449429"/>
              <a:gd name="connsiteX1112-60869" fmla="*/ 11177753 w 18982931"/>
              <a:gd name="connsiteY1112-60870" fmla="*/ 983729 h 4449429"/>
              <a:gd name="connsiteX1113-60871" fmla="*/ 11231258 w 18982931"/>
              <a:gd name="connsiteY1113-60872" fmla="*/ 572126 h 4449429"/>
              <a:gd name="connsiteX1114-60873" fmla="*/ 11243610 w 18982931"/>
              <a:gd name="connsiteY1114-60874" fmla="*/ 572126 h 4449429"/>
              <a:gd name="connsiteX1115-60875" fmla="*/ 11284770 w 18982931"/>
              <a:gd name="connsiteY1115-60876" fmla="*/ 946687 h 4449429"/>
              <a:gd name="connsiteX1116-60877" fmla="*/ 11325929 w 18982931"/>
              <a:gd name="connsiteY1116-60878" fmla="*/ 934337 h 4449429"/>
              <a:gd name="connsiteX1117-60879" fmla="*/ 11342394 w 18982931"/>
              <a:gd name="connsiteY1117-60880" fmla="*/ 1061936 h 4449429"/>
              <a:gd name="connsiteX1118-60881" fmla="*/ 11342394 w 18982931"/>
              <a:gd name="connsiteY1118-60882" fmla="*/ 1300666 h 4449429"/>
              <a:gd name="connsiteX1119-60883" fmla="*/ 11358857 w 18982931"/>
              <a:gd name="connsiteY1119-60884" fmla="*/ 2132104 h 4449429"/>
              <a:gd name="connsiteX1120-60885" fmla="*/ 11362976 w 18982931"/>
              <a:gd name="connsiteY1120-60886" fmla="*/ 2165031 h 4449429"/>
              <a:gd name="connsiteX1121-60887" fmla="*/ 11453524 w 18982931"/>
              <a:gd name="connsiteY1121-60888" fmla="*/ 2165031 h 4449429"/>
              <a:gd name="connsiteX1122-60889" fmla="*/ 11457643 w 18982931"/>
              <a:gd name="connsiteY1122-60890" fmla="*/ 2082711 h 4449429"/>
              <a:gd name="connsiteX1123-60891" fmla="*/ 11535845 w 18982931"/>
              <a:gd name="connsiteY1123-60892" fmla="*/ 2078592 h 4449429"/>
              <a:gd name="connsiteX1124-60893" fmla="*/ 11535845 w 18982931"/>
              <a:gd name="connsiteY1124-60894" fmla="*/ 2004505 h 4449429"/>
              <a:gd name="connsiteX1125-60895" fmla="*/ 11548195 w 18982931"/>
              <a:gd name="connsiteY1125-60896" fmla="*/ 1736964 h 4449429"/>
              <a:gd name="connsiteX1126-60897" fmla="*/ 11609938 w 18982931"/>
              <a:gd name="connsiteY1126-60898" fmla="*/ 1609365 h 4449429"/>
              <a:gd name="connsiteX1127-60899" fmla="*/ 11688140 w 18982931"/>
              <a:gd name="connsiteY1127-60900" fmla="*/ 1765774 h 4449429"/>
              <a:gd name="connsiteX1128-60901" fmla="*/ 11688140 w 18982931"/>
              <a:gd name="connsiteY1128-60902" fmla="*/ 2082711 h 4449429"/>
              <a:gd name="connsiteX1129-60903" fmla="*/ 11910406 w 18982931"/>
              <a:gd name="connsiteY1129-60904" fmla="*/ 2148567 h 4449429"/>
              <a:gd name="connsiteX1130-60905" fmla="*/ 11988608 w 18982931"/>
              <a:gd name="connsiteY1130-60906" fmla="*/ 2119754 h 4449429"/>
              <a:gd name="connsiteX1131-60907" fmla="*/ 11991181 w 18982931"/>
              <a:gd name="connsiteY1131-60908" fmla="*/ 2153197 h 4449429"/>
              <a:gd name="connsiteX1132-60909" fmla="*/ 11993908 w 18982931"/>
              <a:gd name="connsiteY1132-60910" fmla="*/ 2158900 h 4449429"/>
              <a:gd name="connsiteX1133-60911" fmla="*/ 11993908 w 18982931"/>
              <a:gd name="connsiteY1133-60912" fmla="*/ 2156799 h 4449429"/>
              <a:gd name="connsiteX1134-60913" fmla="*/ 11998023 w 18982931"/>
              <a:gd name="connsiteY1134-60914" fmla="*/ 2115639 h 4449429"/>
              <a:gd name="connsiteX1135-60915" fmla="*/ 12010373 w 18982931"/>
              <a:gd name="connsiteY1135-60916" fmla="*/ 2115639 h 4449429"/>
              <a:gd name="connsiteX1136-60917" fmla="*/ 12014490 w 18982931"/>
              <a:gd name="connsiteY1136-60918" fmla="*/ 2185614 h 4449429"/>
              <a:gd name="connsiteX1137-60919" fmla="*/ 12055650 w 18982931"/>
              <a:gd name="connsiteY1137-60920" fmla="*/ 2259703 h 4449429"/>
              <a:gd name="connsiteX1138-60921" fmla="*/ 12109157 w 18982931"/>
              <a:gd name="connsiteY1138-60922" fmla="*/ 2267933 h 4449429"/>
              <a:gd name="connsiteX1139-60923" fmla="*/ 12137972 w 18982931"/>
              <a:gd name="connsiteY1139-60924" fmla="*/ 2580753 h 4449429"/>
              <a:gd name="connsiteX1140-60925" fmla="*/ 12150317 w 18982931"/>
              <a:gd name="connsiteY1140-60926" fmla="*/ 2580753 h 4449429"/>
              <a:gd name="connsiteX1141-60927" fmla="*/ 12179132 w 18982931"/>
              <a:gd name="connsiteY1141-60928" fmla="*/ 2411992 h 4449429"/>
              <a:gd name="connsiteX1142-60929" fmla="*/ 12207942 w 18982931"/>
              <a:gd name="connsiteY1142-60930" fmla="*/ 2160917 h 4449429"/>
              <a:gd name="connsiteX1143-60931" fmla="*/ 12216174 w 18982931"/>
              <a:gd name="connsiteY1143-60932" fmla="*/ 2152686 h 4449429"/>
              <a:gd name="connsiteX1144-60933" fmla="*/ 12331423 w 18982931"/>
              <a:gd name="connsiteY1144-60934" fmla="*/ 2152686 h 4449429"/>
              <a:gd name="connsiteX1145-60935" fmla="*/ 12331423 w 18982931"/>
              <a:gd name="connsiteY1145-60936" fmla="*/ 2317327 h 4449429"/>
              <a:gd name="connsiteX1146-60937" fmla="*/ 12496064 w 18982931"/>
              <a:gd name="connsiteY1146-60938" fmla="*/ 2313208 h 4449429"/>
              <a:gd name="connsiteX1147-60939" fmla="*/ 12557802 w 18982931"/>
              <a:gd name="connsiteY1147-60940" fmla="*/ 2210310 h 4449429"/>
              <a:gd name="connsiteX1148-60941" fmla="*/ 12566034 w 18982931"/>
              <a:gd name="connsiteY1148-60942" fmla="*/ 2206191 h 4449429"/>
              <a:gd name="connsiteX1149-60943" fmla="*/ 12598962 w 18982931"/>
              <a:gd name="connsiteY1149-60944" fmla="*/ 2267933 h 4449429"/>
              <a:gd name="connsiteX1150-60945" fmla="*/ 12607194 w 18982931"/>
              <a:gd name="connsiteY1150-60946" fmla="*/ 2263816 h 4449429"/>
              <a:gd name="connsiteX1151-60947" fmla="*/ 12607194 w 18982931"/>
              <a:gd name="connsiteY1151-60948" fmla="*/ 1461193 h 4449429"/>
              <a:gd name="connsiteX1152-60949" fmla="*/ 12677169 w 18982931"/>
              <a:gd name="connsiteY1152-60950" fmla="*/ 1230695 h 4449429"/>
              <a:gd name="connsiteX1153-60951" fmla="*/ 12920017 w 18982931"/>
              <a:gd name="connsiteY1153-60952" fmla="*/ 1230695 h 4449429"/>
              <a:gd name="connsiteX1154-60953" fmla="*/ 12948827 w 18982931"/>
              <a:gd name="connsiteY1154-60954" fmla="*/ 1490003 h 4449429"/>
              <a:gd name="connsiteX1155-60955" fmla="*/ 12948827 w 18982931"/>
              <a:gd name="connsiteY1155-60956" fmla="*/ 1909838 h 4449429"/>
              <a:gd name="connsiteX1156-60957" fmla="*/ 12948827 w 18982931"/>
              <a:gd name="connsiteY1156-60958" fmla="*/ 1975695 h 4449429"/>
              <a:gd name="connsiteX1157-60959" fmla="*/ 12969405 w 18982931"/>
              <a:gd name="connsiteY1157-60960" fmla="*/ 1979812 h 4449429"/>
              <a:gd name="connsiteX1158-60961" fmla="*/ 12989987 w 18982931"/>
              <a:gd name="connsiteY1158-60962" fmla="*/ 1913955 h 4449429"/>
              <a:gd name="connsiteX1159-60963" fmla="*/ 12989987 w 18982931"/>
              <a:gd name="connsiteY1159-60964" fmla="*/ 1469425 h 4449429"/>
              <a:gd name="connsiteX1160-60965" fmla="*/ 13064076 w 18982931"/>
              <a:gd name="connsiteY1160-60966" fmla="*/ 1395336 h 4449429"/>
              <a:gd name="connsiteX1161-60967" fmla="*/ 13146396 w 18982931"/>
              <a:gd name="connsiteY1161-60968" fmla="*/ 1395336 h 4449429"/>
              <a:gd name="connsiteX1162-60969" fmla="*/ 13146396 w 18982931"/>
              <a:gd name="connsiteY1162-60970" fmla="*/ 1111328 h 4449429"/>
              <a:gd name="connsiteX1163-60971" fmla="*/ 13216366 w 18982931"/>
              <a:gd name="connsiteY1163-60972" fmla="*/ 1103096 h 4449429"/>
              <a:gd name="connsiteX1164-60973" fmla="*/ 13228716 w 18982931"/>
              <a:gd name="connsiteY1164-60974" fmla="*/ 1041358 h 4449429"/>
              <a:gd name="connsiteX1165-60975" fmla="*/ 13368662 w 18982931"/>
              <a:gd name="connsiteY1165-60976" fmla="*/ 1041358 h 4449429"/>
              <a:gd name="connsiteX1166-60977" fmla="*/ 13368662 w 18982931"/>
              <a:gd name="connsiteY1166-60978" fmla="*/ 687379 h 4449429"/>
              <a:gd name="connsiteX1167-60979" fmla="*/ 13483911 w 18982931"/>
              <a:gd name="connsiteY1167-60980" fmla="*/ 687379 h 4449429"/>
              <a:gd name="connsiteX1168-60981" fmla="*/ 13483911 w 18982931"/>
              <a:gd name="connsiteY1168-60982" fmla="*/ 617404 h 4449429"/>
              <a:gd name="connsiteX1169-60983" fmla="*/ 13483911 w 18982931"/>
              <a:gd name="connsiteY1169-60984" fmla="*/ 131714 h 4449429"/>
              <a:gd name="connsiteX1170-60985" fmla="*/ 13541534 w 18982931"/>
              <a:gd name="connsiteY1170-60986" fmla="*/ 74089 h 4449429"/>
              <a:gd name="connsiteX1171-60987" fmla="*/ 13685593 w 18982931"/>
              <a:gd name="connsiteY1171-60988" fmla="*/ 74089 h 4449429"/>
              <a:gd name="connsiteX1172-60989" fmla="*/ 13730872 w 18982931"/>
              <a:gd name="connsiteY1172-60990" fmla="*/ 49392 h 4449429"/>
              <a:gd name="connsiteX1173-60991" fmla="*/ 13739104 w 18982931"/>
              <a:gd name="connsiteY1173-60992" fmla="*/ 0 h 4449429"/>
              <a:gd name="connsiteX0-60993" fmla="*/ 16404499 w 18982931"/>
              <a:gd name="connsiteY0-60994" fmla="*/ 4309270 h 4449429"/>
              <a:gd name="connsiteX1-60995" fmla="*/ 16404499 w 18982931"/>
              <a:gd name="connsiteY1-60996" fmla="*/ 4366104 h 4449429"/>
              <a:gd name="connsiteX2-60997" fmla="*/ 16461332 w 18982931"/>
              <a:gd name="connsiteY2-60998" fmla="*/ 4366104 h 4449429"/>
              <a:gd name="connsiteX3-60999" fmla="*/ 16461332 w 18982931"/>
              <a:gd name="connsiteY3-61000" fmla="*/ 4309270 h 4449429"/>
              <a:gd name="connsiteX4-61001" fmla="*/ 16404499 w 18982931"/>
              <a:gd name="connsiteY4-61002" fmla="*/ 4309270 h 4449429"/>
              <a:gd name="connsiteX5-61003" fmla="*/ 16292444 w 18982931"/>
              <a:gd name="connsiteY5-61004" fmla="*/ 4309270 h 4449429"/>
              <a:gd name="connsiteX6-61005" fmla="*/ 16292444 w 18982931"/>
              <a:gd name="connsiteY6-61006" fmla="*/ 4366104 h 4449429"/>
              <a:gd name="connsiteX7-61007" fmla="*/ 16349278 w 18982931"/>
              <a:gd name="connsiteY7-61008" fmla="*/ 4366104 h 4449429"/>
              <a:gd name="connsiteX8-61009" fmla="*/ 16349278 w 18982931"/>
              <a:gd name="connsiteY8-61010" fmla="*/ 4309270 h 4449429"/>
              <a:gd name="connsiteX9-61011" fmla="*/ 16292444 w 18982931"/>
              <a:gd name="connsiteY9-61012" fmla="*/ 4309270 h 4449429"/>
              <a:gd name="connsiteX10-61013" fmla="*/ 16180390 w 18982931"/>
              <a:gd name="connsiteY10-61014" fmla="*/ 4309270 h 4449429"/>
              <a:gd name="connsiteX11-61015" fmla="*/ 16180390 w 18982931"/>
              <a:gd name="connsiteY11-61016" fmla="*/ 4366104 h 4449429"/>
              <a:gd name="connsiteX12-61017" fmla="*/ 16237224 w 18982931"/>
              <a:gd name="connsiteY12-61018" fmla="*/ 4366104 h 4449429"/>
              <a:gd name="connsiteX13-61019" fmla="*/ 16237224 w 18982931"/>
              <a:gd name="connsiteY13-61020" fmla="*/ 4309270 h 4449429"/>
              <a:gd name="connsiteX14-61021" fmla="*/ 16180390 w 18982931"/>
              <a:gd name="connsiteY14-61022" fmla="*/ 4309270 h 4449429"/>
              <a:gd name="connsiteX15-61023" fmla="*/ 2813944 w 18982931"/>
              <a:gd name="connsiteY15-61024" fmla="*/ 4309269 h 4449429"/>
              <a:gd name="connsiteX16-61025" fmla="*/ 2813944 w 18982931"/>
              <a:gd name="connsiteY16-61026" fmla="*/ 4366102 h 4449429"/>
              <a:gd name="connsiteX17-61027" fmla="*/ 2870780 w 18982931"/>
              <a:gd name="connsiteY17-61028" fmla="*/ 4366102 h 4449429"/>
              <a:gd name="connsiteX18-61029" fmla="*/ 2870780 w 18982931"/>
              <a:gd name="connsiteY18-61030" fmla="*/ 4309269 h 4449429"/>
              <a:gd name="connsiteX19-61031" fmla="*/ 2813944 w 18982931"/>
              <a:gd name="connsiteY19-61032" fmla="*/ 4309269 h 4449429"/>
              <a:gd name="connsiteX20-61033" fmla="*/ 2701890 w 18982931"/>
              <a:gd name="connsiteY20-61034" fmla="*/ 4309269 h 4449429"/>
              <a:gd name="connsiteX21-61035" fmla="*/ 2701890 w 18982931"/>
              <a:gd name="connsiteY21-61036" fmla="*/ 4366102 h 4449429"/>
              <a:gd name="connsiteX22-61037" fmla="*/ 2758723 w 18982931"/>
              <a:gd name="connsiteY22-61038" fmla="*/ 4366102 h 4449429"/>
              <a:gd name="connsiteX23-61039" fmla="*/ 2758723 w 18982931"/>
              <a:gd name="connsiteY23-61040" fmla="*/ 4309269 h 4449429"/>
              <a:gd name="connsiteX24-61041" fmla="*/ 2701890 w 18982931"/>
              <a:gd name="connsiteY24-61042" fmla="*/ 4309269 h 4449429"/>
              <a:gd name="connsiteX25-61043" fmla="*/ 2589843 w 18982931"/>
              <a:gd name="connsiteY25-61044" fmla="*/ 4309269 h 4449429"/>
              <a:gd name="connsiteX26-61045" fmla="*/ 2589843 w 18982931"/>
              <a:gd name="connsiteY26-61046" fmla="*/ 4366102 h 4449429"/>
              <a:gd name="connsiteX27-61047" fmla="*/ 2646669 w 18982931"/>
              <a:gd name="connsiteY27-61048" fmla="*/ 4366102 h 4449429"/>
              <a:gd name="connsiteX28-61049" fmla="*/ 2646669 w 18982931"/>
              <a:gd name="connsiteY28-61050" fmla="*/ 4309269 h 4449429"/>
              <a:gd name="connsiteX29-61051" fmla="*/ 2589843 w 18982931"/>
              <a:gd name="connsiteY29-61052" fmla="*/ 4309269 h 4449429"/>
              <a:gd name="connsiteX30-61053" fmla="*/ 16404499 w 18982931"/>
              <a:gd name="connsiteY30-61054" fmla="*/ 4163982 h 4449429"/>
              <a:gd name="connsiteX31-61055" fmla="*/ 16404499 w 18982931"/>
              <a:gd name="connsiteY31-61056" fmla="*/ 4220816 h 4449429"/>
              <a:gd name="connsiteX32-61057" fmla="*/ 16461332 w 18982931"/>
              <a:gd name="connsiteY32-61058" fmla="*/ 4220816 h 4449429"/>
              <a:gd name="connsiteX33-61059" fmla="*/ 16461332 w 18982931"/>
              <a:gd name="connsiteY33-61060" fmla="*/ 4163982 h 4449429"/>
              <a:gd name="connsiteX34-61061" fmla="*/ 16404499 w 18982931"/>
              <a:gd name="connsiteY34-61062" fmla="*/ 4163982 h 4449429"/>
              <a:gd name="connsiteX35-61063" fmla="*/ 16292444 w 18982931"/>
              <a:gd name="connsiteY35-61064" fmla="*/ 4163982 h 4449429"/>
              <a:gd name="connsiteX36-61065" fmla="*/ 16292444 w 18982931"/>
              <a:gd name="connsiteY36-61066" fmla="*/ 4220816 h 4449429"/>
              <a:gd name="connsiteX37-61067" fmla="*/ 16349278 w 18982931"/>
              <a:gd name="connsiteY37-61068" fmla="*/ 4220816 h 4449429"/>
              <a:gd name="connsiteX38-61069" fmla="*/ 16349278 w 18982931"/>
              <a:gd name="connsiteY38-61070" fmla="*/ 4163982 h 4449429"/>
              <a:gd name="connsiteX39-61071" fmla="*/ 16292444 w 18982931"/>
              <a:gd name="connsiteY39-61072" fmla="*/ 4163982 h 4449429"/>
              <a:gd name="connsiteX40-61073" fmla="*/ 16180390 w 18982931"/>
              <a:gd name="connsiteY40-61074" fmla="*/ 4163982 h 4449429"/>
              <a:gd name="connsiteX41-61075" fmla="*/ 16180390 w 18982931"/>
              <a:gd name="connsiteY41-61076" fmla="*/ 4220816 h 4449429"/>
              <a:gd name="connsiteX42-61077" fmla="*/ 16237224 w 18982931"/>
              <a:gd name="connsiteY42-61078" fmla="*/ 4220816 h 4449429"/>
              <a:gd name="connsiteX43-61079" fmla="*/ 16237224 w 18982931"/>
              <a:gd name="connsiteY43-61080" fmla="*/ 4163982 h 4449429"/>
              <a:gd name="connsiteX44-61081" fmla="*/ 16180390 w 18982931"/>
              <a:gd name="connsiteY44-61082" fmla="*/ 4163982 h 4449429"/>
              <a:gd name="connsiteX45-61083" fmla="*/ 2813944 w 18982931"/>
              <a:gd name="connsiteY45-61084" fmla="*/ 4163981 h 4449429"/>
              <a:gd name="connsiteX46-61085" fmla="*/ 2813944 w 18982931"/>
              <a:gd name="connsiteY46-61086" fmla="*/ 4220814 h 4449429"/>
              <a:gd name="connsiteX47-61087" fmla="*/ 2870780 w 18982931"/>
              <a:gd name="connsiteY47-61088" fmla="*/ 4220814 h 4449429"/>
              <a:gd name="connsiteX48-61089" fmla="*/ 2870780 w 18982931"/>
              <a:gd name="connsiteY48-61090" fmla="*/ 4163981 h 4449429"/>
              <a:gd name="connsiteX49-61091" fmla="*/ 2813944 w 18982931"/>
              <a:gd name="connsiteY49-61092" fmla="*/ 4163981 h 4449429"/>
              <a:gd name="connsiteX50-61093" fmla="*/ 2701890 w 18982931"/>
              <a:gd name="connsiteY50-61094" fmla="*/ 4163981 h 4449429"/>
              <a:gd name="connsiteX51-61095" fmla="*/ 2701890 w 18982931"/>
              <a:gd name="connsiteY51-61096" fmla="*/ 4220814 h 4449429"/>
              <a:gd name="connsiteX52-61097" fmla="*/ 2758723 w 18982931"/>
              <a:gd name="connsiteY52-61098" fmla="*/ 4220814 h 4449429"/>
              <a:gd name="connsiteX53-61099" fmla="*/ 2758723 w 18982931"/>
              <a:gd name="connsiteY53-61100" fmla="*/ 4163981 h 4449429"/>
              <a:gd name="connsiteX54-61101" fmla="*/ 2701890 w 18982931"/>
              <a:gd name="connsiteY54-61102" fmla="*/ 4163981 h 4449429"/>
              <a:gd name="connsiteX55-61103" fmla="*/ 2589843 w 18982931"/>
              <a:gd name="connsiteY55-61104" fmla="*/ 4163981 h 4449429"/>
              <a:gd name="connsiteX56-61105" fmla="*/ 2589843 w 18982931"/>
              <a:gd name="connsiteY56-61106" fmla="*/ 4220814 h 4449429"/>
              <a:gd name="connsiteX57-61107" fmla="*/ 2646669 w 18982931"/>
              <a:gd name="connsiteY57-61108" fmla="*/ 4220814 h 4449429"/>
              <a:gd name="connsiteX58-61109" fmla="*/ 2646669 w 18982931"/>
              <a:gd name="connsiteY58-61110" fmla="*/ 4163981 h 4449429"/>
              <a:gd name="connsiteX59-61111" fmla="*/ 2589843 w 18982931"/>
              <a:gd name="connsiteY59-61112" fmla="*/ 4163981 h 4449429"/>
              <a:gd name="connsiteX60-61113" fmla="*/ 9851983 w 18982931"/>
              <a:gd name="connsiteY60-61114" fmla="*/ 4073253 h 4449429"/>
              <a:gd name="connsiteX61-61115" fmla="*/ 9851983 w 18982931"/>
              <a:gd name="connsiteY61-61116" fmla="*/ 4282100 h 4449429"/>
              <a:gd name="connsiteX62-61117" fmla="*/ 9897683 w 18982931"/>
              <a:gd name="connsiteY62-61118" fmla="*/ 4282100 h 4449429"/>
              <a:gd name="connsiteX63-61119" fmla="*/ 9897683 w 18982931"/>
              <a:gd name="connsiteY63-61120" fmla="*/ 4073253 h 4449429"/>
              <a:gd name="connsiteX64-61121" fmla="*/ 9851983 w 18982931"/>
              <a:gd name="connsiteY64-61122" fmla="*/ 4073253 h 4449429"/>
              <a:gd name="connsiteX65-61123" fmla="*/ 9760354 w 18982931"/>
              <a:gd name="connsiteY65-61124" fmla="*/ 4073253 h 4449429"/>
              <a:gd name="connsiteX66-61125" fmla="*/ 9760354 w 18982931"/>
              <a:gd name="connsiteY66-61126" fmla="*/ 4282100 h 4449429"/>
              <a:gd name="connsiteX67-61127" fmla="*/ 9806054 w 18982931"/>
              <a:gd name="connsiteY67-61128" fmla="*/ 4282100 h 4449429"/>
              <a:gd name="connsiteX68-61129" fmla="*/ 9806054 w 18982931"/>
              <a:gd name="connsiteY68-61130" fmla="*/ 4073253 h 4449429"/>
              <a:gd name="connsiteX69-61131" fmla="*/ 9760354 w 18982931"/>
              <a:gd name="connsiteY69-61132" fmla="*/ 4073253 h 4449429"/>
              <a:gd name="connsiteX70-61133" fmla="*/ 9668723 w 18982931"/>
              <a:gd name="connsiteY70-61134" fmla="*/ 4073253 h 4449429"/>
              <a:gd name="connsiteX71-61135" fmla="*/ 9668723 w 18982931"/>
              <a:gd name="connsiteY71-61136" fmla="*/ 4282100 h 4449429"/>
              <a:gd name="connsiteX72-61137" fmla="*/ 9714423 w 18982931"/>
              <a:gd name="connsiteY72-61138" fmla="*/ 4282100 h 4449429"/>
              <a:gd name="connsiteX73-61139" fmla="*/ 9714423 w 18982931"/>
              <a:gd name="connsiteY73-61140" fmla="*/ 4073253 h 4449429"/>
              <a:gd name="connsiteX74-61141" fmla="*/ 9668723 w 18982931"/>
              <a:gd name="connsiteY74-61142" fmla="*/ 4073253 h 4449429"/>
              <a:gd name="connsiteX75-61143" fmla="*/ 9577094 w 18982931"/>
              <a:gd name="connsiteY75-61144" fmla="*/ 4073253 h 4449429"/>
              <a:gd name="connsiteX76-61145" fmla="*/ 9577094 w 18982931"/>
              <a:gd name="connsiteY76-61146" fmla="*/ 4282100 h 4449429"/>
              <a:gd name="connsiteX77-61147" fmla="*/ 9622794 w 18982931"/>
              <a:gd name="connsiteY77-61148" fmla="*/ 4282100 h 4449429"/>
              <a:gd name="connsiteX78-61149" fmla="*/ 9622794 w 18982931"/>
              <a:gd name="connsiteY78-61150" fmla="*/ 4073253 h 4449429"/>
              <a:gd name="connsiteX79-61151" fmla="*/ 9577094 w 18982931"/>
              <a:gd name="connsiteY79-61152" fmla="*/ 4073253 h 4449429"/>
              <a:gd name="connsiteX80-61153" fmla="*/ 9485470 w 18982931"/>
              <a:gd name="connsiteY80-61154" fmla="*/ 4073253 h 4449429"/>
              <a:gd name="connsiteX81-61155" fmla="*/ 9485470 w 18982931"/>
              <a:gd name="connsiteY81-61156" fmla="*/ 4282100 h 4449429"/>
              <a:gd name="connsiteX82-61157" fmla="*/ 9531165 w 18982931"/>
              <a:gd name="connsiteY82-61158" fmla="*/ 4282100 h 4449429"/>
              <a:gd name="connsiteX83-61159" fmla="*/ 9531165 w 18982931"/>
              <a:gd name="connsiteY83-61160" fmla="*/ 4073253 h 4449429"/>
              <a:gd name="connsiteX84-61161" fmla="*/ 9485470 w 18982931"/>
              <a:gd name="connsiteY84-61162" fmla="*/ 4073253 h 4449429"/>
              <a:gd name="connsiteX85-61163" fmla="*/ 9393836 w 18982931"/>
              <a:gd name="connsiteY85-61164" fmla="*/ 4073253 h 4449429"/>
              <a:gd name="connsiteX86-61165" fmla="*/ 9393836 w 18982931"/>
              <a:gd name="connsiteY86-61166" fmla="*/ 4282100 h 4449429"/>
              <a:gd name="connsiteX87-61167" fmla="*/ 9439536 w 18982931"/>
              <a:gd name="connsiteY87-61168" fmla="*/ 4282100 h 4449429"/>
              <a:gd name="connsiteX88-61169" fmla="*/ 9439536 w 18982931"/>
              <a:gd name="connsiteY88-61170" fmla="*/ 4073253 h 4449429"/>
              <a:gd name="connsiteX89-61171" fmla="*/ 9393836 w 18982931"/>
              <a:gd name="connsiteY89-61172" fmla="*/ 4073253 h 4449429"/>
              <a:gd name="connsiteX90-61173" fmla="*/ 9302203 w 18982931"/>
              <a:gd name="connsiteY90-61174" fmla="*/ 4073253 h 4449429"/>
              <a:gd name="connsiteX91-61175" fmla="*/ 9302203 w 18982931"/>
              <a:gd name="connsiteY91-61176" fmla="*/ 4282100 h 4449429"/>
              <a:gd name="connsiteX92-61177" fmla="*/ 9347904 w 18982931"/>
              <a:gd name="connsiteY92-61178" fmla="*/ 4282100 h 4449429"/>
              <a:gd name="connsiteX93-61179" fmla="*/ 9347904 w 18982931"/>
              <a:gd name="connsiteY93-61180" fmla="*/ 4073253 h 4449429"/>
              <a:gd name="connsiteX94-61181" fmla="*/ 9302203 w 18982931"/>
              <a:gd name="connsiteY94-61182" fmla="*/ 4073253 h 4449429"/>
              <a:gd name="connsiteX95-61183" fmla="*/ 16404499 w 18982931"/>
              <a:gd name="connsiteY95-61184" fmla="*/ 4018694 h 4449429"/>
              <a:gd name="connsiteX96-61185" fmla="*/ 16404499 w 18982931"/>
              <a:gd name="connsiteY96-61186" fmla="*/ 4075528 h 4449429"/>
              <a:gd name="connsiteX97-61187" fmla="*/ 16461332 w 18982931"/>
              <a:gd name="connsiteY97-61188" fmla="*/ 4075528 h 4449429"/>
              <a:gd name="connsiteX98-61189" fmla="*/ 16461332 w 18982931"/>
              <a:gd name="connsiteY98-61190" fmla="*/ 4018694 h 4449429"/>
              <a:gd name="connsiteX99-61191" fmla="*/ 16404499 w 18982931"/>
              <a:gd name="connsiteY99-61192" fmla="*/ 4018694 h 4449429"/>
              <a:gd name="connsiteX100-61193" fmla="*/ 16292444 w 18982931"/>
              <a:gd name="connsiteY100-61194" fmla="*/ 4018694 h 4449429"/>
              <a:gd name="connsiteX101-61195" fmla="*/ 16292444 w 18982931"/>
              <a:gd name="connsiteY101-61196" fmla="*/ 4075528 h 4449429"/>
              <a:gd name="connsiteX102-61197" fmla="*/ 16349278 w 18982931"/>
              <a:gd name="connsiteY102-61198" fmla="*/ 4075528 h 4449429"/>
              <a:gd name="connsiteX103-61199" fmla="*/ 16349278 w 18982931"/>
              <a:gd name="connsiteY103-61200" fmla="*/ 4018694 h 4449429"/>
              <a:gd name="connsiteX104-61201" fmla="*/ 16292444 w 18982931"/>
              <a:gd name="connsiteY104-61202" fmla="*/ 4018694 h 4449429"/>
              <a:gd name="connsiteX105-61203" fmla="*/ 16180390 w 18982931"/>
              <a:gd name="connsiteY105-61204" fmla="*/ 4018694 h 4449429"/>
              <a:gd name="connsiteX106-61205" fmla="*/ 16180390 w 18982931"/>
              <a:gd name="connsiteY106-61206" fmla="*/ 4075528 h 4449429"/>
              <a:gd name="connsiteX107-61207" fmla="*/ 16237224 w 18982931"/>
              <a:gd name="connsiteY107-61208" fmla="*/ 4075528 h 4449429"/>
              <a:gd name="connsiteX108-61209" fmla="*/ 16237224 w 18982931"/>
              <a:gd name="connsiteY108-61210" fmla="*/ 4018694 h 4449429"/>
              <a:gd name="connsiteX109-61211" fmla="*/ 16180390 w 18982931"/>
              <a:gd name="connsiteY109-61212" fmla="*/ 4018694 h 4449429"/>
              <a:gd name="connsiteX110-61213" fmla="*/ 2813944 w 18982931"/>
              <a:gd name="connsiteY110-61214" fmla="*/ 4018692 h 4449429"/>
              <a:gd name="connsiteX111-61215" fmla="*/ 2813944 w 18982931"/>
              <a:gd name="connsiteY111-61216" fmla="*/ 4075526 h 4449429"/>
              <a:gd name="connsiteX112-61217" fmla="*/ 2870780 w 18982931"/>
              <a:gd name="connsiteY112-61218" fmla="*/ 4075526 h 4449429"/>
              <a:gd name="connsiteX113-61219" fmla="*/ 2870780 w 18982931"/>
              <a:gd name="connsiteY113-61220" fmla="*/ 4018692 h 4449429"/>
              <a:gd name="connsiteX114-61221" fmla="*/ 2813944 w 18982931"/>
              <a:gd name="connsiteY114-61222" fmla="*/ 4018692 h 4449429"/>
              <a:gd name="connsiteX115-61223" fmla="*/ 2701890 w 18982931"/>
              <a:gd name="connsiteY115-61224" fmla="*/ 4018692 h 4449429"/>
              <a:gd name="connsiteX116-61225" fmla="*/ 2701890 w 18982931"/>
              <a:gd name="connsiteY116-61226" fmla="*/ 4075526 h 4449429"/>
              <a:gd name="connsiteX117-61227" fmla="*/ 2758723 w 18982931"/>
              <a:gd name="connsiteY117-61228" fmla="*/ 4075526 h 4449429"/>
              <a:gd name="connsiteX118-61229" fmla="*/ 2758723 w 18982931"/>
              <a:gd name="connsiteY118-61230" fmla="*/ 4018692 h 4449429"/>
              <a:gd name="connsiteX119-61231" fmla="*/ 2701890 w 18982931"/>
              <a:gd name="connsiteY119-61232" fmla="*/ 4018692 h 4449429"/>
              <a:gd name="connsiteX120-61233" fmla="*/ 2589843 w 18982931"/>
              <a:gd name="connsiteY120-61234" fmla="*/ 4018692 h 4449429"/>
              <a:gd name="connsiteX121-61235" fmla="*/ 2589843 w 18982931"/>
              <a:gd name="connsiteY121-61236" fmla="*/ 4075526 h 4449429"/>
              <a:gd name="connsiteX122-61237" fmla="*/ 2646669 w 18982931"/>
              <a:gd name="connsiteY122-61238" fmla="*/ 4075526 h 4449429"/>
              <a:gd name="connsiteX123-61239" fmla="*/ 2646669 w 18982931"/>
              <a:gd name="connsiteY123-61240" fmla="*/ 4018692 h 4449429"/>
              <a:gd name="connsiteX124-61241" fmla="*/ 2589843 w 18982931"/>
              <a:gd name="connsiteY124-61242" fmla="*/ 4018692 h 4449429"/>
              <a:gd name="connsiteX125-61243" fmla="*/ 16404499 w 18982931"/>
              <a:gd name="connsiteY125-61244" fmla="*/ 3873406 h 4449429"/>
              <a:gd name="connsiteX126-61245" fmla="*/ 16404499 w 18982931"/>
              <a:gd name="connsiteY126-61246" fmla="*/ 3930240 h 4449429"/>
              <a:gd name="connsiteX127-61247" fmla="*/ 16461332 w 18982931"/>
              <a:gd name="connsiteY127-61248" fmla="*/ 3930240 h 4449429"/>
              <a:gd name="connsiteX128-61249" fmla="*/ 16461332 w 18982931"/>
              <a:gd name="connsiteY128-61250" fmla="*/ 3873406 h 4449429"/>
              <a:gd name="connsiteX129-61251" fmla="*/ 16404499 w 18982931"/>
              <a:gd name="connsiteY129-61252" fmla="*/ 3873406 h 4449429"/>
              <a:gd name="connsiteX130-61253" fmla="*/ 16292444 w 18982931"/>
              <a:gd name="connsiteY130-61254" fmla="*/ 3873406 h 4449429"/>
              <a:gd name="connsiteX131-61255" fmla="*/ 16292444 w 18982931"/>
              <a:gd name="connsiteY131-61256" fmla="*/ 3930240 h 4449429"/>
              <a:gd name="connsiteX132-61257" fmla="*/ 16349278 w 18982931"/>
              <a:gd name="connsiteY132-61258" fmla="*/ 3930240 h 4449429"/>
              <a:gd name="connsiteX133-61259" fmla="*/ 16349278 w 18982931"/>
              <a:gd name="connsiteY133-61260" fmla="*/ 3873406 h 4449429"/>
              <a:gd name="connsiteX134-61261" fmla="*/ 16292444 w 18982931"/>
              <a:gd name="connsiteY134-61262" fmla="*/ 3873406 h 4449429"/>
              <a:gd name="connsiteX135-61263" fmla="*/ 16180390 w 18982931"/>
              <a:gd name="connsiteY135-61264" fmla="*/ 3873406 h 4449429"/>
              <a:gd name="connsiteX136-61265" fmla="*/ 16180390 w 18982931"/>
              <a:gd name="connsiteY136-61266" fmla="*/ 3930240 h 4449429"/>
              <a:gd name="connsiteX137-61267" fmla="*/ 16237224 w 18982931"/>
              <a:gd name="connsiteY137-61268" fmla="*/ 3930240 h 4449429"/>
              <a:gd name="connsiteX138-61269" fmla="*/ 16237224 w 18982931"/>
              <a:gd name="connsiteY138-61270" fmla="*/ 3873406 h 4449429"/>
              <a:gd name="connsiteX139-61271" fmla="*/ 16180390 w 18982931"/>
              <a:gd name="connsiteY139-61272" fmla="*/ 3873406 h 4449429"/>
              <a:gd name="connsiteX140-61273" fmla="*/ 2813944 w 18982931"/>
              <a:gd name="connsiteY140-61274" fmla="*/ 3873404 h 4449429"/>
              <a:gd name="connsiteX141-61275" fmla="*/ 2813944 w 18982931"/>
              <a:gd name="connsiteY141-61276" fmla="*/ 3930238 h 4449429"/>
              <a:gd name="connsiteX142-61277" fmla="*/ 2870780 w 18982931"/>
              <a:gd name="connsiteY142-61278" fmla="*/ 3930238 h 4449429"/>
              <a:gd name="connsiteX143-61279" fmla="*/ 2870780 w 18982931"/>
              <a:gd name="connsiteY143-61280" fmla="*/ 3873404 h 4449429"/>
              <a:gd name="connsiteX144-61281" fmla="*/ 2813944 w 18982931"/>
              <a:gd name="connsiteY144-61282" fmla="*/ 3873404 h 4449429"/>
              <a:gd name="connsiteX145-61283" fmla="*/ 2701890 w 18982931"/>
              <a:gd name="connsiteY145-61284" fmla="*/ 3873404 h 4449429"/>
              <a:gd name="connsiteX146-61285" fmla="*/ 2701890 w 18982931"/>
              <a:gd name="connsiteY146-61286" fmla="*/ 3930238 h 4449429"/>
              <a:gd name="connsiteX147-61287" fmla="*/ 2758723 w 18982931"/>
              <a:gd name="connsiteY147-61288" fmla="*/ 3930238 h 4449429"/>
              <a:gd name="connsiteX148-61289" fmla="*/ 2758723 w 18982931"/>
              <a:gd name="connsiteY148-61290" fmla="*/ 3873404 h 4449429"/>
              <a:gd name="connsiteX149-61291" fmla="*/ 2701890 w 18982931"/>
              <a:gd name="connsiteY149-61292" fmla="*/ 3873404 h 4449429"/>
              <a:gd name="connsiteX150-61293" fmla="*/ 2589843 w 18982931"/>
              <a:gd name="connsiteY150-61294" fmla="*/ 3873404 h 4449429"/>
              <a:gd name="connsiteX151-61295" fmla="*/ 2589843 w 18982931"/>
              <a:gd name="connsiteY151-61296" fmla="*/ 3930238 h 4449429"/>
              <a:gd name="connsiteX152-61297" fmla="*/ 2646669 w 18982931"/>
              <a:gd name="connsiteY152-61298" fmla="*/ 3930238 h 4449429"/>
              <a:gd name="connsiteX153-61299" fmla="*/ 2646669 w 18982931"/>
              <a:gd name="connsiteY153-61300" fmla="*/ 3873404 h 4449429"/>
              <a:gd name="connsiteX154-61301" fmla="*/ 2589843 w 18982931"/>
              <a:gd name="connsiteY154-61302" fmla="*/ 3873404 h 4449429"/>
              <a:gd name="connsiteX155-61303" fmla="*/ 17351339 w 18982931"/>
              <a:gd name="connsiteY155-61304" fmla="*/ 3769299 h 4449429"/>
              <a:gd name="connsiteX156-61305" fmla="*/ 17351339 w 18982931"/>
              <a:gd name="connsiteY156-61306" fmla="*/ 3815000 h 4449429"/>
              <a:gd name="connsiteX157-61307" fmla="*/ 17560187 w 18982931"/>
              <a:gd name="connsiteY157-61308" fmla="*/ 3815000 h 4449429"/>
              <a:gd name="connsiteX158-61309" fmla="*/ 17560187 w 18982931"/>
              <a:gd name="connsiteY158-61310" fmla="*/ 3769299 h 4449429"/>
              <a:gd name="connsiteX159-61311" fmla="*/ 17351339 w 18982931"/>
              <a:gd name="connsiteY159-61312" fmla="*/ 3769299 h 4449429"/>
              <a:gd name="connsiteX160-61313" fmla="*/ 16404499 w 18982931"/>
              <a:gd name="connsiteY160-61314" fmla="*/ 3728118 h 4449429"/>
              <a:gd name="connsiteX161-61315" fmla="*/ 16404499 w 18982931"/>
              <a:gd name="connsiteY161-61316" fmla="*/ 3784951 h 4449429"/>
              <a:gd name="connsiteX162-61317" fmla="*/ 16461332 w 18982931"/>
              <a:gd name="connsiteY162-61318" fmla="*/ 3784951 h 4449429"/>
              <a:gd name="connsiteX163-61319" fmla="*/ 16461332 w 18982931"/>
              <a:gd name="connsiteY163-61320" fmla="*/ 3728118 h 4449429"/>
              <a:gd name="connsiteX164-61321" fmla="*/ 16404499 w 18982931"/>
              <a:gd name="connsiteY164-61322" fmla="*/ 3728118 h 4449429"/>
              <a:gd name="connsiteX165-61323" fmla="*/ 16292444 w 18982931"/>
              <a:gd name="connsiteY165-61324" fmla="*/ 3728118 h 4449429"/>
              <a:gd name="connsiteX166-61325" fmla="*/ 16292444 w 18982931"/>
              <a:gd name="connsiteY166-61326" fmla="*/ 3784951 h 4449429"/>
              <a:gd name="connsiteX167-61327" fmla="*/ 16349278 w 18982931"/>
              <a:gd name="connsiteY167-61328" fmla="*/ 3784951 h 4449429"/>
              <a:gd name="connsiteX168-61329" fmla="*/ 16349278 w 18982931"/>
              <a:gd name="connsiteY168-61330" fmla="*/ 3728118 h 4449429"/>
              <a:gd name="connsiteX169-61331" fmla="*/ 16292444 w 18982931"/>
              <a:gd name="connsiteY169-61332" fmla="*/ 3728118 h 4449429"/>
              <a:gd name="connsiteX170-61333" fmla="*/ 16180390 w 18982931"/>
              <a:gd name="connsiteY170-61334" fmla="*/ 3728118 h 4449429"/>
              <a:gd name="connsiteX171-61335" fmla="*/ 16180390 w 18982931"/>
              <a:gd name="connsiteY171-61336" fmla="*/ 3784951 h 4449429"/>
              <a:gd name="connsiteX172-61337" fmla="*/ 16237224 w 18982931"/>
              <a:gd name="connsiteY172-61338" fmla="*/ 3784951 h 4449429"/>
              <a:gd name="connsiteX173-61339" fmla="*/ 16237224 w 18982931"/>
              <a:gd name="connsiteY173-61340" fmla="*/ 3728118 h 4449429"/>
              <a:gd name="connsiteX174-61341" fmla="*/ 16180390 w 18982931"/>
              <a:gd name="connsiteY174-61342" fmla="*/ 3728118 h 4449429"/>
              <a:gd name="connsiteX175-61343" fmla="*/ 2813944 w 18982931"/>
              <a:gd name="connsiteY175-61344" fmla="*/ 3728116 h 4449429"/>
              <a:gd name="connsiteX176-61345" fmla="*/ 2813944 w 18982931"/>
              <a:gd name="connsiteY176-61346" fmla="*/ 3784950 h 4449429"/>
              <a:gd name="connsiteX177-61347" fmla="*/ 2870780 w 18982931"/>
              <a:gd name="connsiteY177-61348" fmla="*/ 3784950 h 4449429"/>
              <a:gd name="connsiteX178-61349" fmla="*/ 2870780 w 18982931"/>
              <a:gd name="connsiteY178-61350" fmla="*/ 3728116 h 4449429"/>
              <a:gd name="connsiteX179-61351" fmla="*/ 2813944 w 18982931"/>
              <a:gd name="connsiteY179-61352" fmla="*/ 3728116 h 4449429"/>
              <a:gd name="connsiteX180-61353" fmla="*/ 2701891 w 18982931"/>
              <a:gd name="connsiteY180-61354" fmla="*/ 3728116 h 4449429"/>
              <a:gd name="connsiteX181-61355" fmla="*/ 2701891 w 18982931"/>
              <a:gd name="connsiteY181-61356" fmla="*/ 3784950 h 4449429"/>
              <a:gd name="connsiteX182-61357" fmla="*/ 2758730 w 18982931"/>
              <a:gd name="connsiteY182-61358" fmla="*/ 3784950 h 4449429"/>
              <a:gd name="connsiteX183-61359" fmla="*/ 2758730 w 18982931"/>
              <a:gd name="connsiteY183-61360" fmla="*/ 3728116 h 4449429"/>
              <a:gd name="connsiteX184-61361" fmla="*/ 2701891 w 18982931"/>
              <a:gd name="connsiteY184-61362" fmla="*/ 3728116 h 4449429"/>
              <a:gd name="connsiteX185-61363" fmla="*/ 2589845 w 18982931"/>
              <a:gd name="connsiteY185-61364" fmla="*/ 3728116 h 4449429"/>
              <a:gd name="connsiteX186-61365" fmla="*/ 2589845 w 18982931"/>
              <a:gd name="connsiteY186-61366" fmla="*/ 3784950 h 4449429"/>
              <a:gd name="connsiteX187-61367" fmla="*/ 2646671 w 18982931"/>
              <a:gd name="connsiteY187-61368" fmla="*/ 3784950 h 4449429"/>
              <a:gd name="connsiteX188-61369" fmla="*/ 2646671 w 18982931"/>
              <a:gd name="connsiteY188-61370" fmla="*/ 3728116 h 4449429"/>
              <a:gd name="connsiteX189-61371" fmla="*/ 2589845 w 18982931"/>
              <a:gd name="connsiteY189-61372" fmla="*/ 3728116 h 4449429"/>
              <a:gd name="connsiteX190-61373" fmla="*/ 17351339 w 18982931"/>
              <a:gd name="connsiteY190-61374" fmla="*/ 3677667 h 4449429"/>
              <a:gd name="connsiteX191-61375" fmla="*/ 17351339 w 18982931"/>
              <a:gd name="connsiteY191-61376" fmla="*/ 3723368 h 4449429"/>
              <a:gd name="connsiteX192-61377" fmla="*/ 17560187 w 18982931"/>
              <a:gd name="connsiteY192-61378" fmla="*/ 3723368 h 4449429"/>
              <a:gd name="connsiteX193-61379" fmla="*/ 17560187 w 18982931"/>
              <a:gd name="connsiteY193-61380" fmla="*/ 3677667 h 4449429"/>
              <a:gd name="connsiteX194-61381" fmla="*/ 17351339 w 18982931"/>
              <a:gd name="connsiteY194-61382" fmla="*/ 3677667 h 4449429"/>
              <a:gd name="connsiteX195-61383" fmla="*/ 12612246 w 18982931"/>
              <a:gd name="connsiteY195-61384" fmla="*/ 3645952 h 4449429"/>
              <a:gd name="connsiteX196-61385" fmla="*/ 12612246 w 18982931"/>
              <a:gd name="connsiteY196-61386" fmla="*/ 3702785 h 4449429"/>
              <a:gd name="connsiteX197-61387" fmla="*/ 12669079 w 18982931"/>
              <a:gd name="connsiteY197-61388" fmla="*/ 3702785 h 4449429"/>
              <a:gd name="connsiteX198-61389" fmla="*/ 12669079 w 18982931"/>
              <a:gd name="connsiteY198-61390" fmla="*/ 3645952 h 4449429"/>
              <a:gd name="connsiteX199-61391" fmla="*/ 12612246 w 18982931"/>
              <a:gd name="connsiteY199-61392" fmla="*/ 3645952 h 4449429"/>
              <a:gd name="connsiteX200-61393" fmla="*/ 12500191 w 18982931"/>
              <a:gd name="connsiteY200-61394" fmla="*/ 3645952 h 4449429"/>
              <a:gd name="connsiteX201-61395" fmla="*/ 12500191 w 18982931"/>
              <a:gd name="connsiteY201-61396" fmla="*/ 3702785 h 4449429"/>
              <a:gd name="connsiteX202-61397" fmla="*/ 12557025 w 18982931"/>
              <a:gd name="connsiteY202-61398" fmla="*/ 3702785 h 4449429"/>
              <a:gd name="connsiteX203-61399" fmla="*/ 12557025 w 18982931"/>
              <a:gd name="connsiteY203-61400" fmla="*/ 3645952 h 4449429"/>
              <a:gd name="connsiteX204-61401" fmla="*/ 12500191 w 18982931"/>
              <a:gd name="connsiteY204-61402" fmla="*/ 3645952 h 4449429"/>
              <a:gd name="connsiteX205-61403" fmla="*/ 12388137 w 18982931"/>
              <a:gd name="connsiteY205-61404" fmla="*/ 3645952 h 4449429"/>
              <a:gd name="connsiteX206-61405" fmla="*/ 12388137 w 18982931"/>
              <a:gd name="connsiteY206-61406" fmla="*/ 3702785 h 4449429"/>
              <a:gd name="connsiteX207-61407" fmla="*/ 12444971 w 18982931"/>
              <a:gd name="connsiteY207-61408" fmla="*/ 3702785 h 4449429"/>
              <a:gd name="connsiteX208-61409" fmla="*/ 12444971 w 18982931"/>
              <a:gd name="connsiteY208-61410" fmla="*/ 3645952 h 4449429"/>
              <a:gd name="connsiteX209-61411" fmla="*/ 12388137 w 18982931"/>
              <a:gd name="connsiteY209-61412" fmla="*/ 3645952 h 4449429"/>
              <a:gd name="connsiteX210-61413" fmla="*/ 17351339 w 18982931"/>
              <a:gd name="connsiteY210-61414" fmla="*/ 3586038 h 4449429"/>
              <a:gd name="connsiteX211-61415" fmla="*/ 17351339 w 18982931"/>
              <a:gd name="connsiteY211-61416" fmla="*/ 3631739 h 4449429"/>
              <a:gd name="connsiteX212-61417" fmla="*/ 17560187 w 18982931"/>
              <a:gd name="connsiteY212-61418" fmla="*/ 3631739 h 4449429"/>
              <a:gd name="connsiteX213-61419" fmla="*/ 17560187 w 18982931"/>
              <a:gd name="connsiteY213-61420" fmla="*/ 3586038 h 4449429"/>
              <a:gd name="connsiteX214-61421" fmla="*/ 17351339 w 18982931"/>
              <a:gd name="connsiteY214-61422" fmla="*/ 3586038 h 4449429"/>
              <a:gd name="connsiteX215-61423" fmla="*/ 16404499 w 18982931"/>
              <a:gd name="connsiteY215-61424" fmla="*/ 3582830 h 4449429"/>
              <a:gd name="connsiteX216-61425" fmla="*/ 16404499 w 18982931"/>
              <a:gd name="connsiteY216-61426" fmla="*/ 3639663 h 4449429"/>
              <a:gd name="connsiteX217-61427" fmla="*/ 16461332 w 18982931"/>
              <a:gd name="connsiteY217-61428" fmla="*/ 3639663 h 4449429"/>
              <a:gd name="connsiteX218-61429" fmla="*/ 16461332 w 18982931"/>
              <a:gd name="connsiteY218-61430" fmla="*/ 3582830 h 4449429"/>
              <a:gd name="connsiteX219-61431" fmla="*/ 16404499 w 18982931"/>
              <a:gd name="connsiteY219-61432" fmla="*/ 3582830 h 4449429"/>
              <a:gd name="connsiteX220-61433" fmla="*/ 16292444 w 18982931"/>
              <a:gd name="connsiteY220-61434" fmla="*/ 3582830 h 4449429"/>
              <a:gd name="connsiteX221-61435" fmla="*/ 16292444 w 18982931"/>
              <a:gd name="connsiteY221-61436" fmla="*/ 3639663 h 4449429"/>
              <a:gd name="connsiteX222-61437" fmla="*/ 16349278 w 18982931"/>
              <a:gd name="connsiteY222-61438" fmla="*/ 3639663 h 4449429"/>
              <a:gd name="connsiteX223-61439" fmla="*/ 16349278 w 18982931"/>
              <a:gd name="connsiteY223-61440" fmla="*/ 3582830 h 4449429"/>
              <a:gd name="connsiteX224-61441" fmla="*/ 16292444 w 18982931"/>
              <a:gd name="connsiteY224-61442" fmla="*/ 3582830 h 4449429"/>
              <a:gd name="connsiteX225-61443" fmla="*/ 16180390 w 18982931"/>
              <a:gd name="connsiteY225-61444" fmla="*/ 3582830 h 4449429"/>
              <a:gd name="connsiteX226-61445" fmla="*/ 16180390 w 18982931"/>
              <a:gd name="connsiteY226-61446" fmla="*/ 3639663 h 4449429"/>
              <a:gd name="connsiteX227-61447" fmla="*/ 16237224 w 18982931"/>
              <a:gd name="connsiteY227-61448" fmla="*/ 3639663 h 4449429"/>
              <a:gd name="connsiteX228-61449" fmla="*/ 16237224 w 18982931"/>
              <a:gd name="connsiteY228-61450" fmla="*/ 3582830 h 4449429"/>
              <a:gd name="connsiteX229-61451" fmla="*/ 16180390 w 18982931"/>
              <a:gd name="connsiteY229-61452" fmla="*/ 3582830 h 4449429"/>
              <a:gd name="connsiteX230-61453" fmla="*/ 2813944 w 18982931"/>
              <a:gd name="connsiteY230-61454" fmla="*/ 3582828 h 4449429"/>
              <a:gd name="connsiteX231-61455" fmla="*/ 2813944 w 18982931"/>
              <a:gd name="connsiteY231-61456" fmla="*/ 3639662 h 4449429"/>
              <a:gd name="connsiteX232-61457" fmla="*/ 2870780 w 18982931"/>
              <a:gd name="connsiteY232-61458" fmla="*/ 3639662 h 4449429"/>
              <a:gd name="connsiteX233-61459" fmla="*/ 2870780 w 18982931"/>
              <a:gd name="connsiteY233-61460" fmla="*/ 3582828 h 4449429"/>
              <a:gd name="connsiteX234-61461" fmla="*/ 2813944 w 18982931"/>
              <a:gd name="connsiteY234-61462" fmla="*/ 3582828 h 4449429"/>
              <a:gd name="connsiteX235-61463" fmla="*/ 2701891 w 18982931"/>
              <a:gd name="connsiteY235-61464" fmla="*/ 3582828 h 4449429"/>
              <a:gd name="connsiteX236-61465" fmla="*/ 2701891 w 18982931"/>
              <a:gd name="connsiteY236-61466" fmla="*/ 3639662 h 4449429"/>
              <a:gd name="connsiteX237-61467" fmla="*/ 2758730 w 18982931"/>
              <a:gd name="connsiteY237-61468" fmla="*/ 3639662 h 4449429"/>
              <a:gd name="connsiteX238-61469" fmla="*/ 2758730 w 18982931"/>
              <a:gd name="connsiteY238-61470" fmla="*/ 3582828 h 4449429"/>
              <a:gd name="connsiteX239-61471" fmla="*/ 2701891 w 18982931"/>
              <a:gd name="connsiteY239-61472" fmla="*/ 3582828 h 4449429"/>
              <a:gd name="connsiteX240-61473" fmla="*/ 2589845 w 18982931"/>
              <a:gd name="connsiteY240-61474" fmla="*/ 3582828 h 4449429"/>
              <a:gd name="connsiteX241-61475" fmla="*/ 2589845 w 18982931"/>
              <a:gd name="connsiteY241-61476" fmla="*/ 3639662 h 4449429"/>
              <a:gd name="connsiteX242-61477" fmla="*/ 2646671 w 18982931"/>
              <a:gd name="connsiteY242-61478" fmla="*/ 3639662 h 4449429"/>
              <a:gd name="connsiteX243-61479" fmla="*/ 2646671 w 18982931"/>
              <a:gd name="connsiteY243-61480" fmla="*/ 3582828 h 4449429"/>
              <a:gd name="connsiteX244-61481" fmla="*/ 2589845 w 18982931"/>
              <a:gd name="connsiteY244-61482" fmla="*/ 3582828 h 4449429"/>
              <a:gd name="connsiteX245-61483" fmla="*/ 12612246 w 18982931"/>
              <a:gd name="connsiteY245-61484" fmla="*/ 3500664 h 4449429"/>
              <a:gd name="connsiteX246-61485" fmla="*/ 12612246 w 18982931"/>
              <a:gd name="connsiteY246-61486" fmla="*/ 3557497 h 4449429"/>
              <a:gd name="connsiteX247-61487" fmla="*/ 12669079 w 18982931"/>
              <a:gd name="connsiteY247-61488" fmla="*/ 3557497 h 4449429"/>
              <a:gd name="connsiteX248-61489" fmla="*/ 12669079 w 18982931"/>
              <a:gd name="connsiteY248-61490" fmla="*/ 3500664 h 4449429"/>
              <a:gd name="connsiteX249-61491" fmla="*/ 12612246 w 18982931"/>
              <a:gd name="connsiteY249-61492" fmla="*/ 3500664 h 4449429"/>
              <a:gd name="connsiteX250-61493" fmla="*/ 12500191 w 18982931"/>
              <a:gd name="connsiteY250-61494" fmla="*/ 3500664 h 4449429"/>
              <a:gd name="connsiteX251-61495" fmla="*/ 12500191 w 18982931"/>
              <a:gd name="connsiteY251-61496" fmla="*/ 3557497 h 4449429"/>
              <a:gd name="connsiteX252-61497" fmla="*/ 12557025 w 18982931"/>
              <a:gd name="connsiteY252-61498" fmla="*/ 3557497 h 4449429"/>
              <a:gd name="connsiteX253-61499" fmla="*/ 12557025 w 18982931"/>
              <a:gd name="connsiteY253-61500" fmla="*/ 3500664 h 4449429"/>
              <a:gd name="connsiteX254-61501" fmla="*/ 12500191 w 18982931"/>
              <a:gd name="connsiteY254-61502" fmla="*/ 3500664 h 4449429"/>
              <a:gd name="connsiteX255-61503" fmla="*/ 12388137 w 18982931"/>
              <a:gd name="connsiteY255-61504" fmla="*/ 3500664 h 4449429"/>
              <a:gd name="connsiteX256-61505" fmla="*/ 12388137 w 18982931"/>
              <a:gd name="connsiteY256-61506" fmla="*/ 3557497 h 4449429"/>
              <a:gd name="connsiteX257-61507" fmla="*/ 12444971 w 18982931"/>
              <a:gd name="connsiteY257-61508" fmla="*/ 3557497 h 4449429"/>
              <a:gd name="connsiteX258-61509" fmla="*/ 12444971 w 18982931"/>
              <a:gd name="connsiteY258-61510" fmla="*/ 3500664 h 4449429"/>
              <a:gd name="connsiteX259-61511" fmla="*/ 12388137 w 18982931"/>
              <a:gd name="connsiteY259-61512" fmla="*/ 3500664 h 4449429"/>
              <a:gd name="connsiteX260-61513" fmla="*/ 17351339 w 18982931"/>
              <a:gd name="connsiteY260-61514" fmla="*/ 3492933 h 4449429"/>
              <a:gd name="connsiteX261-61515" fmla="*/ 17351339 w 18982931"/>
              <a:gd name="connsiteY261-61516" fmla="*/ 3538633 h 4449429"/>
              <a:gd name="connsiteX262-61517" fmla="*/ 17560187 w 18982931"/>
              <a:gd name="connsiteY262-61518" fmla="*/ 3538633 h 4449429"/>
              <a:gd name="connsiteX263-61519" fmla="*/ 17560187 w 18982931"/>
              <a:gd name="connsiteY263-61520" fmla="*/ 3492933 h 4449429"/>
              <a:gd name="connsiteX264-61521" fmla="*/ 17351339 w 18982931"/>
              <a:gd name="connsiteY264-61522" fmla="*/ 3492933 h 4449429"/>
              <a:gd name="connsiteX265-61523" fmla="*/ 17351339 w 18982931"/>
              <a:gd name="connsiteY265-61524" fmla="*/ 3401301 h 4449429"/>
              <a:gd name="connsiteX266-61525" fmla="*/ 17351339 w 18982931"/>
              <a:gd name="connsiteY266-61526" fmla="*/ 3447001 h 4449429"/>
              <a:gd name="connsiteX267-61527" fmla="*/ 17560187 w 18982931"/>
              <a:gd name="connsiteY267-61528" fmla="*/ 3447001 h 4449429"/>
              <a:gd name="connsiteX268-61529" fmla="*/ 17560187 w 18982931"/>
              <a:gd name="connsiteY268-61530" fmla="*/ 3401301 h 4449429"/>
              <a:gd name="connsiteX269-61531" fmla="*/ 17351339 w 18982931"/>
              <a:gd name="connsiteY269-61532" fmla="*/ 3401301 h 4449429"/>
              <a:gd name="connsiteX270-61533" fmla="*/ 1596781 w 18982931"/>
              <a:gd name="connsiteY270-61534" fmla="*/ 3357078 h 4449429"/>
              <a:gd name="connsiteX271-61535" fmla="*/ 1596781 w 18982931"/>
              <a:gd name="connsiteY271-61536" fmla="*/ 3402779 h 4449429"/>
              <a:gd name="connsiteX272-61537" fmla="*/ 1805629 w 18982931"/>
              <a:gd name="connsiteY272-61538" fmla="*/ 3402779 h 4449429"/>
              <a:gd name="connsiteX273-61539" fmla="*/ 1805629 w 18982931"/>
              <a:gd name="connsiteY273-61540" fmla="*/ 3357078 h 4449429"/>
              <a:gd name="connsiteX274-61541" fmla="*/ 1596781 w 18982931"/>
              <a:gd name="connsiteY274-61542" fmla="*/ 3357078 h 4449429"/>
              <a:gd name="connsiteX275-61543" fmla="*/ 12612246 w 18982931"/>
              <a:gd name="connsiteY275-61544" fmla="*/ 3355375 h 4449429"/>
              <a:gd name="connsiteX276-61545" fmla="*/ 12612246 w 18982931"/>
              <a:gd name="connsiteY276-61546" fmla="*/ 3412209 h 4449429"/>
              <a:gd name="connsiteX277-61547" fmla="*/ 12669079 w 18982931"/>
              <a:gd name="connsiteY277-61548" fmla="*/ 3412209 h 4449429"/>
              <a:gd name="connsiteX278-61549" fmla="*/ 12669079 w 18982931"/>
              <a:gd name="connsiteY278-61550" fmla="*/ 3355375 h 4449429"/>
              <a:gd name="connsiteX279-61551" fmla="*/ 12612246 w 18982931"/>
              <a:gd name="connsiteY279-61552" fmla="*/ 3355375 h 4449429"/>
              <a:gd name="connsiteX280-61553" fmla="*/ 12500191 w 18982931"/>
              <a:gd name="connsiteY280-61554" fmla="*/ 3355375 h 4449429"/>
              <a:gd name="connsiteX281-61555" fmla="*/ 12500191 w 18982931"/>
              <a:gd name="connsiteY281-61556" fmla="*/ 3412209 h 4449429"/>
              <a:gd name="connsiteX282-61557" fmla="*/ 12557025 w 18982931"/>
              <a:gd name="connsiteY282-61558" fmla="*/ 3412209 h 4449429"/>
              <a:gd name="connsiteX283-61559" fmla="*/ 12557025 w 18982931"/>
              <a:gd name="connsiteY283-61560" fmla="*/ 3355375 h 4449429"/>
              <a:gd name="connsiteX284-61561" fmla="*/ 12500191 w 18982931"/>
              <a:gd name="connsiteY284-61562" fmla="*/ 3355375 h 4449429"/>
              <a:gd name="connsiteX285-61563" fmla="*/ 12388137 w 18982931"/>
              <a:gd name="connsiteY285-61564" fmla="*/ 3355375 h 4449429"/>
              <a:gd name="connsiteX286-61565" fmla="*/ 12388137 w 18982931"/>
              <a:gd name="connsiteY286-61566" fmla="*/ 3412209 h 4449429"/>
              <a:gd name="connsiteX287-61567" fmla="*/ 12444971 w 18982931"/>
              <a:gd name="connsiteY287-61568" fmla="*/ 3412209 h 4449429"/>
              <a:gd name="connsiteX288-61569" fmla="*/ 12444971 w 18982931"/>
              <a:gd name="connsiteY288-61570" fmla="*/ 3355375 h 4449429"/>
              <a:gd name="connsiteX289-61571" fmla="*/ 12388137 w 18982931"/>
              <a:gd name="connsiteY289-61572" fmla="*/ 3355375 h 4449429"/>
              <a:gd name="connsiteX290-61573" fmla="*/ 17351339 w 18982931"/>
              <a:gd name="connsiteY290-61574" fmla="*/ 3309670 h 4449429"/>
              <a:gd name="connsiteX291-61575" fmla="*/ 17351339 w 18982931"/>
              <a:gd name="connsiteY291-61576" fmla="*/ 3355371 h 4449429"/>
              <a:gd name="connsiteX292-61577" fmla="*/ 17560187 w 18982931"/>
              <a:gd name="connsiteY292-61578" fmla="*/ 3355371 h 4449429"/>
              <a:gd name="connsiteX293-61579" fmla="*/ 17560187 w 18982931"/>
              <a:gd name="connsiteY293-61580" fmla="*/ 3309670 h 4449429"/>
              <a:gd name="connsiteX294-61581" fmla="*/ 17351339 w 18982931"/>
              <a:gd name="connsiteY294-61582" fmla="*/ 3309670 h 4449429"/>
              <a:gd name="connsiteX295-61583" fmla="*/ 1596781 w 18982931"/>
              <a:gd name="connsiteY295-61584" fmla="*/ 3265446 h 4449429"/>
              <a:gd name="connsiteX296-61585" fmla="*/ 1596781 w 18982931"/>
              <a:gd name="connsiteY296-61586" fmla="*/ 3311147 h 4449429"/>
              <a:gd name="connsiteX297-61587" fmla="*/ 1805629 w 18982931"/>
              <a:gd name="connsiteY297-61588" fmla="*/ 3311147 h 4449429"/>
              <a:gd name="connsiteX298-61589" fmla="*/ 1805629 w 18982931"/>
              <a:gd name="connsiteY298-61590" fmla="*/ 3265446 h 4449429"/>
              <a:gd name="connsiteX299-61591" fmla="*/ 1596781 w 18982931"/>
              <a:gd name="connsiteY299-61592" fmla="*/ 3265446 h 4449429"/>
              <a:gd name="connsiteX300-61593" fmla="*/ 17351339 w 18982931"/>
              <a:gd name="connsiteY300-61594" fmla="*/ 3218041 h 4449429"/>
              <a:gd name="connsiteX301-61595" fmla="*/ 17351339 w 18982931"/>
              <a:gd name="connsiteY301-61596" fmla="*/ 3263742 h 4449429"/>
              <a:gd name="connsiteX302-61597" fmla="*/ 17560187 w 18982931"/>
              <a:gd name="connsiteY302-61598" fmla="*/ 3263742 h 4449429"/>
              <a:gd name="connsiteX303-61599" fmla="*/ 17560187 w 18982931"/>
              <a:gd name="connsiteY303-61600" fmla="*/ 3218041 h 4449429"/>
              <a:gd name="connsiteX304-61601" fmla="*/ 17351339 w 18982931"/>
              <a:gd name="connsiteY304-61602" fmla="*/ 3218041 h 4449429"/>
              <a:gd name="connsiteX305-61603" fmla="*/ 12612246 w 18982931"/>
              <a:gd name="connsiteY305-61604" fmla="*/ 3210087 h 4449429"/>
              <a:gd name="connsiteX306-61605" fmla="*/ 12612246 w 18982931"/>
              <a:gd name="connsiteY306-61606" fmla="*/ 3266921 h 4449429"/>
              <a:gd name="connsiteX307-61607" fmla="*/ 12669079 w 18982931"/>
              <a:gd name="connsiteY307-61608" fmla="*/ 3266921 h 4449429"/>
              <a:gd name="connsiteX308-61609" fmla="*/ 12669079 w 18982931"/>
              <a:gd name="connsiteY308-61610" fmla="*/ 3210087 h 4449429"/>
              <a:gd name="connsiteX309-61611" fmla="*/ 12612246 w 18982931"/>
              <a:gd name="connsiteY309-61612" fmla="*/ 3210087 h 4449429"/>
              <a:gd name="connsiteX310-61613" fmla="*/ 12500191 w 18982931"/>
              <a:gd name="connsiteY310-61614" fmla="*/ 3210087 h 4449429"/>
              <a:gd name="connsiteX311-61615" fmla="*/ 12500191 w 18982931"/>
              <a:gd name="connsiteY311-61616" fmla="*/ 3266921 h 4449429"/>
              <a:gd name="connsiteX312-61617" fmla="*/ 12557025 w 18982931"/>
              <a:gd name="connsiteY312-61618" fmla="*/ 3266921 h 4449429"/>
              <a:gd name="connsiteX313-61619" fmla="*/ 12557025 w 18982931"/>
              <a:gd name="connsiteY313-61620" fmla="*/ 3210087 h 4449429"/>
              <a:gd name="connsiteX314-61621" fmla="*/ 12500191 w 18982931"/>
              <a:gd name="connsiteY314-61622" fmla="*/ 3210087 h 4449429"/>
              <a:gd name="connsiteX315-61623" fmla="*/ 12388137 w 18982931"/>
              <a:gd name="connsiteY315-61624" fmla="*/ 3210087 h 4449429"/>
              <a:gd name="connsiteX316-61625" fmla="*/ 12388137 w 18982931"/>
              <a:gd name="connsiteY316-61626" fmla="*/ 3266921 h 4449429"/>
              <a:gd name="connsiteX317-61627" fmla="*/ 12444971 w 18982931"/>
              <a:gd name="connsiteY317-61628" fmla="*/ 3266921 h 4449429"/>
              <a:gd name="connsiteX318-61629" fmla="*/ 12444971 w 18982931"/>
              <a:gd name="connsiteY318-61630" fmla="*/ 3210087 h 4449429"/>
              <a:gd name="connsiteX319-61631" fmla="*/ 12388137 w 18982931"/>
              <a:gd name="connsiteY319-61632" fmla="*/ 3210087 h 4449429"/>
              <a:gd name="connsiteX320-61633" fmla="*/ 1596781 w 18982931"/>
              <a:gd name="connsiteY320-61634" fmla="*/ 3173817 h 4449429"/>
              <a:gd name="connsiteX321-61635" fmla="*/ 1596781 w 18982931"/>
              <a:gd name="connsiteY321-61636" fmla="*/ 3219518 h 4449429"/>
              <a:gd name="connsiteX322-61637" fmla="*/ 1805629 w 18982931"/>
              <a:gd name="connsiteY322-61638" fmla="*/ 3219518 h 4449429"/>
              <a:gd name="connsiteX323-61639" fmla="*/ 1805629 w 18982931"/>
              <a:gd name="connsiteY323-61640" fmla="*/ 3173817 h 4449429"/>
              <a:gd name="connsiteX324-61641" fmla="*/ 1596781 w 18982931"/>
              <a:gd name="connsiteY324-61642" fmla="*/ 3173817 h 4449429"/>
              <a:gd name="connsiteX325-61643" fmla="*/ 17351339 w 18982931"/>
              <a:gd name="connsiteY325-61644" fmla="*/ 3126412 h 4449429"/>
              <a:gd name="connsiteX326-61645" fmla="*/ 17351339 w 18982931"/>
              <a:gd name="connsiteY326-61646" fmla="*/ 3172113 h 4449429"/>
              <a:gd name="connsiteX327-61647" fmla="*/ 17560187 w 18982931"/>
              <a:gd name="connsiteY327-61648" fmla="*/ 3172113 h 4449429"/>
              <a:gd name="connsiteX328-61649" fmla="*/ 17560187 w 18982931"/>
              <a:gd name="connsiteY328-61650" fmla="*/ 3126412 h 4449429"/>
              <a:gd name="connsiteX329-61651" fmla="*/ 17351339 w 18982931"/>
              <a:gd name="connsiteY329-61652" fmla="*/ 3126412 h 4449429"/>
              <a:gd name="connsiteX330-61653" fmla="*/ 1596781 w 18982931"/>
              <a:gd name="connsiteY330-61654" fmla="*/ 3080712 h 4449429"/>
              <a:gd name="connsiteX331-61655" fmla="*/ 1596781 w 18982931"/>
              <a:gd name="connsiteY331-61656" fmla="*/ 3126412 h 4449429"/>
              <a:gd name="connsiteX332-61657" fmla="*/ 1805629 w 18982931"/>
              <a:gd name="connsiteY332-61658" fmla="*/ 3126412 h 4449429"/>
              <a:gd name="connsiteX333-61659" fmla="*/ 1805629 w 18982931"/>
              <a:gd name="connsiteY333-61660" fmla="*/ 3080712 h 4449429"/>
              <a:gd name="connsiteX334-61661" fmla="*/ 1596781 w 18982931"/>
              <a:gd name="connsiteY334-61662" fmla="*/ 3080712 h 4449429"/>
              <a:gd name="connsiteX335-61663" fmla="*/ 12612246 w 18982931"/>
              <a:gd name="connsiteY335-61664" fmla="*/ 3064799 h 4449429"/>
              <a:gd name="connsiteX336-61665" fmla="*/ 12612246 w 18982931"/>
              <a:gd name="connsiteY336-61666" fmla="*/ 3121633 h 4449429"/>
              <a:gd name="connsiteX337-61667" fmla="*/ 12669079 w 18982931"/>
              <a:gd name="connsiteY337-61668" fmla="*/ 3121633 h 4449429"/>
              <a:gd name="connsiteX338-61669" fmla="*/ 12669079 w 18982931"/>
              <a:gd name="connsiteY338-61670" fmla="*/ 3064799 h 4449429"/>
              <a:gd name="connsiteX339-61671" fmla="*/ 12612246 w 18982931"/>
              <a:gd name="connsiteY339-61672" fmla="*/ 3064799 h 4449429"/>
              <a:gd name="connsiteX340-61673" fmla="*/ 12500191 w 18982931"/>
              <a:gd name="connsiteY340-61674" fmla="*/ 3064799 h 4449429"/>
              <a:gd name="connsiteX341-61675" fmla="*/ 12500191 w 18982931"/>
              <a:gd name="connsiteY341-61676" fmla="*/ 3121633 h 4449429"/>
              <a:gd name="connsiteX342-61677" fmla="*/ 12557025 w 18982931"/>
              <a:gd name="connsiteY342-61678" fmla="*/ 3121633 h 4449429"/>
              <a:gd name="connsiteX343-61679" fmla="*/ 12557025 w 18982931"/>
              <a:gd name="connsiteY343-61680" fmla="*/ 3064799 h 4449429"/>
              <a:gd name="connsiteX344-61681" fmla="*/ 12500191 w 18982931"/>
              <a:gd name="connsiteY344-61682" fmla="*/ 3064799 h 4449429"/>
              <a:gd name="connsiteX345-61683" fmla="*/ 12388137 w 18982931"/>
              <a:gd name="connsiteY345-61684" fmla="*/ 3064799 h 4449429"/>
              <a:gd name="connsiteX346-61685" fmla="*/ 12388137 w 18982931"/>
              <a:gd name="connsiteY346-61686" fmla="*/ 3121633 h 4449429"/>
              <a:gd name="connsiteX347-61687" fmla="*/ 12444971 w 18982931"/>
              <a:gd name="connsiteY347-61688" fmla="*/ 3121633 h 4449429"/>
              <a:gd name="connsiteX348-61689" fmla="*/ 12444971 w 18982931"/>
              <a:gd name="connsiteY348-61690" fmla="*/ 3064799 h 4449429"/>
              <a:gd name="connsiteX349-61691" fmla="*/ 12388137 w 18982931"/>
              <a:gd name="connsiteY349-61692" fmla="*/ 3064799 h 4449429"/>
              <a:gd name="connsiteX350-61693" fmla="*/ 17351339 w 18982931"/>
              <a:gd name="connsiteY350-61694" fmla="*/ 3034782 h 4449429"/>
              <a:gd name="connsiteX351-61695" fmla="*/ 17351339 w 18982931"/>
              <a:gd name="connsiteY351-61696" fmla="*/ 3080482 h 4449429"/>
              <a:gd name="connsiteX352-61697" fmla="*/ 17560187 w 18982931"/>
              <a:gd name="connsiteY352-61698" fmla="*/ 3080482 h 4449429"/>
              <a:gd name="connsiteX353-61699" fmla="*/ 17560187 w 18982931"/>
              <a:gd name="connsiteY353-61700" fmla="*/ 3034782 h 4449429"/>
              <a:gd name="connsiteX354-61701" fmla="*/ 17351339 w 18982931"/>
              <a:gd name="connsiteY354-61702" fmla="*/ 3034782 h 4449429"/>
              <a:gd name="connsiteX355-61703" fmla="*/ 1596781 w 18982931"/>
              <a:gd name="connsiteY355-61704" fmla="*/ 2989080 h 4449429"/>
              <a:gd name="connsiteX356-61705" fmla="*/ 1596781 w 18982931"/>
              <a:gd name="connsiteY356-61706" fmla="*/ 3034780 h 4449429"/>
              <a:gd name="connsiteX357-61707" fmla="*/ 1805629 w 18982931"/>
              <a:gd name="connsiteY357-61708" fmla="*/ 3034780 h 4449429"/>
              <a:gd name="connsiteX358-61709" fmla="*/ 1805629 w 18982931"/>
              <a:gd name="connsiteY358-61710" fmla="*/ 2989080 h 4449429"/>
              <a:gd name="connsiteX359-61711" fmla="*/ 1596781 w 18982931"/>
              <a:gd name="connsiteY359-61712" fmla="*/ 2989080 h 4449429"/>
              <a:gd name="connsiteX360-61713" fmla="*/ 17351339 w 18982931"/>
              <a:gd name="connsiteY360-61714" fmla="*/ 2943153 h 4449429"/>
              <a:gd name="connsiteX361-61715" fmla="*/ 17351339 w 18982931"/>
              <a:gd name="connsiteY361-61716" fmla="*/ 2988853 h 4449429"/>
              <a:gd name="connsiteX362-61717" fmla="*/ 17560187 w 18982931"/>
              <a:gd name="connsiteY362-61718" fmla="*/ 2988853 h 4449429"/>
              <a:gd name="connsiteX363-61719" fmla="*/ 17560187 w 18982931"/>
              <a:gd name="connsiteY363-61720" fmla="*/ 2943153 h 4449429"/>
              <a:gd name="connsiteX364-61721" fmla="*/ 17351339 w 18982931"/>
              <a:gd name="connsiteY364-61722" fmla="*/ 2943153 h 4449429"/>
              <a:gd name="connsiteX365-61723" fmla="*/ 12612246 w 18982931"/>
              <a:gd name="connsiteY365-61724" fmla="*/ 2919511 h 4449429"/>
              <a:gd name="connsiteX366-61725" fmla="*/ 12612246 w 18982931"/>
              <a:gd name="connsiteY366-61726" fmla="*/ 2976345 h 4449429"/>
              <a:gd name="connsiteX367-61727" fmla="*/ 12669079 w 18982931"/>
              <a:gd name="connsiteY367-61728" fmla="*/ 2976345 h 4449429"/>
              <a:gd name="connsiteX368-61729" fmla="*/ 12669079 w 18982931"/>
              <a:gd name="connsiteY368-61730" fmla="*/ 2919511 h 4449429"/>
              <a:gd name="connsiteX369-61731" fmla="*/ 12612246 w 18982931"/>
              <a:gd name="connsiteY369-61732" fmla="*/ 2919511 h 4449429"/>
              <a:gd name="connsiteX370-61733" fmla="*/ 12500191 w 18982931"/>
              <a:gd name="connsiteY370-61734" fmla="*/ 2919511 h 4449429"/>
              <a:gd name="connsiteX371-61735" fmla="*/ 12500191 w 18982931"/>
              <a:gd name="connsiteY371-61736" fmla="*/ 2976345 h 4449429"/>
              <a:gd name="connsiteX372-61737" fmla="*/ 12557025 w 18982931"/>
              <a:gd name="connsiteY372-61738" fmla="*/ 2976345 h 4449429"/>
              <a:gd name="connsiteX373-61739" fmla="*/ 12557025 w 18982931"/>
              <a:gd name="connsiteY373-61740" fmla="*/ 2919511 h 4449429"/>
              <a:gd name="connsiteX374-61741" fmla="*/ 12500191 w 18982931"/>
              <a:gd name="connsiteY374-61742" fmla="*/ 2919511 h 4449429"/>
              <a:gd name="connsiteX375-61743" fmla="*/ 12388137 w 18982931"/>
              <a:gd name="connsiteY375-61744" fmla="*/ 2919511 h 4449429"/>
              <a:gd name="connsiteX376-61745" fmla="*/ 12388137 w 18982931"/>
              <a:gd name="connsiteY376-61746" fmla="*/ 2976345 h 4449429"/>
              <a:gd name="connsiteX377-61747" fmla="*/ 12444971 w 18982931"/>
              <a:gd name="connsiteY377-61748" fmla="*/ 2976345 h 4449429"/>
              <a:gd name="connsiteX378-61749" fmla="*/ 12444971 w 18982931"/>
              <a:gd name="connsiteY378-61750" fmla="*/ 2919511 h 4449429"/>
              <a:gd name="connsiteX379-61751" fmla="*/ 12388137 w 18982931"/>
              <a:gd name="connsiteY379-61752" fmla="*/ 2919511 h 4449429"/>
              <a:gd name="connsiteX380-61753" fmla="*/ 1596781 w 18982931"/>
              <a:gd name="connsiteY380-61754" fmla="*/ 2897450 h 4449429"/>
              <a:gd name="connsiteX381-61755" fmla="*/ 1596781 w 18982931"/>
              <a:gd name="connsiteY381-61756" fmla="*/ 2943150 h 4449429"/>
              <a:gd name="connsiteX382-61757" fmla="*/ 1805629 w 18982931"/>
              <a:gd name="connsiteY382-61758" fmla="*/ 2943150 h 4449429"/>
              <a:gd name="connsiteX383-61759" fmla="*/ 1805629 w 18982931"/>
              <a:gd name="connsiteY383-61760" fmla="*/ 2897450 h 4449429"/>
              <a:gd name="connsiteX384-61761" fmla="*/ 1596781 w 18982931"/>
              <a:gd name="connsiteY384-61762" fmla="*/ 2897450 h 4449429"/>
              <a:gd name="connsiteX385-61763" fmla="*/ 17351339 w 18982931"/>
              <a:gd name="connsiteY385-61764" fmla="*/ 2851522 h 4449429"/>
              <a:gd name="connsiteX386-61765" fmla="*/ 17351339 w 18982931"/>
              <a:gd name="connsiteY386-61766" fmla="*/ 2897223 h 4449429"/>
              <a:gd name="connsiteX387-61767" fmla="*/ 17560187 w 18982931"/>
              <a:gd name="connsiteY387-61768" fmla="*/ 2897223 h 4449429"/>
              <a:gd name="connsiteX388-61769" fmla="*/ 17560187 w 18982931"/>
              <a:gd name="connsiteY388-61770" fmla="*/ 2851522 h 4449429"/>
              <a:gd name="connsiteX389-61771" fmla="*/ 17351339 w 18982931"/>
              <a:gd name="connsiteY389-61772" fmla="*/ 2851522 h 4449429"/>
              <a:gd name="connsiteX390-61773" fmla="*/ 1596781 w 18982931"/>
              <a:gd name="connsiteY390-61774" fmla="*/ 2805821 h 4449429"/>
              <a:gd name="connsiteX391-61775" fmla="*/ 1596781 w 18982931"/>
              <a:gd name="connsiteY391-61776" fmla="*/ 2851521 h 4449429"/>
              <a:gd name="connsiteX392-61777" fmla="*/ 1805629 w 18982931"/>
              <a:gd name="connsiteY392-61778" fmla="*/ 2851521 h 4449429"/>
              <a:gd name="connsiteX393-61779" fmla="*/ 1805629 w 18982931"/>
              <a:gd name="connsiteY393-61780" fmla="*/ 2805821 h 4449429"/>
              <a:gd name="connsiteX394-61781" fmla="*/ 1596781 w 18982931"/>
              <a:gd name="connsiteY394-61782" fmla="*/ 2805821 h 4449429"/>
              <a:gd name="connsiteX395-61783" fmla="*/ 1596781 w 18982931"/>
              <a:gd name="connsiteY395-61784" fmla="*/ 2714192 h 4449429"/>
              <a:gd name="connsiteX396-61785" fmla="*/ 1596781 w 18982931"/>
              <a:gd name="connsiteY396-61786" fmla="*/ 2759892 h 4449429"/>
              <a:gd name="connsiteX397-61787" fmla="*/ 1805629 w 18982931"/>
              <a:gd name="connsiteY397-61788" fmla="*/ 2759892 h 4449429"/>
              <a:gd name="connsiteX398-61789" fmla="*/ 1805629 w 18982931"/>
              <a:gd name="connsiteY398-61790" fmla="*/ 2714192 h 4449429"/>
              <a:gd name="connsiteX399-61791" fmla="*/ 1596781 w 18982931"/>
              <a:gd name="connsiteY399-61792" fmla="*/ 2714192 h 4449429"/>
              <a:gd name="connsiteX400-61793" fmla="*/ 4422120 w 18982931"/>
              <a:gd name="connsiteY400-61794" fmla="*/ 2688604 h 4449429"/>
              <a:gd name="connsiteX401-61795" fmla="*/ 4422120 w 18982931"/>
              <a:gd name="connsiteY401-61796" fmla="*/ 2851522 h 4449429"/>
              <a:gd name="connsiteX402-61797" fmla="*/ 4459897 w 18982931"/>
              <a:gd name="connsiteY402-61798" fmla="*/ 2851522 h 4449429"/>
              <a:gd name="connsiteX403-61799" fmla="*/ 4459897 w 18982931"/>
              <a:gd name="connsiteY403-61800" fmla="*/ 2688604 h 4449429"/>
              <a:gd name="connsiteX404-61801" fmla="*/ 4422120 w 18982931"/>
              <a:gd name="connsiteY404-61802" fmla="*/ 2688604 h 4449429"/>
              <a:gd name="connsiteX405-61803" fmla="*/ 4346370 w 18982931"/>
              <a:gd name="connsiteY405-61804" fmla="*/ 2688604 h 4449429"/>
              <a:gd name="connsiteX406-61805" fmla="*/ 4346370 w 18982931"/>
              <a:gd name="connsiteY406-61806" fmla="*/ 2851522 h 4449429"/>
              <a:gd name="connsiteX407-61807" fmla="*/ 4384149 w 18982931"/>
              <a:gd name="connsiteY407-61808" fmla="*/ 2851522 h 4449429"/>
              <a:gd name="connsiteX408-61809" fmla="*/ 4384149 w 18982931"/>
              <a:gd name="connsiteY408-61810" fmla="*/ 2688604 h 4449429"/>
              <a:gd name="connsiteX409-61811" fmla="*/ 4346370 w 18982931"/>
              <a:gd name="connsiteY409-61812" fmla="*/ 2688604 h 4449429"/>
              <a:gd name="connsiteX410-61813" fmla="*/ 4270624 w 18982931"/>
              <a:gd name="connsiteY410-61814" fmla="*/ 2688604 h 4449429"/>
              <a:gd name="connsiteX411-61815" fmla="*/ 4270624 w 18982931"/>
              <a:gd name="connsiteY411-61816" fmla="*/ 2851522 h 4449429"/>
              <a:gd name="connsiteX412-61817" fmla="*/ 4308407 w 18982931"/>
              <a:gd name="connsiteY412-61818" fmla="*/ 2851522 h 4449429"/>
              <a:gd name="connsiteX413-61819" fmla="*/ 4308407 w 18982931"/>
              <a:gd name="connsiteY413-61820" fmla="*/ 2688604 h 4449429"/>
              <a:gd name="connsiteX414-61821" fmla="*/ 4270624 w 18982931"/>
              <a:gd name="connsiteY414-61822" fmla="*/ 2688604 h 4449429"/>
              <a:gd name="connsiteX415-61823" fmla="*/ 4194881 w 18982931"/>
              <a:gd name="connsiteY415-61824" fmla="*/ 2688604 h 4449429"/>
              <a:gd name="connsiteX416-61825" fmla="*/ 4194881 w 18982931"/>
              <a:gd name="connsiteY416-61826" fmla="*/ 2851522 h 4449429"/>
              <a:gd name="connsiteX417-61827" fmla="*/ 4232658 w 18982931"/>
              <a:gd name="connsiteY417-61828" fmla="*/ 2851522 h 4449429"/>
              <a:gd name="connsiteX418-61829" fmla="*/ 4232658 w 18982931"/>
              <a:gd name="connsiteY418-61830" fmla="*/ 2688604 h 4449429"/>
              <a:gd name="connsiteX419-61831" fmla="*/ 4194881 w 18982931"/>
              <a:gd name="connsiteY419-61832" fmla="*/ 2688604 h 4449429"/>
              <a:gd name="connsiteX420-61833" fmla="*/ 4119132 w 18982931"/>
              <a:gd name="connsiteY420-61834" fmla="*/ 2688604 h 4449429"/>
              <a:gd name="connsiteX421-61835" fmla="*/ 4119132 w 18982931"/>
              <a:gd name="connsiteY421-61836" fmla="*/ 2851522 h 4449429"/>
              <a:gd name="connsiteX422-61837" fmla="*/ 4156909 w 18982931"/>
              <a:gd name="connsiteY422-61838" fmla="*/ 2851522 h 4449429"/>
              <a:gd name="connsiteX423-61839" fmla="*/ 4156909 w 18982931"/>
              <a:gd name="connsiteY423-61840" fmla="*/ 2688604 h 4449429"/>
              <a:gd name="connsiteX424-61841" fmla="*/ 4119132 w 18982931"/>
              <a:gd name="connsiteY424-61842" fmla="*/ 2688604 h 4449429"/>
              <a:gd name="connsiteX425-61843" fmla="*/ 4043383 w 18982931"/>
              <a:gd name="connsiteY425-61844" fmla="*/ 2688604 h 4449429"/>
              <a:gd name="connsiteX426-61845" fmla="*/ 4043383 w 18982931"/>
              <a:gd name="connsiteY426-61846" fmla="*/ 2851522 h 4449429"/>
              <a:gd name="connsiteX427-61847" fmla="*/ 4081160 w 18982931"/>
              <a:gd name="connsiteY427-61848" fmla="*/ 2851522 h 4449429"/>
              <a:gd name="connsiteX428-61849" fmla="*/ 4081160 w 18982931"/>
              <a:gd name="connsiteY428-61850" fmla="*/ 2688604 h 4449429"/>
              <a:gd name="connsiteX429-61851" fmla="*/ 4043383 w 18982931"/>
              <a:gd name="connsiteY429-61852" fmla="*/ 2688604 h 4449429"/>
              <a:gd name="connsiteX430-61853" fmla="*/ 3967636 w 18982931"/>
              <a:gd name="connsiteY430-61854" fmla="*/ 2688604 h 4449429"/>
              <a:gd name="connsiteX431-61855" fmla="*/ 3967636 w 18982931"/>
              <a:gd name="connsiteY431-61856" fmla="*/ 2851522 h 4449429"/>
              <a:gd name="connsiteX432-61857" fmla="*/ 4005415 w 18982931"/>
              <a:gd name="connsiteY432-61858" fmla="*/ 2851522 h 4449429"/>
              <a:gd name="connsiteX433-61859" fmla="*/ 4005415 w 18982931"/>
              <a:gd name="connsiteY433-61860" fmla="*/ 2688604 h 4449429"/>
              <a:gd name="connsiteX434-61861" fmla="*/ 3967636 w 18982931"/>
              <a:gd name="connsiteY434-61862" fmla="*/ 2688604 h 4449429"/>
              <a:gd name="connsiteX435-61863" fmla="*/ 3891895 w 18982931"/>
              <a:gd name="connsiteY435-61864" fmla="*/ 2688604 h 4449429"/>
              <a:gd name="connsiteX436-61865" fmla="*/ 3891895 w 18982931"/>
              <a:gd name="connsiteY436-61866" fmla="*/ 2851522 h 4449429"/>
              <a:gd name="connsiteX437-61867" fmla="*/ 3929672 w 18982931"/>
              <a:gd name="connsiteY437-61868" fmla="*/ 2851522 h 4449429"/>
              <a:gd name="connsiteX438-61869" fmla="*/ 3929672 w 18982931"/>
              <a:gd name="connsiteY438-61870" fmla="*/ 2688604 h 4449429"/>
              <a:gd name="connsiteX439-61871" fmla="*/ 3891895 w 18982931"/>
              <a:gd name="connsiteY439-61872" fmla="*/ 2688604 h 4449429"/>
              <a:gd name="connsiteX440-61873" fmla="*/ 15043403 w 18982931"/>
              <a:gd name="connsiteY440-61874" fmla="*/ 2685661 h 4449429"/>
              <a:gd name="connsiteX441-61875" fmla="*/ 15043403 w 18982931"/>
              <a:gd name="connsiteY441-61876" fmla="*/ 2894508 h 4449429"/>
              <a:gd name="connsiteX442-61877" fmla="*/ 15089105 w 18982931"/>
              <a:gd name="connsiteY442-61878" fmla="*/ 2894508 h 4449429"/>
              <a:gd name="connsiteX443-61879" fmla="*/ 15089105 w 18982931"/>
              <a:gd name="connsiteY443-61880" fmla="*/ 2685661 h 4449429"/>
              <a:gd name="connsiteX444-61881" fmla="*/ 15043403 w 18982931"/>
              <a:gd name="connsiteY444-61882" fmla="*/ 2685661 h 4449429"/>
              <a:gd name="connsiteX445-61883" fmla="*/ 14951773 w 18982931"/>
              <a:gd name="connsiteY445-61884" fmla="*/ 2685661 h 4449429"/>
              <a:gd name="connsiteX446-61885" fmla="*/ 14951773 w 18982931"/>
              <a:gd name="connsiteY446-61886" fmla="*/ 2894508 h 4449429"/>
              <a:gd name="connsiteX447-61887" fmla="*/ 14997475 w 18982931"/>
              <a:gd name="connsiteY447-61888" fmla="*/ 2894508 h 4449429"/>
              <a:gd name="connsiteX448-61889" fmla="*/ 14997475 w 18982931"/>
              <a:gd name="connsiteY448-61890" fmla="*/ 2685661 h 4449429"/>
              <a:gd name="connsiteX449-61891" fmla="*/ 14951773 w 18982931"/>
              <a:gd name="connsiteY449-61892" fmla="*/ 2685661 h 4449429"/>
              <a:gd name="connsiteX450-61893" fmla="*/ 14860145 w 18982931"/>
              <a:gd name="connsiteY450-61894" fmla="*/ 2685661 h 4449429"/>
              <a:gd name="connsiteX451-61895" fmla="*/ 14860145 w 18982931"/>
              <a:gd name="connsiteY451-61896" fmla="*/ 2894508 h 4449429"/>
              <a:gd name="connsiteX452-61897" fmla="*/ 14905844 w 18982931"/>
              <a:gd name="connsiteY452-61898" fmla="*/ 2894508 h 4449429"/>
              <a:gd name="connsiteX453-61899" fmla="*/ 14905844 w 18982931"/>
              <a:gd name="connsiteY453-61900" fmla="*/ 2685661 h 4449429"/>
              <a:gd name="connsiteX454-61901" fmla="*/ 14860145 w 18982931"/>
              <a:gd name="connsiteY454-61902" fmla="*/ 2685661 h 4449429"/>
              <a:gd name="connsiteX455-61903" fmla="*/ 14768515 w 18982931"/>
              <a:gd name="connsiteY455-61904" fmla="*/ 2685661 h 4449429"/>
              <a:gd name="connsiteX456-61905" fmla="*/ 14768515 w 18982931"/>
              <a:gd name="connsiteY456-61906" fmla="*/ 2894508 h 4449429"/>
              <a:gd name="connsiteX457-61907" fmla="*/ 14814217 w 18982931"/>
              <a:gd name="connsiteY457-61908" fmla="*/ 2894508 h 4449429"/>
              <a:gd name="connsiteX458-61909" fmla="*/ 14814217 w 18982931"/>
              <a:gd name="connsiteY458-61910" fmla="*/ 2685661 h 4449429"/>
              <a:gd name="connsiteX459-61911" fmla="*/ 14768515 w 18982931"/>
              <a:gd name="connsiteY459-61912" fmla="*/ 2685661 h 4449429"/>
              <a:gd name="connsiteX460-61913" fmla="*/ 14676884 w 18982931"/>
              <a:gd name="connsiteY460-61914" fmla="*/ 2685661 h 4449429"/>
              <a:gd name="connsiteX461-61915" fmla="*/ 14676884 w 18982931"/>
              <a:gd name="connsiteY461-61916" fmla="*/ 2894508 h 4449429"/>
              <a:gd name="connsiteX462-61917" fmla="*/ 14722586 w 18982931"/>
              <a:gd name="connsiteY462-61918" fmla="*/ 2894508 h 4449429"/>
              <a:gd name="connsiteX463-61919" fmla="*/ 14722586 w 18982931"/>
              <a:gd name="connsiteY463-61920" fmla="*/ 2685661 h 4449429"/>
              <a:gd name="connsiteX464-61921" fmla="*/ 14676884 w 18982931"/>
              <a:gd name="connsiteY464-61922" fmla="*/ 2685661 h 4449429"/>
              <a:gd name="connsiteX465-61923" fmla="*/ 14585255 w 18982931"/>
              <a:gd name="connsiteY465-61924" fmla="*/ 2685661 h 4449429"/>
              <a:gd name="connsiteX466-61925" fmla="*/ 14585255 w 18982931"/>
              <a:gd name="connsiteY466-61926" fmla="*/ 2894508 h 4449429"/>
              <a:gd name="connsiteX467-61927" fmla="*/ 14630955 w 18982931"/>
              <a:gd name="connsiteY467-61928" fmla="*/ 2894508 h 4449429"/>
              <a:gd name="connsiteX468-61929" fmla="*/ 14630955 w 18982931"/>
              <a:gd name="connsiteY468-61930" fmla="*/ 2685661 h 4449429"/>
              <a:gd name="connsiteX469-61931" fmla="*/ 14585255 w 18982931"/>
              <a:gd name="connsiteY469-61932" fmla="*/ 2685661 h 4449429"/>
              <a:gd name="connsiteX470-61933" fmla="*/ 14493625 w 18982931"/>
              <a:gd name="connsiteY470-61934" fmla="*/ 2685661 h 4449429"/>
              <a:gd name="connsiteX471-61935" fmla="*/ 14493625 w 18982931"/>
              <a:gd name="connsiteY471-61936" fmla="*/ 2894508 h 4449429"/>
              <a:gd name="connsiteX472-61937" fmla="*/ 14539325 w 18982931"/>
              <a:gd name="connsiteY472-61938" fmla="*/ 2894508 h 4449429"/>
              <a:gd name="connsiteX473-61939" fmla="*/ 14539325 w 18982931"/>
              <a:gd name="connsiteY473-61940" fmla="*/ 2685661 h 4449429"/>
              <a:gd name="connsiteX474-61941" fmla="*/ 14493625 w 18982931"/>
              <a:gd name="connsiteY474-61942" fmla="*/ 2685661 h 4449429"/>
              <a:gd name="connsiteX475-61943" fmla="*/ 2875284 w 18982931"/>
              <a:gd name="connsiteY475-61944" fmla="*/ 2661196 h 4449429"/>
              <a:gd name="connsiteX476-61945" fmla="*/ 2875284 w 18982931"/>
              <a:gd name="connsiteY476-61946" fmla="*/ 3265443 h 4449429"/>
              <a:gd name="connsiteX477-61947" fmla="*/ 2913063 w 18982931"/>
              <a:gd name="connsiteY477-61948" fmla="*/ 3265443 h 4449429"/>
              <a:gd name="connsiteX478-61949" fmla="*/ 2913063 w 18982931"/>
              <a:gd name="connsiteY478-61950" fmla="*/ 2661196 h 4449429"/>
              <a:gd name="connsiteX479-61951" fmla="*/ 2875284 w 18982931"/>
              <a:gd name="connsiteY479-61952" fmla="*/ 2661196 h 4449429"/>
              <a:gd name="connsiteX480-61953" fmla="*/ 2769698 w 18982931"/>
              <a:gd name="connsiteY480-61954" fmla="*/ 2661196 h 4449429"/>
              <a:gd name="connsiteX481-61955" fmla="*/ 2769698 w 18982931"/>
              <a:gd name="connsiteY481-61956" fmla="*/ 3265443 h 4449429"/>
              <a:gd name="connsiteX482-61957" fmla="*/ 2807479 w 18982931"/>
              <a:gd name="connsiteY482-61958" fmla="*/ 3265443 h 4449429"/>
              <a:gd name="connsiteX483-61959" fmla="*/ 2807479 w 18982931"/>
              <a:gd name="connsiteY483-61960" fmla="*/ 2661196 h 4449429"/>
              <a:gd name="connsiteX484-61961" fmla="*/ 2769698 w 18982931"/>
              <a:gd name="connsiteY484-61962" fmla="*/ 2661196 h 4449429"/>
              <a:gd name="connsiteX485-61963" fmla="*/ 2664114 w 18982931"/>
              <a:gd name="connsiteY485-61964" fmla="*/ 2661196 h 4449429"/>
              <a:gd name="connsiteX486-61965" fmla="*/ 2664114 w 18982931"/>
              <a:gd name="connsiteY486-61966" fmla="*/ 3265443 h 4449429"/>
              <a:gd name="connsiteX487-61967" fmla="*/ 2701891 w 18982931"/>
              <a:gd name="connsiteY487-61968" fmla="*/ 3265443 h 4449429"/>
              <a:gd name="connsiteX488-61969" fmla="*/ 2701891 w 18982931"/>
              <a:gd name="connsiteY488-61970" fmla="*/ 2661196 h 4449429"/>
              <a:gd name="connsiteX489-61971" fmla="*/ 2664114 w 18982931"/>
              <a:gd name="connsiteY489-61972" fmla="*/ 2661196 h 4449429"/>
              <a:gd name="connsiteX490-61973" fmla="*/ 2558534 w 18982931"/>
              <a:gd name="connsiteY490-61974" fmla="*/ 2661196 h 4449429"/>
              <a:gd name="connsiteX491-61975" fmla="*/ 2558534 w 18982931"/>
              <a:gd name="connsiteY491-61976" fmla="*/ 3265443 h 4449429"/>
              <a:gd name="connsiteX492-61977" fmla="*/ 2596306 w 18982931"/>
              <a:gd name="connsiteY492-61978" fmla="*/ 3265443 h 4449429"/>
              <a:gd name="connsiteX493-61979" fmla="*/ 2596306 w 18982931"/>
              <a:gd name="connsiteY493-61980" fmla="*/ 2661196 h 4449429"/>
              <a:gd name="connsiteX494-61981" fmla="*/ 2558534 w 18982931"/>
              <a:gd name="connsiteY494-61982" fmla="*/ 2661196 h 4449429"/>
              <a:gd name="connsiteX495-61983" fmla="*/ 2980870 w 18982931"/>
              <a:gd name="connsiteY495-61984" fmla="*/ 2661194 h 4449429"/>
              <a:gd name="connsiteX496-61985" fmla="*/ 2980870 w 18982931"/>
              <a:gd name="connsiteY496-61986" fmla="*/ 3265442 h 4449429"/>
              <a:gd name="connsiteX497-61987" fmla="*/ 3018648 w 18982931"/>
              <a:gd name="connsiteY497-61988" fmla="*/ 3265442 h 4449429"/>
              <a:gd name="connsiteX498-61989" fmla="*/ 3018648 w 18982931"/>
              <a:gd name="connsiteY498-61990" fmla="*/ 2661194 h 4449429"/>
              <a:gd name="connsiteX499-61991" fmla="*/ 2980870 w 18982931"/>
              <a:gd name="connsiteY499-61992" fmla="*/ 2661194 h 4449429"/>
              <a:gd name="connsiteX500-61993" fmla="*/ 16374516 w 18982931"/>
              <a:gd name="connsiteY500-61994" fmla="*/ 2632791 h 4449429"/>
              <a:gd name="connsiteX501-61995" fmla="*/ 16374516 w 18982931"/>
              <a:gd name="connsiteY501-61996" fmla="*/ 3237039 h 4449429"/>
              <a:gd name="connsiteX502-61997" fmla="*/ 16412296 w 18982931"/>
              <a:gd name="connsiteY502-61998" fmla="*/ 3237039 h 4449429"/>
              <a:gd name="connsiteX503-61999" fmla="*/ 16412296 w 18982931"/>
              <a:gd name="connsiteY503-62000" fmla="*/ 2632791 h 4449429"/>
              <a:gd name="connsiteX504-62001" fmla="*/ 16374516 w 18982931"/>
              <a:gd name="connsiteY504-62002" fmla="*/ 2632791 h 4449429"/>
              <a:gd name="connsiteX505-62003" fmla="*/ 16268931 w 18982931"/>
              <a:gd name="connsiteY505-62004" fmla="*/ 2632791 h 4449429"/>
              <a:gd name="connsiteX506-62005" fmla="*/ 16268931 w 18982931"/>
              <a:gd name="connsiteY506-62006" fmla="*/ 3237039 h 4449429"/>
              <a:gd name="connsiteX507-62007" fmla="*/ 16306709 w 18982931"/>
              <a:gd name="connsiteY507-62008" fmla="*/ 3237039 h 4449429"/>
              <a:gd name="connsiteX508-62009" fmla="*/ 16306709 w 18982931"/>
              <a:gd name="connsiteY508-62010" fmla="*/ 2632791 h 4449429"/>
              <a:gd name="connsiteX509-62011" fmla="*/ 16268931 w 18982931"/>
              <a:gd name="connsiteY509-62012" fmla="*/ 2632791 h 4449429"/>
              <a:gd name="connsiteX510-62013" fmla="*/ 16163344 w 18982931"/>
              <a:gd name="connsiteY510-62014" fmla="*/ 2632791 h 4449429"/>
              <a:gd name="connsiteX511-62015" fmla="*/ 16163344 w 18982931"/>
              <a:gd name="connsiteY511-62016" fmla="*/ 3237039 h 4449429"/>
              <a:gd name="connsiteX512-62017" fmla="*/ 16201125 w 18982931"/>
              <a:gd name="connsiteY512-62018" fmla="*/ 3237039 h 4449429"/>
              <a:gd name="connsiteX513-62019" fmla="*/ 16201125 w 18982931"/>
              <a:gd name="connsiteY513-62020" fmla="*/ 2632791 h 4449429"/>
              <a:gd name="connsiteX514-62021" fmla="*/ 16163344 w 18982931"/>
              <a:gd name="connsiteY514-62022" fmla="*/ 2632791 h 4449429"/>
              <a:gd name="connsiteX515-62023" fmla="*/ 16057760 w 18982931"/>
              <a:gd name="connsiteY515-62024" fmla="*/ 2632791 h 4449429"/>
              <a:gd name="connsiteX516-62025" fmla="*/ 16057760 w 18982931"/>
              <a:gd name="connsiteY516-62026" fmla="*/ 3237039 h 4449429"/>
              <a:gd name="connsiteX517-62027" fmla="*/ 16095537 w 18982931"/>
              <a:gd name="connsiteY517-62028" fmla="*/ 3237039 h 4449429"/>
              <a:gd name="connsiteX518-62029" fmla="*/ 16095537 w 18982931"/>
              <a:gd name="connsiteY518-62030" fmla="*/ 2632791 h 4449429"/>
              <a:gd name="connsiteX519-62031" fmla="*/ 16057760 w 18982931"/>
              <a:gd name="connsiteY519-62032" fmla="*/ 2632791 h 4449429"/>
              <a:gd name="connsiteX520-62033" fmla="*/ 16480103 w 18982931"/>
              <a:gd name="connsiteY520-62034" fmla="*/ 2632790 h 4449429"/>
              <a:gd name="connsiteX521-62035" fmla="*/ 16480103 w 18982931"/>
              <a:gd name="connsiteY521-62036" fmla="*/ 3237037 h 4449429"/>
              <a:gd name="connsiteX522-62037" fmla="*/ 16517880 w 18982931"/>
              <a:gd name="connsiteY522-62038" fmla="*/ 3237037 h 4449429"/>
              <a:gd name="connsiteX523-62039" fmla="*/ 16517880 w 18982931"/>
              <a:gd name="connsiteY523-62040" fmla="*/ 2632790 h 4449429"/>
              <a:gd name="connsiteX524-62041" fmla="*/ 16480103 w 18982931"/>
              <a:gd name="connsiteY524-62042" fmla="*/ 2632790 h 4449429"/>
              <a:gd name="connsiteX525-62043" fmla="*/ 1596781 w 18982931"/>
              <a:gd name="connsiteY525-62044" fmla="*/ 2622561 h 4449429"/>
              <a:gd name="connsiteX526-62045" fmla="*/ 1596781 w 18982931"/>
              <a:gd name="connsiteY526-62046" fmla="*/ 2668261 h 4449429"/>
              <a:gd name="connsiteX527-62047" fmla="*/ 1805629 w 18982931"/>
              <a:gd name="connsiteY527-62048" fmla="*/ 2668261 h 4449429"/>
              <a:gd name="connsiteX528-62049" fmla="*/ 1805629 w 18982931"/>
              <a:gd name="connsiteY528-62050" fmla="*/ 2622561 h 4449429"/>
              <a:gd name="connsiteX529-62051" fmla="*/ 1596781 w 18982931"/>
              <a:gd name="connsiteY529-62052" fmla="*/ 2622561 h 4449429"/>
              <a:gd name="connsiteX530-62053" fmla="*/ 1596781 w 18982931"/>
              <a:gd name="connsiteY530-62054" fmla="*/ 2530932 h 4449429"/>
              <a:gd name="connsiteX531-62055" fmla="*/ 1596781 w 18982931"/>
              <a:gd name="connsiteY531-62056" fmla="*/ 2576632 h 4449429"/>
              <a:gd name="connsiteX532-62057" fmla="*/ 1805629 w 18982931"/>
              <a:gd name="connsiteY532-62058" fmla="*/ 2576632 h 4449429"/>
              <a:gd name="connsiteX533-62059" fmla="*/ 1805629 w 18982931"/>
              <a:gd name="connsiteY533-62060" fmla="*/ 2530932 h 4449429"/>
              <a:gd name="connsiteX534-62061" fmla="*/ 1596781 w 18982931"/>
              <a:gd name="connsiteY534-62062" fmla="*/ 2530932 h 4449429"/>
              <a:gd name="connsiteX535-62063" fmla="*/ 1596781 w 18982931"/>
              <a:gd name="connsiteY535-62064" fmla="*/ 2439301 h 4449429"/>
              <a:gd name="connsiteX536-62065" fmla="*/ 1596781 w 18982931"/>
              <a:gd name="connsiteY536-62066" fmla="*/ 2485002 h 4449429"/>
              <a:gd name="connsiteX537-62067" fmla="*/ 1805629 w 18982931"/>
              <a:gd name="connsiteY537-62068" fmla="*/ 2485002 h 4449429"/>
              <a:gd name="connsiteX538-62069" fmla="*/ 1805629 w 18982931"/>
              <a:gd name="connsiteY538-62070" fmla="*/ 2439301 h 4449429"/>
              <a:gd name="connsiteX539-62071" fmla="*/ 1596781 w 18982931"/>
              <a:gd name="connsiteY539-62072" fmla="*/ 2439301 h 4449429"/>
              <a:gd name="connsiteX540-62073" fmla="*/ 17217171 w 18982931"/>
              <a:gd name="connsiteY540-62074" fmla="*/ 2397981 h 4449429"/>
              <a:gd name="connsiteX541-62075" fmla="*/ 17217171 w 18982931"/>
              <a:gd name="connsiteY541-62076" fmla="*/ 2434557 h 4449429"/>
              <a:gd name="connsiteX542-62077" fmla="*/ 17582931 w 18982931"/>
              <a:gd name="connsiteY542-62078" fmla="*/ 2434557 h 4449429"/>
              <a:gd name="connsiteX543-62079" fmla="*/ 17582931 w 18982931"/>
              <a:gd name="connsiteY543-62080" fmla="*/ 2397981 h 4449429"/>
              <a:gd name="connsiteX544-62081" fmla="*/ 17217171 w 18982931"/>
              <a:gd name="connsiteY544-62082" fmla="*/ 2397981 h 4449429"/>
              <a:gd name="connsiteX545-62083" fmla="*/ 9762349 w 18982931"/>
              <a:gd name="connsiteY545-62084" fmla="*/ 2057780 h 4449429"/>
              <a:gd name="connsiteX546-62085" fmla="*/ 9762349 w 18982931"/>
              <a:gd name="connsiteY546-62086" fmla="*/ 2266627 h 4449429"/>
              <a:gd name="connsiteX547-62087" fmla="*/ 9808049 w 18982931"/>
              <a:gd name="connsiteY547-62088" fmla="*/ 2266627 h 4449429"/>
              <a:gd name="connsiteX548-62089" fmla="*/ 9808049 w 18982931"/>
              <a:gd name="connsiteY548-62090" fmla="*/ 2057780 h 4449429"/>
              <a:gd name="connsiteX549-62091" fmla="*/ 9762349 w 18982931"/>
              <a:gd name="connsiteY549-62092" fmla="*/ 2057780 h 4449429"/>
              <a:gd name="connsiteX550-62093" fmla="*/ 9670720 w 18982931"/>
              <a:gd name="connsiteY550-62094" fmla="*/ 2057780 h 4449429"/>
              <a:gd name="connsiteX551-62095" fmla="*/ 9670720 w 18982931"/>
              <a:gd name="connsiteY551-62096" fmla="*/ 2266627 h 4449429"/>
              <a:gd name="connsiteX552-62097" fmla="*/ 9716420 w 18982931"/>
              <a:gd name="connsiteY552-62098" fmla="*/ 2266627 h 4449429"/>
              <a:gd name="connsiteX553-62099" fmla="*/ 9716420 w 18982931"/>
              <a:gd name="connsiteY553-62100" fmla="*/ 2057780 h 4449429"/>
              <a:gd name="connsiteX554-62101" fmla="*/ 9670720 w 18982931"/>
              <a:gd name="connsiteY554-62102" fmla="*/ 2057780 h 4449429"/>
              <a:gd name="connsiteX555-62103" fmla="*/ 9579089 w 18982931"/>
              <a:gd name="connsiteY555-62104" fmla="*/ 2057780 h 4449429"/>
              <a:gd name="connsiteX556-62105" fmla="*/ 9579089 w 18982931"/>
              <a:gd name="connsiteY556-62106" fmla="*/ 2266627 h 4449429"/>
              <a:gd name="connsiteX557-62107" fmla="*/ 9624790 w 18982931"/>
              <a:gd name="connsiteY557-62108" fmla="*/ 2266627 h 4449429"/>
              <a:gd name="connsiteX558-62109" fmla="*/ 9624790 w 18982931"/>
              <a:gd name="connsiteY558-62110" fmla="*/ 2057780 h 4449429"/>
              <a:gd name="connsiteX559-62111" fmla="*/ 9579089 w 18982931"/>
              <a:gd name="connsiteY559-62112" fmla="*/ 2057780 h 4449429"/>
              <a:gd name="connsiteX560-62113" fmla="*/ 9487461 w 18982931"/>
              <a:gd name="connsiteY560-62114" fmla="*/ 2057780 h 4449429"/>
              <a:gd name="connsiteX561-62115" fmla="*/ 9487461 w 18982931"/>
              <a:gd name="connsiteY561-62116" fmla="*/ 2266627 h 4449429"/>
              <a:gd name="connsiteX562-62117" fmla="*/ 9533161 w 18982931"/>
              <a:gd name="connsiteY562-62118" fmla="*/ 2266627 h 4449429"/>
              <a:gd name="connsiteX563-62119" fmla="*/ 9533161 w 18982931"/>
              <a:gd name="connsiteY563-62120" fmla="*/ 2057780 h 4449429"/>
              <a:gd name="connsiteX564-62121" fmla="*/ 9487461 w 18982931"/>
              <a:gd name="connsiteY564-62122" fmla="*/ 2057780 h 4449429"/>
              <a:gd name="connsiteX565-62123" fmla="*/ 9395836 w 18982931"/>
              <a:gd name="connsiteY565-62124" fmla="*/ 2057780 h 4449429"/>
              <a:gd name="connsiteX566-62125" fmla="*/ 9395836 w 18982931"/>
              <a:gd name="connsiteY566-62126" fmla="*/ 2266627 h 4449429"/>
              <a:gd name="connsiteX567-62127" fmla="*/ 9441534 w 18982931"/>
              <a:gd name="connsiteY567-62128" fmla="*/ 2266627 h 4449429"/>
              <a:gd name="connsiteX568-62129" fmla="*/ 9441534 w 18982931"/>
              <a:gd name="connsiteY568-62130" fmla="*/ 2057780 h 4449429"/>
              <a:gd name="connsiteX569-62131" fmla="*/ 9395836 w 18982931"/>
              <a:gd name="connsiteY569-62132" fmla="*/ 2057780 h 4449429"/>
              <a:gd name="connsiteX570-62133" fmla="*/ 9304202 w 18982931"/>
              <a:gd name="connsiteY570-62134" fmla="*/ 2057780 h 4449429"/>
              <a:gd name="connsiteX571-62135" fmla="*/ 9304202 w 18982931"/>
              <a:gd name="connsiteY571-62136" fmla="*/ 2266627 h 4449429"/>
              <a:gd name="connsiteX572-62137" fmla="*/ 9349902 w 18982931"/>
              <a:gd name="connsiteY572-62138" fmla="*/ 2266627 h 4449429"/>
              <a:gd name="connsiteX573-62139" fmla="*/ 9349902 w 18982931"/>
              <a:gd name="connsiteY573-62140" fmla="*/ 2057780 h 4449429"/>
              <a:gd name="connsiteX574-62141" fmla="*/ 9304202 w 18982931"/>
              <a:gd name="connsiteY574-62142" fmla="*/ 2057780 h 4449429"/>
              <a:gd name="connsiteX575-62143" fmla="*/ 9212570 w 18982931"/>
              <a:gd name="connsiteY575-62144" fmla="*/ 2057780 h 4449429"/>
              <a:gd name="connsiteX576-62145" fmla="*/ 9212570 w 18982931"/>
              <a:gd name="connsiteY576-62146" fmla="*/ 2266627 h 4449429"/>
              <a:gd name="connsiteX577-62147" fmla="*/ 9258270 w 18982931"/>
              <a:gd name="connsiteY577-62148" fmla="*/ 2266627 h 4449429"/>
              <a:gd name="connsiteX578-62149" fmla="*/ 9258270 w 18982931"/>
              <a:gd name="connsiteY578-62150" fmla="*/ 2057780 h 4449429"/>
              <a:gd name="connsiteX579-62151" fmla="*/ 9212570 w 18982931"/>
              <a:gd name="connsiteY579-62152" fmla="*/ 2057780 h 4449429"/>
              <a:gd name="connsiteX580-62153" fmla="*/ 14092702 w 18982931"/>
              <a:gd name="connsiteY580-62154" fmla="*/ 1859157 h 4449429"/>
              <a:gd name="connsiteX581-62155" fmla="*/ 14092702 w 18982931"/>
              <a:gd name="connsiteY581-62156" fmla="*/ 1895733 h 4449429"/>
              <a:gd name="connsiteX582-62157" fmla="*/ 14458462 w 18982931"/>
              <a:gd name="connsiteY582-62158" fmla="*/ 1895733 h 4449429"/>
              <a:gd name="connsiteX583-62159" fmla="*/ 14458462 w 18982931"/>
              <a:gd name="connsiteY583-62160" fmla="*/ 1859157 h 4449429"/>
              <a:gd name="connsiteX584-62161" fmla="*/ 14092702 w 18982931"/>
              <a:gd name="connsiteY584-62162" fmla="*/ 1859157 h 4449429"/>
              <a:gd name="connsiteX585-62163" fmla="*/ 17871603 w 18982931"/>
              <a:gd name="connsiteY585-62164" fmla="*/ 1806939 h 4449429"/>
              <a:gd name="connsiteX586-62165" fmla="*/ 17871603 w 18982931"/>
              <a:gd name="connsiteY586-62166" fmla="*/ 1809649 h 4449429"/>
              <a:gd name="connsiteX587-62167" fmla="*/ 17871627 w 18982931"/>
              <a:gd name="connsiteY587-62168" fmla="*/ 1809649 h 4449429"/>
              <a:gd name="connsiteX588-62169" fmla="*/ 17871603 w 18982931"/>
              <a:gd name="connsiteY588-62170" fmla="*/ 1806939 h 4449429"/>
              <a:gd name="connsiteX589-62171" fmla="*/ 18172695 w 18982931"/>
              <a:gd name="connsiteY589-62172" fmla="*/ 1733739 h 4449429"/>
              <a:gd name="connsiteX590-62173" fmla="*/ 18172695 w 18982931"/>
              <a:gd name="connsiteY590-62174" fmla="*/ 1870899 h 4449429"/>
              <a:gd name="connsiteX591-62175" fmla="*/ 18209271 w 18982931"/>
              <a:gd name="connsiteY591-62176" fmla="*/ 1870899 h 4449429"/>
              <a:gd name="connsiteX592-62177" fmla="*/ 18209271 w 18982931"/>
              <a:gd name="connsiteY592-62178" fmla="*/ 1733739 h 4449429"/>
              <a:gd name="connsiteX593-62179" fmla="*/ 18172695 w 18982931"/>
              <a:gd name="connsiteY593-62180" fmla="*/ 1733739 h 4449429"/>
              <a:gd name="connsiteX594-62181" fmla="*/ 18104295 w 18982931"/>
              <a:gd name="connsiteY594-62182" fmla="*/ 1733739 h 4449429"/>
              <a:gd name="connsiteX595-62183" fmla="*/ 18104295 w 18982931"/>
              <a:gd name="connsiteY595-62184" fmla="*/ 1870899 h 4449429"/>
              <a:gd name="connsiteX596-62185" fmla="*/ 18140871 w 18982931"/>
              <a:gd name="connsiteY596-62186" fmla="*/ 1870899 h 4449429"/>
              <a:gd name="connsiteX597-62187" fmla="*/ 18140871 w 18982931"/>
              <a:gd name="connsiteY597-62188" fmla="*/ 1733739 h 4449429"/>
              <a:gd name="connsiteX598-62189" fmla="*/ 18104295 w 18982931"/>
              <a:gd name="connsiteY598-62190" fmla="*/ 1733739 h 4449429"/>
              <a:gd name="connsiteX599-62191" fmla="*/ 18035895 w 18982931"/>
              <a:gd name="connsiteY599-62192" fmla="*/ 1733739 h 4449429"/>
              <a:gd name="connsiteX600-62193" fmla="*/ 18035895 w 18982931"/>
              <a:gd name="connsiteY600-62194" fmla="*/ 1870899 h 4449429"/>
              <a:gd name="connsiteX601-62195" fmla="*/ 18072471 w 18982931"/>
              <a:gd name="connsiteY601-62196" fmla="*/ 1870899 h 4449429"/>
              <a:gd name="connsiteX602-62197" fmla="*/ 18072471 w 18982931"/>
              <a:gd name="connsiteY602-62198" fmla="*/ 1733739 h 4449429"/>
              <a:gd name="connsiteX603-62199" fmla="*/ 18035895 w 18982931"/>
              <a:gd name="connsiteY603-62200" fmla="*/ 1733739 h 4449429"/>
              <a:gd name="connsiteX604-62201" fmla="*/ 17967493 w 18982931"/>
              <a:gd name="connsiteY604-62202" fmla="*/ 1733739 h 4449429"/>
              <a:gd name="connsiteX605-62203" fmla="*/ 17967493 w 18982931"/>
              <a:gd name="connsiteY605-62204" fmla="*/ 1870899 h 4449429"/>
              <a:gd name="connsiteX606-62205" fmla="*/ 18004069 w 18982931"/>
              <a:gd name="connsiteY606-62206" fmla="*/ 1870899 h 4449429"/>
              <a:gd name="connsiteX607-62207" fmla="*/ 18004069 w 18982931"/>
              <a:gd name="connsiteY607-62208" fmla="*/ 1733739 h 4449429"/>
              <a:gd name="connsiteX608-62209" fmla="*/ 17967493 w 18982931"/>
              <a:gd name="connsiteY608-62210" fmla="*/ 1733739 h 4449429"/>
              <a:gd name="connsiteX609-62211" fmla="*/ 14251161 w 18982931"/>
              <a:gd name="connsiteY609-62212" fmla="*/ 868400 h 4449429"/>
              <a:gd name="connsiteX610-62213" fmla="*/ 14251161 w 18982931"/>
              <a:gd name="connsiteY610-62214" fmla="*/ 1005560 h 4449429"/>
              <a:gd name="connsiteX611-62215" fmla="*/ 14287737 w 18982931"/>
              <a:gd name="connsiteY611-62216" fmla="*/ 1005560 h 4449429"/>
              <a:gd name="connsiteX612-62217" fmla="*/ 14287737 w 18982931"/>
              <a:gd name="connsiteY612-62218" fmla="*/ 868400 h 4449429"/>
              <a:gd name="connsiteX613-62219" fmla="*/ 14251161 w 18982931"/>
              <a:gd name="connsiteY613-62220" fmla="*/ 868400 h 4449429"/>
              <a:gd name="connsiteX614-62221" fmla="*/ 14182760 w 18982931"/>
              <a:gd name="connsiteY614-62222" fmla="*/ 868400 h 4449429"/>
              <a:gd name="connsiteX615-62223" fmla="*/ 14182760 w 18982931"/>
              <a:gd name="connsiteY615-62224" fmla="*/ 1005560 h 4449429"/>
              <a:gd name="connsiteX616-62225" fmla="*/ 14219336 w 18982931"/>
              <a:gd name="connsiteY616-62226" fmla="*/ 1005560 h 4449429"/>
              <a:gd name="connsiteX617-62227" fmla="*/ 14219336 w 18982931"/>
              <a:gd name="connsiteY617-62228" fmla="*/ 868400 h 4449429"/>
              <a:gd name="connsiteX618-62229" fmla="*/ 14182760 w 18982931"/>
              <a:gd name="connsiteY618-62230" fmla="*/ 868400 h 4449429"/>
              <a:gd name="connsiteX619-62231" fmla="*/ 14114359 w 18982931"/>
              <a:gd name="connsiteY619-62232" fmla="*/ 868400 h 4449429"/>
              <a:gd name="connsiteX620-62233" fmla="*/ 14114359 w 18982931"/>
              <a:gd name="connsiteY620-62234" fmla="*/ 1005560 h 4449429"/>
              <a:gd name="connsiteX621-62235" fmla="*/ 14150935 w 18982931"/>
              <a:gd name="connsiteY621-62236" fmla="*/ 1005560 h 4449429"/>
              <a:gd name="connsiteX622-62237" fmla="*/ 14150935 w 18982931"/>
              <a:gd name="connsiteY622-62238" fmla="*/ 868400 h 4449429"/>
              <a:gd name="connsiteX623-62239" fmla="*/ 14114359 w 18982931"/>
              <a:gd name="connsiteY623-62240" fmla="*/ 868400 h 4449429"/>
              <a:gd name="connsiteX624-62241" fmla="*/ 4788216 w 18982931"/>
              <a:gd name="connsiteY624-62242" fmla="*/ 807315 h 4449429"/>
              <a:gd name="connsiteX625-62243" fmla="*/ 4788216 w 18982931"/>
              <a:gd name="connsiteY625-62244" fmla="*/ 944475 h 4449429"/>
              <a:gd name="connsiteX626-62245" fmla="*/ 4824792 w 18982931"/>
              <a:gd name="connsiteY626-62246" fmla="*/ 944475 h 4449429"/>
              <a:gd name="connsiteX627-62247" fmla="*/ 4824792 w 18982931"/>
              <a:gd name="connsiteY627-62248" fmla="*/ 807315 h 4449429"/>
              <a:gd name="connsiteX628-62249" fmla="*/ 4788216 w 18982931"/>
              <a:gd name="connsiteY628-62250" fmla="*/ 807315 h 4449429"/>
              <a:gd name="connsiteX629-62251" fmla="*/ 4719815 w 18982931"/>
              <a:gd name="connsiteY629-62252" fmla="*/ 807315 h 4449429"/>
              <a:gd name="connsiteX630-62253" fmla="*/ 4719815 w 18982931"/>
              <a:gd name="connsiteY630-62254" fmla="*/ 944475 h 4449429"/>
              <a:gd name="connsiteX631-62255" fmla="*/ 4756391 w 18982931"/>
              <a:gd name="connsiteY631-62256" fmla="*/ 944475 h 4449429"/>
              <a:gd name="connsiteX632-62257" fmla="*/ 4756391 w 18982931"/>
              <a:gd name="connsiteY632-62258" fmla="*/ 807315 h 4449429"/>
              <a:gd name="connsiteX633-62259" fmla="*/ 4719815 w 18982931"/>
              <a:gd name="connsiteY633-62260" fmla="*/ 807315 h 4449429"/>
              <a:gd name="connsiteX634-62261" fmla="*/ 4651414 w 18982931"/>
              <a:gd name="connsiteY634-62262" fmla="*/ 807315 h 4449429"/>
              <a:gd name="connsiteX635-62263" fmla="*/ 4651414 w 18982931"/>
              <a:gd name="connsiteY635-62264" fmla="*/ 944475 h 4449429"/>
              <a:gd name="connsiteX636-62265" fmla="*/ 4687992 w 18982931"/>
              <a:gd name="connsiteY636-62266" fmla="*/ 944475 h 4449429"/>
              <a:gd name="connsiteX637-62267" fmla="*/ 4687992 w 18982931"/>
              <a:gd name="connsiteY637-62268" fmla="*/ 807315 h 4449429"/>
              <a:gd name="connsiteX638-62269" fmla="*/ 4651414 w 18982931"/>
              <a:gd name="connsiteY638-62270" fmla="*/ 807315 h 4449429"/>
              <a:gd name="connsiteX639-62271" fmla="*/ 2212838 w 18982931"/>
              <a:gd name="connsiteY639-62272" fmla="*/ 748887 h 4449429"/>
              <a:gd name="connsiteX640-62273" fmla="*/ 2212838 w 18982931"/>
              <a:gd name="connsiteY640-62274" fmla="*/ 886047 h 4449429"/>
              <a:gd name="connsiteX641-62275" fmla="*/ 2249414 w 18982931"/>
              <a:gd name="connsiteY641-62276" fmla="*/ 886047 h 4449429"/>
              <a:gd name="connsiteX642-62277" fmla="*/ 2249414 w 18982931"/>
              <a:gd name="connsiteY642-62278" fmla="*/ 748887 h 4449429"/>
              <a:gd name="connsiteX643-62279" fmla="*/ 2212838 w 18982931"/>
              <a:gd name="connsiteY643-62280" fmla="*/ 748887 h 4449429"/>
              <a:gd name="connsiteX644-62281" fmla="*/ 2144438 w 18982931"/>
              <a:gd name="connsiteY644-62282" fmla="*/ 748887 h 4449429"/>
              <a:gd name="connsiteX645-62283" fmla="*/ 2144438 w 18982931"/>
              <a:gd name="connsiteY645-62284" fmla="*/ 886047 h 4449429"/>
              <a:gd name="connsiteX646-62285" fmla="*/ 2181014 w 18982931"/>
              <a:gd name="connsiteY646-62286" fmla="*/ 886047 h 4449429"/>
              <a:gd name="connsiteX647-62287" fmla="*/ 2181014 w 18982931"/>
              <a:gd name="connsiteY647-62288" fmla="*/ 748887 h 4449429"/>
              <a:gd name="connsiteX648-62289" fmla="*/ 2144438 w 18982931"/>
              <a:gd name="connsiteY648-62290" fmla="*/ 748887 h 4449429"/>
              <a:gd name="connsiteX649-62291" fmla="*/ 2076037 w 18982931"/>
              <a:gd name="connsiteY649-62292" fmla="*/ 748887 h 4449429"/>
              <a:gd name="connsiteX650-62293" fmla="*/ 2076037 w 18982931"/>
              <a:gd name="connsiteY650-62294" fmla="*/ 886047 h 4449429"/>
              <a:gd name="connsiteX651-62295" fmla="*/ 2112612 w 18982931"/>
              <a:gd name="connsiteY651-62296" fmla="*/ 886047 h 4449429"/>
              <a:gd name="connsiteX652-62297" fmla="*/ 2112612 w 18982931"/>
              <a:gd name="connsiteY652-62298" fmla="*/ 748887 h 4449429"/>
              <a:gd name="connsiteX653-62299" fmla="*/ 2076037 w 18982931"/>
              <a:gd name="connsiteY653-62300" fmla="*/ 748887 h 4449429"/>
              <a:gd name="connsiteX654-62301" fmla="*/ 2007635 w 18982931"/>
              <a:gd name="connsiteY654-62302" fmla="*/ 748887 h 4449429"/>
              <a:gd name="connsiteX655-62303" fmla="*/ 2007635 w 18982931"/>
              <a:gd name="connsiteY655-62304" fmla="*/ 886047 h 4449429"/>
              <a:gd name="connsiteX656-62305" fmla="*/ 2044211 w 18982931"/>
              <a:gd name="connsiteY656-62306" fmla="*/ 886047 h 4449429"/>
              <a:gd name="connsiteX657-62307" fmla="*/ 2044211 w 18982931"/>
              <a:gd name="connsiteY657-62308" fmla="*/ 748887 h 4449429"/>
              <a:gd name="connsiteX658-62309" fmla="*/ 2007635 w 18982931"/>
              <a:gd name="connsiteY658-62310" fmla="*/ 748887 h 4449429"/>
              <a:gd name="connsiteX659-62311" fmla="*/ 17088019 w 18982931"/>
              <a:gd name="connsiteY659-62312" fmla="*/ 737716 h 4449429"/>
              <a:gd name="connsiteX660-62313" fmla="*/ 17088019 w 18982931"/>
              <a:gd name="connsiteY660-62314" fmla="*/ 825107 h 4449429"/>
              <a:gd name="connsiteX661-62315" fmla="*/ 17124595 w 18982931"/>
              <a:gd name="connsiteY661-62316" fmla="*/ 825107 h 4449429"/>
              <a:gd name="connsiteX662-62317" fmla="*/ 17124595 w 18982931"/>
              <a:gd name="connsiteY662-62318" fmla="*/ 737716 h 4449429"/>
              <a:gd name="connsiteX663-62319" fmla="*/ 17088019 w 18982931"/>
              <a:gd name="connsiteY663-62320" fmla="*/ 737716 h 4449429"/>
              <a:gd name="connsiteX664-62321" fmla="*/ 17021803 w 18982931"/>
              <a:gd name="connsiteY664-62322" fmla="*/ 737716 h 4449429"/>
              <a:gd name="connsiteX665-62323" fmla="*/ 17021803 w 18982931"/>
              <a:gd name="connsiteY665-62324" fmla="*/ 825107 h 4449429"/>
              <a:gd name="connsiteX666-62325" fmla="*/ 17058379 w 18982931"/>
              <a:gd name="connsiteY666-62326" fmla="*/ 825107 h 4449429"/>
              <a:gd name="connsiteX667-62327" fmla="*/ 17058379 w 18982931"/>
              <a:gd name="connsiteY667-62328" fmla="*/ 737716 h 4449429"/>
              <a:gd name="connsiteX668-62329" fmla="*/ 17021803 w 18982931"/>
              <a:gd name="connsiteY668-62330" fmla="*/ 737716 h 4449429"/>
              <a:gd name="connsiteX669-62331" fmla="*/ 16955591 w 18982931"/>
              <a:gd name="connsiteY669-62332" fmla="*/ 737716 h 4449429"/>
              <a:gd name="connsiteX670-62333" fmla="*/ 16955591 w 18982931"/>
              <a:gd name="connsiteY670-62334" fmla="*/ 825107 h 4449429"/>
              <a:gd name="connsiteX671-62335" fmla="*/ 16992167 w 18982931"/>
              <a:gd name="connsiteY671-62336" fmla="*/ 825107 h 4449429"/>
              <a:gd name="connsiteX672-62337" fmla="*/ 16992167 w 18982931"/>
              <a:gd name="connsiteY672-62338" fmla="*/ 737716 h 4449429"/>
              <a:gd name="connsiteX673-62339" fmla="*/ 16955591 w 18982931"/>
              <a:gd name="connsiteY673-62340" fmla="*/ 737716 h 4449429"/>
              <a:gd name="connsiteX674-62341" fmla="*/ 16889375 w 18982931"/>
              <a:gd name="connsiteY674-62342" fmla="*/ 737716 h 4449429"/>
              <a:gd name="connsiteX675-62343" fmla="*/ 16889375 w 18982931"/>
              <a:gd name="connsiteY675-62344" fmla="*/ 825107 h 4449429"/>
              <a:gd name="connsiteX676-62345" fmla="*/ 16925951 w 18982931"/>
              <a:gd name="connsiteY676-62346" fmla="*/ 825107 h 4449429"/>
              <a:gd name="connsiteX677-62347" fmla="*/ 16925951 w 18982931"/>
              <a:gd name="connsiteY677-62348" fmla="*/ 737716 h 4449429"/>
              <a:gd name="connsiteX678-62349" fmla="*/ 16889375 w 18982931"/>
              <a:gd name="connsiteY678-62350" fmla="*/ 737716 h 4449429"/>
              <a:gd name="connsiteX679-62351" fmla="*/ 16823163 w 18982931"/>
              <a:gd name="connsiteY679-62352" fmla="*/ 737716 h 4449429"/>
              <a:gd name="connsiteX680-62353" fmla="*/ 16823163 w 18982931"/>
              <a:gd name="connsiteY680-62354" fmla="*/ 825107 h 4449429"/>
              <a:gd name="connsiteX681-62355" fmla="*/ 16859739 w 18982931"/>
              <a:gd name="connsiteY681-62356" fmla="*/ 825107 h 4449429"/>
              <a:gd name="connsiteX682-62357" fmla="*/ 16859739 w 18982931"/>
              <a:gd name="connsiteY682-62358" fmla="*/ 737716 h 4449429"/>
              <a:gd name="connsiteX683-62359" fmla="*/ 16823163 w 18982931"/>
              <a:gd name="connsiteY683-62360" fmla="*/ 737716 h 4449429"/>
              <a:gd name="connsiteX684-62361" fmla="*/ 16756948 w 18982931"/>
              <a:gd name="connsiteY684-62362" fmla="*/ 737716 h 4449429"/>
              <a:gd name="connsiteX685-62363" fmla="*/ 16756948 w 18982931"/>
              <a:gd name="connsiteY685-62364" fmla="*/ 825107 h 4449429"/>
              <a:gd name="connsiteX686-62365" fmla="*/ 16793523 w 18982931"/>
              <a:gd name="connsiteY686-62366" fmla="*/ 825107 h 4449429"/>
              <a:gd name="connsiteX687-62367" fmla="*/ 16793523 w 18982931"/>
              <a:gd name="connsiteY687-62368" fmla="*/ 737716 h 4449429"/>
              <a:gd name="connsiteX688-62369" fmla="*/ 16756948 w 18982931"/>
              <a:gd name="connsiteY688-62370" fmla="*/ 737716 h 4449429"/>
              <a:gd name="connsiteX689-62371" fmla="*/ 13739104 w 18982931"/>
              <a:gd name="connsiteY689-62372" fmla="*/ 0 h 4449429"/>
              <a:gd name="connsiteX690-62373" fmla="*/ 13842002 w 18982931"/>
              <a:gd name="connsiteY690-62374" fmla="*/ 0 h 4449429"/>
              <a:gd name="connsiteX691-62375" fmla="*/ 13883163 w 18982931"/>
              <a:gd name="connsiteY691-62376" fmla="*/ 428067 h 4449429"/>
              <a:gd name="connsiteX692-62377" fmla="*/ 13883163 w 18982931"/>
              <a:gd name="connsiteY692-62378" fmla="*/ 456882 h 4449429"/>
              <a:gd name="connsiteX693-62379" fmla="*/ 13907863 w 18982931"/>
              <a:gd name="connsiteY693-62380" fmla="*/ 954919 h 4449429"/>
              <a:gd name="connsiteX694-62381" fmla="*/ 13911978 w 18982931"/>
              <a:gd name="connsiteY694-62382" fmla="*/ 1679340 h 4449429"/>
              <a:gd name="connsiteX695-62383" fmla="*/ 13916091 w 18982931"/>
              <a:gd name="connsiteY695-62384" fmla="*/ 2058015 h 4449429"/>
              <a:gd name="connsiteX696-62385" fmla="*/ 13936673 w 18982931"/>
              <a:gd name="connsiteY696-62386" fmla="*/ 2086829 h 4449429"/>
              <a:gd name="connsiteX697-62387" fmla="*/ 13953138 w 18982931"/>
              <a:gd name="connsiteY697-62388" fmla="*/ 2058015 h 4449429"/>
              <a:gd name="connsiteX698-62389" fmla="*/ 13953138 w 18982931"/>
              <a:gd name="connsiteY698-62390" fmla="*/ 1955115 h 4449429"/>
              <a:gd name="connsiteX699-62391" fmla="*/ 13965483 w 18982931"/>
              <a:gd name="connsiteY699-62392" fmla="*/ 1922188 h 4449429"/>
              <a:gd name="connsiteX700-62393" fmla="*/ 13986066 w 18982931"/>
              <a:gd name="connsiteY700-62394" fmla="*/ 1876909 h 4449429"/>
              <a:gd name="connsiteX701-62395" fmla="*/ 13986066 w 18982931"/>
              <a:gd name="connsiteY701-62396" fmla="*/ 1625834 h 4449429"/>
              <a:gd name="connsiteX702-62397" fmla="*/ 14051922 w 18982931"/>
              <a:gd name="connsiteY702-62398" fmla="*/ 1617602 h 4449429"/>
              <a:gd name="connsiteX703-62399" fmla="*/ 14047992 w 18982931"/>
              <a:gd name="connsiteY703-62400" fmla="*/ 1005560 h 4449429"/>
              <a:gd name="connsiteX704-62401" fmla="*/ 14082534 w 18982931"/>
              <a:gd name="connsiteY704-62402" fmla="*/ 1005560 h 4449429"/>
              <a:gd name="connsiteX705-62403" fmla="*/ 14082534 w 18982931"/>
              <a:gd name="connsiteY705-62404" fmla="*/ 868400 h 4449429"/>
              <a:gd name="connsiteX706-62405" fmla="*/ 14047111 w 18982931"/>
              <a:gd name="connsiteY706-62406" fmla="*/ 868400 h 4449429"/>
              <a:gd name="connsiteX707-62407" fmla="*/ 14046442 w 18982931"/>
              <a:gd name="connsiteY707-62408" fmla="*/ 764191 h 4449429"/>
              <a:gd name="connsiteX708-62409" fmla="*/ 14187749 w 18982931"/>
              <a:gd name="connsiteY708-62410" fmla="*/ 436300 h 4449429"/>
              <a:gd name="connsiteX709-62411" fmla="*/ 14212445 w 18982931"/>
              <a:gd name="connsiteY709-62412" fmla="*/ 411603 h 4449429"/>
              <a:gd name="connsiteX710-62413" fmla="*/ 14410015 w 18982931"/>
              <a:gd name="connsiteY710-62414" fmla="*/ 444532 h 4449429"/>
              <a:gd name="connsiteX711-62415" fmla="*/ 14442947 w 18982931"/>
              <a:gd name="connsiteY711-62416" fmla="*/ 275776 h 4449429"/>
              <a:gd name="connsiteX712-62417" fmla="*/ 14479990 w 18982931"/>
              <a:gd name="connsiteY712-62418" fmla="*/ 246961 h 4449429"/>
              <a:gd name="connsiteX713-62419" fmla="*/ 14517032 w 18982931"/>
              <a:gd name="connsiteY713-62420" fmla="*/ 271658 h 4449429"/>
              <a:gd name="connsiteX714-62421" fmla="*/ 14574655 w 18982931"/>
              <a:gd name="connsiteY714-62422" fmla="*/ 522739 h 4449429"/>
              <a:gd name="connsiteX715-62423" fmla="*/ 14603469 w 18982931"/>
              <a:gd name="connsiteY715-62424" fmla="*/ 1123678 h 4449429"/>
              <a:gd name="connsiteX716-62425" fmla="*/ 14603469 w 18982931"/>
              <a:gd name="connsiteY716-62426" fmla="*/ 1617602 h 4449429"/>
              <a:gd name="connsiteX717-62427" fmla="*/ 14595237 w 18982931"/>
              <a:gd name="connsiteY717-62428" fmla="*/ 1683457 h 4449429"/>
              <a:gd name="connsiteX718-62429" fmla="*/ 14607589 w 18982931"/>
              <a:gd name="connsiteY718-62430" fmla="*/ 1753429 h 4449429"/>
              <a:gd name="connsiteX719-62431" fmla="*/ 14656976 w 18982931"/>
              <a:gd name="connsiteY719-62432" fmla="*/ 1753429 h 4449429"/>
              <a:gd name="connsiteX720-62433" fmla="*/ 14706369 w 18982931"/>
              <a:gd name="connsiteY720-62434" fmla="*/ 1568210 h 4449429"/>
              <a:gd name="connsiteX721-62435" fmla="*/ 14722833 w 18982931"/>
              <a:gd name="connsiteY721-62436" fmla="*/ 1568210 h 4449429"/>
              <a:gd name="connsiteX722-62437" fmla="*/ 14768111 w 18982931"/>
              <a:gd name="connsiteY722-62438" fmla="*/ 1753429 h 4449429"/>
              <a:gd name="connsiteX723-62439" fmla="*/ 14875128 w 18982931"/>
              <a:gd name="connsiteY723-62440" fmla="*/ 1753429 h 4449429"/>
              <a:gd name="connsiteX724-62441" fmla="*/ 14883360 w 18982931"/>
              <a:gd name="connsiteY724-62442" fmla="*/ 1827516 h 4449429"/>
              <a:gd name="connsiteX725-62443" fmla="*/ 14940984 w 18982931"/>
              <a:gd name="connsiteY725-62444" fmla="*/ 1827516 h 4449429"/>
              <a:gd name="connsiteX726-62445" fmla="*/ 15019191 w 18982931"/>
              <a:gd name="connsiteY726-62446" fmla="*/ 1625834 h 4449429"/>
              <a:gd name="connsiteX727-62447" fmla="*/ 15043883 w 18982931"/>
              <a:gd name="connsiteY727-62448" fmla="*/ 1090750 h 4449429"/>
              <a:gd name="connsiteX728-62449" fmla="*/ 15134436 w 18982931"/>
              <a:gd name="connsiteY728-62450" fmla="*/ 1000197 h 4449429"/>
              <a:gd name="connsiteX729-62451" fmla="*/ 15212643 w 18982931"/>
              <a:gd name="connsiteY729-62452" fmla="*/ 1078400 h 4449429"/>
              <a:gd name="connsiteX730-62453" fmla="*/ 15212643 w 18982931"/>
              <a:gd name="connsiteY730-62454" fmla="*/ 1152488 h 4449429"/>
              <a:gd name="connsiteX731-62455" fmla="*/ 15224993 w 18982931"/>
              <a:gd name="connsiteY731-62456" fmla="*/ 1119560 h 4449429"/>
              <a:gd name="connsiteX732-62457" fmla="*/ 15237338 w 18982931"/>
              <a:gd name="connsiteY732-62458" fmla="*/ 563899 h 4449429"/>
              <a:gd name="connsiteX733-62459" fmla="*/ 15290845 w 18982931"/>
              <a:gd name="connsiteY733-62460" fmla="*/ 382793 h 4449429"/>
              <a:gd name="connsiteX734-62461" fmla="*/ 15323772 w 18982931"/>
              <a:gd name="connsiteY734-62462" fmla="*/ 300473 h 4449429"/>
              <a:gd name="connsiteX735-62463" fmla="*/ 15364932 w 18982931"/>
              <a:gd name="connsiteY735-62464" fmla="*/ 259313 h 4449429"/>
              <a:gd name="connsiteX736-62465" fmla="*/ 15389634 w 18982931"/>
              <a:gd name="connsiteY736-62466" fmla="*/ 296354 h 4449429"/>
              <a:gd name="connsiteX737-62467" fmla="*/ 15401979 w 18982931"/>
              <a:gd name="connsiteY737-62468" fmla="*/ 411603 h 4449429"/>
              <a:gd name="connsiteX738-62469" fmla="*/ 15451371 w 18982931"/>
              <a:gd name="connsiteY738-62470" fmla="*/ 703843 h 4449429"/>
              <a:gd name="connsiteX739-62471" fmla="*/ 15455486 w 18982931"/>
              <a:gd name="connsiteY739-62472" fmla="*/ 1173070 h 4449429"/>
              <a:gd name="connsiteX740-62473" fmla="*/ 15455486 w 18982931"/>
              <a:gd name="connsiteY740-62474" fmla="*/ 1238927 h 4449429"/>
              <a:gd name="connsiteX741-62475" fmla="*/ 15727143 w 18982931"/>
              <a:gd name="connsiteY741-62476" fmla="*/ 1238927 h 4449429"/>
              <a:gd name="connsiteX742-62477" fmla="*/ 15727143 w 18982931"/>
              <a:gd name="connsiteY742-62478" fmla="*/ 1465306 h 4449429"/>
              <a:gd name="connsiteX743-62479" fmla="*/ 15772422 w 18982931"/>
              <a:gd name="connsiteY743-62480" fmla="*/ 1469425 h 4449429"/>
              <a:gd name="connsiteX744-62481" fmla="*/ 15850624 w 18982931"/>
              <a:gd name="connsiteY744-62482" fmla="*/ 1551745 h 4449429"/>
              <a:gd name="connsiteX745-62483" fmla="*/ 15850624 w 18982931"/>
              <a:gd name="connsiteY745-62484" fmla="*/ 2224712 h 4449429"/>
              <a:gd name="connsiteX746-62485" fmla="*/ 15923336 w 18982931"/>
              <a:gd name="connsiteY746-62486" fmla="*/ 2224712 h 4449429"/>
              <a:gd name="connsiteX747-62487" fmla="*/ 15924718 w 18982931"/>
              <a:gd name="connsiteY747-62488" fmla="*/ 2177381 h 4449429"/>
              <a:gd name="connsiteX748-62489" fmla="*/ 15982338 w 18982931"/>
              <a:gd name="connsiteY748-62490" fmla="*/ 2103294 h 4449429"/>
              <a:gd name="connsiteX749-62491" fmla="*/ 15986455 w 18982931"/>
              <a:gd name="connsiteY749-62492" fmla="*/ 2045669 h 4449429"/>
              <a:gd name="connsiteX750-62493" fmla="*/ 16002920 w 18982931"/>
              <a:gd name="connsiteY750-62494" fmla="*/ 2033319 h 4449429"/>
              <a:gd name="connsiteX751-62495" fmla="*/ 16015265 w 18982931"/>
              <a:gd name="connsiteY751-62496" fmla="*/ 2041550 h 4449429"/>
              <a:gd name="connsiteX752-62497" fmla="*/ 16056425 w 18982931"/>
              <a:gd name="connsiteY752-62498" fmla="*/ 2210310 h 4449429"/>
              <a:gd name="connsiteX753-62499" fmla="*/ 16056425 w 18982931"/>
              <a:gd name="connsiteY753-62500" fmla="*/ 2276166 h 4449429"/>
              <a:gd name="connsiteX754-62501" fmla="*/ 16077008 w 18982931"/>
              <a:gd name="connsiteY754-62502" fmla="*/ 2276166 h 4449429"/>
              <a:gd name="connsiteX755-62503" fmla="*/ 16097587 w 18982931"/>
              <a:gd name="connsiteY755-62504" fmla="*/ 1938652 h 4449429"/>
              <a:gd name="connsiteX756-62505" fmla="*/ 16122282 w 18982931"/>
              <a:gd name="connsiteY756-62506" fmla="*/ 1934533 h 4449429"/>
              <a:gd name="connsiteX757-62507" fmla="*/ 16155210 w 18982931"/>
              <a:gd name="connsiteY757-62508" fmla="*/ 1938652 h 4449429"/>
              <a:gd name="connsiteX758-62509" fmla="*/ 16155210 w 18982931"/>
              <a:gd name="connsiteY758-62510" fmla="*/ 2272048 h 4449429"/>
              <a:gd name="connsiteX759-62511" fmla="*/ 16175792 w 18982931"/>
              <a:gd name="connsiteY759-62512" fmla="*/ 2276166 h 4449429"/>
              <a:gd name="connsiteX760-62513" fmla="*/ 16192257 w 18982931"/>
              <a:gd name="connsiteY760-62514" fmla="*/ 2243238 h 4449429"/>
              <a:gd name="connsiteX761-62515" fmla="*/ 16192257 w 18982931"/>
              <a:gd name="connsiteY761-62516" fmla="*/ 1992158 h 4449429"/>
              <a:gd name="connsiteX762-62517" fmla="*/ 16192257 w 18982931"/>
              <a:gd name="connsiteY762-62518" fmla="*/ 1774011 h 4449429"/>
              <a:gd name="connsiteX763-62519" fmla="*/ 16488610 w 18982931"/>
              <a:gd name="connsiteY763-62520" fmla="*/ 1774011 h 4449429"/>
              <a:gd name="connsiteX764-62521" fmla="*/ 16538004 w 18982931"/>
              <a:gd name="connsiteY764-62522" fmla="*/ 1823403 h 4449429"/>
              <a:gd name="connsiteX765-62523" fmla="*/ 16538004 w 18982931"/>
              <a:gd name="connsiteY765-62524" fmla="*/ 2029205 h 4449429"/>
              <a:gd name="connsiteX766-62525" fmla="*/ 16550349 w 18982931"/>
              <a:gd name="connsiteY766-62526" fmla="*/ 2033319 h 4449429"/>
              <a:gd name="connsiteX767-62527" fmla="*/ 16566812 w 18982931"/>
              <a:gd name="connsiteY767-62528" fmla="*/ 1992158 h 4449429"/>
              <a:gd name="connsiteX768-62529" fmla="*/ 16570932 w 18982931"/>
              <a:gd name="connsiteY768-62530" fmla="*/ 1695804 h 4449429"/>
              <a:gd name="connsiteX769-62531" fmla="*/ 16566812 w 18982931"/>
              <a:gd name="connsiteY769-62532" fmla="*/ 773813 h 4449429"/>
              <a:gd name="connsiteX770-62533" fmla="*/ 16636788 w 18982931"/>
              <a:gd name="connsiteY770-62534" fmla="*/ 646219 h 4449429"/>
              <a:gd name="connsiteX771-62535" fmla="*/ 16723226 w 18982931"/>
              <a:gd name="connsiteY771-62536" fmla="*/ 514506 h 4449429"/>
              <a:gd name="connsiteX772-62537" fmla="*/ 16743805 w 18982931"/>
              <a:gd name="connsiteY772-62538" fmla="*/ 481577 h 4449429"/>
              <a:gd name="connsiteX773-62539" fmla="*/ 16817899 w 18982931"/>
              <a:gd name="connsiteY773-62540" fmla="*/ 329283 h 4449429"/>
              <a:gd name="connsiteX774-62541" fmla="*/ 16842595 w 18982931"/>
              <a:gd name="connsiteY774-62542" fmla="*/ 275776 h 4449429"/>
              <a:gd name="connsiteX775-62543" fmla="*/ 16859059 w 18982931"/>
              <a:gd name="connsiteY775-62544" fmla="*/ 279891 h 4449429"/>
              <a:gd name="connsiteX776-62545" fmla="*/ 16859059 w 18982931"/>
              <a:gd name="connsiteY776-62546" fmla="*/ 337515 h 4449429"/>
              <a:gd name="connsiteX777-62547" fmla="*/ 16867291 w 18982931"/>
              <a:gd name="connsiteY777-62548" fmla="*/ 382793 h 4449429"/>
              <a:gd name="connsiteX778-62549" fmla="*/ 16966075 w 18982931"/>
              <a:gd name="connsiteY778-62550" fmla="*/ 436300 h 4449429"/>
              <a:gd name="connsiteX779-62551" fmla="*/ 17031935 w 18982931"/>
              <a:gd name="connsiteY779-62552" fmla="*/ 526852 h 4449429"/>
              <a:gd name="connsiteX780-62553" fmla="*/ 17031935 w 18982931"/>
              <a:gd name="connsiteY780-62554" fmla="*/ 596826 h 4449429"/>
              <a:gd name="connsiteX781-62555" fmla="*/ 17060743 w 18982931"/>
              <a:gd name="connsiteY781-62556" fmla="*/ 600941 h 4449429"/>
              <a:gd name="connsiteX782-62557" fmla="*/ 17147183 w 18982931"/>
              <a:gd name="connsiteY782-62558" fmla="*/ 691493 h 4449429"/>
              <a:gd name="connsiteX783-62559" fmla="*/ 17147219 w 18982931"/>
              <a:gd name="connsiteY783-62560" fmla="*/ 704240 h 4449429"/>
              <a:gd name="connsiteX784-62561" fmla="*/ 17148515 w 18982931"/>
              <a:gd name="connsiteY784-62562" fmla="*/ 704240 h 4449429"/>
              <a:gd name="connsiteX785-62563" fmla="*/ 17148515 w 18982931"/>
              <a:gd name="connsiteY785-62564" fmla="*/ 880086 h 4449429"/>
              <a:gd name="connsiteX786-62565" fmla="*/ 17147731 w 18982931"/>
              <a:gd name="connsiteY786-62566" fmla="*/ 880086 h 4449429"/>
              <a:gd name="connsiteX787-62567" fmla="*/ 17151295 w 18982931"/>
              <a:gd name="connsiteY787-62568" fmla="*/ 2103294 h 4449429"/>
              <a:gd name="connsiteX788-62569" fmla="*/ 17151295 w 18982931"/>
              <a:gd name="connsiteY788-62570" fmla="*/ 2152686 h 4449429"/>
              <a:gd name="connsiteX789-62571" fmla="*/ 17225383 w 18982931"/>
              <a:gd name="connsiteY789-62572" fmla="*/ 2152686 h 4449429"/>
              <a:gd name="connsiteX790-62573" fmla="*/ 17225383 w 18982931"/>
              <a:gd name="connsiteY790-62574" fmla="*/ 1811053 h 4449429"/>
              <a:gd name="connsiteX791-62575" fmla="*/ 17307703 w 18982931"/>
              <a:gd name="connsiteY791-62576" fmla="*/ 1757546 h 4449429"/>
              <a:gd name="connsiteX792-62577" fmla="*/ 17307703 w 18982931"/>
              <a:gd name="connsiteY792-62578" fmla="*/ 1889260 h 4449429"/>
              <a:gd name="connsiteX793-62579" fmla="*/ 17336519 w 18982931"/>
              <a:gd name="connsiteY793-62580" fmla="*/ 1926302 h 4449429"/>
              <a:gd name="connsiteX794-62581" fmla="*/ 17381799 w 18982931"/>
              <a:gd name="connsiteY794-62582" fmla="*/ 1975695 h 4449429"/>
              <a:gd name="connsiteX795-62583" fmla="*/ 17381799 w 18982931"/>
              <a:gd name="connsiteY795-62584" fmla="*/ 2165031 h 4449429"/>
              <a:gd name="connsiteX796-62585" fmla="*/ 17562899 w 18982931"/>
              <a:gd name="connsiteY796-62586" fmla="*/ 2165031 h 4449429"/>
              <a:gd name="connsiteX797-62587" fmla="*/ 17562899 w 18982931"/>
              <a:gd name="connsiteY797-62588" fmla="*/ 2329673 h 4449429"/>
              <a:gd name="connsiteX798-62589" fmla="*/ 17575251 w 18982931"/>
              <a:gd name="connsiteY798-62590" fmla="*/ 2329673 h 4449429"/>
              <a:gd name="connsiteX799-62591" fmla="*/ 17575251 w 18982931"/>
              <a:gd name="connsiteY799-62592" fmla="*/ 2127989 h 4449429"/>
              <a:gd name="connsiteX800-62593" fmla="*/ 17591711 w 18982931"/>
              <a:gd name="connsiteY800-62594" fmla="*/ 1609370 h 4449429"/>
              <a:gd name="connsiteX801-62595" fmla="*/ 17604059 w 18982931"/>
              <a:gd name="connsiteY801-62596" fmla="*/ 1584673 h 4449429"/>
              <a:gd name="connsiteX802-62597" fmla="*/ 17711083 w 18982931"/>
              <a:gd name="connsiteY802-62598" fmla="*/ 1580555 h 4449429"/>
              <a:gd name="connsiteX803-62599" fmla="*/ 17735775 w 18982931"/>
              <a:gd name="connsiteY803-62600" fmla="*/ 1609370 h 4449429"/>
              <a:gd name="connsiteX804-62601" fmla="*/ 17772819 w 18982931"/>
              <a:gd name="connsiteY804-62602" fmla="*/ 1613483 h 4449429"/>
              <a:gd name="connsiteX805-62603" fmla="*/ 17768699 w 18982931"/>
              <a:gd name="connsiteY805-62604" fmla="*/ 1559977 h 4449429"/>
              <a:gd name="connsiteX806-62605" fmla="*/ 17772819 w 18982931"/>
              <a:gd name="connsiteY806-62606" fmla="*/ 1531163 h 4449429"/>
              <a:gd name="connsiteX807-62607" fmla="*/ 17797515 w 18982931"/>
              <a:gd name="connsiteY807-62608" fmla="*/ 1469425 h 4449429"/>
              <a:gd name="connsiteX808-62609" fmla="*/ 17797515 w 18982931"/>
              <a:gd name="connsiteY808-62610" fmla="*/ 1374754 h 4449429"/>
              <a:gd name="connsiteX809-62611" fmla="*/ 17813979 w 18982931"/>
              <a:gd name="connsiteY809-62612" fmla="*/ 1374754 h 4449429"/>
              <a:gd name="connsiteX810-62613" fmla="*/ 17834559 w 18982931"/>
              <a:gd name="connsiteY810-62614" fmla="*/ 1424146 h 4449429"/>
              <a:gd name="connsiteX811-62615" fmla="*/ 17912763 w 18982931"/>
              <a:gd name="connsiteY811-62616" fmla="*/ 1378872 h 4449429"/>
              <a:gd name="connsiteX812-62617" fmla="*/ 18069171 w 18982931"/>
              <a:gd name="connsiteY812-62618" fmla="*/ 1415914 h 4449429"/>
              <a:gd name="connsiteX813-62619" fmla="*/ 18069171 w 18982931"/>
              <a:gd name="connsiteY813-62620" fmla="*/ 1576442 h 4449429"/>
              <a:gd name="connsiteX814-62621" fmla="*/ 18237927 w 18982931"/>
              <a:gd name="connsiteY814-62622" fmla="*/ 1576442 h 4449429"/>
              <a:gd name="connsiteX815-62623" fmla="*/ 18237927 w 18982931"/>
              <a:gd name="connsiteY815-62624" fmla="*/ 1642297 h 4449429"/>
              <a:gd name="connsiteX816-62625" fmla="*/ 18270859 w 18982931"/>
              <a:gd name="connsiteY816-62626" fmla="*/ 1691690 h 4449429"/>
              <a:gd name="connsiteX817-62627" fmla="*/ 18270859 w 18982931"/>
              <a:gd name="connsiteY817-62628" fmla="*/ 1704036 h 4449429"/>
              <a:gd name="connsiteX818-62629" fmla="*/ 18274975 w 18982931"/>
              <a:gd name="connsiteY818-62630" fmla="*/ 1926302 h 4449429"/>
              <a:gd name="connsiteX819-62631" fmla="*/ 18279087 w 18982931"/>
              <a:gd name="connsiteY819-62632" fmla="*/ 1938652 h 4449429"/>
              <a:gd name="connsiteX820-62633" fmla="*/ 18320247 w 18982931"/>
              <a:gd name="connsiteY820-62634" fmla="*/ 1934533 h 4449429"/>
              <a:gd name="connsiteX821-62635" fmla="*/ 18320247 w 18982931"/>
              <a:gd name="connsiteY821-62636" fmla="*/ 1144256 h 4449429"/>
              <a:gd name="connsiteX822-62637" fmla="*/ 18303783 w 18982931"/>
              <a:gd name="connsiteY822-62638" fmla="*/ 1111328 h 4449429"/>
              <a:gd name="connsiteX823-62639" fmla="*/ 18287323 w 18982931"/>
              <a:gd name="connsiteY823-62640" fmla="*/ 1024893 h 4449429"/>
              <a:gd name="connsiteX824-62641" fmla="*/ 18336711 w 18982931"/>
              <a:gd name="connsiteY824-62642" fmla="*/ 1000197 h 4449429"/>
              <a:gd name="connsiteX825-62643" fmla="*/ 18361407 w 18982931"/>
              <a:gd name="connsiteY825-62644" fmla="*/ 996079 h 4449429"/>
              <a:gd name="connsiteX826-62645" fmla="*/ 18373759 w 18982931"/>
              <a:gd name="connsiteY826-62646" fmla="*/ 946687 h 4449429"/>
              <a:gd name="connsiteX827-62647" fmla="*/ 18534287 w 18982931"/>
              <a:gd name="connsiteY827-62648" fmla="*/ 946687 h 4449429"/>
              <a:gd name="connsiteX828-62649" fmla="*/ 18563095 w 18982931"/>
              <a:gd name="connsiteY828-62650" fmla="*/ 798510 h 4449429"/>
              <a:gd name="connsiteX829-62651" fmla="*/ 18731851 w 18982931"/>
              <a:gd name="connsiteY829-62652" fmla="*/ 806742 h 4449429"/>
              <a:gd name="connsiteX830-62653" fmla="*/ 18773011 w 18982931"/>
              <a:gd name="connsiteY830-62654" fmla="*/ 798510 h 4449429"/>
              <a:gd name="connsiteX831-62655" fmla="*/ 18822407 w 18982931"/>
              <a:gd name="connsiteY831-62656" fmla="*/ 893180 h 4449429"/>
              <a:gd name="connsiteX832-62657" fmla="*/ 18822407 w 18982931"/>
              <a:gd name="connsiteY832-62658" fmla="*/ 963151 h 4449429"/>
              <a:gd name="connsiteX833-62659" fmla="*/ 18982931 w 18982931"/>
              <a:gd name="connsiteY833-62660" fmla="*/ 983734 h 4449429"/>
              <a:gd name="connsiteX834-62661" fmla="*/ 18982931 w 18982931"/>
              <a:gd name="connsiteY834-62662" fmla="*/ 4449429 h 4449429"/>
              <a:gd name="connsiteX835-62663" fmla="*/ 11998023 w 18982931"/>
              <a:gd name="connsiteY835-62664" fmla="*/ 4449429 h 4449429"/>
              <a:gd name="connsiteX836-62665" fmla="*/ 11995198 w 18982931"/>
              <a:gd name="connsiteY836-62666" fmla="*/ 4429646 h 4449429"/>
              <a:gd name="connsiteX837-62667" fmla="*/ 11992726 w 18982931"/>
              <a:gd name="connsiteY837-62668" fmla="*/ 4449425 h 4449429"/>
              <a:gd name="connsiteX838-62669" fmla="*/ 8153658 w 18982931"/>
              <a:gd name="connsiteY838-62670" fmla="*/ 4449425 h 4449429"/>
              <a:gd name="connsiteX839-62671" fmla="*/ 8153658 w 18982931"/>
              <a:gd name="connsiteY839-62672" fmla="*/ 4449429 h 4449429"/>
              <a:gd name="connsiteX840-62673" fmla="*/ 6861227 w 18982931"/>
              <a:gd name="connsiteY840-62674" fmla="*/ 4449429 h 4449429"/>
              <a:gd name="connsiteX841-62675" fmla="*/ 6859697 w 18982931"/>
              <a:gd name="connsiteY841-62676" fmla="*/ 4432598 h 4449429"/>
              <a:gd name="connsiteX842-62677" fmla="*/ 6858292 w 18982931"/>
              <a:gd name="connsiteY842-62678" fmla="*/ 4449425 h 4449429"/>
              <a:gd name="connsiteX843-62679" fmla="*/ 7922 w 18982931"/>
              <a:gd name="connsiteY843-62680" fmla="*/ 4440866 h 4449429"/>
              <a:gd name="connsiteX844-62681" fmla="*/ 0 w 18982931"/>
              <a:gd name="connsiteY844-62682" fmla="*/ 1181446 h 4449429"/>
              <a:gd name="connsiteX845-62683" fmla="*/ 169756 w 18982931"/>
              <a:gd name="connsiteY845-62684" fmla="*/ 979616 h 4449429"/>
              <a:gd name="connsiteX846-62685" fmla="*/ 301466 w 18982931"/>
              <a:gd name="connsiteY846-62686" fmla="*/ 971384 h 4449429"/>
              <a:gd name="connsiteX847-62687" fmla="*/ 301466 w 18982931"/>
              <a:gd name="connsiteY847-62688" fmla="*/ 909640 h 4449429"/>
              <a:gd name="connsiteX848-62689" fmla="*/ 346746 w 18982931"/>
              <a:gd name="connsiteY848-62690" fmla="*/ 810855 h 4449429"/>
              <a:gd name="connsiteX849-62691" fmla="*/ 571541 w 18982931"/>
              <a:gd name="connsiteY849-62692" fmla="*/ 799909 h 4449429"/>
              <a:gd name="connsiteX850-62693" fmla="*/ 581356 w 18982931"/>
              <a:gd name="connsiteY850-62694" fmla="*/ 963151 h 4449429"/>
              <a:gd name="connsiteX851-62695" fmla="*/ 737766 w 18982931"/>
              <a:gd name="connsiteY851-62696" fmla="*/ 963151 h 4449429"/>
              <a:gd name="connsiteX852-62697" fmla="*/ 750116 w 18982931"/>
              <a:gd name="connsiteY852-62698" fmla="*/ 1012543 h 4449429"/>
              <a:gd name="connsiteX853-62699" fmla="*/ 778926 w 18982931"/>
              <a:gd name="connsiteY853-62700" fmla="*/ 1016657 h 4449429"/>
              <a:gd name="connsiteX854-62701" fmla="*/ 820087 w 18982931"/>
              <a:gd name="connsiteY854-62702" fmla="*/ 1041353 h 4449429"/>
              <a:gd name="connsiteX855-62703" fmla="*/ 820087 w 18982931"/>
              <a:gd name="connsiteY855-62704" fmla="*/ 1119560 h 4449429"/>
              <a:gd name="connsiteX856-62705" fmla="*/ 791276 w 18982931"/>
              <a:gd name="connsiteY856-62706" fmla="*/ 1193648 h 4449429"/>
              <a:gd name="connsiteX857-62707" fmla="*/ 791276 w 18982931"/>
              <a:gd name="connsiteY857-62708" fmla="*/ 1580555 h 4449429"/>
              <a:gd name="connsiteX858-62709" fmla="*/ 791276 w 18982931"/>
              <a:gd name="connsiteY858-62710" fmla="*/ 1955112 h 4449429"/>
              <a:gd name="connsiteX859-62711" fmla="*/ 856949 w 18982931"/>
              <a:gd name="connsiteY859-62712" fmla="*/ 1950998 h 4449429"/>
              <a:gd name="connsiteX860-62713" fmla="*/ 873596 w 18982931"/>
              <a:gd name="connsiteY860-62714" fmla="*/ 1597020 h 4449429"/>
              <a:gd name="connsiteX861-62715" fmla="*/ 906526 w 18982931"/>
              <a:gd name="connsiteY861-62716" fmla="*/ 1584670 h 4449429"/>
              <a:gd name="connsiteX862-62717" fmla="*/ 1034120 w 18982931"/>
              <a:gd name="connsiteY862-62718" fmla="*/ 1584670 h 4449429"/>
              <a:gd name="connsiteX863-62719" fmla="*/ 1034120 w 18982931"/>
              <a:gd name="connsiteY863-62720" fmla="*/ 1420028 h 4449429"/>
              <a:gd name="connsiteX864-62721" fmla="*/ 1320382 w 18982931"/>
              <a:gd name="connsiteY864-62722" fmla="*/ 1408806 h 4449429"/>
              <a:gd name="connsiteX865-62723" fmla="*/ 1318126 w 18982931"/>
              <a:gd name="connsiteY865-62724" fmla="*/ 1576437 h 4449429"/>
              <a:gd name="connsiteX866-62725" fmla="*/ 1511305 w 18982931"/>
              <a:gd name="connsiteY866-62726" fmla="*/ 1594214 h 4449429"/>
              <a:gd name="connsiteX867-62727" fmla="*/ 1507466 w 18982931"/>
              <a:gd name="connsiteY867-62728" fmla="*/ 2337905 h 4449429"/>
              <a:gd name="connsiteX868-62729" fmla="*/ 1523929 w 18982931"/>
              <a:gd name="connsiteY868-62730" fmla="*/ 2337905 h 4449429"/>
              <a:gd name="connsiteX869-62731" fmla="*/ 1523929 w 18982931"/>
              <a:gd name="connsiteY869-62732" fmla="*/ 2169146 h 4449429"/>
              <a:gd name="connsiteX870-62733" fmla="*/ 1692685 w 18982931"/>
              <a:gd name="connsiteY870-62734" fmla="*/ 2169146 h 4449429"/>
              <a:gd name="connsiteX871-62735" fmla="*/ 1692685 w 18982931"/>
              <a:gd name="connsiteY871-62736" fmla="*/ 2020968 h 4449429"/>
              <a:gd name="connsiteX872-62737" fmla="*/ 1766772 w 18982931"/>
              <a:gd name="connsiteY872-62738" fmla="*/ 1922183 h 4449429"/>
              <a:gd name="connsiteX873-62739" fmla="*/ 1766772 w 18982931"/>
              <a:gd name="connsiteY873-62740" fmla="*/ 1757542 h 4449429"/>
              <a:gd name="connsiteX874-62741" fmla="*/ 1849095 w 18982931"/>
              <a:gd name="connsiteY874-62742" fmla="*/ 1757542 h 4449429"/>
              <a:gd name="connsiteX875-62743" fmla="*/ 1849095 w 18982931"/>
              <a:gd name="connsiteY875-62744" fmla="*/ 2156799 h 4449429"/>
              <a:gd name="connsiteX876-62745" fmla="*/ 1919070 w 18982931"/>
              <a:gd name="connsiteY876-62746" fmla="*/ 2156799 h 4449429"/>
              <a:gd name="connsiteX877-62747" fmla="*/ 1919070 w 18982931"/>
              <a:gd name="connsiteY877-62748" fmla="*/ 1864559 h 4449429"/>
              <a:gd name="connsiteX878-62749" fmla="*/ 1919070 w 18982931"/>
              <a:gd name="connsiteY878-62750" fmla="*/ 695608 h 4449429"/>
              <a:gd name="connsiteX879-62751" fmla="*/ 2005504 w 18982931"/>
              <a:gd name="connsiteY879-62752" fmla="*/ 609173 h 4449429"/>
              <a:gd name="connsiteX880-62753" fmla="*/ 2026085 w 18982931"/>
              <a:gd name="connsiteY880-62754" fmla="*/ 605054 h 4449429"/>
              <a:gd name="connsiteX881-62755" fmla="*/ 2100174 w 18982931"/>
              <a:gd name="connsiteY881-62756" fmla="*/ 448645 h 4449429"/>
              <a:gd name="connsiteX882-62757" fmla="*/ 2137215 w 18982931"/>
              <a:gd name="connsiteY882-62758" fmla="*/ 407485 h 4449429"/>
              <a:gd name="connsiteX883-62759" fmla="*/ 2194840 w 18982931"/>
              <a:gd name="connsiteY883-62760" fmla="*/ 337515 h 4449429"/>
              <a:gd name="connsiteX884-62761" fmla="*/ 2198958 w 18982931"/>
              <a:gd name="connsiteY884-62762" fmla="*/ 292236 h 4449429"/>
              <a:gd name="connsiteX885-62763" fmla="*/ 2240121 w 18982931"/>
              <a:gd name="connsiteY885-62764" fmla="*/ 358093 h 4449429"/>
              <a:gd name="connsiteX886-62765" fmla="*/ 2273047 w 18982931"/>
              <a:gd name="connsiteY886-62766" fmla="*/ 444532 h 4449429"/>
              <a:gd name="connsiteX887-62767" fmla="*/ 2330670 w 18982931"/>
              <a:gd name="connsiteY887-62768" fmla="*/ 563894 h 4449429"/>
              <a:gd name="connsiteX888-62769" fmla="*/ 2351248 w 18982931"/>
              <a:gd name="connsiteY888-62770" fmla="*/ 613286 h 4449429"/>
              <a:gd name="connsiteX889-62771" fmla="*/ 2429455 w 18982931"/>
              <a:gd name="connsiteY889-62772" fmla="*/ 675029 h 4449429"/>
              <a:gd name="connsiteX890-62773" fmla="*/ 2470614 w 18982931"/>
              <a:gd name="connsiteY890-62774" fmla="*/ 757350 h 4449429"/>
              <a:gd name="connsiteX891-62775" fmla="*/ 2470614 w 18982931"/>
              <a:gd name="connsiteY891-62776" fmla="*/ 1086631 h 4449429"/>
              <a:gd name="connsiteX892-62777" fmla="*/ 2470614 w 18982931"/>
              <a:gd name="connsiteY892-62778" fmla="*/ 2008622 h 4449429"/>
              <a:gd name="connsiteX893-62779" fmla="*/ 2487080 w 18982931"/>
              <a:gd name="connsiteY893-62780" fmla="*/ 2053897 h 4449429"/>
              <a:gd name="connsiteX894-62781" fmla="*/ 2499426 w 18982931"/>
              <a:gd name="connsiteY894-62782" fmla="*/ 1897488 h 4449429"/>
              <a:gd name="connsiteX895-62783" fmla="*/ 2602322 w 18982931"/>
              <a:gd name="connsiteY895-62784" fmla="*/ 1798703 h 4449429"/>
              <a:gd name="connsiteX896-62785" fmla="*/ 2836935 w 18982931"/>
              <a:gd name="connsiteY896-62786" fmla="*/ 1798703 h 4449429"/>
              <a:gd name="connsiteX897-62787" fmla="*/ 2836935 w 18982931"/>
              <a:gd name="connsiteY897-62788" fmla="*/ 1860446 h 4449429"/>
              <a:gd name="connsiteX898-62789" fmla="*/ 2836935 w 18982931"/>
              <a:gd name="connsiteY898-62790" fmla="*/ 2263816 h 4449429"/>
              <a:gd name="connsiteX899-62791" fmla="*/ 2845169 w 18982931"/>
              <a:gd name="connsiteY899-62792" fmla="*/ 2304976 h 4449429"/>
              <a:gd name="connsiteX900-62793" fmla="*/ 2861629 w 18982931"/>
              <a:gd name="connsiteY900-62794" fmla="*/ 2300858 h 4449429"/>
              <a:gd name="connsiteX901-62795" fmla="*/ 2861629 w 18982931"/>
              <a:gd name="connsiteY901-62796" fmla="*/ 2247351 h 4449429"/>
              <a:gd name="connsiteX902-62797" fmla="*/ 2869861 w 18982931"/>
              <a:gd name="connsiteY902-62798" fmla="*/ 1996272 h 4449429"/>
              <a:gd name="connsiteX903-62799" fmla="*/ 2923374 w 18982931"/>
              <a:gd name="connsiteY903-62800" fmla="*/ 1967462 h 4449429"/>
              <a:gd name="connsiteX904-62801" fmla="*/ 2939836 w 18982931"/>
              <a:gd name="connsiteY904-62802" fmla="*/ 2300858 h 4449429"/>
              <a:gd name="connsiteX905-62803" fmla="*/ 2956300 w 18982931"/>
              <a:gd name="connsiteY905-62804" fmla="*/ 2300858 h 4449429"/>
              <a:gd name="connsiteX906-62805" fmla="*/ 2989230 w 18982931"/>
              <a:gd name="connsiteY906-62806" fmla="*/ 2111521 h 4449429"/>
              <a:gd name="connsiteX907-62807" fmla="*/ 3018038 w 18982931"/>
              <a:gd name="connsiteY907-62808" fmla="*/ 2058015 h 4449429"/>
              <a:gd name="connsiteX908-62809" fmla="*/ 3034502 w 18982931"/>
              <a:gd name="connsiteY908-62810" fmla="*/ 2123871 h 4449429"/>
              <a:gd name="connsiteX909-62811" fmla="*/ 3038620 w 18982931"/>
              <a:gd name="connsiteY909-62812" fmla="*/ 2132104 h 4449429"/>
              <a:gd name="connsiteX910-62813" fmla="*/ 3088018 w 18982931"/>
              <a:gd name="connsiteY910-62814" fmla="*/ 2140336 h 4449429"/>
              <a:gd name="connsiteX911-62815" fmla="*/ 3095320 w 18982931"/>
              <a:gd name="connsiteY911-62816" fmla="*/ 2275334 h 4449429"/>
              <a:gd name="connsiteX912-62817" fmla="*/ 3162101 w 18982931"/>
              <a:gd name="connsiteY912-62818" fmla="*/ 2275334 h 4449429"/>
              <a:gd name="connsiteX913-62819" fmla="*/ 3162101 w 18982931"/>
              <a:gd name="connsiteY913-62820" fmla="*/ 1580555 h 4449429"/>
              <a:gd name="connsiteX914-62821" fmla="*/ 3162101 w 18982931"/>
              <a:gd name="connsiteY914-62822" fmla="*/ 1531163 h 4449429"/>
              <a:gd name="connsiteX915-62823" fmla="*/ 3199146 w 18982931"/>
              <a:gd name="connsiteY915-62824" fmla="*/ 1498235 h 4449429"/>
              <a:gd name="connsiteX916-62825" fmla="*/ 3281469 w 18982931"/>
              <a:gd name="connsiteY916-62826" fmla="*/ 1498235 h 4449429"/>
              <a:gd name="connsiteX917-62827" fmla="*/ 3281469 w 18982931"/>
              <a:gd name="connsiteY917-62828" fmla="*/ 1325362 h 4449429"/>
              <a:gd name="connsiteX918-62829" fmla="*/ 3343207 w 18982931"/>
              <a:gd name="connsiteY918-62830" fmla="*/ 1263619 h 4449429"/>
              <a:gd name="connsiteX919-62831" fmla="*/ 3544891 w 18982931"/>
              <a:gd name="connsiteY919-62832" fmla="*/ 1263619 h 4449429"/>
              <a:gd name="connsiteX920-62833" fmla="*/ 3544891 w 18982931"/>
              <a:gd name="connsiteY920-62834" fmla="*/ 712071 h 4449429"/>
              <a:gd name="connsiteX921-62835" fmla="*/ 3561357 w 18982931"/>
              <a:gd name="connsiteY921-62836" fmla="*/ 555662 h 4449429"/>
              <a:gd name="connsiteX922-62837" fmla="*/ 3606633 w 18982931"/>
              <a:gd name="connsiteY922-62838" fmla="*/ 316933 h 4449429"/>
              <a:gd name="connsiteX923-62839" fmla="*/ 3614865 w 18982931"/>
              <a:gd name="connsiteY923-62840" fmla="*/ 279891 h 4449429"/>
              <a:gd name="connsiteX924-62841" fmla="*/ 3676603 w 18982931"/>
              <a:gd name="connsiteY924-62842" fmla="*/ 341628 h 4449429"/>
              <a:gd name="connsiteX925-62843" fmla="*/ 3684835 w 18982931"/>
              <a:gd name="connsiteY925-62844" fmla="*/ 386907 h 4449429"/>
              <a:gd name="connsiteX926-62845" fmla="*/ 3742460 w 18982931"/>
              <a:gd name="connsiteY926-62846" fmla="*/ 481574 h 4449429"/>
              <a:gd name="connsiteX927-62847" fmla="*/ 3763042 w 18982931"/>
              <a:gd name="connsiteY927-62848" fmla="*/ 703838 h 4449429"/>
              <a:gd name="connsiteX928-62849" fmla="*/ 3763042 w 18982931"/>
              <a:gd name="connsiteY928-62850" fmla="*/ 1144256 h 4449429"/>
              <a:gd name="connsiteX929-62851" fmla="*/ 3771275 w 18982931"/>
              <a:gd name="connsiteY929-62852" fmla="*/ 1181298 h 4449429"/>
              <a:gd name="connsiteX930-62853" fmla="*/ 3775390 w 18982931"/>
              <a:gd name="connsiteY930-62854" fmla="*/ 1115443 h 4449429"/>
              <a:gd name="connsiteX931-62855" fmla="*/ 3923568 w 18982931"/>
              <a:gd name="connsiteY931-62856" fmla="*/ 996079 h 4449429"/>
              <a:gd name="connsiteX932-62857" fmla="*/ 3940029 w 18982931"/>
              <a:gd name="connsiteY932-62858" fmla="*/ 1020776 h 4449429"/>
              <a:gd name="connsiteX933-62859" fmla="*/ 3960611 w 18982931"/>
              <a:gd name="connsiteY933-62860" fmla="*/ 1321244 h 4449429"/>
              <a:gd name="connsiteX934-62861" fmla="*/ 3960611 w 18982931"/>
              <a:gd name="connsiteY934-62862" fmla="*/ 1584670 h 4449429"/>
              <a:gd name="connsiteX935-62863" fmla="*/ 3977076 w 18982931"/>
              <a:gd name="connsiteY935-62864" fmla="*/ 1625830 h 4449429"/>
              <a:gd name="connsiteX936-62865" fmla="*/ 4010007 w 18982931"/>
              <a:gd name="connsiteY936-62866" fmla="*/ 1666990 h 4449429"/>
              <a:gd name="connsiteX937-62867" fmla="*/ 4055279 w 18982931"/>
              <a:gd name="connsiteY937-62868" fmla="*/ 1819286 h 4449429"/>
              <a:gd name="connsiteX938-62869" fmla="*/ 4104670 w 18982931"/>
              <a:gd name="connsiteY938-62870" fmla="*/ 1819286 h 4449429"/>
              <a:gd name="connsiteX939-62871" fmla="*/ 4108788 w 18982931"/>
              <a:gd name="connsiteY939-62872" fmla="*/ 1741079 h 4449429"/>
              <a:gd name="connsiteX940-62873" fmla="*/ 4211689 w 18982931"/>
              <a:gd name="connsiteY940-62874" fmla="*/ 1741079 h 4449429"/>
              <a:gd name="connsiteX941-62875" fmla="*/ 4252847 w 18982931"/>
              <a:gd name="connsiteY941-62876" fmla="*/ 1559973 h 4449429"/>
              <a:gd name="connsiteX942-62877" fmla="*/ 4265197 w 18982931"/>
              <a:gd name="connsiteY942-62878" fmla="*/ 1559973 h 4449429"/>
              <a:gd name="connsiteX943-62879" fmla="*/ 4277546 w 18982931"/>
              <a:gd name="connsiteY943-62880" fmla="*/ 1592900 h 4449429"/>
              <a:gd name="connsiteX944-62881" fmla="*/ 4302239 w 18982931"/>
              <a:gd name="connsiteY944-62882" fmla="*/ 1708150 h 4449429"/>
              <a:gd name="connsiteX945-62883" fmla="*/ 4368100 w 18982931"/>
              <a:gd name="connsiteY945-62884" fmla="*/ 1741079 h 4449429"/>
              <a:gd name="connsiteX946-62885" fmla="*/ 4363984 w 18982931"/>
              <a:gd name="connsiteY946-62886" fmla="*/ 1634062 h 4449429"/>
              <a:gd name="connsiteX947-62887" fmla="*/ 4372218 w 18982931"/>
              <a:gd name="connsiteY947-62888" fmla="*/ 839670 h 4449429"/>
              <a:gd name="connsiteX948-62889" fmla="*/ 4442184 w 18982931"/>
              <a:gd name="connsiteY948-62890" fmla="*/ 279891 h 4449429"/>
              <a:gd name="connsiteX949-62891" fmla="*/ 4479230 w 18982931"/>
              <a:gd name="connsiteY949-62892" fmla="*/ 234611 h 4449429"/>
              <a:gd name="connsiteX950-62893" fmla="*/ 4520394 w 18982931"/>
              <a:gd name="connsiteY950-62894" fmla="*/ 284004 h 4449429"/>
              <a:gd name="connsiteX951-62895" fmla="*/ 4549200 w 18982931"/>
              <a:gd name="connsiteY951-62896" fmla="*/ 440413 h 4449429"/>
              <a:gd name="connsiteX952-62897" fmla="*/ 4680914 w 18982931"/>
              <a:gd name="connsiteY952-62898" fmla="*/ 395140 h 4449429"/>
              <a:gd name="connsiteX953-62899" fmla="*/ 4759121 w 18982931"/>
              <a:gd name="connsiteY953-62900" fmla="*/ 460995 h 4449429"/>
              <a:gd name="connsiteX954-62901" fmla="*/ 4771466 w 18982931"/>
              <a:gd name="connsiteY954-62902" fmla="*/ 493924 h 4449429"/>
              <a:gd name="connsiteX955-62903" fmla="*/ 4888657 w 18982931"/>
              <a:gd name="connsiteY955-62904" fmla="*/ 747622 h 4449429"/>
              <a:gd name="connsiteX956-62905" fmla="*/ 4888893 w 18982931"/>
              <a:gd name="connsiteY956-62906" fmla="*/ 807315 h 4449429"/>
              <a:gd name="connsiteX957-62907" fmla="*/ 4856617 w 18982931"/>
              <a:gd name="connsiteY957-62908" fmla="*/ 807315 h 4449429"/>
              <a:gd name="connsiteX958-62909" fmla="*/ 4856617 w 18982931"/>
              <a:gd name="connsiteY958-62910" fmla="*/ 944475 h 4449429"/>
              <a:gd name="connsiteX959-62911" fmla="*/ 4888332 w 18982931"/>
              <a:gd name="connsiteY959-62912" fmla="*/ 944475 h 4449429"/>
              <a:gd name="connsiteX960-62913" fmla="*/ 4888325 w 18982931"/>
              <a:gd name="connsiteY960-62914" fmla="*/ 945600 h 4449429"/>
              <a:gd name="connsiteX961-62915" fmla="*/ 4890835 w 18982931"/>
              <a:gd name="connsiteY961-62916" fmla="*/ 1609365 h 4449429"/>
              <a:gd name="connsiteX962-62917" fmla="*/ 4952574 w 18982931"/>
              <a:gd name="connsiteY962-62918" fmla="*/ 1617597 h 4449429"/>
              <a:gd name="connsiteX963-62919" fmla="*/ 4952574 w 18982931"/>
              <a:gd name="connsiteY963-62920" fmla="*/ 1868678 h 4449429"/>
              <a:gd name="connsiteX964-62921" fmla="*/ 4956691 w 18982931"/>
              <a:gd name="connsiteY964-62922" fmla="*/ 1905720 h 4449429"/>
              <a:gd name="connsiteX965-62923" fmla="*/ 4981387 w 18982931"/>
              <a:gd name="connsiteY965-62924" fmla="*/ 1967462 h 4449429"/>
              <a:gd name="connsiteX966-62925" fmla="*/ 4981387 w 18982931"/>
              <a:gd name="connsiteY966-62926" fmla="*/ 2058015 h 4449429"/>
              <a:gd name="connsiteX967-62927" fmla="*/ 5001966 w 18982931"/>
              <a:gd name="connsiteY967-62928" fmla="*/ 2086824 h 4449429"/>
              <a:gd name="connsiteX968-62929" fmla="*/ 5018429 w 18982931"/>
              <a:gd name="connsiteY968-62930" fmla="*/ 2078592 h 4449429"/>
              <a:gd name="connsiteX969-62931" fmla="*/ 5018429 w 18982931"/>
              <a:gd name="connsiteY969-62932" fmla="*/ 1881023 h 4449429"/>
              <a:gd name="connsiteX970-62933" fmla="*/ 5018429 w 18982931"/>
              <a:gd name="connsiteY970-62934" fmla="*/ 1366522 h 4449429"/>
              <a:gd name="connsiteX971-62935" fmla="*/ 5034894 w 18982931"/>
              <a:gd name="connsiteY971-62936" fmla="*/ 864367 h 4449429"/>
              <a:gd name="connsiteX972-62937" fmla="*/ 5067821 w 18982931"/>
              <a:gd name="connsiteY972-62938" fmla="*/ 197569 h 4449429"/>
              <a:gd name="connsiteX973-62939" fmla="*/ 5080173 w 18982931"/>
              <a:gd name="connsiteY973-62940" fmla="*/ 102899 h 4449429"/>
              <a:gd name="connsiteX974-62941" fmla="*/ 5216000 w 18982931"/>
              <a:gd name="connsiteY974-62942" fmla="*/ 37042 h 4449429"/>
              <a:gd name="connsiteX975-62943" fmla="*/ 5248927 w 18982931"/>
              <a:gd name="connsiteY975-62944" fmla="*/ 69972 h 4449429"/>
              <a:gd name="connsiteX976-62945" fmla="*/ 5372409 w 18982931"/>
              <a:gd name="connsiteY976-62946" fmla="*/ 69972 h 4449429"/>
              <a:gd name="connsiteX977-62947" fmla="*/ 5434151 w 18982931"/>
              <a:gd name="connsiteY977-62948" fmla="*/ 131714 h 4449429"/>
              <a:gd name="connsiteX978-62949" fmla="*/ 5434151 w 18982931"/>
              <a:gd name="connsiteY978-62950" fmla="*/ 382788 h 4449429"/>
              <a:gd name="connsiteX979-62951" fmla="*/ 5434151 w 18982931"/>
              <a:gd name="connsiteY979-62952" fmla="*/ 683261 h 4449429"/>
              <a:gd name="connsiteX980-62953" fmla="*/ 5545282 w 18982931"/>
              <a:gd name="connsiteY980-62954" fmla="*/ 687375 h 4449429"/>
              <a:gd name="connsiteX981-62955" fmla="*/ 5545282 w 18982931"/>
              <a:gd name="connsiteY981-62956" fmla="*/ 1045471 h 4449429"/>
              <a:gd name="connsiteX982-62957" fmla="*/ 5676994 w 18982931"/>
              <a:gd name="connsiteY982-62958" fmla="*/ 1045471 h 4449429"/>
              <a:gd name="connsiteX983-62959" fmla="*/ 5685227 w 18982931"/>
              <a:gd name="connsiteY983-62960" fmla="*/ 1103096 h 4449429"/>
              <a:gd name="connsiteX984-62961" fmla="*/ 5759314 w 18982931"/>
              <a:gd name="connsiteY984-62962" fmla="*/ 1193648 h 4449429"/>
              <a:gd name="connsiteX985-62963" fmla="*/ 5759314 w 18982931"/>
              <a:gd name="connsiteY985-62964" fmla="*/ 1395331 h 4449429"/>
              <a:gd name="connsiteX986-62965" fmla="*/ 5825171 w 18982931"/>
              <a:gd name="connsiteY986-62966" fmla="*/ 1395331 h 4449429"/>
              <a:gd name="connsiteX987-62967" fmla="*/ 5903378 w 18982931"/>
              <a:gd name="connsiteY987-62968" fmla="*/ 1477653 h 4449429"/>
              <a:gd name="connsiteX988-62969" fmla="*/ 5903378 w 18982931"/>
              <a:gd name="connsiteY988-62970" fmla="*/ 1918070 h 4449429"/>
              <a:gd name="connsiteX989-62971" fmla="*/ 5936306 w 18982931"/>
              <a:gd name="connsiteY989-62972" fmla="*/ 1975695 h 4449429"/>
              <a:gd name="connsiteX990-62973" fmla="*/ 5965115 w 18982931"/>
              <a:gd name="connsiteY990-62974" fmla="*/ 1275969 h 4449429"/>
              <a:gd name="connsiteX991-62975" fmla="*/ 5969235 w 18982931"/>
              <a:gd name="connsiteY991-62976" fmla="*/ 1238922 h 4449429"/>
              <a:gd name="connsiteX992-62977" fmla="*/ 6166804 w 18982931"/>
              <a:gd name="connsiteY992-62978" fmla="*/ 1238922 h 4449429"/>
              <a:gd name="connsiteX993-62979" fmla="*/ 6216196 w 18982931"/>
              <a:gd name="connsiteY993-62980" fmla="*/ 1288315 h 4449429"/>
              <a:gd name="connsiteX994-62981" fmla="*/ 6236774 w 18982931"/>
              <a:gd name="connsiteY994-62982" fmla="*/ 1428261 h 4449429"/>
              <a:gd name="connsiteX995-62983" fmla="*/ 6273821 w 18982931"/>
              <a:gd name="connsiteY995-62984" fmla="*/ 1498235 h 4449429"/>
              <a:gd name="connsiteX996-62985" fmla="*/ 6273821 w 18982931"/>
              <a:gd name="connsiteY996-62986" fmla="*/ 2230888 h 4449429"/>
              <a:gd name="connsiteX997-62987" fmla="*/ 6277935 w 18982931"/>
              <a:gd name="connsiteY997-62988" fmla="*/ 2280280 h 4449429"/>
              <a:gd name="connsiteX998-62989" fmla="*/ 6319095 w 18982931"/>
              <a:gd name="connsiteY998-62990" fmla="*/ 2193841 h 4449429"/>
              <a:gd name="connsiteX999-62991" fmla="*/ 6364373 w 18982931"/>
              <a:gd name="connsiteY999-62992" fmla="*/ 2288513 h 4449429"/>
              <a:gd name="connsiteX1000-62993" fmla="*/ 6389068 w 18982931"/>
              <a:gd name="connsiteY1000-62994" fmla="*/ 2313208 h 4449429"/>
              <a:gd name="connsiteX1001-62995" fmla="*/ 6541355 w 18982931"/>
              <a:gd name="connsiteY1001-62996" fmla="*/ 2313208 h 4449429"/>
              <a:gd name="connsiteX1002-62997" fmla="*/ 6541355 w 18982931"/>
              <a:gd name="connsiteY1002-62998" fmla="*/ 2148567 h 4449429"/>
              <a:gd name="connsiteX1003-62999" fmla="*/ 6660723 w 18982931"/>
              <a:gd name="connsiteY1003-63000" fmla="*/ 2148567 h 4449429"/>
              <a:gd name="connsiteX1004-63001" fmla="*/ 6660723 w 18982931"/>
              <a:gd name="connsiteY1004-63002" fmla="*/ 2259698 h 4449429"/>
              <a:gd name="connsiteX1005-63003" fmla="*/ 6705999 w 18982931"/>
              <a:gd name="connsiteY1005-63004" fmla="*/ 2551938 h 4449429"/>
              <a:gd name="connsiteX1006-63005" fmla="*/ 6714228 w 18982931"/>
              <a:gd name="connsiteY1006-63006" fmla="*/ 2580748 h 4449429"/>
              <a:gd name="connsiteX1007-63007" fmla="*/ 6722461 w 18982931"/>
              <a:gd name="connsiteY1007-63008" fmla="*/ 2576634 h 4449429"/>
              <a:gd name="connsiteX1008-63009" fmla="*/ 6751278 w 18982931"/>
              <a:gd name="connsiteY1008-63010" fmla="*/ 2263816 h 4449429"/>
              <a:gd name="connsiteX1009-63011" fmla="*/ 6800669 w 18982931"/>
              <a:gd name="connsiteY1009-63012" fmla="*/ 2255583 h 4449429"/>
              <a:gd name="connsiteX1010-63013" fmla="*/ 6837709 w 18982931"/>
              <a:gd name="connsiteY1010-63014" fmla="*/ 2181496 h 4449429"/>
              <a:gd name="connsiteX1011-63015" fmla="*/ 6841831 w 18982931"/>
              <a:gd name="connsiteY1011-63016" fmla="*/ 2152681 h 4449429"/>
              <a:gd name="connsiteX1012-63017" fmla="*/ 6845941 w 18982931"/>
              <a:gd name="connsiteY1012-63018" fmla="*/ 2115639 h 4449429"/>
              <a:gd name="connsiteX1013-63019" fmla="*/ 6857139 w 18982931"/>
              <a:gd name="connsiteY1013-63020" fmla="*/ 2115639 h 4449429"/>
              <a:gd name="connsiteX1014-63021" fmla="*/ 6899298 w 18982931"/>
              <a:gd name="connsiteY1014-63022" fmla="*/ 2109470 h 4449429"/>
              <a:gd name="connsiteX1015-63023" fmla="*/ 6922965 w 18982931"/>
              <a:gd name="connsiteY1015-63024" fmla="*/ 2140339 h 4449429"/>
              <a:gd name="connsiteX1016-63025" fmla="*/ 7009406 w 18982931"/>
              <a:gd name="connsiteY1016-63026" fmla="*/ 2070365 h 4449429"/>
              <a:gd name="connsiteX1017-63027" fmla="*/ 7145231 w 18982931"/>
              <a:gd name="connsiteY1017-63028" fmla="*/ 2066247 h 4449429"/>
              <a:gd name="connsiteX1018-63029" fmla="*/ 7145231 w 18982931"/>
              <a:gd name="connsiteY1018-63030" fmla="*/ 1901605 h 4449429"/>
              <a:gd name="connsiteX1019-63031" fmla="*/ 7145231 w 18982931"/>
              <a:gd name="connsiteY1019-63032" fmla="*/ 1769896 h 4449429"/>
              <a:gd name="connsiteX1020-63033" fmla="*/ 7215204 w 18982931"/>
              <a:gd name="connsiteY1020-63034" fmla="*/ 1597024 h 4449429"/>
              <a:gd name="connsiteX1021-63035" fmla="*/ 7285174 w 18982931"/>
              <a:gd name="connsiteY1021-63036" fmla="*/ 1753433 h 4449429"/>
              <a:gd name="connsiteX1022-63037" fmla="*/ 7297524 w 18982931"/>
              <a:gd name="connsiteY1022-63038" fmla="*/ 2062134 h 4449429"/>
              <a:gd name="connsiteX1023-63039" fmla="*/ 7367494 w 18982931"/>
              <a:gd name="connsiteY1023-63040" fmla="*/ 2066247 h 4449429"/>
              <a:gd name="connsiteX1024-63041" fmla="*/ 7371610 w 18982931"/>
              <a:gd name="connsiteY1024-63042" fmla="*/ 2148567 h 4449429"/>
              <a:gd name="connsiteX1025-63043" fmla="*/ 7462167 w 18982931"/>
              <a:gd name="connsiteY1025-63044" fmla="*/ 2148567 h 4449429"/>
              <a:gd name="connsiteX1026-63045" fmla="*/ 7462167 w 18982931"/>
              <a:gd name="connsiteY1026-63046" fmla="*/ 2095061 h 4449429"/>
              <a:gd name="connsiteX1027-63047" fmla="*/ 7462167 w 18982931"/>
              <a:gd name="connsiteY1027-63048" fmla="*/ 1597024 h 4449429"/>
              <a:gd name="connsiteX1028-63049" fmla="*/ 7482743 w 18982931"/>
              <a:gd name="connsiteY1028-63050" fmla="*/ 1008430 h 4449429"/>
              <a:gd name="connsiteX1029-63051" fmla="*/ 7495096 w 18982931"/>
              <a:gd name="connsiteY1029-63052" fmla="*/ 921991 h 4449429"/>
              <a:gd name="connsiteX1030-63053" fmla="*/ 7536254 w 18982931"/>
              <a:gd name="connsiteY1030-63054" fmla="*/ 934341 h 4449429"/>
              <a:gd name="connsiteX1031-63055" fmla="*/ 7577416 w 18982931"/>
              <a:gd name="connsiteY1031-63056" fmla="*/ 563899 h 4449429"/>
              <a:gd name="connsiteX1032-63057" fmla="*/ 7589759 w 18982931"/>
              <a:gd name="connsiteY1032-63058" fmla="*/ 563899 h 4449429"/>
              <a:gd name="connsiteX1033-63059" fmla="*/ 7639153 w 18982931"/>
              <a:gd name="connsiteY1033-63060" fmla="*/ 975501 h 4449429"/>
              <a:gd name="connsiteX1034-63061" fmla="*/ 7655614 w 18982931"/>
              <a:gd name="connsiteY1034-63062" fmla="*/ 926109 h 4449429"/>
              <a:gd name="connsiteX1035-63063" fmla="*/ 7667968 w 18982931"/>
              <a:gd name="connsiteY1035-63064" fmla="*/ 926109 h 4449429"/>
              <a:gd name="connsiteX1036-63065" fmla="*/ 7676196 w 18982931"/>
              <a:gd name="connsiteY1036-63066" fmla="*/ 1037243 h 4449429"/>
              <a:gd name="connsiteX1037-63067" fmla="*/ 7676196 w 18982931"/>
              <a:gd name="connsiteY1037-63068" fmla="*/ 2049787 h 4449429"/>
              <a:gd name="connsiteX1038-63069" fmla="*/ 7705009 w 18982931"/>
              <a:gd name="connsiteY1038-63070" fmla="*/ 2267935 h 4449429"/>
              <a:gd name="connsiteX1039-63071" fmla="*/ 7750287 w 18982931"/>
              <a:gd name="connsiteY1039-63072" fmla="*/ 2469622 h 4449429"/>
              <a:gd name="connsiteX1040-63073" fmla="*/ 7849072 w 18982931"/>
              <a:gd name="connsiteY1040-63074" fmla="*/ 2469622 h 4449429"/>
              <a:gd name="connsiteX1041-63075" fmla="*/ 7849072 w 18982931"/>
              <a:gd name="connsiteY1041-63076" fmla="*/ 2284398 h 4449429"/>
              <a:gd name="connsiteX1042-63077" fmla="*/ 7919042 w 18982931"/>
              <a:gd name="connsiteY1042-63078" fmla="*/ 2284398 h 4449429"/>
              <a:gd name="connsiteX1043-63079" fmla="*/ 7919042 w 18982931"/>
              <a:gd name="connsiteY1043-63080" fmla="*/ 2473736 h 4449429"/>
              <a:gd name="connsiteX1044-63081" fmla="*/ 8108380 w 18982931"/>
              <a:gd name="connsiteY1044-63082" fmla="*/ 2473736 h 4449429"/>
              <a:gd name="connsiteX1045-63083" fmla="*/ 8142338 w 18982931"/>
              <a:gd name="connsiteY1045-63084" fmla="*/ 2481454 h 4449429"/>
              <a:gd name="connsiteX1046-63085" fmla="*/ 8144242 w 18982931"/>
              <a:gd name="connsiteY1046-63086" fmla="*/ 2485067 h 4449429"/>
              <a:gd name="connsiteX1047-63087" fmla="*/ 8144242 w 18982931"/>
              <a:gd name="connsiteY1047-63088" fmla="*/ 1280084 h 4449429"/>
              <a:gd name="connsiteX1048-63089" fmla="*/ 8189518 w 18982931"/>
              <a:gd name="connsiteY1048-63090" fmla="*/ 1115443 h 4449429"/>
              <a:gd name="connsiteX1049-63091" fmla="*/ 8230679 w 18982931"/>
              <a:gd name="connsiteY1049-63092" fmla="*/ 1090746 h 4449429"/>
              <a:gd name="connsiteX1050-63093" fmla="*/ 8477642 w 18982931"/>
              <a:gd name="connsiteY1050-63094" fmla="*/ 1090746 h 4449429"/>
              <a:gd name="connsiteX1051-63095" fmla="*/ 8518799 w 18982931"/>
              <a:gd name="connsiteY1051-63096" fmla="*/ 1111328 h 4449429"/>
              <a:gd name="connsiteX1052-63097" fmla="*/ 8568194 w 18982931"/>
              <a:gd name="connsiteY1052-63098" fmla="*/ 1288315 h 4449429"/>
              <a:gd name="connsiteX1053-63099" fmla="*/ 8572304 w 18982931"/>
              <a:gd name="connsiteY1053-63100" fmla="*/ 2152681 h 4449429"/>
              <a:gd name="connsiteX1054-63101" fmla="*/ 8572304 w 18982931"/>
              <a:gd name="connsiteY1054-63102" fmla="*/ 2222656 h 4449429"/>
              <a:gd name="connsiteX1055-63103" fmla="*/ 8827499 w 18982931"/>
              <a:gd name="connsiteY1055-63104" fmla="*/ 2222656 h 4449429"/>
              <a:gd name="connsiteX1056-63105" fmla="*/ 8827499 w 18982931"/>
              <a:gd name="connsiteY1056-63106" fmla="*/ 2053897 h 4449429"/>
              <a:gd name="connsiteX1057-63107" fmla="*/ 8827499 w 18982931"/>
              <a:gd name="connsiteY1057-63108" fmla="*/ 1996272 h 4449429"/>
              <a:gd name="connsiteX1058-63109" fmla="*/ 8926285 w 18982931"/>
              <a:gd name="connsiteY1058-63110" fmla="*/ 1876910 h 4449429"/>
              <a:gd name="connsiteX1059-63111" fmla="*/ 8926285 w 18982931"/>
              <a:gd name="connsiteY1059-63112" fmla="*/ 1757542 h 4449429"/>
              <a:gd name="connsiteX1060-63113" fmla="*/ 8926285 w 18982931"/>
              <a:gd name="connsiteY1060-63114" fmla="*/ 1527045 h 4449429"/>
              <a:gd name="connsiteX1061-63115" fmla="*/ 8950980 w 18982931"/>
              <a:gd name="connsiteY1061-63116" fmla="*/ 1432378 h 4449429"/>
              <a:gd name="connsiteX1062-63117" fmla="*/ 8950980 w 18982931"/>
              <a:gd name="connsiteY1062-63118" fmla="*/ 1424146 h 4449429"/>
              <a:gd name="connsiteX1063-63119" fmla="*/ 8983911 w 18982931"/>
              <a:gd name="connsiteY1063-63120" fmla="*/ 1107210 h 4449429"/>
              <a:gd name="connsiteX1064-63121" fmla="*/ 8992140 w 18982931"/>
              <a:gd name="connsiteY1064-63122" fmla="*/ 1049586 h 4449429"/>
              <a:gd name="connsiteX1065-63123" fmla="*/ 9012723 w 18982931"/>
              <a:gd name="connsiteY1065-63124" fmla="*/ 1049586 h 4449429"/>
              <a:gd name="connsiteX1066-63125" fmla="*/ 9049767 w 18982931"/>
              <a:gd name="connsiteY1066-63126" fmla="*/ 1325362 h 4449429"/>
              <a:gd name="connsiteX1067-63127" fmla="*/ 9115624 w 18982931"/>
              <a:gd name="connsiteY1067-63128" fmla="*/ 1329476 h 4449429"/>
              <a:gd name="connsiteX1068-63129" fmla="*/ 9165014 w 18982931"/>
              <a:gd name="connsiteY1068-63130" fmla="*/ 1436493 h 4449429"/>
              <a:gd name="connsiteX1069-63131" fmla="*/ 9181479 w 18982931"/>
              <a:gd name="connsiteY1069-63132" fmla="*/ 1494116 h 4449429"/>
              <a:gd name="connsiteX1070-63133" fmla="*/ 9181479 w 18982931"/>
              <a:gd name="connsiteY1070-63134" fmla="*/ 1823399 h 4449429"/>
              <a:gd name="connsiteX1071-63135" fmla="*/ 9181479 w 18982931"/>
              <a:gd name="connsiteY1071-63136" fmla="*/ 1881023 h 4449429"/>
              <a:gd name="connsiteX1072-63137" fmla="*/ 9280267 w 18982931"/>
              <a:gd name="connsiteY1072-63138" fmla="*/ 1881023 h 4449429"/>
              <a:gd name="connsiteX1073-63139" fmla="*/ 9280267 w 18982931"/>
              <a:gd name="connsiteY1073-63140" fmla="*/ 1815166 h 4449429"/>
              <a:gd name="connsiteX1074-63141" fmla="*/ 9280267 w 18982931"/>
              <a:gd name="connsiteY1074-63142" fmla="*/ 304587 h 4449429"/>
              <a:gd name="connsiteX1075-63143" fmla="*/ 9346122 w 18982931"/>
              <a:gd name="connsiteY1075-63144" fmla="*/ 238731 h 4449429"/>
              <a:gd name="connsiteX1076-63145" fmla="*/ 9453137 w 18982931"/>
              <a:gd name="connsiteY1076-63146" fmla="*/ 341628 h 4449429"/>
              <a:gd name="connsiteX1077-63147" fmla="*/ 9453137 w 18982931"/>
              <a:gd name="connsiteY1077-63148" fmla="*/ 1815166 h 4449429"/>
              <a:gd name="connsiteX1078-63149" fmla="*/ 9453137 w 18982931"/>
              <a:gd name="connsiteY1078-63150" fmla="*/ 1876910 h 4449429"/>
              <a:gd name="connsiteX1079-63151" fmla="*/ 9551919 w 18982931"/>
              <a:gd name="connsiteY1079-63152" fmla="*/ 1876910 h 4449429"/>
              <a:gd name="connsiteX1080-63153" fmla="*/ 9551919 w 18982931"/>
              <a:gd name="connsiteY1080-63154" fmla="*/ 1724614 h 4449429"/>
              <a:gd name="connsiteX1081-63155" fmla="*/ 9551919 w 18982931"/>
              <a:gd name="connsiteY1081-63156" fmla="*/ 1481771 h 4449429"/>
              <a:gd name="connsiteX1082-63157" fmla="*/ 9597198 w 18982931"/>
              <a:gd name="connsiteY1082-63158" fmla="*/ 1374754 h 4449429"/>
              <a:gd name="connsiteX1083-63159" fmla="*/ 9613662 w 18982931"/>
              <a:gd name="connsiteY1083-63160" fmla="*/ 1325362 h 4449429"/>
              <a:gd name="connsiteX1084-63161" fmla="*/ 9683632 w 18982931"/>
              <a:gd name="connsiteY1084-63162" fmla="*/ 1325362 h 4449429"/>
              <a:gd name="connsiteX1085-63163" fmla="*/ 9683632 w 18982931"/>
              <a:gd name="connsiteY1085-63164" fmla="*/ 1522931 h 4449429"/>
              <a:gd name="connsiteX1086-63165" fmla="*/ 9819464 w 18982931"/>
              <a:gd name="connsiteY1086-63166" fmla="*/ 1522931 h 4449429"/>
              <a:gd name="connsiteX1087-63167" fmla="*/ 9819464 w 18982931"/>
              <a:gd name="connsiteY1087-63168" fmla="*/ 1720501 h 4449429"/>
              <a:gd name="connsiteX1088-63169" fmla="*/ 9819464 w 18982931"/>
              <a:gd name="connsiteY1088-63170" fmla="*/ 1835749 h 4449429"/>
              <a:gd name="connsiteX1089-63171" fmla="*/ 9868856 w 18982931"/>
              <a:gd name="connsiteY1089-63172" fmla="*/ 1885142 h 4449429"/>
              <a:gd name="connsiteX1090-63173" fmla="*/ 9922361 w 18982931"/>
              <a:gd name="connsiteY1090-63174" fmla="*/ 1938648 h 4449429"/>
              <a:gd name="connsiteX1091-63175" fmla="*/ 9922361 w 18982931"/>
              <a:gd name="connsiteY1091-63176" fmla="*/ 2226770 h 4449429"/>
              <a:gd name="connsiteX1092-63177" fmla="*/ 10189906 w 18982931"/>
              <a:gd name="connsiteY1092-63178" fmla="*/ 2226770 h 4449429"/>
              <a:gd name="connsiteX1093-63179" fmla="*/ 10189906 w 18982931"/>
              <a:gd name="connsiteY1093-63180" fmla="*/ 1864559 h 4449429"/>
              <a:gd name="connsiteX1094-63181" fmla="*/ 10251644 w 18982931"/>
              <a:gd name="connsiteY1094-63182" fmla="*/ 1852213 h 4449429"/>
              <a:gd name="connsiteX1095-63183" fmla="*/ 10251644 w 18982931"/>
              <a:gd name="connsiteY1095-63184" fmla="*/ 1465306 h 4449429"/>
              <a:gd name="connsiteX1096-63185" fmla="*/ 10198137 w 18982931"/>
              <a:gd name="connsiteY1096-63186" fmla="*/ 1461188 h 4449429"/>
              <a:gd name="connsiteX1097-63187" fmla="*/ 10198137 w 18982931"/>
              <a:gd name="connsiteY1097-63188" fmla="*/ 1317129 h 4449429"/>
              <a:gd name="connsiteX1098-63189" fmla="*/ 10572694 w 18982931"/>
              <a:gd name="connsiteY1098-63190" fmla="*/ 1317129 h 4449429"/>
              <a:gd name="connsiteX1099-63191" fmla="*/ 10572694 w 18982931"/>
              <a:gd name="connsiteY1099-63192" fmla="*/ 2140336 h 4449429"/>
              <a:gd name="connsiteX1100-63193" fmla="*/ 10642669 w 18982931"/>
              <a:gd name="connsiteY1100-63194" fmla="*/ 2144449 h 4449429"/>
              <a:gd name="connsiteX1101-63195" fmla="*/ 10642669 w 18982931"/>
              <a:gd name="connsiteY1101-63196" fmla="*/ 2477849 h 4449429"/>
              <a:gd name="connsiteX1102-63197" fmla="*/ 10885512 w 18982931"/>
              <a:gd name="connsiteY1102-63198" fmla="*/ 2477849 h 4449429"/>
              <a:gd name="connsiteX1103-63199" fmla="*/ 10885512 w 18982931"/>
              <a:gd name="connsiteY1103-63200" fmla="*/ 2292626 h 4449429"/>
              <a:gd name="connsiteX1104-63201" fmla="*/ 10959601 w 18982931"/>
              <a:gd name="connsiteY1104-63202" fmla="*/ 2292626 h 4449429"/>
              <a:gd name="connsiteX1105-63203" fmla="*/ 10959601 w 18982931"/>
              <a:gd name="connsiteY1105-63204" fmla="*/ 2477849 h 4449429"/>
              <a:gd name="connsiteX1106-63205" fmla="*/ 11066618 w 18982931"/>
              <a:gd name="connsiteY1106-63206" fmla="*/ 2477849 h 4449429"/>
              <a:gd name="connsiteX1107-63207" fmla="*/ 11107778 w 18982931"/>
              <a:gd name="connsiteY1107-63208" fmla="*/ 2284395 h 4449429"/>
              <a:gd name="connsiteX1108-63209" fmla="*/ 11136593 w 18982931"/>
              <a:gd name="connsiteY1108-63210" fmla="*/ 2053897 h 4449429"/>
              <a:gd name="connsiteX1109-63211" fmla="*/ 11136593 w 18982931"/>
              <a:gd name="connsiteY1109-63212" fmla="*/ 1061936 h 4449429"/>
              <a:gd name="connsiteX1110-63213" fmla="*/ 11148938 w 18982931"/>
              <a:gd name="connsiteY1110-63214" fmla="*/ 938454 h 4449429"/>
              <a:gd name="connsiteX1111-63215" fmla="*/ 11161288 w 18982931"/>
              <a:gd name="connsiteY1111-63216" fmla="*/ 938454 h 4449429"/>
              <a:gd name="connsiteX1112-63217" fmla="*/ 11177753 w 18982931"/>
              <a:gd name="connsiteY1112-63218" fmla="*/ 983729 h 4449429"/>
              <a:gd name="connsiteX1113-63219" fmla="*/ 11231258 w 18982931"/>
              <a:gd name="connsiteY1113-63220" fmla="*/ 572126 h 4449429"/>
              <a:gd name="connsiteX1114-63221" fmla="*/ 11243610 w 18982931"/>
              <a:gd name="connsiteY1114-63222" fmla="*/ 572126 h 4449429"/>
              <a:gd name="connsiteX1115-63223" fmla="*/ 11284770 w 18982931"/>
              <a:gd name="connsiteY1115-63224" fmla="*/ 946687 h 4449429"/>
              <a:gd name="connsiteX1116-63225" fmla="*/ 11325929 w 18982931"/>
              <a:gd name="connsiteY1116-63226" fmla="*/ 934337 h 4449429"/>
              <a:gd name="connsiteX1117-63227" fmla="*/ 11342394 w 18982931"/>
              <a:gd name="connsiteY1117-63228" fmla="*/ 1061936 h 4449429"/>
              <a:gd name="connsiteX1118-63229" fmla="*/ 11342394 w 18982931"/>
              <a:gd name="connsiteY1118-63230" fmla="*/ 1300666 h 4449429"/>
              <a:gd name="connsiteX1119-63231" fmla="*/ 11358857 w 18982931"/>
              <a:gd name="connsiteY1119-63232" fmla="*/ 2132104 h 4449429"/>
              <a:gd name="connsiteX1120-63233" fmla="*/ 11362976 w 18982931"/>
              <a:gd name="connsiteY1120-63234" fmla="*/ 2165031 h 4449429"/>
              <a:gd name="connsiteX1121-63235" fmla="*/ 11453524 w 18982931"/>
              <a:gd name="connsiteY1121-63236" fmla="*/ 2165031 h 4449429"/>
              <a:gd name="connsiteX1122-63237" fmla="*/ 11457643 w 18982931"/>
              <a:gd name="connsiteY1122-63238" fmla="*/ 2082711 h 4449429"/>
              <a:gd name="connsiteX1123-63239" fmla="*/ 11535845 w 18982931"/>
              <a:gd name="connsiteY1123-63240" fmla="*/ 2078592 h 4449429"/>
              <a:gd name="connsiteX1124-63241" fmla="*/ 11535845 w 18982931"/>
              <a:gd name="connsiteY1124-63242" fmla="*/ 2004505 h 4449429"/>
              <a:gd name="connsiteX1125-63243" fmla="*/ 11548195 w 18982931"/>
              <a:gd name="connsiteY1125-63244" fmla="*/ 1736964 h 4449429"/>
              <a:gd name="connsiteX1126-63245" fmla="*/ 11609938 w 18982931"/>
              <a:gd name="connsiteY1126-63246" fmla="*/ 1609365 h 4449429"/>
              <a:gd name="connsiteX1127-63247" fmla="*/ 11688140 w 18982931"/>
              <a:gd name="connsiteY1127-63248" fmla="*/ 1765774 h 4449429"/>
              <a:gd name="connsiteX1128-63249" fmla="*/ 11688140 w 18982931"/>
              <a:gd name="connsiteY1128-63250" fmla="*/ 2082711 h 4449429"/>
              <a:gd name="connsiteX1129-63251" fmla="*/ 11910406 w 18982931"/>
              <a:gd name="connsiteY1129-63252" fmla="*/ 2148567 h 4449429"/>
              <a:gd name="connsiteX1130-63253" fmla="*/ 11988608 w 18982931"/>
              <a:gd name="connsiteY1130-63254" fmla="*/ 2119754 h 4449429"/>
              <a:gd name="connsiteX1131-63255" fmla="*/ 11991181 w 18982931"/>
              <a:gd name="connsiteY1131-63256" fmla="*/ 2153197 h 4449429"/>
              <a:gd name="connsiteX1132-63257" fmla="*/ 11993908 w 18982931"/>
              <a:gd name="connsiteY1132-63258" fmla="*/ 2158900 h 4449429"/>
              <a:gd name="connsiteX1133-63259" fmla="*/ 11993908 w 18982931"/>
              <a:gd name="connsiteY1133-63260" fmla="*/ 2156799 h 4449429"/>
              <a:gd name="connsiteX1134-63261" fmla="*/ 11998023 w 18982931"/>
              <a:gd name="connsiteY1134-63262" fmla="*/ 2115639 h 4449429"/>
              <a:gd name="connsiteX1135-63263" fmla="*/ 12010373 w 18982931"/>
              <a:gd name="connsiteY1135-63264" fmla="*/ 2115639 h 4449429"/>
              <a:gd name="connsiteX1136-63265" fmla="*/ 12014490 w 18982931"/>
              <a:gd name="connsiteY1136-63266" fmla="*/ 2185614 h 4449429"/>
              <a:gd name="connsiteX1137-63267" fmla="*/ 12055650 w 18982931"/>
              <a:gd name="connsiteY1137-63268" fmla="*/ 2259703 h 4449429"/>
              <a:gd name="connsiteX1138-63269" fmla="*/ 12109157 w 18982931"/>
              <a:gd name="connsiteY1138-63270" fmla="*/ 2267933 h 4449429"/>
              <a:gd name="connsiteX1139-63271" fmla="*/ 12137972 w 18982931"/>
              <a:gd name="connsiteY1139-63272" fmla="*/ 2580753 h 4449429"/>
              <a:gd name="connsiteX1140-63273" fmla="*/ 12150317 w 18982931"/>
              <a:gd name="connsiteY1140-63274" fmla="*/ 2580753 h 4449429"/>
              <a:gd name="connsiteX1141-63275" fmla="*/ 12179132 w 18982931"/>
              <a:gd name="connsiteY1141-63276" fmla="*/ 2411992 h 4449429"/>
              <a:gd name="connsiteX1142-63277" fmla="*/ 12207942 w 18982931"/>
              <a:gd name="connsiteY1142-63278" fmla="*/ 2160917 h 4449429"/>
              <a:gd name="connsiteX1143-63279" fmla="*/ 12216174 w 18982931"/>
              <a:gd name="connsiteY1143-63280" fmla="*/ 2152686 h 4449429"/>
              <a:gd name="connsiteX1144-63281" fmla="*/ 12331423 w 18982931"/>
              <a:gd name="connsiteY1144-63282" fmla="*/ 2152686 h 4449429"/>
              <a:gd name="connsiteX1145-63283" fmla="*/ 12331423 w 18982931"/>
              <a:gd name="connsiteY1145-63284" fmla="*/ 2317327 h 4449429"/>
              <a:gd name="connsiteX1146-63285" fmla="*/ 12496064 w 18982931"/>
              <a:gd name="connsiteY1146-63286" fmla="*/ 2313208 h 4449429"/>
              <a:gd name="connsiteX1147-63287" fmla="*/ 12557802 w 18982931"/>
              <a:gd name="connsiteY1147-63288" fmla="*/ 2210310 h 4449429"/>
              <a:gd name="connsiteX1148-63289" fmla="*/ 12566034 w 18982931"/>
              <a:gd name="connsiteY1148-63290" fmla="*/ 2206191 h 4449429"/>
              <a:gd name="connsiteX1149-63291" fmla="*/ 12598962 w 18982931"/>
              <a:gd name="connsiteY1149-63292" fmla="*/ 2267933 h 4449429"/>
              <a:gd name="connsiteX1150-63293" fmla="*/ 12607194 w 18982931"/>
              <a:gd name="connsiteY1150-63294" fmla="*/ 2263816 h 4449429"/>
              <a:gd name="connsiteX1151-63295" fmla="*/ 12607194 w 18982931"/>
              <a:gd name="connsiteY1151-63296" fmla="*/ 1461193 h 4449429"/>
              <a:gd name="connsiteX1152-63297" fmla="*/ 12677169 w 18982931"/>
              <a:gd name="connsiteY1152-63298" fmla="*/ 1230695 h 4449429"/>
              <a:gd name="connsiteX1153-63299" fmla="*/ 12920017 w 18982931"/>
              <a:gd name="connsiteY1153-63300" fmla="*/ 1230695 h 4449429"/>
              <a:gd name="connsiteX1154-63301" fmla="*/ 12948827 w 18982931"/>
              <a:gd name="connsiteY1154-63302" fmla="*/ 1490003 h 4449429"/>
              <a:gd name="connsiteX1155-63303" fmla="*/ 12948827 w 18982931"/>
              <a:gd name="connsiteY1155-63304" fmla="*/ 1909838 h 4449429"/>
              <a:gd name="connsiteX1156-63305" fmla="*/ 12948827 w 18982931"/>
              <a:gd name="connsiteY1156-63306" fmla="*/ 1975695 h 4449429"/>
              <a:gd name="connsiteX1157-63307" fmla="*/ 12969405 w 18982931"/>
              <a:gd name="connsiteY1157-63308" fmla="*/ 1979812 h 4449429"/>
              <a:gd name="connsiteX1158-63309" fmla="*/ 12989987 w 18982931"/>
              <a:gd name="connsiteY1158-63310" fmla="*/ 1913955 h 4449429"/>
              <a:gd name="connsiteX1159-63311" fmla="*/ 12989987 w 18982931"/>
              <a:gd name="connsiteY1159-63312" fmla="*/ 1469425 h 4449429"/>
              <a:gd name="connsiteX1160-63313" fmla="*/ 13064076 w 18982931"/>
              <a:gd name="connsiteY1160-63314" fmla="*/ 1395336 h 4449429"/>
              <a:gd name="connsiteX1161-63315" fmla="*/ 13146396 w 18982931"/>
              <a:gd name="connsiteY1161-63316" fmla="*/ 1395336 h 4449429"/>
              <a:gd name="connsiteX1162-63317" fmla="*/ 13146396 w 18982931"/>
              <a:gd name="connsiteY1162-63318" fmla="*/ 1111328 h 4449429"/>
              <a:gd name="connsiteX1163-63319" fmla="*/ 13216366 w 18982931"/>
              <a:gd name="connsiteY1163-63320" fmla="*/ 1103096 h 4449429"/>
              <a:gd name="connsiteX1164-63321" fmla="*/ 13228716 w 18982931"/>
              <a:gd name="connsiteY1164-63322" fmla="*/ 1041358 h 4449429"/>
              <a:gd name="connsiteX1165-63323" fmla="*/ 13368662 w 18982931"/>
              <a:gd name="connsiteY1165-63324" fmla="*/ 1041358 h 4449429"/>
              <a:gd name="connsiteX1166-63325" fmla="*/ 13368662 w 18982931"/>
              <a:gd name="connsiteY1166-63326" fmla="*/ 687379 h 4449429"/>
              <a:gd name="connsiteX1167-63327" fmla="*/ 13483911 w 18982931"/>
              <a:gd name="connsiteY1167-63328" fmla="*/ 687379 h 4449429"/>
              <a:gd name="connsiteX1168-63329" fmla="*/ 13483911 w 18982931"/>
              <a:gd name="connsiteY1168-63330" fmla="*/ 617404 h 4449429"/>
              <a:gd name="connsiteX1169-63331" fmla="*/ 13483911 w 18982931"/>
              <a:gd name="connsiteY1169-63332" fmla="*/ 131714 h 4449429"/>
              <a:gd name="connsiteX1170-63333" fmla="*/ 13541534 w 18982931"/>
              <a:gd name="connsiteY1170-63334" fmla="*/ 74089 h 4449429"/>
              <a:gd name="connsiteX1171-63335" fmla="*/ 13685593 w 18982931"/>
              <a:gd name="connsiteY1171-63336" fmla="*/ 74089 h 4449429"/>
              <a:gd name="connsiteX1172-63337" fmla="*/ 13730872 w 18982931"/>
              <a:gd name="connsiteY1172-63338" fmla="*/ 49392 h 4449429"/>
              <a:gd name="connsiteX1173-63339" fmla="*/ 13739104 w 18982931"/>
              <a:gd name="connsiteY1173-63340" fmla="*/ 0 h 4449429"/>
              <a:gd name="connsiteX0-63341" fmla="*/ 16404499 w 18982931"/>
              <a:gd name="connsiteY0-63342" fmla="*/ 4309270 h 4449429"/>
              <a:gd name="connsiteX1-63343" fmla="*/ 16404499 w 18982931"/>
              <a:gd name="connsiteY1-63344" fmla="*/ 4366104 h 4449429"/>
              <a:gd name="connsiteX2-63345" fmla="*/ 16461332 w 18982931"/>
              <a:gd name="connsiteY2-63346" fmla="*/ 4366104 h 4449429"/>
              <a:gd name="connsiteX3-63347" fmla="*/ 16461332 w 18982931"/>
              <a:gd name="connsiteY3-63348" fmla="*/ 4309270 h 4449429"/>
              <a:gd name="connsiteX4-63349" fmla="*/ 16404499 w 18982931"/>
              <a:gd name="connsiteY4-63350" fmla="*/ 4309270 h 4449429"/>
              <a:gd name="connsiteX5-63351" fmla="*/ 16292444 w 18982931"/>
              <a:gd name="connsiteY5-63352" fmla="*/ 4309270 h 4449429"/>
              <a:gd name="connsiteX6-63353" fmla="*/ 16292444 w 18982931"/>
              <a:gd name="connsiteY6-63354" fmla="*/ 4366104 h 4449429"/>
              <a:gd name="connsiteX7-63355" fmla="*/ 16349278 w 18982931"/>
              <a:gd name="connsiteY7-63356" fmla="*/ 4366104 h 4449429"/>
              <a:gd name="connsiteX8-63357" fmla="*/ 16349278 w 18982931"/>
              <a:gd name="connsiteY8-63358" fmla="*/ 4309270 h 4449429"/>
              <a:gd name="connsiteX9-63359" fmla="*/ 16292444 w 18982931"/>
              <a:gd name="connsiteY9-63360" fmla="*/ 4309270 h 4449429"/>
              <a:gd name="connsiteX10-63361" fmla="*/ 16180390 w 18982931"/>
              <a:gd name="connsiteY10-63362" fmla="*/ 4309270 h 4449429"/>
              <a:gd name="connsiteX11-63363" fmla="*/ 16180390 w 18982931"/>
              <a:gd name="connsiteY11-63364" fmla="*/ 4366104 h 4449429"/>
              <a:gd name="connsiteX12-63365" fmla="*/ 16237224 w 18982931"/>
              <a:gd name="connsiteY12-63366" fmla="*/ 4366104 h 4449429"/>
              <a:gd name="connsiteX13-63367" fmla="*/ 16237224 w 18982931"/>
              <a:gd name="connsiteY13-63368" fmla="*/ 4309270 h 4449429"/>
              <a:gd name="connsiteX14-63369" fmla="*/ 16180390 w 18982931"/>
              <a:gd name="connsiteY14-63370" fmla="*/ 4309270 h 4449429"/>
              <a:gd name="connsiteX15-63371" fmla="*/ 2813944 w 18982931"/>
              <a:gd name="connsiteY15-63372" fmla="*/ 4309269 h 4449429"/>
              <a:gd name="connsiteX16-63373" fmla="*/ 2813944 w 18982931"/>
              <a:gd name="connsiteY16-63374" fmla="*/ 4366102 h 4449429"/>
              <a:gd name="connsiteX17-63375" fmla="*/ 2870780 w 18982931"/>
              <a:gd name="connsiteY17-63376" fmla="*/ 4366102 h 4449429"/>
              <a:gd name="connsiteX18-63377" fmla="*/ 2870780 w 18982931"/>
              <a:gd name="connsiteY18-63378" fmla="*/ 4309269 h 4449429"/>
              <a:gd name="connsiteX19-63379" fmla="*/ 2813944 w 18982931"/>
              <a:gd name="connsiteY19-63380" fmla="*/ 4309269 h 4449429"/>
              <a:gd name="connsiteX20-63381" fmla="*/ 2701890 w 18982931"/>
              <a:gd name="connsiteY20-63382" fmla="*/ 4309269 h 4449429"/>
              <a:gd name="connsiteX21-63383" fmla="*/ 2701890 w 18982931"/>
              <a:gd name="connsiteY21-63384" fmla="*/ 4366102 h 4449429"/>
              <a:gd name="connsiteX22-63385" fmla="*/ 2758723 w 18982931"/>
              <a:gd name="connsiteY22-63386" fmla="*/ 4366102 h 4449429"/>
              <a:gd name="connsiteX23-63387" fmla="*/ 2758723 w 18982931"/>
              <a:gd name="connsiteY23-63388" fmla="*/ 4309269 h 4449429"/>
              <a:gd name="connsiteX24-63389" fmla="*/ 2701890 w 18982931"/>
              <a:gd name="connsiteY24-63390" fmla="*/ 4309269 h 4449429"/>
              <a:gd name="connsiteX25-63391" fmla="*/ 2589843 w 18982931"/>
              <a:gd name="connsiteY25-63392" fmla="*/ 4309269 h 4449429"/>
              <a:gd name="connsiteX26-63393" fmla="*/ 2589843 w 18982931"/>
              <a:gd name="connsiteY26-63394" fmla="*/ 4366102 h 4449429"/>
              <a:gd name="connsiteX27-63395" fmla="*/ 2646669 w 18982931"/>
              <a:gd name="connsiteY27-63396" fmla="*/ 4366102 h 4449429"/>
              <a:gd name="connsiteX28-63397" fmla="*/ 2646669 w 18982931"/>
              <a:gd name="connsiteY28-63398" fmla="*/ 4309269 h 4449429"/>
              <a:gd name="connsiteX29-63399" fmla="*/ 2589843 w 18982931"/>
              <a:gd name="connsiteY29-63400" fmla="*/ 4309269 h 4449429"/>
              <a:gd name="connsiteX30-63401" fmla="*/ 16404499 w 18982931"/>
              <a:gd name="connsiteY30-63402" fmla="*/ 4163982 h 4449429"/>
              <a:gd name="connsiteX31-63403" fmla="*/ 16404499 w 18982931"/>
              <a:gd name="connsiteY31-63404" fmla="*/ 4220816 h 4449429"/>
              <a:gd name="connsiteX32-63405" fmla="*/ 16461332 w 18982931"/>
              <a:gd name="connsiteY32-63406" fmla="*/ 4220816 h 4449429"/>
              <a:gd name="connsiteX33-63407" fmla="*/ 16461332 w 18982931"/>
              <a:gd name="connsiteY33-63408" fmla="*/ 4163982 h 4449429"/>
              <a:gd name="connsiteX34-63409" fmla="*/ 16404499 w 18982931"/>
              <a:gd name="connsiteY34-63410" fmla="*/ 4163982 h 4449429"/>
              <a:gd name="connsiteX35-63411" fmla="*/ 16292444 w 18982931"/>
              <a:gd name="connsiteY35-63412" fmla="*/ 4163982 h 4449429"/>
              <a:gd name="connsiteX36-63413" fmla="*/ 16292444 w 18982931"/>
              <a:gd name="connsiteY36-63414" fmla="*/ 4220816 h 4449429"/>
              <a:gd name="connsiteX37-63415" fmla="*/ 16349278 w 18982931"/>
              <a:gd name="connsiteY37-63416" fmla="*/ 4220816 h 4449429"/>
              <a:gd name="connsiteX38-63417" fmla="*/ 16349278 w 18982931"/>
              <a:gd name="connsiteY38-63418" fmla="*/ 4163982 h 4449429"/>
              <a:gd name="connsiteX39-63419" fmla="*/ 16292444 w 18982931"/>
              <a:gd name="connsiteY39-63420" fmla="*/ 4163982 h 4449429"/>
              <a:gd name="connsiteX40-63421" fmla="*/ 16180390 w 18982931"/>
              <a:gd name="connsiteY40-63422" fmla="*/ 4163982 h 4449429"/>
              <a:gd name="connsiteX41-63423" fmla="*/ 16180390 w 18982931"/>
              <a:gd name="connsiteY41-63424" fmla="*/ 4220816 h 4449429"/>
              <a:gd name="connsiteX42-63425" fmla="*/ 16237224 w 18982931"/>
              <a:gd name="connsiteY42-63426" fmla="*/ 4220816 h 4449429"/>
              <a:gd name="connsiteX43-63427" fmla="*/ 16237224 w 18982931"/>
              <a:gd name="connsiteY43-63428" fmla="*/ 4163982 h 4449429"/>
              <a:gd name="connsiteX44-63429" fmla="*/ 16180390 w 18982931"/>
              <a:gd name="connsiteY44-63430" fmla="*/ 4163982 h 4449429"/>
              <a:gd name="connsiteX45-63431" fmla="*/ 2813944 w 18982931"/>
              <a:gd name="connsiteY45-63432" fmla="*/ 4163981 h 4449429"/>
              <a:gd name="connsiteX46-63433" fmla="*/ 2813944 w 18982931"/>
              <a:gd name="connsiteY46-63434" fmla="*/ 4220814 h 4449429"/>
              <a:gd name="connsiteX47-63435" fmla="*/ 2870780 w 18982931"/>
              <a:gd name="connsiteY47-63436" fmla="*/ 4220814 h 4449429"/>
              <a:gd name="connsiteX48-63437" fmla="*/ 2870780 w 18982931"/>
              <a:gd name="connsiteY48-63438" fmla="*/ 4163981 h 4449429"/>
              <a:gd name="connsiteX49-63439" fmla="*/ 2813944 w 18982931"/>
              <a:gd name="connsiteY49-63440" fmla="*/ 4163981 h 4449429"/>
              <a:gd name="connsiteX50-63441" fmla="*/ 2701890 w 18982931"/>
              <a:gd name="connsiteY50-63442" fmla="*/ 4163981 h 4449429"/>
              <a:gd name="connsiteX51-63443" fmla="*/ 2701890 w 18982931"/>
              <a:gd name="connsiteY51-63444" fmla="*/ 4220814 h 4449429"/>
              <a:gd name="connsiteX52-63445" fmla="*/ 2758723 w 18982931"/>
              <a:gd name="connsiteY52-63446" fmla="*/ 4220814 h 4449429"/>
              <a:gd name="connsiteX53-63447" fmla="*/ 2758723 w 18982931"/>
              <a:gd name="connsiteY53-63448" fmla="*/ 4163981 h 4449429"/>
              <a:gd name="connsiteX54-63449" fmla="*/ 2701890 w 18982931"/>
              <a:gd name="connsiteY54-63450" fmla="*/ 4163981 h 4449429"/>
              <a:gd name="connsiteX55-63451" fmla="*/ 2589843 w 18982931"/>
              <a:gd name="connsiteY55-63452" fmla="*/ 4163981 h 4449429"/>
              <a:gd name="connsiteX56-63453" fmla="*/ 2589843 w 18982931"/>
              <a:gd name="connsiteY56-63454" fmla="*/ 4220814 h 4449429"/>
              <a:gd name="connsiteX57-63455" fmla="*/ 2646669 w 18982931"/>
              <a:gd name="connsiteY57-63456" fmla="*/ 4220814 h 4449429"/>
              <a:gd name="connsiteX58-63457" fmla="*/ 2646669 w 18982931"/>
              <a:gd name="connsiteY58-63458" fmla="*/ 4163981 h 4449429"/>
              <a:gd name="connsiteX59-63459" fmla="*/ 2589843 w 18982931"/>
              <a:gd name="connsiteY59-63460" fmla="*/ 4163981 h 4449429"/>
              <a:gd name="connsiteX60-63461" fmla="*/ 9851983 w 18982931"/>
              <a:gd name="connsiteY60-63462" fmla="*/ 4073253 h 4449429"/>
              <a:gd name="connsiteX61-63463" fmla="*/ 9851983 w 18982931"/>
              <a:gd name="connsiteY61-63464" fmla="*/ 4282100 h 4449429"/>
              <a:gd name="connsiteX62-63465" fmla="*/ 9897683 w 18982931"/>
              <a:gd name="connsiteY62-63466" fmla="*/ 4282100 h 4449429"/>
              <a:gd name="connsiteX63-63467" fmla="*/ 9897683 w 18982931"/>
              <a:gd name="connsiteY63-63468" fmla="*/ 4073253 h 4449429"/>
              <a:gd name="connsiteX64-63469" fmla="*/ 9851983 w 18982931"/>
              <a:gd name="connsiteY64-63470" fmla="*/ 4073253 h 4449429"/>
              <a:gd name="connsiteX65-63471" fmla="*/ 9760354 w 18982931"/>
              <a:gd name="connsiteY65-63472" fmla="*/ 4073253 h 4449429"/>
              <a:gd name="connsiteX66-63473" fmla="*/ 9760354 w 18982931"/>
              <a:gd name="connsiteY66-63474" fmla="*/ 4282100 h 4449429"/>
              <a:gd name="connsiteX67-63475" fmla="*/ 9806054 w 18982931"/>
              <a:gd name="connsiteY67-63476" fmla="*/ 4282100 h 4449429"/>
              <a:gd name="connsiteX68-63477" fmla="*/ 9806054 w 18982931"/>
              <a:gd name="connsiteY68-63478" fmla="*/ 4073253 h 4449429"/>
              <a:gd name="connsiteX69-63479" fmla="*/ 9760354 w 18982931"/>
              <a:gd name="connsiteY69-63480" fmla="*/ 4073253 h 4449429"/>
              <a:gd name="connsiteX70-63481" fmla="*/ 9668723 w 18982931"/>
              <a:gd name="connsiteY70-63482" fmla="*/ 4073253 h 4449429"/>
              <a:gd name="connsiteX71-63483" fmla="*/ 9668723 w 18982931"/>
              <a:gd name="connsiteY71-63484" fmla="*/ 4282100 h 4449429"/>
              <a:gd name="connsiteX72-63485" fmla="*/ 9714423 w 18982931"/>
              <a:gd name="connsiteY72-63486" fmla="*/ 4282100 h 4449429"/>
              <a:gd name="connsiteX73-63487" fmla="*/ 9714423 w 18982931"/>
              <a:gd name="connsiteY73-63488" fmla="*/ 4073253 h 4449429"/>
              <a:gd name="connsiteX74-63489" fmla="*/ 9668723 w 18982931"/>
              <a:gd name="connsiteY74-63490" fmla="*/ 4073253 h 4449429"/>
              <a:gd name="connsiteX75-63491" fmla="*/ 9577094 w 18982931"/>
              <a:gd name="connsiteY75-63492" fmla="*/ 4073253 h 4449429"/>
              <a:gd name="connsiteX76-63493" fmla="*/ 9577094 w 18982931"/>
              <a:gd name="connsiteY76-63494" fmla="*/ 4282100 h 4449429"/>
              <a:gd name="connsiteX77-63495" fmla="*/ 9622794 w 18982931"/>
              <a:gd name="connsiteY77-63496" fmla="*/ 4282100 h 4449429"/>
              <a:gd name="connsiteX78-63497" fmla="*/ 9622794 w 18982931"/>
              <a:gd name="connsiteY78-63498" fmla="*/ 4073253 h 4449429"/>
              <a:gd name="connsiteX79-63499" fmla="*/ 9577094 w 18982931"/>
              <a:gd name="connsiteY79-63500" fmla="*/ 4073253 h 4449429"/>
              <a:gd name="connsiteX80-63501" fmla="*/ 9485470 w 18982931"/>
              <a:gd name="connsiteY80-63502" fmla="*/ 4073253 h 4449429"/>
              <a:gd name="connsiteX81-63503" fmla="*/ 9485470 w 18982931"/>
              <a:gd name="connsiteY81-63504" fmla="*/ 4282100 h 4449429"/>
              <a:gd name="connsiteX82-63505" fmla="*/ 9531165 w 18982931"/>
              <a:gd name="connsiteY82-63506" fmla="*/ 4282100 h 4449429"/>
              <a:gd name="connsiteX83-63507" fmla="*/ 9531165 w 18982931"/>
              <a:gd name="connsiteY83-63508" fmla="*/ 4073253 h 4449429"/>
              <a:gd name="connsiteX84-63509" fmla="*/ 9485470 w 18982931"/>
              <a:gd name="connsiteY84-63510" fmla="*/ 4073253 h 4449429"/>
              <a:gd name="connsiteX85-63511" fmla="*/ 9393836 w 18982931"/>
              <a:gd name="connsiteY85-63512" fmla="*/ 4073253 h 4449429"/>
              <a:gd name="connsiteX86-63513" fmla="*/ 9393836 w 18982931"/>
              <a:gd name="connsiteY86-63514" fmla="*/ 4282100 h 4449429"/>
              <a:gd name="connsiteX87-63515" fmla="*/ 9439536 w 18982931"/>
              <a:gd name="connsiteY87-63516" fmla="*/ 4282100 h 4449429"/>
              <a:gd name="connsiteX88-63517" fmla="*/ 9439536 w 18982931"/>
              <a:gd name="connsiteY88-63518" fmla="*/ 4073253 h 4449429"/>
              <a:gd name="connsiteX89-63519" fmla="*/ 9393836 w 18982931"/>
              <a:gd name="connsiteY89-63520" fmla="*/ 4073253 h 4449429"/>
              <a:gd name="connsiteX90-63521" fmla="*/ 9302203 w 18982931"/>
              <a:gd name="connsiteY90-63522" fmla="*/ 4073253 h 4449429"/>
              <a:gd name="connsiteX91-63523" fmla="*/ 9302203 w 18982931"/>
              <a:gd name="connsiteY91-63524" fmla="*/ 4282100 h 4449429"/>
              <a:gd name="connsiteX92-63525" fmla="*/ 9347904 w 18982931"/>
              <a:gd name="connsiteY92-63526" fmla="*/ 4282100 h 4449429"/>
              <a:gd name="connsiteX93-63527" fmla="*/ 9347904 w 18982931"/>
              <a:gd name="connsiteY93-63528" fmla="*/ 4073253 h 4449429"/>
              <a:gd name="connsiteX94-63529" fmla="*/ 9302203 w 18982931"/>
              <a:gd name="connsiteY94-63530" fmla="*/ 4073253 h 4449429"/>
              <a:gd name="connsiteX95-63531" fmla="*/ 16404499 w 18982931"/>
              <a:gd name="connsiteY95-63532" fmla="*/ 4018694 h 4449429"/>
              <a:gd name="connsiteX96-63533" fmla="*/ 16404499 w 18982931"/>
              <a:gd name="connsiteY96-63534" fmla="*/ 4075528 h 4449429"/>
              <a:gd name="connsiteX97-63535" fmla="*/ 16461332 w 18982931"/>
              <a:gd name="connsiteY97-63536" fmla="*/ 4075528 h 4449429"/>
              <a:gd name="connsiteX98-63537" fmla="*/ 16461332 w 18982931"/>
              <a:gd name="connsiteY98-63538" fmla="*/ 4018694 h 4449429"/>
              <a:gd name="connsiteX99-63539" fmla="*/ 16404499 w 18982931"/>
              <a:gd name="connsiteY99-63540" fmla="*/ 4018694 h 4449429"/>
              <a:gd name="connsiteX100-63541" fmla="*/ 16292444 w 18982931"/>
              <a:gd name="connsiteY100-63542" fmla="*/ 4018694 h 4449429"/>
              <a:gd name="connsiteX101-63543" fmla="*/ 16292444 w 18982931"/>
              <a:gd name="connsiteY101-63544" fmla="*/ 4075528 h 4449429"/>
              <a:gd name="connsiteX102-63545" fmla="*/ 16349278 w 18982931"/>
              <a:gd name="connsiteY102-63546" fmla="*/ 4075528 h 4449429"/>
              <a:gd name="connsiteX103-63547" fmla="*/ 16349278 w 18982931"/>
              <a:gd name="connsiteY103-63548" fmla="*/ 4018694 h 4449429"/>
              <a:gd name="connsiteX104-63549" fmla="*/ 16292444 w 18982931"/>
              <a:gd name="connsiteY104-63550" fmla="*/ 4018694 h 4449429"/>
              <a:gd name="connsiteX105-63551" fmla="*/ 16180390 w 18982931"/>
              <a:gd name="connsiteY105-63552" fmla="*/ 4018694 h 4449429"/>
              <a:gd name="connsiteX106-63553" fmla="*/ 16180390 w 18982931"/>
              <a:gd name="connsiteY106-63554" fmla="*/ 4075528 h 4449429"/>
              <a:gd name="connsiteX107-63555" fmla="*/ 16237224 w 18982931"/>
              <a:gd name="connsiteY107-63556" fmla="*/ 4075528 h 4449429"/>
              <a:gd name="connsiteX108-63557" fmla="*/ 16237224 w 18982931"/>
              <a:gd name="connsiteY108-63558" fmla="*/ 4018694 h 4449429"/>
              <a:gd name="connsiteX109-63559" fmla="*/ 16180390 w 18982931"/>
              <a:gd name="connsiteY109-63560" fmla="*/ 4018694 h 4449429"/>
              <a:gd name="connsiteX110-63561" fmla="*/ 2813944 w 18982931"/>
              <a:gd name="connsiteY110-63562" fmla="*/ 4018692 h 4449429"/>
              <a:gd name="connsiteX111-63563" fmla="*/ 2813944 w 18982931"/>
              <a:gd name="connsiteY111-63564" fmla="*/ 4075526 h 4449429"/>
              <a:gd name="connsiteX112-63565" fmla="*/ 2870780 w 18982931"/>
              <a:gd name="connsiteY112-63566" fmla="*/ 4075526 h 4449429"/>
              <a:gd name="connsiteX113-63567" fmla="*/ 2870780 w 18982931"/>
              <a:gd name="connsiteY113-63568" fmla="*/ 4018692 h 4449429"/>
              <a:gd name="connsiteX114-63569" fmla="*/ 2813944 w 18982931"/>
              <a:gd name="connsiteY114-63570" fmla="*/ 4018692 h 4449429"/>
              <a:gd name="connsiteX115-63571" fmla="*/ 2701890 w 18982931"/>
              <a:gd name="connsiteY115-63572" fmla="*/ 4018692 h 4449429"/>
              <a:gd name="connsiteX116-63573" fmla="*/ 2701890 w 18982931"/>
              <a:gd name="connsiteY116-63574" fmla="*/ 4075526 h 4449429"/>
              <a:gd name="connsiteX117-63575" fmla="*/ 2758723 w 18982931"/>
              <a:gd name="connsiteY117-63576" fmla="*/ 4075526 h 4449429"/>
              <a:gd name="connsiteX118-63577" fmla="*/ 2758723 w 18982931"/>
              <a:gd name="connsiteY118-63578" fmla="*/ 4018692 h 4449429"/>
              <a:gd name="connsiteX119-63579" fmla="*/ 2701890 w 18982931"/>
              <a:gd name="connsiteY119-63580" fmla="*/ 4018692 h 4449429"/>
              <a:gd name="connsiteX120-63581" fmla="*/ 2589843 w 18982931"/>
              <a:gd name="connsiteY120-63582" fmla="*/ 4018692 h 4449429"/>
              <a:gd name="connsiteX121-63583" fmla="*/ 2589843 w 18982931"/>
              <a:gd name="connsiteY121-63584" fmla="*/ 4075526 h 4449429"/>
              <a:gd name="connsiteX122-63585" fmla="*/ 2646669 w 18982931"/>
              <a:gd name="connsiteY122-63586" fmla="*/ 4075526 h 4449429"/>
              <a:gd name="connsiteX123-63587" fmla="*/ 2646669 w 18982931"/>
              <a:gd name="connsiteY123-63588" fmla="*/ 4018692 h 4449429"/>
              <a:gd name="connsiteX124-63589" fmla="*/ 2589843 w 18982931"/>
              <a:gd name="connsiteY124-63590" fmla="*/ 4018692 h 4449429"/>
              <a:gd name="connsiteX125-63591" fmla="*/ 16404499 w 18982931"/>
              <a:gd name="connsiteY125-63592" fmla="*/ 3873406 h 4449429"/>
              <a:gd name="connsiteX126-63593" fmla="*/ 16404499 w 18982931"/>
              <a:gd name="connsiteY126-63594" fmla="*/ 3930240 h 4449429"/>
              <a:gd name="connsiteX127-63595" fmla="*/ 16461332 w 18982931"/>
              <a:gd name="connsiteY127-63596" fmla="*/ 3930240 h 4449429"/>
              <a:gd name="connsiteX128-63597" fmla="*/ 16461332 w 18982931"/>
              <a:gd name="connsiteY128-63598" fmla="*/ 3873406 h 4449429"/>
              <a:gd name="connsiteX129-63599" fmla="*/ 16404499 w 18982931"/>
              <a:gd name="connsiteY129-63600" fmla="*/ 3873406 h 4449429"/>
              <a:gd name="connsiteX130-63601" fmla="*/ 16292444 w 18982931"/>
              <a:gd name="connsiteY130-63602" fmla="*/ 3873406 h 4449429"/>
              <a:gd name="connsiteX131-63603" fmla="*/ 16292444 w 18982931"/>
              <a:gd name="connsiteY131-63604" fmla="*/ 3930240 h 4449429"/>
              <a:gd name="connsiteX132-63605" fmla="*/ 16349278 w 18982931"/>
              <a:gd name="connsiteY132-63606" fmla="*/ 3930240 h 4449429"/>
              <a:gd name="connsiteX133-63607" fmla="*/ 16349278 w 18982931"/>
              <a:gd name="connsiteY133-63608" fmla="*/ 3873406 h 4449429"/>
              <a:gd name="connsiteX134-63609" fmla="*/ 16292444 w 18982931"/>
              <a:gd name="connsiteY134-63610" fmla="*/ 3873406 h 4449429"/>
              <a:gd name="connsiteX135-63611" fmla="*/ 16180390 w 18982931"/>
              <a:gd name="connsiteY135-63612" fmla="*/ 3873406 h 4449429"/>
              <a:gd name="connsiteX136-63613" fmla="*/ 16180390 w 18982931"/>
              <a:gd name="connsiteY136-63614" fmla="*/ 3930240 h 4449429"/>
              <a:gd name="connsiteX137-63615" fmla="*/ 16237224 w 18982931"/>
              <a:gd name="connsiteY137-63616" fmla="*/ 3930240 h 4449429"/>
              <a:gd name="connsiteX138-63617" fmla="*/ 16237224 w 18982931"/>
              <a:gd name="connsiteY138-63618" fmla="*/ 3873406 h 4449429"/>
              <a:gd name="connsiteX139-63619" fmla="*/ 16180390 w 18982931"/>
              <a:gd name="connsiteY139-63620" fmla="*/ 3873406 h 4449429"/>
              <a:gd name="connsiteX140-63621" fmla="*/ 2813944 w 18982931"/>
              <a:gd name="connsiteY140-63622" fmla="*/ 3873404 h 4449429"/>
              <a:gd name="connsiteX141-63623" fmla="*/ 2813944 w 18982931"/>
              <a:gd name="connsiteY141-63624" fmla="*/ 3930238 h 4449429"/>
              <a:gd name="connsiteX142-63625" fmla="*/ 2870780 w 18982931"/>
              <a:gd name="connsiteY142-63626" fmla="*/ 3930238 h 4449429"/>
              <a:gd name="connsiteX143-63627" fmla="*/ 2870780 w 18982931"/>
              <a:gd name="connsiteY143-63628" fmla="*/ 3873404 h 4449429"/>
              <a:gd name="connsiteX144-63629" fmla="*/ 2813944 w 18982931"/>
              <a:gd name="connsiteY144-63630" fmla="*/ 3873404 h 4449429"/>
              <a:gd name="connsiteX145-63631" fmla="*/ 2701890 w 18982931"/>
              <a:gd name="connsiteY145-63632" fmla="*/ 3873404 h 4449429"/>
              <a:gd name="connsiteX146-63633" fmla="*/ 2701890 w 18982931"/>
              <a:gd name="connsiteY146-63634" fmla="*/ 3930238 h 4449429"/>
              <a:gd name="connsiteX147-63635" fmla="*/ 2758723 w 18982931"/>
              <a:gd name="connsiteY147-63636" fmla="*/ 3930238 h 4449429"/>
              <a:gd name="connsiteX148-63637" fmla="*/ 2758723 w 18982931"/>
              <a:gd name="connsiteY148-63638" fmla="*/ 3873404 h 4449429"/>
              <a:gd name="connsiteX149-63639" fmla="*/ 2701890 w 18982931"/>
              <a:gd name="connsiteY149-63640" fmla="*/ 3873404 h 4449429"/>
              <a:gd name="connsiteX150-63641" fmla="*/ 2589843 w 18982931"/>
              <a:gd name="connsiteY150-63642" fmla="*/ 3873404 h 4449429"/>
              <a:gd name="connsiteX151-63643" fmla="*/ 2589843 w 18982931"/>
              <a:gd name="connsiteY151-63644" fmla="*/ 3930238 h 4449429"/>
              <a:gd name="connsiteX152-63645" fmla="*/ 2646669 w 18982931"/>
              <a:gd name="connsiteY152-63646" fmla="*/ 3930238 h 4449429"/>
              <a:gd name="connsiteX153-63647" fmla="*/ 2646669 w 18982931"/>
              <a:gd name="connsiteY153-63648" fmla="*/ 3873404 h 4449429"/>
              <a:gd name="connsiteX154-63649" fmla="*/ 2589843 w 18982931"/>
              <a:gd name="connsiteY154-63650" fmla="*/ 3873404 h 4449429"/>
              <a:gd name="connsiteX155-63651" fmla="*/ 17351339 w 18982931"/>
              <a:gd name="connsiteY155-63652" fmla="*/ 3769299 h 4449429"/>
              <a:gd name="connsiteX156-63653" fmla="*/ 17351339 w 18982931"/>
              <a:gd name="connsiteY156-63654" fmla="*/ 3815000 h 4449429"/>
              <a:gd name="connsiteX157-63655" fmla="*/ 17560187 w 18982931"/>
              <a:gd name="connsiteY157-63656" fmla="*/ 3815000 h 4449429"/>
              <a:gd name="connsiteX158-63657" fmla="*/ 17560187 w 18982931"/>
              <a:gd name="connsiteY158-63658" fmla="*/ 3769299 h 4449429"/>
              <a:gd name="connsiteX159-63659" fmla="*/ 17351339 w 18982931"/>
              <a:gd name="connsiteY159-63660" fmla="*/ 3769299 h 4449429"/>
              <a:gd name="connsiteX160-63661" fmla="*/ 16404499 w 18982931"/>
              <a:gd name="connsiteY160-63662" fmla="*/ 3728118 h 4449429"/>
              <a:gd name="connsiteX161-63663" fmla="*/ 16404499 w 18982931"/>
              <a:gd name="connsiteY161-63664" fmla="*/ 3784951 h 4449429"/>
              <a:gd name="connsiteX162-63665" fmla="*/ 16461332 w 18982931"/>
              <a:gd name="connsiteY162-63666" fmla="*/ 3784951 h 4449429"/>
              <a:gd name="connsiteX163-63667" fmla="*/ 16461332 w 18982931"/>
              <a:gd name="connsiteY163-63668" fmla="*/ 3728118 h 4449429"/>
              <a:gd name="connsiteX164-63669" fmla="*/ 16404499 w 18982931"/>
              <a:gd name="connsiteY164-63670" fmla="*/ 3728118 h 4449429"/>
              <a:gd name="connsiteX165-63671" fmla="*/ 16292444 w 18982931"/>
              <a:gd name="connsiteY165-63672" fmla="*/ 3728118 h 4449429"/>
              <a:gd name="connsiteX166-63673" fmla="*/ 16292444 w 18982931"/>
              <a:gd name="connsiteY166-63674" fmla="*/ 3784951 h 4449429"/>
              <a:gd name="connsiteX167-63675" fmla="*/ 16349278 w 18982931"/>
              <a:gd name="connsiteY167-63676" fmla="*/ 3784951 h 4449429"/>
              <a:gd name="connsiteX168-63677" fmla="*/ 16349278 w 18982931"/>
              <a:gd name="connsiteY168-63678" fmla="*/ 3728118 h 4449429"/>
              <a:gd name="connsiteX169-63679" fmla="*/ 16292444 w 18982931"/>
              <a:gd name="connsiteY169-63680" fmla="*/ 3728118 h 4449429"/>
              <a:gd name="connsiteX170-63681" fmla="*/ 16180390 w 18982931"/>
              <a:gd name="connsiteY170-63682" fmla="*/ 3728118 h 4449429"/>
              <a:gd name="connsiteX171-63683" fmla="*/ 16180390 w 18982931"/>
              <a:gd name="connsiteY171-63684" fmla="*/ 3784951 h 4449429"/>
              <a:gd name="connsiteX172-63685" fmla="*/ 16237224 w 18982931"/>
              <a:gd name="connsiteY172-63686" fmla="*/ 3784951 h 4449429"/>
              <a:gd name="connsiteX173-63687" fmla="*/ 16237224 w 18982931"/>
              <a:gd name="connsiteY173-63688" fmla="*/ 3728118 h 4449429"/>
              <a:gd name="connsiteX174-63689" fmla="*/ 16180390 w 18982931"/>
              <a:gd name="connsiteY174-63690" fmla="*/ 3728118 h 4449429"/>
              <a:gd name="connsiteX175-63691" fmla="*/ 2813944 w 18982931"/>
              <a:gd name="connsiteY175-63692" fmla="*/ 3728116 h 4449429"/>
              <a:gd name="connsiteX176-63693" fmla="*/ 2813944 w 18982931"/>
              <a:gd name="connsiteY176-63694" fmla="*/ 3784950 h 4449429"/>
              <a:gd name="connsiteX177-63695" fmla="*/ 2870780 w 18982931"/>
              <a:gd name="connsiteY177-63696" fmla="*/ 3784950 h 4449429"/>
              <a:gd name="connsiteX178-63697" fmla="*/ 2870780 w 18982931"/>
              <a:gd name="connsiteY178-63698" fmla="*/ 3728116 h 4449429"/>
              <a:gd name="connsiteX179-63699" fmla="*/ 2813944 w 18982931"/>
              <a:gd name="connsiteY179-63700" fmla="*/ 3728116 h 4449429"/>
              <a:gd name="connsiteX180-63701" fmla="*/ 2701891 w 18982931"/>
              <a:gd name="connsiteY180-63702" fmla="*/ 3728116 h 4449429"/>
              <a:gd name="connsiteX181-63703" fmla="*/ 2701891 w 18982931"/>
              <a:gd name="connsiteY181-63704" fmla="*/ 3784950 h 4449429"/>
              <a:gd name="connsiteX182-63705" fmla="*/ 2758730 w 18982931"/>
              <a:gd name="connsiteY182-63706" fmla="*/ 3784950 h 4449429"/>
              <a:gd name="connsiteX183-63707" fmla="*/ 2758730 w 18982931"/>
              <a:gd name="connsiteY183-63708" fmla="*/ 3728116 h 4449429"/>
              <a:gd name="connsiteX184-63709" fmla="*/ 2701891 w 18982931"/>
              <a:gd name="connsiteY184-63710" fmla="*/ 3728116 h 4449429"/>
              <a:gd name="connsiteX185-63711" fmla="*/ 2589845 w 18982931"/>
              <a:gd name="connsiteY185-63712" fmla="*/ 3728116 h 4449429"/>
              <a:gd name="connsiteX186-63713" fmla="*/ 2589845 w 18982931"/>
              <a:gd name="connsiteY186-63714" fmla="*/ 3784950 h 4449429"/>
              <a:gd name="connsiteX187-63715" fmla="*/ 2646671 w 18982931"/>
              <a:gd name="connsiteY187-63716" fmla="*/ 3784950 h 4449429"/>
              <a:gd name="connsiteX188-63717" fmla="*/ 2646671 w 18982931"/>
              <a:gd name="connsiteY188-63718" fmla="*/ 3728116 h 4449429"/>
              <a:gd name="connsiteX189-63719" fmla="*/ 2589845 w 18982931"/>
              <a:gd name="connsiteY189-63720" fmla="*/ 3728116 h 4449429"/>
              <a:gd name="connsiteX190-63721" fmla="*/ 17351339 w 18982931"/>
              <a:gd name="connsiteY190-63722" fmla="*/ 3677667 h 4449429"/>
              <a:gd name="connsiteX191-63723" fmla="*/ 17351339 w 18982931"/>
              <a:gd name="connsiteY191-63724" fmla="*/ 3723368 h 4449429"/>
              <a:gd name="connsiteX192-63725" fmla="*/ 17560187 w 18982931"/>
              <a:gd name="connsiteY192-63726" fmla="*/ 3723368 h 4449429"/>
              <a:gd name="connsiteX193-63727" fmla="*/ 17560187 w 18982931"/>
              <a:gd name="connsiteY193-63728" fmla="*/ 3677667 h 4449429"/>
              <a:gd name="connsiteX194-63729" fmla="*/ 17351339 w 18982931"/>
              <a:gd name="connsiteY194-63730" fmla="*/ 3677667 h 4449429"/>
              <a:gd name="connsiteX195-63731" fmla="*/ 12612246 w 18982931"/>
              <a:gd name="connsiteY195-63732" fmla="*/ 3645952 h 4449429"/>
              <a:gd name="connsiteX196-63733" fmla="*/ 12612246 w 18982931"/>
              <a:gd name="connsiteY196-63734" fmla="*/ 3702785 h 4449429"/>
              <a:gd name="connsiteX197-63735" fmla="*/ 12669079 w 18982931"/>
              <a:gd name="connsiteY197-63736" fmla="*/ 3702785 h 4449429"/>
              <a:gd name="connsiteX198-63737" fmla="*/ 12669079 w 18982931"/>
              <a:gd name="connsiteY198-63738" fmla="*/ 3645952 h 4449429"/>
              <a:gd name="connsiteX199-63739" fmla="*/ 12612246 w 18982931"/>
              <a:gd name="connsiteY199-63740" fmla="*/ 3645952 h 4449429"/>
              <a:gd name="connsiteX200-63741" fmla="*/ 12500191 w 18982931"/>
              <a:gd name="connsiteY200-63742" fmla="*/ 3645952 h 4449429"/>
              <a:gd name="connsiteX201-63743" fmla="*/ 12500191 w 18982931"/>
              <a:gd name="connsiteY201-63744" fmla="*/ 3702785 h 4449429"/>
              <a:gd name="connsiteX202-63745" fmla="*/ 12557025 w 18982931"/>
              <a:gd name="connsiteY202-63746" fmla="*/ 3702785 h 4449429"/>
              <a:gd name="connsiteX203-63747" fmla="*/ 12557025 w 18982931"/>
              <a:gd name="connsiteY203-63748" fmla="*/ 3645952 h 4449429"/>
              <a:gd name="connsiteX204-63749" fmla="*/ 12500191 w 18982931"/>
              <a:gd name="connsiteY204-63750" fmla="*/ 3645952 h 4449429"/>
              <a:gd name="connsiteX205-63751" fmla="*/ 12388137 w 18982931"/>
              <a:gd name="connsiteY205-63752" fmla="*/ 3645952 h 4449429"/>
              <a:gd name="connsiteX206-63753" fmla="*/ 12388137 w 18982931"/>
              <a:gd name="connsiteY206-63754" fmla="*/ 3702785 h 4449429"/>
              <a:gd name="connsiteX207-63755" fmla="*/ 12444971 w 18982931"/>
              <a:gd name="connsiteY207-63756" fmla="*/ 3702785 h 4449429"/>
              <a:gd name="connsiteX208-63757" fmla="*/ 12444971 w 18982931"/>
              <a:gd name="connsiteY208-63758" fmla="*/ 3645952 h 4449429"/>
              <a:gd name="connsiteX209-63759" fmla="*/ 12388137 w 18982931"/>
              <a:gd name="connsiteY209-63760" fmla="*/ 3645952 h 4449429"/>
              <a:gd name="connsiteX210-63761" fmla="*/ 17351339 w 18982931"/>
              <a:gd name="connsiteY210-63762" fmla="*/ 3586038 h 4449429"/>
              <a:gd name="connsiteX211-63763" fmla="*/ 17351339 w 18982931"/>
              <a:gd name="connsiteY211-63764" fmla="*/ 3631739 h 4449429"/>
              <a:gd name="connsiteX212-63765" fmla="*/ 17560187 w 18982931"/>
              <a:gd name="connsiteY212-63766" fmla="*/ 3631739 h 4449429"/>
              <a:gd name="connsiteX213-63767" fmla="*/ 17560187 w 18982931"/>
              <a:gd name="connsiteY213-63768" fmla="*/ 3586038 h 4449429"/>
              <a:gd name="connsiteX214-63769" fmla="*/ 17351339 w 18982931"/>
              <a:gd name="connsiteY214-63770" fmla="*/ 3586038 h 4449429"/>
              <a:gd name="connsiteX215-63771" fmla="*/ 16404499 w 18982931"/>
              <a:gd name="connsiteY215-63772" fmla="*/ 3582830 h 4449429"/>
              <a:gd name="connsiteX216-63773" fmla="*/ 16404499 w 18982931"/>
              <a:gd name="connsiteY216-63774" fmla="*/ 3639663 h 4449429"/>
              <a:gd name="connsiteX217-63775" fmla="*/ 16461332 w 18982931"/>
              <a:gd name="connsiteY217-63776" fmla="*/ 3639663 h 4449429"/>
              <a:gd name="connsiteX218-63777" fmla="*/ 16461332 w 18982931"/>
              <a:gd name="connsiteY218-63778" fmla="*/ 3582830 h 4449429"/>
              <a:gd name="connsiteX219-63779" fmla="*/ 16404499 w 18982931"/>
              <a:gd name="connsiteY219-63780" fmla="*/ 3582830 h 4449429"/>
              <a:gd name="connsiteX220-63781" fmla="*/ 16292444 w 18982931"/>
              <a:gd name="connsiteY220-63782" fmla="*/ 3582830 h 4449429"/>
              <a:gd name="connsiteX221-63783" fmla="*/ 16292444 w 18982931"/>
              <a:gd name="connsiteY221-63784" fmla="*/ 3639663 h 4449429"/>
              <a:gd name="connsiteX222-63785" fmla="*/ 16349278 w 18982931"/>
              <a:gd name="connsiteY222-63786" fmla="*/ 3639663 h 4449429"/>
              <a:gd name="connsiteX223-63787" fmla="*/ 16349278 w 18982931"/>
              <a:gd name="connsiteY223-63788" fmla="*/ 3582830 h 4449429"/>
              <a:gd name="connsiteX224-63789" fmla="*/ 16292444 w 18982931"/>
              <a:gd name="connsiteY224-63790" fmla="*/ 3582830 h 4449429"/>
              <a:gd name="connsiteX225-63791" fmla="*/ 16180390 w 18982931"/>
              <a:gd name="connsiteY225-63792" fmla="*/ 3582830 h 4449429"/>
              <a:gd name="connsiteX226-63793" fmla="*/ 16180390 w 18982931"/>
              <a:gd name="connsiteY226-63794" fmla="*/ 3639663 h 4449429"/>
              <a:gd name="connsiteX227-63795" fmla="*/ 16237224 w 18982931"/>
              <a:gd name="connsiteY227-63796" fmla="*/ 3639663 h 4449429"/>
              <a:gd name="connsiteX228-63797" fmla="*/ 16237224 w 18982931"/>
              <a:gd name="connsiteY228-63798" fmla="*/ 3582830 h 4449429"/>
              <a:gd name="connsiteX229-63799" fmla="*/ 16180390 w 18982931"/>
              <a:gd name="connsiteY229-63800" fmla="*/ 3582830 h 4449429"/>
              <a:gd name="connsiteX230-63801" fmla="*/ 2813944 w 18982931"/>
              <a:gd name="connsiteY230-63802" fmla="*/ 3582828 h 4449429"/>
              <a:gd name="connsiteX231-63803" fmla="*/ 2813944 w 18982931"/>
              <a:gd name="connsiteY231-63804" fmla="*/ 3639662 h 4449429"/>
              <a:gd name="connsiteX232-63805" fmla="*/ 2870780 w 18982931"/>
              <a:gd name="connsiteY232-63806" fmla="*/ 3639662 h 4449429"/>
              <a:gd name="connsiteX233-63807" fmla="*/ 2870780 w 18982931"/>
              <a:gd name="connsiteY233-63808" fmla="*/ 3582828 h 4449429"/>
              <a:gd name="connsiteX234-63809" fmla="*/ 2813944 w 18982931"/>
              <a:gd name="connsiteY234-63810" fmla="*/ 3582828 h 4449429"/>
              <a:gd name="connsiteX235-63811" fmla="*/ 2701891 w 18982931"/>
              <a:gd name="connsiteY235-63812" fmla="*/ 3582828 h 4449429"/>
              <a:gd name="connsiteX236-63813" fmla="*/ 2701891 w 18982931"/>
              <a:gd name="connsiteY236-63814" fmla="*/ 3639662 h 4449429"/>
              <a:gd name="connsiteX237-63815" fmla="*/ 2758730 w 18982931"/>
              <a:gd name="connsiteY237-63816" fmla="*/ 3639662 h 4449429"/>
              <a:gd name="connsiteX238-63817" fmla="*/ 2758730 w 18982931"/>
              <a:gd name="connsiteY238-63818" fmla="*/ 3582828 h 4449429"/>
              <a:gd name="connsiteX239-63819" fmla="*/ 2701891 w 18982931"/>
              <a:gd name="connsiteY239-63820" fmla="*/ 3582828 h 4449429"/>
              <a:gd name="connsiteX240-63821" fmla="*/ 2589845 w 18982931"/>
              <a:gd name="connsiteY240-63822" fmla="*/ 3582828 h 4449429"/>
              <a:gd name="connsiteX241-63823" fmla="*/ 2589845 w 18982931"/>
              <a:gd name="connsiteY241-63824" fmla="*/ 3639662 h 4449429"/>
              <a:gd name="connsiteX242-63825" fmla="*/ 2646671 w 18982931"/>
              <a:gd name="connsiteY242-63826" fmla="*/ 3639662 h 4449429"/>
              <a:gd name="connsiteX243-63827" fmla="*/ 2646671 w 18982931"/>
              <a:gd name="connsiteY243-63828" fmla="*/ 3582828 h 4449429"/>
              <a:gd name="connsiteX244-63829" fmla="*/ 2589845 w 18982931"/>
              <a:gd name="connsiteY244-63830" fmla="*/ 3582828 h 4449429"/>
              <a:gd name="connsiteX245-63831" fmla="*/ 12612246 w 18982931"/>
              <a:gd name="connsiteY245-63832" fmla="*/ 3500664 h 4449429"/>
              <a:gd name="connsiteX246-63833" fmla="*/ 12612246 w 18982931"/>
              <a:gd name="connsiteY246-63834" fmla="*/ 3557497 h 4449429"/>
              <a:gd name="connsiteX247-63835" fmla="*/ 12669079 w 18982931"/>
              <a:gd name="connsiteY247-63836" fmla="*/ 3557497 h 4449429"/>
              <a:gd name="connsiteX248-63837" fmla="*/ 12669079 w 18982931"/>
              <a:gd name="connsiteY248-63838" fmla="*/ 3500664 h 4449429"/>
              <a:gd name="connsiteX249-63839" fmla="*/ 12612246 w 18982931"/>
              <a:gd name="connsiteY249-63840" fmla="*/ 3500664 h 4449429"/>
              <a:gd name="connsiteX250-63841" fmla="*/ 12500191 w 18982931"/>
              <a:gd name="connsiteY250-63842" fmla="*/ 3500664 h 4449429"/>
              <a:gd name="connsiteX251-63843" fmla="*/ 12500191 w 18982931"/>
              <a:gd name="connsiteY251-63844" fmla="*/ 3557497 h 4449429"/>
              <a:gd name="connsiteX252-63845" fmla="*/ 12557025 w 18982931"/>
              <a:gd name="connsiteY252-63846" fmla="*/ 3557497 h 4449429"/>
              <a:gd name="connsiteX253-63847" fmla="*/ 12557025 w 18982931"/>
              <a:gd name="connsiteY253-63848" fmla="*/ 3500664 h 4449429"/>
              <a:gd name="connsiteX254-63849" fmla="*/ 12500191 w 18982931"/>
              <a:gd name="connsiteY254-63850" fmla="*/ 3500664 h 4449429"/>
              <a:gd name="connsiteX255-63851" fmla="*/ 12388137 w 18982931"/>
              <a:gd name="connsiteY255-63852" fmla="*/ 3500664 h 4449429"/>
              <a:gd name="connsiteX256-63853" fmla="*/ 12388137 w 18982931"/>
              <a:gd name="connsiteY256-63854" fmla="*/ 3557497 h 4449429"/>
              <a:gd name="connsiteX257-63855" fmla="*/ 12444971 w 18982931"/>
              <a:gd name="connsiteY257-63856" fmla="*/ 3557497 h 4449429"/>
              <a:gd name="connsiteX258-63857" fmla="*/ 12444971 w 18982931"/>
              <a:gd name="connsiteY258-63858" fmla="*/ 3500664 h 4449429"/>
              <a:gd name="connsiteX259-63859" fmla="*/ 12388137 w 18982931"/>
              <a:gd name="connsiteY259-63860" fmla="*/ 3500664 h 4449429"/>
              <a:gd name="connsiteX260-63861" fmla="*/ 17351339 w 18982931"/>
              <a:gd name="connsiteY260-63862" fmla="*/ 3492933 h 4449429"/>
              <a:gd name="connsiteX261-63863" fmla="*/ 17351339 w 18982931"/>
              <a:gd name="connsiteY261-63864" fmla="*/ 3538633 h 4449429"/>
              <a:gd name="connsiteX262-63865" fmla="*/ 17560187 w 18982931"/>
              <a:gd name="connsiteY262-63866" fmla="*/ 3538633 h 4449429"/>
              <a:gd name="connsiteX263-63867" fmla="*/ 17560187 w 18982931"/>
              <a:gd name="connsiteY263-63868" fmla="*/ 3492933 h 4449429"/>
              <a:gd name="connsiteX264-63869" fmla="*/ 17351339 w 18982931"/>
              <a:gd name="connsiteY264-63870" fmla="*/ 3492933 h 4449429"/>
              <a:gd name="connsiteX265-63871" fmla="*/ 17351339 w 18982931"/>
              <a:gd name="connsiteY265-63872" fmla="*/ 3401301 h 4449429"/>
              <a:gd name="connsiteX266-63873" fmla="*/ 17351339 w 18982931"/>
              <a:gd name="connsiteY266-63874" fmla="*/ 3447001 h 4449429"/>
              <a:gd name="connsiteX267-63875" fmla="*/ 17560187 w 18982931"/>
              <a:gd name="connsiteY267-63876" fmla="*/ 3447001 h 4449429"/>
              <a:gd name="connsiteX268-63877" fmla="*/ 17560187 w 18982931"/>
              <a:gd name="connsiteY268-63878" fmla="*/ 3401301 h 4449429"/>
              <a:gd name="connsiteX269-63879" fmla="*/ 17351339 w 18982931"/>
              <a:gd name="connsiteY269-63880" fmla="*/ 3401301 h 4449429"/>
              <a:gd name="connsiteX270-63881" fmla="*/ 1596781 w 18982931"/>
              <a:gd name="connsiteY270-63882" fmla="*/ 3357078 h 4449429"/>
              <a:gd name="connsiteX271-63883" fmla="*/ 1596781 w 18982931"/>
              <a:gd name="connsiteY271-63884" fmla="*/ 3402779 h 4449429"/>
              <a:gd name="connsiteX272-63885" fmla="*/ 1805629 w 18982931"/>
              <a:gd name="connsiteY272-63886" fmla="*/ 3402779 h 4449429"/>
              <a:gd name="connsiteX273-63887" fmla="*/ 1805629 w 18982931"/>
              <a:gd name="connsiteY273-63888" fmla="*/ 3357078 h 4449429"/>
              <a:gd name="connsiteX274-63889" fmla="*/ 1596781 w 18982931"/>
              <a:gd name="connsiteY274-63890" fmla="*/ 3357078 h 4449429"/>
              <a:gd name="connsiteX275-63891" fmla="*/ 12612246 w 18982931"/>
              <a:gd name="connsiteY275-63892" fmla="*/ 3355375 h 4449429"/>
              <a:gd name="connsiteX276-63893" fmla="*/ 12612246 w 18982931"/>
              <a:gd name="connsiteY276-63894" fmla="*/ 3412209 h 4449429"/>
              <a:gd name="connsiteX277-63895" fmla="*/ 12669079 w 18982931"/>
              <a:gd name="connsiteY277-63896" fmla="*/ 3412209 h 4449429"/>
              <a:gd name="connsiteX278-63897" fmla="*/ 12669079 w 18982931"/>
              <a:gd name="connsiteY278-63898" fmla="*/ 3355375 h 4449429"/>
              <a:gd name="connsiteX279-63899" fmla="*/ 12612246 w 18982931"/>
              <a:gd name="connsiteY279-63900" fmla="*/ 3355375 h 4449429"/>
              <a:gd name="connsiteX280-63901" fmla="*/ 12500191 w 18982931"/>
              <a:gd name="connsiteY280-63902" fmla="*/ 3355375 h 4449429"/>
              <a:gd name="connsiteX281-63903" fmla="*/ 12500191 w 18982931"/>
              <a:gd name="connsiteY281-63904" fmla="*/ 3412209 h 4449429"/>
              <a:gd name="connsiteX282-63905" fmla="*/ 12557025 w 18982931"/>
              <a:gd name="connsiteY282-63906" fmla="*/ 3412209 h 4449429"/>
              <a:gd name="connsiteX283-63907" fmla="*/ 12557025 w 18982931"/>
              <a:gd name="connsiteY283-63908" fmla="*/ 3355375 h 4449429"/>
              <a:gd name="connsiteX284-63909" fmla="*/ 12500191 w 18982931"/>
              <a:gd name="connsiteY284-63910" fmla="*/ 3355375 h 4449429"/>
              <a:gd name="connsiteX285-63911" fmla="*/ 12388137 w 18982931"/>
              <a:gd name="connsiteY285-63912" fmla="*/ 3355375 h 4449429"/>
              <a:gd name="connsiteX286-63913" fmla="*/ 12388137 w 18982931"/>
              <a:gd name="connsiteY286-63914" fmla="*/ 3412209 h 4449429"/>
              <a:gd name="connsiteX287-63915" fmla="*/ 12444971 w 18982931"/>
              <a:gd name="connsiteY287-63916" fmla="*/ 3412209 h 4449429"/>
              <a:gd name="connsiteX288-63917" fmla="*/ 12444971 w 18982931"/>
              <a:gd name="connsiteY288-63918" fmla="*/ 3355375 h 4449429"/>
              <a:gd name="connsiteX289-63919" fmla="*/ 12388137 w 18982931"/>
              <a:gd name="connsiteY289-63920" fmla="*/ 3355375 h 4449429"/>
              <a:gd name="connsiteX290-63921" fmla="*/ 17351339 w 18982931"/>
              <a:gd name="connsiteY290-63922" fmla="*/ 3309670 h 4449429"/>
              <a:gd name="connsiteX291-63923" fmla="*/ 17351339 w 18982931"/>
              <a:gd name="connsiteY291-63924" fmla="*/ 3355371 h 4449429"/>
              <a:gd name="connsiteX292-63925" fmla="*/ 17560187 w 18982931"/>
              <a:gd name="connsiteY292-63926" fmla="*/ 3355371 h 4449429"/>
              <a:gd name="connsiteX293-63927" fmla="*/ 17560187 w 18982931"/>
              <a:gd name="connsiteY293-63928" fmla="*/ 3309670 h 4449429"/>
              <a:gd name="connsiteX294-63929" fmla="*/ 17351339 w 18982931"/>
              <a:gd name="connsiteY294-63930" fmla="*/ 3309670 h 4449429"/>
              <a:gd name="connsiteX295-63931" fmla="*/ 1596781 w 18982931"/>
              <a:gd name="connsiteY295-63932" fmla="*/ 3265446 h 4449429"/>
              <a:gd name="connsiteX296-63933" fmla="*/ 1596781 w 18982931"/>
              <a:gd name="connsiteY296-63934" fmla="*/ 3311147 h 4449429"/>
              <a:gd name="connsiteX297-63935" fmla="*/ 1805629 w 18982931"/>
              <a:gd name="connsiteY297-63936" fmla="*/ 3311147 h 4449429"/>
              <a:gd name="connsiteX298-63937" fmla="*/ 1805629 w 18982931"/>
              <a:gd name="connsiteY298-63938" fmla="*/ 3265446 h 4449429"/>
              <a:gd name="connsiteX299-63939" fmla="*/ 1596781 w 18982931"/>
              <a:gd name="connsiteY299-63940" fmla="*/ 3265446 h 4449429"/>
              <a:gd name="connsiteX300-63941" fmla="*/ 17351339 w 18982931"/>
              <a:gd name="connsiteY300-63942" fmla="*/ 3218041 h 4449429"/>
              <a:gd name="connsiteX301-63943" fmla="*/ 17351339 w 18982931"/>
              <a:gd name="connsiteY301-63944" fmla="*/ 3263742 h 4449429"/>
              <a:gd name="connsiteX302-63945" fmla="*/ 17560187 w 18982931"/>
              <a:gd name="connsiteY302-63946" fmla="*/ 3263742 h 4449429"/>
              <a:gd name="connsiteX303-63947" fmla="*/ 17560187 w 18982931"/>
              <a:gd name="connsiteY303-63948" fmla="*/ 3218041 h 4449429"/>
              <a:gd name="connsiteX304-63949" fmla="*/ 17351339 w 18982931"/>
              <a:gd name="connsiteY304-63950" fmla="*/ 3218041 h 4449429"/>
              <a:gd name="connsiteX305-63951" fmla="*/ 12612246 w 18982931"/>
              <a:gd name="connsiteY305-63952" fmla="*/ 3210087 h 4449429"/>
              <a:gd name="connsiteX306-63953" fmla="*/ 12612246 w 18982931"/>
              <a:gd name="connsiteY306-63954" fmla="*/ 3266921 h 4449429"/>
              <a:gd name="connsiteX307-63955" fmla="*/ 12669079 w 18982931"/>
              <a:gd name="connsiteY307-63956" fmla="*/ 3266921 h 4449429"/>
              <a:gd name="connsiteX308-63957" fmla="*/ 12669079 w 18982931"/>
              <a:gd name="connsiteY308-63958" fmla="*/ 3210087 h 4449429"/>
              <a:gd name="connsiteX309-63959" fmla="*/ 12612246 w 18982931"/>
              <a:gd name="connsiteY309-63960" fmla="*/ 3210087 h 4449429"/>
              <a:gd name="connsiteX310-63961" fmla="*/ 12500191 w 18982931"/>
              <a:gd name="connsiteY310-63962" fmla="*/ 3210087 h 4449429"/>
              <a:gd name="connsiteX311-63963" fmla="*/ 12500191 w 18982931"/>
              <a:gd name="connsiteY311-63964" fmla="*/ 3266921 h 4449429"/>
              <a:gd name="connsiteX312-63965" fmla="*/ 12557025 w 18982931"/>
              <a:gd name="connsiteY312-63966" fmla="*/ 3266921 h 4449429"/>
              <a:gd name="connsiteX313-63967" fmla="*/ 12557025 w 18982931"/>
              <a:gd name="connsiteY313-63968" fmla="*/ 3210087 h 4449429"/>
              <a:gd name="connsiteX314-63969" fmla="*/ 12500191 w 18982931"/>
              <a:gd name="connsiteY314-63970" fmla="*/ 3210087 h 4449429"/>
              <a:gd name="connsiteX315-63971" fmla="*/ 12388137 w 18982931"/>
              <a:gd name="connsiteY315-63972" fmla="*/ 3210087 h 4449429"/>
              <a:gd name="connsiteX316-63973" fmla="*/ 12388137 w 18982931"/>
              <a:gd name="connsiteY316-63974" fmla="*/ 3266921 h 4449429"/>
              <a:gd name="connsiteX317-63975" fmla="*/ 12444971 w 18982931"/>
              <a:gd name="connsiteY317-63976" fmla="*/ 3266921 h 4449429"/>
              <a:gd name="connsiteX318-63977" fmla="*/ 12444971 w 18982931"/>
              <a:gd name="connsiteY318-63978" fmla="*/ 3210087 h 4449429"/>
              <a:gd name="connsiteX319-63979" fmla="*/ 12388137 w 18982931"/>
              <a:gd name="connsiteY319-63980" fmla="*/ 3210087 h 4449429"/>
              <a:gd name="connsiteX320-63981" fmla="*/ 1596781 w 18982931"/>
              <a:gd name="connsiteY320-63982" fmla="*/ 3173817 h 4449429"/>
              <a:gd name="connsiteX321-63983" fmla="*/ 1596781 w 18982931"/>
              <a:gd name="connsiteY321-63984" fmla="*/ 3219518 h 4449429"/>
              <a:gd name="connsiteX322-63985" fmla="*/ 1805629 w 18982931"/>
              <a:gd name="connsiteY322-63986" fmla="*/ 3219518 h 4449429"/>
              <a:gd name="connsiteX323-63987" fmla="*/ 1805629 w 18982931"/>
              <a:gd name="connsiteY323-63988" fmla="*/ 3173817 h 4449429"/>
              <a:gd name="connsiteX324-63989" fmla="*/ 1596781 w 18982931"/>
              <a:gd name="connsiteY324-63990" fmla="*/ 3173817 h 4449429"/>
              <a:gd name="connsiteX325-63991" fmla="*/ 17351339 w 18982931"/>
              <a:gd name="connsiteY325-63992" fmla="*/ 3126412 h 4449429"/>
              <a:gd name="connsiteX326-63993" fmla="*/ 17351339 w 18982931"/>
              <a:gd name="connsiteY326-63994" fmla="*/ 3172113 h 4449429"/>
              <a:gd name="connsiteX327-63995" fmla="*/ 17560187 w 18982931"/>
              <a:gd name="connsiteY327-63996" fmla="*/ 3172113 h 4449429"/>
              <a:gd name="connsiteX328-63997" fmla="*/ 17560187 w 18982931"/>
              <a:gd name="connsiteY328-63998" fmla="*/ 3126412 h 4449429"/>
              <a:gd name="connsiteX329-63999" fmla="*/ 17351339 w 18982931"/>
              <a:gd name="connsiteY329-64000" fmla="*/ 3126412 h 4449429"/>
              <a:gd name="connsiteX330-64001" fmla="*/ 1596781 w 18982931"/>
              <a:gd name="connsiteY330-64002" fmla="*/ 3080712 h 4449429"/>
              <a:gd name="connsiteX331-64003" fmla="*/ 1596781 w 18982931"/>
              <a:gd name="connsiteY331-64004" fmla="*/ 3126412 h 4449429"/>
              <a:gd name="connsiteX332-64005" fmla="*/ 1805629 w 18982931"/>
              <a:gd name="connsiteY332-64006" fmla="*/ 3126412 h 4449429"/>
              <a:gd name="connsiteX333-64007" fmla="*/ 1805629 w 18982931"/>
              <a:gd name="connsiteY333-64008" fmla="*/ 3080712 h 4449429"/>
              <a:gd name="connsiteX334-64009" fmla="*/ 1596781 w 18982931"/>
              <a:gd name="connsiteY334-64010" fmla="*/ 3080712 h 4449429"/>
              <a:gd name="connsiteX335-64011" fmla="*/ 12612246 w 18982931"/>
              <a:gd name="connsiteY335-64012" fmla="*/ 3064799 h 4449429"/>
              <a:gd name="connsiteX336-64013" fmla="*/ 12612246 w 18982931"/>
              <a:gd name="connsiteY336-64014" fmla="*/ 3121633 h 4449429"/>
              <a:gd name="connsiteX337-64015" fmla="*/ 12669079 w 18982931"/>
              <a:gd name="connsiteY337-64016" fmla="*/ 3121633 h 4449429"/>
              <a:gd name="connsiteX338-64017" fmla="*/ 12669079 w 18982931"/>
              <a:gd name="connsiteY338-64018" fmla="*/ 3064799 h 4449429"/>
              <a:gd name="connsiteX339-64019" fmla="*/ 12612246 w 18982931"/>
              <a:gd name="connsiteY339-64020" fmla="*/ 3064799 h 4449429"/>
              <a:gd name="connsiteX340-64021" fmla="*/ 12500191 w 18982931"/>
              <a:gd name="connsiteY340-64022" fmla="*/ 3064799 h 4449429"/>
              <a:gd name="connsiteX341-64023" fmla="*/ 12500191 w 18982931"/>
              <a:gd name="connsiteY341-64024" fmla="*/ 3121633 h 4449429"/>
              <a:gd name="connsiteX342-64025" fmla="*/ 12557025 w 18982931"/>
              <a:gd name="connsiteY342-64026" fmla="*/ 3121633 h 4449429"/>
              <a:gd name="connsiteX343-64027" fmla="*/ 12557025 w 18982931"/>
              <a:gd name="connsiteY343-64028" fmla="*/ 3064799 h 4449429"/>
              <a:gd name="connsiteX344-64029" fmla="*/ 12500191 w 18982931"/>
              <a:gd name="connsiteY344-64030" fmla="*/ 3064799 h 4449429"/>
              <a:gd name="connsiteX345-64031" fmla="*/ 12388137 w 18982931"/>
              <a:gd name="connsiteY345-64032" fmla="*/ 3064799 h 4449429"/>
              <a:gd name="connsiteX346-64033" fmla="*/ 12388137 w 18982931"/>
              <a:gd name="connsiteY346-64034" fmla="*/ 3121633 h 4449429"/>
              <a:gd name="connsiteX347-64035" fmla="*/ 12444971 w 18982931"/>
              <a:gd name="connsiteY347-64036" fmla="*/ 3121633 h 4449429"/>
              <a:gd name="connsiteX348-64037" fmla="*/ 12444971 w 18982931"/>
              <a:gd name="connsiteY348-64038" fmla="*/ 3064799 h 4449429"/>
              <a:gd name="connsiteX349-64039" fmla="*/ 12388137 w 18982931"/>
              <a:gd name="connsiteY349-64040" fmla="*/ 3064799 h 4449429"/>
              <a:gd name="connsiteX350-64041" fmla="*/ 17351339 w 18982931"/>
              <a:gd name="connsiteY350-64042" fmla="*/ 3034782 h 4449429"/>
              <a:gd name="connsiteX351-64043" fmla="*/ 17351339 w 18982931"/>
              <a:gd name="connsiteY351-64044" fmla="*/ 3080482 h 4449429"/>
              <a:gd name="connsiteX352-64045" fmla="*/ 17560187 w 18982931"/>
              <a:gd name="connsiteY352-64046" fmla="*/ 3080482 h 4449429"/>
              <a:gd name="connsiteX353-64047" fmla="*/ 17560187 w 18982931"/>
              <a:gd name="connsiteY353-64048" fmla="*/ 3034782 h 4449429"/>
              <a:gd name="connsiteX354-64049" fmla="*/ 17351339 w 18982931"/>
              <a:gd name="connsiteY354-64050" fmla="*/ 3034782 h 4449429"/>
              <a:gd name="connsiteX355-64051" fmla="*/ 1596781 w 18982931"/>
              <a:gd name="connsiteY355-64052" fmla="*/ 2989080 h 4449429"/>
              <a:gd name="connsiteX356-64053" fmla="*/ 1596781 w 18982931"/>
              <a:gd name="connsiteY356-64054" fmla="*/ 3034780 h 4449429"/>
              <a:gd name="connsiteX357-64055" fmla="*/ 1805629 w 18982931"/>
              <a:gd name="connsiteY357-64056" fmla="*/ 3034780 h 4449429"/>
              <a:gd name="connsiteX358-64057" fmla="*/ 1805629 w 18982931"/>
              <a:gd name="connsiteY358-64058" fmla="*/ 2989080 h 4449429"/>
              <a:gd name="connsiteX359-64059" fmla="*/ 1596781 w 18982931"/>
              <a:gd name="connsiteY359-64060" fmla="*/ 2989080 h 4449429"/>
              <a:gd name="connsiteX360-64061" fmla="*/ 17351339 w 18982931"/>
              <a:gd name="connsiteY360-64062" fmla="*/ 2943153 h 4449429"/>
              <a:gd name="connsiteX361-64063" fmla="*/ 17351339 w 18982931"/>
              <a:gd name="connsiteY361-64064" fmla="*/ 2988853 h 4449429"/>
              <a:gd name="connsiteX362-64065" fmla="*/ 17560187 w 18982931"/>
              <a:gd name="connsiteY362-64066" fmla="*/ 2988853 h 4449429"/>
              <a:gd name="connsiteX363-64067" fmla="*/ 17560187 w 18982931"/>
              <a:gd name="connsiteY363-64068" fmla="*/ 2943153 h 4449429"/>
              <a:gd name="connsiteX364-64069" fmla="*/ 17351339 w 18982931"/>
              <a:gd name="connsiteY364-64070" fmla="*/ 2943153 h 4449429"/>
              <a:gd name="connsiteX365-64071" fmla="*/ 12612246 w 18982931"/>
              <a:gd name="connsiteY365-64072" fmla="*/ 2919511 h 4449429"/>
              <a:gd name="connsiteX366-64073" fmla="*/ 12612246 w 18982931"/>
              <a:gd name="connsiteY366-64074" fmla="*/ 2976345 h 4449429"/>
              <a:gd name="connsiteX367-64075" fmla="*/ 12669079 w 18982931"/>
              <a:gd name="connsiteY367-64076" fmla="*/ 2976345 h 4449429"/>
              <a:gd name="connsiteX368-64077" fmla="*/ 12669079 w 18982931"/>
              <a:gd name="connsiteY368-64078" fmla="*/ 2919511 h 4449429"/>
              <a:gd name="connsiteX369-64079" fmla="*/ 12612246 w 18982931"/>
              <a:gd name="connsiteY369-64080" fmla="*/ 2919511 h 4449429"/>
              <a:gd name="connsiteX370-64081" fmla="*/ 12500191 w 18982931"/>
              <a:gd name="connsiteY370-64082" fmla="*/ 2919511 h 4449429"/>
              <a:gd name="connsiteX371-64083" fmla="*/ 12500191 w 18982931"/>
              <a:gd name="connsiteY371-64084" fmla="*/ 2976345 h 4449429"/>
              <a:gd name="connsiteX372-64085" fmla="*/ 12557025 w 18982931"/>
              <a:gd name="connsiteY372-64086" fmla="*/ 2976345 h 4449429"/>
              <a:gd name="connsiteX373-64087" fmla="*/ 12557025 w 18982931"/>
              <a:gd name="connsiteY373-64088" fmla="*/ 2919511 h 4449429"/>
              <a:gd name="connsiteX374-64089" fmla="*/ 12500191 w 18982931"/>
              <a:gd name="connsiteY374-64090" fmla="*/ 2919511 h 4449429"/>
              <a:gd name="connsiteX375-64091" fmla="*/ 12388137 w 18982931"/>
              <a:gd name="connsiteY375-64092" fmla="*/ 2919511 h 4449429"/>
              <a:gd name="connsiteX376-64093" fmla="*/ 12388137 w 18982931"/>
              <a:gd name="connsiteY376-64094" fmla="*/ 2976345 h 4449429"/>
              <a:gd name="connsiteX377-64095" fmla="*/ 12444971 w 18982931"/>
              <a:gd name="connsiteY377-64096" fmla="*/ 2976345 h 4449429"/>
              <a:gd name="connsiteX378-64097" fmla="*/ 12444971 w 18982931"/>
              <a:gd name="connsiteY378-64098" fmla="*/ 2919511 h 4449429"/>
              <a:gd name="connsiteX379-64099" fmla="*/ 12388137 w 18982931"/>
              <a:gd name="connsiteY379-64100" fmla="*/ 2919511 h 4449429"/>
              <a:gd name="connsiteX380-64101" fmla="*/ 1596781 w 18982931"/>
              <a:gd name="connsiteY380-64102" fmla="*/ 2897450 h 4449429"/>
              <a:gd name="connsiteX381-64103" fmla="*/ 1596781 w 18982931"/>
              <a:gd name="connsiteY381-64104" fmla="*/ 2943150 h 4449429"/>
              <a:gd name="connsiteX382-64105" fmla="*/ 1805629 w 18982931"/>
              <a:gd name="connsiteY382-64106" fmla="*/ 2943150 h 4449429"/>
              <a:gd name="connsiteX383-64107" fmla="*/ 1805629 w 18982931"/>
              <a:gd name="connsiteY383-64108" fmla="*/ 2897450 h 4449429"/>
              <a:gd name="connsiteX384-64109" fmla="*/ 1596781 w 18982931"/>
              <a:gd name="connsiteY384-64110" fmla="*/ 2897450 h 4449429"/>
              <a:gd name="connsiteX385-64111" fmla="*/ 17351339 w 18982931"/>
              <a:gd name="connsiteY385-64112" fmla="*/ 2851522 h 4449429"/>
              <a:gd name="connsiteX386-64113" fmla="*/ 17351339 w 18982931"/>
              <a:gd name="connsiteY386-64114" fmla="*/ 2897223 h 4449429"/>
              <a:gd name="connsiteX387-64115" fmla="*/ 17560187 w 18982931"/>
              <a:gd name="connsiteY387-64116" fmla="*/ 2897223 h 4449429"/>
              <a:gd name="connsiteX388-64117" fmla="*/ 17560187 w 18982931"/>
              <a:gd name="connsiteY388-64118" fmla="*/ 2851522 h 4449429"/>
              <a:gd name="connsiteX389-64119" fmla="*/ 17351339 w 18982931"/>
              <a:gd name="connsiteY389-64120" fmla="*/ 2851522 h 4449429"/>
              <a:gd name="connsiteX390-64121" fmla="*/ 1596781 w 18982931"/>
              <a:gd name="connsiteY390-64122" fmla="*/ 2805821 h 4449429"/>
              <a:gd name="connsiteX391-64123" fmla="*/ 1596781 w 18982931"/>
              <a:gd name="connsiteY391-64124" fmla="*/ 2851521 h 4449429"/>
              <a:gd name="connsiteX392-64125" fmla="*/ 1805629 w 18982931"/>
              <a:gd name="connsiteY392-64126" fmla="*/ 2851521 h 4449429"/>
              <a:gd name="connsiteX393-64127" fmla="*/ 1805629 w 18982931"/>
              <a:gd name="connsiteY393-64128" fmla="*/ 2805821 h 4449429"/>
              <a:gd name="connsiteX394-64129" fmla="*/ 1596781 w 18982931"/>
              <a:gd name="connsiteY394-64130" fmla="*/ 2805821 h 4449429"/>
              <a:gd name="connsiteX395-64131" fmla="*/ 1596781 w 18982931"/>
              <a:gd name="connsiteY395-64132" fmla="*/ 2714192 h 4449429"/>
              <a:gd name="connsiteX396-64133" fmla="*/ 1596781 w 18982931"/>
              <a:gd name="connsiteY396-64134" fmla="*/ 2759892 h 4449429"/>
              <a:gd name="connsiteX397-64135" fmla="*/ 1805629 w 18982931"/>
              <a:gd name="connsiteY397-64136" fmla="*/ 2759892 h 4449429"/>
              <a:gd name="connsiteX398-64137" fmla="*/ 1805629 w 18982931"/>
              <a:gd name="connsiteY398-64138" fmla="*/ 2714192 h 4449429"/>
              <a:gd name="connsiteX399-64139" fmla="*/ 1596781 w 18982931"/>
              <a:gd name="connsiteY399-64140" fmla="*/ 2714192 h 4449429"/>
              <a:gd name="connsiteX400-64141" fmla="*/ 4422120 w 18982931"/>
              <a:gd name="connsiteY400-64142" fmla="*/ 2688604 h 4449429"/>
              <a:gd name="connsiteX401-64143" fmla="*/ 4422120 w 18982931"/>
              <a:gd name="connsiteY401-64144" fmla="*/ 2851522 h 4449429"/>
              <a:gd name="connsiteX402-64145" fmla="*/ 4459897 w 18982931"/>
              <a:gd name="connsiteY402-64146" fmla="*/ 2851522 h 4449429"/>
              <a:gd name="connsiteX403-64147" fmla="*/ 4459897 w 18982931"/>
              <a:gd name="connsiteY403-64148" fmla="*/ 2688604 h 4449429"/>
              <a:gd name="connsiteX404-64149" fmla="*/ 4422120 w 18982931"/>
              <a:gd name="connsiteY404-64150" fmla="*/ 2688604 h 4449429"/>
              <a:gd name="connsiteX405-64151" fmla="*/ 4346370 w 18982931"/>
              <a:gd name="connsiteY405-64152" fmla="*/ 2688604 h 4449429"/>
              <a:gd name="connsiteX406-64153" fmla="*/ 4346370 w 18982931"/>
              <a:gd name="connsiteY406-64154" fmla="*/ 2851522 h 4449429"/>
              <a:gd name="connsiteX407-64155" fmla="*/ 4384149 w 18982931"/>
              <a:gd name="connsiteY407-64156" fmla="*/ 2851522 h 4449429"/>
              <a:gd name="connsiteX408-64157" fmla="*/ 4384149 w 18982931"/>
              <a:gd name="connsiteY408-64158" fmla="*/ 2688604 h 4449429"/>
              <a:gd name="connsiteX409-64159" fmla="*/ 4346370 w 18982931"/>
              <a:gd name="connsiteY409-64160" fmla="*/ 2688604 h 4449429"/>
              <a:gd name="connsiteX410-64161" fmla="*/ 4270624 w 18982931"/>
              <a:gd name="connsiteY410-64162" fmla="*/ 2688604 h 4449429"/>
              <a:gd name="connsiteX411-64163" fmla="*/ 4270624 w 18982931"/>
              <a:gd name="connsiteY411-64164" fmla="*/ 2851522 h 4449429"/>
              <a:gd name="connsiteX412-64165" fmla="*/ 4308407 w 18982931"/>
              <a:gd name="connsiteY412-64166" fmla="*/ 2851522 h 4449429"/>
              <a:gd name="connsiteX413-64167" fmla="*/ 4308407 w 18982931"/>
              <a:gd name="connsiteY413-64168" fmla="*/ 2688604 h 4449429"/>
              <a:gd name="connsiteX414-64169" fmla="*/ 4270624 w 18982931"/>
              <a:gd name="connsiteY414-64170" fmla="*/ 2688604 h 4449429"/>
              <a:gd name="connsiteX415-64171" fmla="*/ 4194881 w 18982931"/>
              <a:gd name="connsiteY415-64172" fmla="*/ 2688604 h 4449429"/>
              <a:gd name="connsiteX416-64173" fmla="*/ 4194881 w 18982931"/>
              <a:gd name="connsiteY416-64174" fmla="*/ 2851522 h 4449429"/>
              <a:gd name="connsiteX417-64175" fmla="*/ 4232658 w 18982931"/>
              <a:gd name="connsiteY417-64176" fmla="*/ 2851522 h 4449429"/>
              <a:gd name="connsiteX418-64177" fmla="*/ 4232658 w 18982931"/>
              <a:gd name="connsiteY418-64178" fmla="*/ 2688604 h 4449429"/>
              <a:gd name="connsiteX419-64179" fmla="*/ 4194881 w 18982931"/>
              <a:gd name="connsiteY419-64180" fmla="*/ 2688604 h 4449429"/>
              <a:gd name="connsiteX420-64181" fmla="*/ 4119132 w 18982931"/>
              <a:gd name="connsiteY420-64182" fmla="*/ 2688604 h 4449429"/>
              <a:gd name="connsiteX421-64183" fmla="*/ 4119132 w 18982931"/>
              <a:gd name="connsiteY421-64184" fmla="*/ 2851522 h 4449429"/>
              <a:gd name="connsiteX422-64185" fmla="*/ 4156909 w 18982931"/>
              <a:gd name="connsiteY422-64186" fmla="*/ 2851522 h 4449429"/>
              <a:gd name="connsiteX423-64187" fmla="*/ 4156909 w 18982931"/>
              <a:gd name="connsiteY423-64188" fmla="*/ 2688604 h 4449429"/>
              <a:gd name="connsiteX424-64189" fmla="*/ 4119132 w 18982931"/>
              <a:gd name="connsiteY424-64190" fmla="*/ 2688604 h 4449429"/>
              <a:gd name="connsiteX425-64191" fmla="*/ 4043383 w 18982931"/>
              <a:gd name="connsiteY425-64192" fmla="*/ 2688604 h 4449429"/>
              <a:gd name="connsiteX426-64193" fmla="*/ 4043383 w 18982931"/>
              <a:gd name="connsiteY426-64194" fmla="*/ 2851522 h 4449429"/>
              <a:gd name="connsiteX427-64195" fmla="*/ 4081160 w 18982931"/>
              <a:gd name="connsiteY427-64196" fmla="*/ 2851522 h 4449429"/>
              <a:gd name="connsiteX428-64197" fmla="*/ 4081160 w 18982931"/>
              <a:gd name="connsiteY428-64198" fmla="*/ 2688604 h 4449429"/>
              <a:gd name="connsiteX429-64199" fmla="*/ 4043383 w 18982931"/>
              <a:gd name="connsiteY429-64200" fmla="*/ 2688604 h 4449429"/>
              <a:gd name="connsiteX430-64201" fmla="*/ 3967636 w 18982931"/>
              <a:gd name="connsiteY430-64202" fmla="*/ 2688604 h 4449429"/>
              <a:gd name="connsiteX431-64203" fmla="*/ 3967636 w 18982931"/>
              <a:gd name="connsiteY431-64204" fmla="*/ 2851522 h 4449429"/>
              <a:gd name="connsiteX432-64205" fmla="*/ 4005415 w 18982931"/>
              <a:gd name="connsiteY432-64206" fmla="*/ 2851522 h 4449429"/>
              <a:gd name="connsiteX433-64207" fmla="*/ 4005415 w 18982931"/>
              <a:gd name="connsiteY433-64208" fmla="*/ 2688604 h 4449429"/>
              <a:gd name="connsiteX434-64209" fmla="*/ 3967636 w 18982931"/>
              <a:gd name="connsiteY434-64210" fmla="*/ 2688604 h 4449429"/>
              <a:gd name="connsiteX435-64211" fmla="*/ 3891895 w 18982931"/>
              <a:gd name="connsiteY435-64212" fmla="*/ 2688604 h 4449429"/>
              <a:gd name="connsiteX436-64213" fmla="*/ 3891895 w 18982931"/>
              <a:gd name="connsiteY436-64214" fmla="*/ 2851522 h 4449429"/>
              <a:gd name="connsiteX437-64215" fmla="*/ 3929672 w 18982931"/>
              <a:gd name="connsiteY437-64216" fmla="*/ 2851522 h 4449429"/>
              <a:gd name="connsiteX438-64217" fmla="*/ 3929672 w 18982931"/>
              <a:gd name="connsiteY438-64218" fmla="*/ 2688604 h 4449429"/>
              <a:gd name="connsiteX439-64219" fmla="*/ 3891895 w 18982931"/>
              <a:gd name="connsiteY439-64220" fmla="*/ 2688604 h 4449429"/>
              <a:gd name="connsiteX440-64221" fmla="*/ 15043403 w 18982931"/>
              <a:gd name="connsiteY440-64222" fmla="*/ 2685661 h 4449429"/>
              <a:gd name="connsiteX441-64223" fmla="*/ 15043403 w 18982931"/>
              <a:gd name="connsiteY441-64224" fmla="*/ 2894508 h 4449429"/>
              <a:gd name="connsiteX442-64225" fmla="*/ 15089105 w 18982931"/>
              <a:gd name="connsiteY442-64226" fmla="*/ 2894508 h 4449429"/>
              <a:gd name="connsiteX443-64227" fmla="*/ 15089105 w 18982931"/>
              <a:gd name="connsiteY443-64228" fmla="*/ 2685661 h 4449429"/>
              <a:gd name="connsiteX444-64229" fmla="*/ 15043403 w 18982931"/>
              <a:gd name="connsiteY444-64230" fmla="*/ 2685661 h 4449429"/>
              <a:gd name="connsiteX445-64231" fmla="*/ 14951773 w 18982931"/>
              <a:gd name="connsiteY445-64232" fmla="*/ 2685661 h 4449429"/>
              <a:gd name="connsiteX446-64233" fmla="*/ 14951773 w 18982931"/>
              <a:gd name="connsiteY446-64234" fmla="*/ 2894508 h 4449429"/>
              <a:gd name="connsiteX447-64235" fmla="*/ 14997475 w 18982931"/>
              <a:gd name="connsiteY447-64236" fmla="*/ 2894508 h 4449429"/>
              <a:gd name="connsiteX448-64237" fmla="*/ 14997475 w 18982931"/>
              <a:gd name="connsiteY448-64238" fmla="*/ 2685661 h 4449429"/>
              <a:gd name="connsiteX449-64239" fmla="*/ 14951773 w 18982931"/>
              <a:gd name="connsiteY449-64240" fmla="*/ 2685661 h 4449429"/>
              <a:gd name="connsiteX450-64241" fmla="*/ 14860145 w 18982931"/>
              <a:gd name="connsiteY450-64242" fmla="*/ 2685661 h 4449429"/>
              <a:gd name="connsiteX451-64243" fmla="*/ 14860145 w 18982931"/>
              <a:gd name="connsiteY451-64244" fmla="*/ 2894508 h 4449429"/>
              <a:gd name="connsiteX452-64245" fmla="*/ 14905844 w 18982931"/>
              <a:gd name="connsiteY452-64246" fmla="*/ 2894508 h 4449429"/>
              <a:gd name="connsiteX453-64247" fmla="*/ 14905844 w 18982931"/>
              <a:gd name="connsiteY453-64248" fmla="*/ 2685661 h 4449429"/>
              <a:gd name="connsiteX454-64249" fmla="*/ 14860145 w 18982931"/>
              <a:gd name="connsiteY454-64250" fmla="*/ 2685661 h 4449429"/>
              <a:gd name="connsiteX455-64251" fmla="*/ 14768515 w 18982931"/>
              <a:gd name="connsiteY455-64252" fmla="*/ 2685661 h 4449429"/>
              <a:gd name="connsiteX456-64253" fmla="*/ 14768515 w 18982931"/>
              <a:gd name="connsiteY456-64254" fmla="*/ 2894508 h 4449429"/>
              <a:gd name="connsiteX457-64255" fmla="*/ 14814217 w 18982931"/>
              <a:gd name="connsiteY457-64256" fmla="*/ 2894508 h 4449429"/>
              <a:gd name="connsiteX458-64257" fmla="*/ 14814217 w 18982931"/>
              <a:gd name="connsiteY458-64258" fmla="*/ 2685661 h 4449429"/>
              <a:gd name="connsiteX459-64259" fmla="*/ 14768515 w 18982931"/>
              <a:gd name="connsiteY459-64260" fmla="*/ 2685661 h 4449429"/>
              <a:gd name="connsiteX460-64261" fmla="*/ 14676884 w 18982931"/>
              <a:gd name="connsiteY460-64262" fmla="*/ 2685661 h 4449429"/>
              <a:gd name="connsiteX461-64263" fmla="*/ 14676884 w 18982931"/>
              <a:gd name="connsiteY461-64264" fmla="*/ 2894508 h 4449429"/>
              <a:gd name="connsiteX462-64265" fmla="*/ 14722586 w 18982931"/>
              <a:gd name="connsiteY462-64266" fmla="*/ 2894508 h 4449429"/>
              <a:gd name="connsiteX463-64267" fmla="*/ 14722586 w 18982931"/>
              <a:gd name="connsiteY463-64268" fmla="*/ 2685661 h 4449429"/>
              <a:gd name="connsiteX464-64269" fmla="*/ 14676884 w 18982931"/>
              <a:gd name="connsiteY464-64270" fmla="*/ 2685661 h 4449429"/>
              <a:gd name="connsiteX465-64271" fmla="*/ 14585255 w 18982931"/>
              <a:gd name="connsiteY465-64272" fmla="*/ 2685661 h 4449429"/>
              <a:gd name="connsiteX466-64273" fmla="*/ 14585255 w 18982931"/>
              <a:gd name="connsiteY466-64274" fmla="*/ 2894508 h 4449429"/>
              <a:gd name="connsiteX467-64275" fmla="*/ 14630955 w 18982931"/>
              <a:gd name="connsiteY467-64276" fmla="*/ 2894508 h 4449429"/>
              <a:gd name="connsiteX468-64277" fmla="*/ 14630955 w 18982931"/>
              <a:gd name="connsiteY468-64278" fmla="*/ 2685661 h 4449429"/>
              <a:gd name="connsiteX469-64279" fmla="*/ 14585255 w 18982931"/>
              <a:gd name="connsiteY469-64280" fmla="*/ 2685661 h 4449429"/>
              <a:gd name="connsiteX470-64281" fmla="*/ 14493625 w 18982931"/>
              <a:gd name="connsiteY470-64282" fmla="*/ 2685661 h 4449429"/>
              <a:gd name="connsiteX471-64283" fmla="*/ 14493625 w 18982931"/>
              <a:gd name="connsiteY471-64284" fmla="*/ 2894508 h 4449429"/>
              <a:gd name="connsiteX472-64285" fmla="*/ 14539325 w 18982931"/>
              <a:gd name="connsiteY472-64286" fmla="*/ 2894508 h 4449429"/>
              <a:gd name="connsiteX473-64287" fmla="*/ 14539325 w 18982931"/>
              <a:gd name="connsiteY473-64288" fmla="*/ 2685661 h 4449429"/>
              <a:gd name="connsiteX474-64289" fmla="*/ 14493625 w 18982931"/>
              <a:gd name="connsiteY474-64290" fmla="*/ 2685661 h 4449429"/>
              <a:gd name="connsiteX475-64291" fmla="*/ 2875284 w 18982931"/>
              <a:gd name="connsiteY475-64292" fmla="*/ 2661196 h 4449429"/>
              <a:gd name="connsiteX476-64293" fmla="*/ 2875284 w 18982931"/>
              <a:gd name="connsiteY476-64294" fmla="*/ 3265443 h 4449429"/>
              <a:gd name="connsiteX477-64295" fmla="*/ 2913063 w 18982931"/>
              <a:gd name="connsiteY477-64296" fmla="*/ 3265443 h 4449429"/>
              <a:gd name="connsiteX478-64297" fmla="*/ 2913063 w 18982931"/>
              <a:gd name="connsiteY478-64298" fmla="*/ 2661196 h 4449429"/>
              <a:gd name="connsiteX479-64299" fmla="*/ 2875284 w 18982931"/>
              <a:gd name="connsiteY479-64300" fmla="*/ 2661196 h 4449429"/>
              <a:gd name="connsiteX480-64301" fmla="*/ 2769698 w 18982931"/>
              <a:gd name="connsiteY480-64302" fmla="*/ 2661196 h 4449429"/>
              <a:gd name="connsiteX481-64303" fmla="*/ 2769698 w 18982931"/>
              <a:gd name="connsiteY481-64304" fmla="*/ 3265443 h 4449429"/>
              <a:gd name="connsiteX482-64305" fmla="*/ 2807479 w 18982931"/>
              <a:gd name="connsiteY482-64306" fmla="*/ 3265443 h 4449429"/>
              <a:gd name="connsiteX483-64307" fmla="*/ 2807479 w 18982931"/>
              <a:gd name="connsiteY483-64308" fmla="*/ 2661196 h 4449429"/>
              <a:gd name="connsiteX484-64309" fmla="*/ 2769698 w 18982931"/>
              <a:gd name="connsiteY484-64310" fmla="*/ 2661196 h 4449429"/>
              <a:gd name="connsiteX485-64311" fmla="*/ 2664114 w 18982931"/>
              <a:gd name="connsiteY485-64312" fmla="*/ 2661196 h 4449429"/>
              <a:gd name="connsiteX486-64313" fmla="*/ 2664114 w 18982931"/>
              <a:gd name="connsiteY486-64314" fmla="*/ 3265443 h 4449429"/>
              <a:gd name="connsiteX487-64315" fmla="*/ 2701891 w 18982931"/>
              <a:gd name="connsiteY487-64316" fmla="*/ 3265443 h 4449429"/>
              <a:gd name="connsiteX488-64317" fmla="*/ 2701891 w 18982931"/>
              <a:gd name="connsiteY488-64318" fmla="*/ 2661196 h 4449429"/>
              <a:gd name="connsiteX489-64319" fmla="*/ 2664114 w 18982931"/>
              <a:gd name="connsiteY489-64320" fmla="*/ 2661196 h 4449429"/>
              <a:gd name="connsiteX490-64321" fmla="*/ 2558534 w 18982931"/>
              <a:gd name="connsiteY490-64322" fmla="*/ 2661196 h 4449429"/>
              <a:gd name="connsiteX491-64323" fmla="*/ 2558534 w 18982931"/>
              <a:gd name="connsiteY491-64324" fmla="*/ 3265443 h 4449429"/>
              <a:gd name="connsiteX492-64325" fmla="*/ 2596306 w 18982931"/>
              <a:gd name="connsiteY492-64326" fmla="*/ 3265443 h 4449429"/>
              <a:gd name="connsiteX493-64327" fmla="*/ 2596306 w 18982931"/>
              <a:gd name="connsiteY493-64328" fmla="*/ 2661196 h 4449429"/>
              <a:gd name="connsiteX494-64329" fmla="*/ 2558534 w 18982931"/>
              <a:gd name="connsiteY494-64330" fmla="*/ 2661196 h 4449429"/>
              <a:gd name="connsiteX495-64331" fmla="*/ 2980870 w 18982931"/>
              <a:gd name="connsiteY495-64332" fmla="*/ 2661194 h 4449429"/>
              <a:gd name="connsiteX496-64333" fmla="*/ 2980870 w 18982931"/>
              <a:gd name="connsiteY496-64334" fmla="*/ 3265442 h 4449429"/>
              <a:gd name="connsiteX497-64335" fmla="*/ 3018648 w 18982931"/>
              <a:gd name="connsiteY497-64336" fmla="*/ 3265442 h 4449429"/>
              <a:gd name="connsiteX498-64337" fmla="*/ 3018648 w 18982931"/>
              <a:gd name="connsiteY498-64338" fmla="*/ 2661194 h 4449429"/>
              <a:gd name="connsiteX499-64339" fmla="*/ 2980870 w 18982931"/>
              <a:gd name="connsiteY499-64340" fmla="*/ 2661194 h 4449429"/>
              <a:gd name="connsiteX500-64341" fmla="*/ 16374516 w 18982931"/>
              <a:gd name="connsiteY500-64342" fmla="*/ 2632791 h 4449429"/>
              <a:gd name="connsiteX501-64343" fmla="*/ 16374516 w 18982931"/>
              <a:gd name="connsiteY501-64344" fmla="*/ 3237039 h 4449429"/>
              <a:gd name="connsiteX502-64345" fmla="*/ 16412296 w 18982931"/>
              <a:gd name="connsiteY502-64346" fmla="*/ 3237039 h 4449429"/>
              <a:gd name="connsiteX503-64347" fmla="*/ 16412296 w 18982931"/>
              <a:gd name="connsiteY503-64348" fmla="*/ 2632791 h 4449429"/>
              <a:gd name="connsiteX504-64349" fmla="*/ 16374516 w 18982931"/>
              <a:gd name="connsiteY504-64350" fmla="*/ 2632791 h 4449429"/>
              <a:gd name="connsiteX505-64351" fmla="*/ 16268931 w 18982931"/>
              <a:gd name="connsiteY505-64352" fmla="*/ 2632791 h 4449429"/>
              <a:gd name="connsiteX506-64353" fmla="*/ 16268931 w 18982931"/>
              <a:gd name="connsiteY506-64354" fmla="*/ 3237039 h 4449429"/>
              <a:gd name="connsiteX507-64355" fmla="*/ 16306709 w 18982931"/>
              <a:gd name="connsiteY507-64356" fmla="*/ 3237039 h 4449429"/>
              <a:gd name="connsiteX508-64357" fmla="*/ 16306709 w 18982931"/>
              <a:gd name="connsiteY508-64358" fmla="*/ 2632791 h 4449429"/>
              <a:gd name="connsiteX509-64359" fmla="*/ 16268931 w 18982931"/>
              <a:gd name="connsiteY509-64360" fmla="*/ 2632791 h 4449429"/>
              <a:gd name="connsiteX510-64361" fmla="*/ 16163344 w 18982931"/>
              <a:gd name="connsiteY510-64362" fmla="*/ 2632791 h 4449429"/>
              <a:gd name="connsiteX511-64363" fmla="*/ 16163344 w 18982931"/>
              <a:gd name="connsiteY511-64364" fmla="*/ 3237039 h 4449429"/>
              <a:gd name="connsiteX512-64365" fmla="*/ 16201125 w 18982931"/>
              <a:gd name="connsiteY512-64366" fmla="*/ 3237039 h 4449429"/>
              <a:gd name="connsiteX513-64367" fmla="*/ 16201125 w 18982931"/>
              <a:gd name="connsiteY513-64368" fmla="*/ 2632791 h 4449429"/>
              <a:gd name="connsiteX514-64369" fmla="*/ 16163344 w 18982931"/>
              <a:gd name="connsiteY514-64370" fmla="*/ 2632791 h 4449429"/>
              <a:gd name="connsiteX515-64371" fmla="*/ 16057760 w 18982931"/>
              <a:gd name="connsiteY515-64372" fmla="*/ 2632791 h 4449429"/>
              <a:gd name="connsiteX516-64373" fmla="*/ 16057760 w 18982931"/>
              <a:gd name="connsiteY516-64374" fmla="*/ 3237039 h 4449429"/>
              <a:gd name="connsiteX517-64375" fmla="*/ 16095537 w 18982931"/>
              <a:gd name="connsiteY517-64376" fmla="*/ 3237039 h 4449429"/>
              <a:gd name="connsiteX518-64377" fmla="*/ 16095537 w 18982931"/>
              <a:gd name="connsiteY518-64378" fmla="*/ 2632791 h 4449429"/>
              <a:gd name="connsiteX519-64379" fmla="*/ 16057760 w 18982931"/>
              <a:gd name="connsiteY519-64380" fmla="*/ 2632791 h 4449429"/>
              <a:gd name="connsiteX520-64381" fmla="*/ 16480103 w 18982931"/>
              <a:gd name="connsiteY520-64382" fmla="*/ 2632790 h 4449429"/>
              <a:gd name="connsiteX521-64383" fmla="*/ 16480103 w 18982931"/>
              <a:gd name="connsiteY521-64384" fmla="*/ 3237037 h 4449429"/>
              <a:gd name="connsiteX522-64385" fmla="*/ 16517880 w 18982931"/>
              <a:gd name="connsiteY522-64386" fmla="*/ 3237037 h 4449429"/>
              <a:gd name="connsiteX523-64387" fmla="*/ 16517880 w 18982931"/>
              <a:gd name="connsiteY523-64388" fmla="*/ 2632790 h 4449429"/>
              <a:gd name="connsiteX524-64389" fmla="*/ 16480103 w 18982931"/>
              <a:gd name="connsiteY524-64390" fmla="*/ 2632790 h 4449429"/>
              <a:gd name="connsiteX525-64391" fmla="*/ 1596781 w 18982931"/>
              <a:gd name="connsiteY525-64392" fmla="*/ 2622561 h 4449429"/>
              <a:gd name="connsiteX526-64393" fmla="*/ 1596781 w 18982931"/>
              <a:gd name="connsiteY526-64394" fmla="*/ 2668261 h 4449429"/>
              <a:gd name="connsiteX527-64395" fmla="*/ 1805629 w 18982931"/>
              <a:gd name="connsiteY527-64396" fmla="*/ 2668261 h 4449429"/>
              <a:gd name="connsiteX528-64397" fmla="*/ 1805629 w 18982931"/>
              <a:gd name="connsiteY528-64398" fmla="*/ 2622561 h 4449429"/>
              <a:gd name="connsiteX529-64399" fmla="*/ 1596781 w 18982931"/>
              <a:gd name="connsiteY529-64400" fmla="*/ 2622561 h 4449429"/>
              <a:gd name="connsiteX530-64401" fmla="*/ 1596781 w 18982931"/>
              <a:gd name="connsiteY530-64402" fmla="*/ 2530932 h 4449429"/>
              <a:gd name="connsiteX531-64403" fmla="*/ 1596781 w 18982931"/>
              <a:gd name="connsiteY531-64404" fmla="*/ 2576632 h 4449429"/>
              <a:gd name="connsiteX532-64405" fmla="*/ 1805629 w 18982931"/>
              <a:gd name="connsiteY532-64406" fmla="*/ 2576632 h 4449429"/>
              <a:gd name="connsiteX533-64407" fmla="*/ 1805629 w 18982931"/>
              <a:gd name="connsiteY533-64408" fmla="*/ 2530932 h 4449429"/>
              <a:gd name="connsiteX534-64409" fmla="*/ 1596781 w 18982931"/>
              <a:gd name="connsiteY534-64410" fmla="*/ 2530932 h 4449429"/>
              <a:gd name="connsiteX535-64411" fmla="*/ 1596781 w 18982931"/>
              <a:gd name="connsiteY535-64412" fmla="*/ 2439301 h 4449429"/>
              <a:gd name="connsiteX536-64413" fmla="*/ 1596781 w 18982931"/>
              <a:gd name="connsiteY536-64414" fmla="*/ 2485002 h 4449429"/>
              <a:gd name="connsiteX537-64415" fmla="*/ 1805629 w 18982931"/>
              <a:gd name="connsiteY537-64416" fmla="*/ 2485002 h 4449429"/>
              <a:gd name="connsiteX538-64417" fmla="*/ 1805629 w 18982931"/>
              <a:gd name="connsiteY538-64418" fmla="*/ 2439301 h 4449429"/>
              <a:gd name="connsiteX539-64419" fmla="*/ 1596781 w 18982931"/>
              <a:gd name="connsiteY539-64420" fmla="*/ 2439301 h 4449429"/>
              <a:gd name="connsiteX540-64421" fmla="*/ 17217171 w 18982931"/>
              <a:gd name="connsiteY540-64422" fmla="*/ 2397981 h 4449429"/>
              <a:gd name="connsiteX541-64423" fmla="*/ 17217171 w 18982931"/>
              <a:gd name="connsiteY541-64424" fmla="*/ 2434557 h 4449429"/>
              <a:gd name="connsiteX542-64425" fmla="*/ 17582931 w 18982931"/>
              <a:gd name="connsiteY542-64426" fmla="*/ 2434557 h 4449429"/>
              <a:gd name="connsiteX543-64427" fmla="*/ 17582931 w 18982931"/>
              <a:gd name="connsiteY543-64428" fmla="*/ 2397981 h 4449429"/>
              <a:gd name="connsiteX544-64429" fmla="*/ 17217171 w 18982931"/>
              <a:gd name="connsiteY544-64430" fmla="*/ 2397981 h 4449429"/>
              <a:gd name="connsiteX545-64431" fmla="*/ 9762349 w 18982931"/>
              <a:gd name="connsiteY545-64432" fmla="*/ 2057780 h 4449429"/>
              <a:gd name="connsiteX546-64433" fmla="*/ 9762349 w 18982931"/>
              <a:gd name="connsiteY546-64434" fmla="*/ 2266627 h 4449429"/>
              <a:gd name="connsiteX547-64435" fmla="*/ 9808049 w 18982931"/>
              <a:gd name="connsiteY547-64436" fmla="*/ 2266627 h 4449429"/>
              <a:gd name="connsiteX548-64437" fmla="*/ 9808049 w 18982931"/>
              <a:gd name="connsiteY548-64438" fmla="*/ 2057780 h 4449429"/>
              <a:gd name="connsiteX549-64439" fmla="*/ 9762349 w 18982931"/>
              <a:gd name="connsiteY549-64440" fmla="*/ 2057780 h 4449429"/>
              <a:gd name="connsiteX550-64441" fmla="*/ 9670720 w 18982931"/>
              <a:gd name="connsiteY550-64442" fmla="*/ 2057780 h 4449429"/>
              <a:gd name="connsiteX551-64443" fmla="*/ 9670720 w 18982931"/>
              <a:gd name="connsiteY551-64444" fmla="*/ 2266627 h 4449429"/>
              <a:gd name="connsiteX552-64445" fmla="*/ 9716420 w 18982931"/>
              <a:gd name="connsiteY552-64446" fmla="*/ 2266627 h 4449429"/>
              <a:gd name="connsiteX553-64447" fmla="*/ 9716420 w 18982931"/>
              <a:gd name="connsiteY553-64448" fmla="*/ 2057780 h 4449429"/>
              <a:gd name="connsiteX554-64449" fmla="*/ 9670720 w 18982931"/>
              <a:gd name="connsiteY554-64450" fmla="*/ 2057780 h 4449429"/>
              <a:gd name="connsiteX555-64451" fmla="*/ 9579089 w 18982931"/>
              <a:gd name="connsiteY555-64452" fmla="*/ 2057780 h 4449429"/>
              <a:gd name="connsiteX556-64453" fmla="*/ 9579089 w 18982931"/>
              <a:gd name="connsiteY556-64454" fmla="*/ 2266627 h 4449429"/>
              <a:gd name="connsiteX557-64455" fmla="*/ 9624790 w 18982931"/>
              <a:gd name="connsiteY557-64456" fmla="*/ 2266627 h 4449429"/>
              <a:gd name="connsiteX558-64457" fmla="*/ 9624790 w 18982931"/>
              <a:gd name="connsiteY558-64458" fmla="*/ 2057780 h 4449429"/>
              <a:gd name="connsiteX559-64459" fmla="*/ 9579089 w 18982931"/>
              <a:gd name="connsiteY559-64460" fmla="*/ 2057780 h 4449429"/>
              <a:gd name="connsiteX560-64461" fmla="*/ 9487461 w 18982931"/>
              <a:gd name="connsiteY560-64462" fmla="*/ 2057780 h 4449429"/>
              <a:gd name="connsiteX561-64463" fmla="*/ 9487461 w 18982931"/>
              <a:gd name="connsiteY561-64464" fmla="*/ 2266627 h 4449429"/>
              <a:gd name="connsiteX562-64465" fmla="*/ 9533161 w 18982931"/>
              <a:gd name="connsiteY562-64466" fmla="*/ 2266627 h 4449429"/>
              <a:gd name="connsiteX563-64467" fmla="*/ 9533161 w 18982931"/>
              <a:gd name="connsiteY563-64468" fmla="*/ 2057780 h 4449429"/>
              <a:gd name="connsiteX564-64469" fmla="*/ 9487461 w 18982931"/>
              <a:gd name="connsiteY564-64470" fmla="*/ 2057780 h 4449429"/>
              <a:gd name="connsiteX565-64471" fmla="*/ 9395836 w 18982931"/>
              <a:gd name="connsiteY565-64472" fmla="*/ 2057780 h 4449429"/>
              <a:gd name="connsiteX566-64473" fmla="*/ 9395836 w 18982931"/>
              <a:gd name="connsiteY566-64474" fmla="*/ 2266627 h 4449429"/>
              <a:gd name="connsiteX567-64475" fmla="*/ 9441534 w 18982931"/>
              <a:gd name="connsiteY567-64476" fmla="*/ 2266627 h 4449429"/>
              <a:gd name="connsiteX568-64477" fmla="*/ 9441534 w 18982931"/>
              <a:gd name="connsiteY568-64478" fmla="*/ 2057780 h 4449429"/>
              <a:gd name="connsiteX569-64479" fmla="*/ 9395836 w 18982931"/>
              <a:gd name="connsiteY569-64480" fmla="*/ 2057780 h 4449429"/>
              <a:gd name="connsiteX570-64481" fmla="*/ 9304202 w 18982931"/>
              <a:gd name="connsiteY570-64482" fmla="*/ 2057780 h 4449429"/>
              <a:gd name="connsiteX571-64483" fmla="*/ 9304202 w 18982931"/>
              <a:gd name="connsiteY571-64484" fmla="*/ 2266627 h 4449429"/>
              <a:gd name="connsiteX572-64485" fmla="*/ 9349902 w 18982931"/>
              <a:gd name="connsiteY572-64486" fmla="*/ 2266627 h 4449429"/>
              <a:gd name="connsiteX573-64487" fmla="*/ 9349902 w 18982931"/>
              <a:gd name="connsiteY573-64488" fmla="*/ 2057780 h 4449429"/>
              <a:gd name="connsiteX574-64489" fmla="*/ 9304202 w 18982931"/>
              <a:gd name="connsiteY574-64490" fmla="*/ 2057780 h 4449429"/>
              <a:gd name="connsiteX575-64491" fmla="*/ 9212570 w 18982931"/>
              <a:gd name="connsiteY575-64492" fmla="*/ 2057780 h 4449429"/>
              <a:gd name="connsiteX576-64493" fmla="*/ 9212570 w 18982931"/>
              <a:gd name="connsiteY576-64494" fmla="*/ 2266627 h 4449429"/>
              <a:gd name="connsiteX577-64495" fmla="*/ 9258270 w 18982931"/>
              <a:gd name="connsiteY577-64496" fmla="*/ 2266627 h 4449429"/>
              <a:gd name="connsiteX578-64497" fmla="*/ 9258270 w 18982931"/>
              <a:gd name="connsiteY578-64498" fmla="*/ 2057780 h 4449429"/>
              <a:gd name="connsiteX579-64499" fmla="*/ 9212570 w 18982931"/>
              <a:gd name="connsiteY579-64500" fmla="*/ 2057780 h 4449429"/>
              <a:gd name="connsiteX580-64501" fmla="*/ 14092702 w 18982931"/>
              <a:gd name="connsiteY580-64502" fmla="*/ 1859157 h 4449429"/>
              <a:gd name="connsiteX581-64503" fmla="*/ 14092702 w 18982931"/>
              <a:gd name="connsiteY581-64504" fmla="*/ 1895733 h 4449429"/>
              <a:gd name="connsiteX582-64505" fmla="*/ 14458462 w 18982931"/>
              <a:gd name="connsiteY582-64506" fmla="*/ 1895733 h 4449429"/>
              <a:gd name="connsiteX583-64507" fmla="*/ 14458462 w 18982931"/>
              <a:gd name="connsiteY583-64508" fmla="*/ 1859157 h 4449429"/>
              <a:gd name="connsiteX584-64509" fmla="*/ 14092702 w 18982931"/>
              <a:gd name="connsiteY584-64510" fmla="*/ 1859157 h 4449429"/>
              <a:gd name="connsiteX585-64511" fmla="*/ 17871603 w 18982931"/>
              <a:gd name="connsiteY585-64512" fmla="*/ 1806939 h 4449429"/>
              <a:gd name="connsiteX586-64513" fmla="*/ 17871603 w 18982931"/>
              <a:gd name="connsiteY586-64514" fmla="*/ 1809649 h 4449429"/>
              <a:gd name="connsiteX587-64515" fmla="*/ 17871627 w 18982931"/>
              <a:gd name="connsiteY587-64516" fmla="*/ 1809649 h 4449429"/>
              <a:gd name="connsiteX588-64517" fmla="*/ 17871603 w 18982931"/>
              <a:gd name="connsiteY588-64518" fmla="*/ 1806939 h 4449429"/>
              <a:gd name="connsiteX589-64519" fmla="*/ 18172695 w 18982931"/>
              <a:gd name="connsiteY589-64520" fmla="*/ 1733739 h 4449429"/>
              <a:gd name="connsiteX590-64521" fmla="*/ 18172695 w 18982931"/>
              <a:gd name="connsiteY590-64522" fmla="*/ 1870899 h 4449429"/>
              <a:gd name="connsiteX591-64523" fmla="*/ 18209271 w 18982931"/>
              <a:gd name="connsiteY591-64524" fmla="*/ 1870899 h 4449429"/>
              <a:gd name="connsiteX592-64525" fmla="*/ 18209271 w 18982931"/>
              <a:gd name="connsiteY592-64526" fmla="*/ 1733739 h 4449429"/>
              <a:gd name="connsiteX593-64527" fmla="*/ 18172695 w 18982931"/>
              <a:gd name="connsiteY593-64528" fmla="*/ 1733739 h 4449429"/>
              <a:gd name="connsiteX594-64529" fmla="*/ 18104295 w 18982931"/>
              <a:gd name="connsiteY594-64530" fmla="*/ 1733739 h 4449429"/>
              <a:gd name="connsiteX595-64531" fmla="*/ 18104295 w 18982931"/>
              <a:gd name="connsiteY595-64532" fmla="*/ 1870899 h 4449429"/>
              <a:gd name="connsiteX596-64533" fmla="*/ 18140871 w 18982931"/>
              <a:gd name="connsiteY596-64534" fmla="*/ 1870899 h 4449429"/>
              <a:gd name="connsiteX597-64535" fmla="*/ 18140871 w 18982931"/>
              <a:gd name="connsiteY597-64536" fmla="*/ 1733739 h 4449429"/>
              <a:gd name="connsiteX598-64537" fmla="*/ 18104295 w 18982931"/>
              <a:gd name="connsiteY598-64538" fmla="*/ 1733739 h 4449429"/>
              <a:gd name="connsiteX599-64539" fmla="*/ 18035895 w 18982931"/>
              <a:gd name="connsiteY599-64540" fmla="*/ 1733739 h 4449429"/>
              <a:gd name="connsiteX600-64541" fmla="*/ 18035895 w 18982931"/>
              <a:gd name="connsiteY600-64542" fmla="*/ 1870899 h 4449429"/>
              <a:gd name="connsiteX601-64543" fmla="*/ 18072471 w 18982931"/>
              <a:gd name="connsiteY601-64544" fmla="*/ 1870899 h 4449429"/>
              <a:gd name="connsiteX602-64545" fmla="*/ 18072471 w 18982931"/>
              <a:gd name="connsiteY602-64546" fmla="*/ 1733739 h 4449429"/>
              <a:gd name="connsiteX603-64547" fmla="*/ 18035895 w 18982931"/>
              <a:gd name="connsiteY603-64548" fmla="*/ 1733739 h 4449429"/>
              <a:gd name="connsiteX604-64549" fmla="*/ 17967493 w 18982931"/>
              <a:gd name="connsiteY604-64550" fmla="*/ 1733739 h 4449429"/>
              <a:gd name="connsiteX605-64551" fmla="*/ 17967493 w 18982931"/>
              <a:gd name="connsiteY605-64552" fmla="*/ 1870899 h 4449429"/>
              <a:gd name="connsiteX606-64553" fmla="*/ 18004069 w 18982931"/>
              <a:gd name="connsiteY606-64554" fmla="*/ 1870899 h 4449429"/>
              <a:gd name="connsiteX607-64555" fmla="*/ 18004069 w 18982931"/>
              <a:gd name="connsiteY607-64556" fmla="*/ 1733739 h 4449429"/>
              <a:gd name="connsiteX608-64557" fmla="*/ 17967493 w 18982931"/>
              <a:gd name="connsiteY608-64558" fmla="*/ 1733739 h 4449429"/>
              <a:gd name="connsiteX609-64559" fmla="*/ 14251161 w 18982931"/>
              <a:gd name="connsiteY609-64560" fmla="*/ 868400 h 4449429"/>
              <a:gd name="connsiteX610-64561" fmla="*/ 14251161 w 18982931"/>
              <a:gd name="connsiteY610-64562" fmla="*/ 1005560 h 4449429"/>
              <a:gd name="connsiteX611-64563" fmla="*/ 14287737 w 18982931"/>
              <a:gd name="connsiteY611-64564" fmla="*/ 1005560 h 4449429"/>
              <a:gd name="connsiteX612-64565" fmla="*/ 14287737 w 18982931"/>
              <a:gd name="connsiteY612-64566" fmla="*/ 868400 h 4449429"/>
              <a:gd name="connsiteX613-64567" fmla="*/ 14251161 w 18982931"/>
              <a:gd name="connsiteY613-64568" fmla="*/ 868400 h 4449429"/>
              <a:gd name="connsiteX614-64569" fmla="*/ 14182760 w 18982931"/>
              <a:gd name="connsiteY614-64570" fmla="*/ 868400 h 4449429"/>
              <a:gd name="connsiteX615-64571" fmla="*/ 14182760 w 18982931"/>
              <a:gd name="connsiteY615-64572" fmla="*/ 1005560 h 4449429"/>
              <a:gd name="connsiteX616-64573" fmla="*/ 14219336 w 18982931"/>
              <a:gd name="connsiteY616-64574" fmla="*/ 1005560 h 4449429"/>
              <a:gd name="connsiteX617-64575" fmla="*/ 14219336 w 18982931"/>
              <a:gd name="connsiteY617-64576" fmla="*/ 868400 h 4449429"/>
              <a:gd name="connsiteX618-64577" fmla="*/ 14182760 w 18982931"/>
              <a:gd name="connsiteY618-64578" fmla="*/ 868400 h 4449429"/>
              <a:gd name="connsiteX619-64579" fmla="*/ 14114359 w 18982931"/>
              <a:gd name="connsiteY619-64580" fmla="*/ 868400 h 4449429"/>
              <a:gd name="connsiteX620-64581" fmla="*/ 14114359 w 18982931"/>
              <a:gd name="connsiteY620-64582" fmla="*/ 1005560 h 4449429"/>
              <a:gd name="connsiteX621-64583" fmla="*/ 14150935 w 18982931"/>
              <a:gd name="connsiteY621-64584" fmla="*/ 1005560 h 4449429"/>
              <a:gd name="connsiteX622-64585" fmla="*/ 14150935 w 18982931"/>
              <a:gd name="connsiteY622-64586" fmla="*/ 868400 h 4449429"/>
              <a:gd name="connsiteX623-64587" fmla="*/ 14114359 w 18982931"/>
              <a:gd name="connsiteY623-64588" fmla="*/ 868400 h 4449429"/>
              <a:gd name="connsiteX624-64589" fmla="*/ 4788216 w 18982931"/>
              <a:gd name="connsiteY624-64590" fmla="*/ 807315 h 4449429"/>
              <a:gd name="connsiteX625-64591" fmla="*/ 4788216 w 18982931"/>
              <a:gd name="connsiteY625-64592" fmla="*/ 944475 h 4449429"/>
              <a:gd name="connsiteX626-64593" fmla="*/ 4824792 w 18982931"/>
              <a:gd name="connsiteY626-64594" fmla="*/ 944475 h 4449429"/>
              <a:gd name="connsiteX627-64595" fmla="*/ 4824792 w 18982931"/>
              <a:gd name="connsiteY627-64596" fmla="*/ 807315 h 4449429"/>
              <a:gd name="connsiteX628-64597" fmla="*/ 4788216 w 18982931"/>
              <a:gd name="connsiteY628-64598" fmla="*/ 807315 h 4449429"/>
              <a:gd name="connsiteX629-64599" fmla="*/ 4719815 w 18982931"/>
              <a:gd name="connsiteY629-64600" fmla="*/ 807315 h 4449429"/>
              <a:gd name="connsiteX630-64601" fmla="*/ 4719815 w 18982931"/>
              <a:gd name="connsiteY630-64602" fmla="*/ 944475 h 4449429"/>
              <a:gd name="connsiteX631-64603" fmla="*/ 4756391 w 18982931"/>
              <a:gd name="connsiteY631-64604" fmla="*/ 944475 h 4449429"/>
              <a:gd name="connsiteX632-64605" fmla="*/ 4756391 w 18982931"/>
              <a:gd name="connsiteY632-64606" fmla="*/ 807315 h 4449429"/>
              <a:gd name="connsiteX633-64607" fmla="*/ 4719815 w 18982931"/>
              <a:gd name="connsiteY633-64608" fmla="*/ 807315 h 4449429"/>
              <a:gd name="connsiteX634-64609" fmla="*/ 4651414 w 18982931"/>
              <a:gd name="connsiteY634-64610" fmla="*/ 807315 h 4449429"/>
              <a:gd name="connsiteX635-64611" fmla="*/ 4651414 w 18982931"/>
              <a:gd name="connsiteY635-64612" fmla="*/ 944475 h 4449429"/>
              <a:gd name="connsiteX636-64613" fmla="*/ 4687992 w 18982931"/>
              <a:gd name="connsiteY636-64614" fmla="*/ 944475 h 4449429"/>
              <a:gd name="connsiteX637-64615" fmla="*/ 4687992 w 18982931"/>
              <a:gd name="connsiteY637-64616" fmla="*/ 807315 h 4449429"/>
              <a:gd name="connsiteX638-64617" fmla="*/ 4651414 w 18982931"/>
              <a:gd name="connsiteY638-64618" fmla="*/ 807315 h 4449429"/>
              <a:gd name="connsiteX639-64619" fmla="*/ 2212838 w 18982931"/>
              <a:gd name="connsiteY639-64620" fmla="*/ 748887 h 4449429"/>
              <a:gd name="connsiteX640-64621" fmla="*/ 2212838 w 18982931"/>
              <a:gd name="connsiteY640-64622" fmla="*/ 886047 h 4449429"/>
              <a:gd name="connsiteX641-64623" fmla="*/ 2249414 w 18982931"/>
              <a:gd name="connsiteY641-64624" fmla="*/ 886047 h 4449429"/>
              <a:gd name="connsiteX642-64625" fmla="*/ 2249414 w 18982931"/>
              <a:gd name="connsiteY642-64626" fmla="*/ 748887 h 4449429"/>
              <a:gd name="connsiteX643-64627" fmla="*/ 2212838 w 18982931"/>
              <a:gd name="connsiteY643-64628" fmla="*/ 748887 h 4449429"/>
              <a:gd name="connsiteX644-64629" fmla="*/ 2144438 w 18982931"/>
              <a:gd name="connsiteY644-64630" fmla="*/ 748887 h 4449429"/>
              <a:gd name="connsiteX645-64631" fmla="*/ 2144438 w 18982931"/>
              <a:gd name="connsiteY645-64632" fmla="*/ 886047 h 4449429"/>
              <a:gd name="connsiteX646-64633" fmla="*/ 2181014 w 18982931"/>
              <a:gd name="connsiteY646-64634" fmla="*/ 886047 h 4449429"/>
              <a:gd name="connsiteX647-64635" fmla="*/ 2181014 w 18982931"/>
              <a:gd name="connsiteY647-64636" fmla="*/ 748887 h 4449429"/>
              <a:gd name="connsiteX648-64637" fmla="*/ 2144438 w 18982931"/>
              <a:gd name="connsiteY648-64638" fmla="*/ 748887 h 4449429"/>
              <a:gd name="connsiteX649-64639" fmla="*/ 2076037 w 18982931"/>
              <a:gd name="connsiteY649-64640" fmla="*/ 748887 h 4449429"/>
              <a:gd name="connsiteX650-64641" fmla="*/ 2076037 w 18982931"/>
              <a:gd name="connsiteY650-64642" fmla="*/ 886047 h 4449429"/>
              <a:gd name="connsiteX651-64643" fmla="*/ 2112612 w 18982931"/>
              <a:gd name="connsiteY651-64644" fmla="*/ 886047 h 4449429"/>
              <a:gd name="connsiteX652-64645" fmla="*/ 2112612 w 18982931"/>
              <a:gd name="connsiteY652-64646" fmla="*/ 748887 h 4449429"/>
              <a:gd name="connsiteX653-64647" fmla="*/ 2076037 w 18982931"/>
              <a:gd name="connsiteY653-64648" fmla="*/ 748887 h 4449429"/>
              <a:gd name="connsiteX654-64649" fmla="*/ 2007635 w 18982931"/>
              <a:gd name="connsiteY654-64650" fmla="*/ 748887 h 4449429"/>
              <a:gd name="connsiteX655-64651" fmla="*/ 2007635 w 18982931"/>
              <a:gd name="connsiteY655-64652" fmla="*/ 886047 h 4449429"/>
              <a:gd name="connsiteX656-64653" fmla="*/ 2044211 w 18982931"/>
              <a:gd name="connsiteY656-64654" fmla="*/ 886047 h 4449429"/>
              <a:gd name="connsiteX657-64655" fmla="*/ 2044211 w 18982931"/>
              <a:gd name="connsiteY657-64656" fmla="*/ 748887 h 4449429"/>
              <a:gd name="connsiteX658-64657" fmla="*/ 2007635 w 18982931"/>
              <a:gd name="connsiteY658-64658" fmla="*/ 748887 h 4449429"/>
              <a:gd name="connsiteX659-64659" fmla="*/ 17088019 w 18982931"/>
              <a:gd name="connsiteY659-64660" fmla="*/ 737716 h 4449429"/>
              <a:gd name="connsiteX660-64661" fmla="*/ 17088019 w 18982931"/>
              <a:gd name="connsiteY660-64662" fmla="*/ 825107 h 4449429"/>
              <a:gd name="connsiteX661-64663" fmla="*/ 17124595 w 18982931"/>
              <a:gd name="connsiteY661-64664" fmla="*/ 825107 h 4449429"/>
              <a:gd name="connsiteX662-64665" fmla="*/ 17124595 w 18982931"/>
              <a:gd name="connsiteY662-64666" fmla="*/ 737716 h 4449429"/>
              <a:gd name="connsiteX663-64667" fmla="*/ 17088019 w 18982931"/>
              <a:gd name="connsiteY663-64668" fmla="*/ 737716 h 4449429"/>
              <a:gd name="connsiteX664-64669" fmla="*/ 17021803 w 18982931"/>
              <a:gd name="connsiteY664-64670" fmla="*/ 737716 h 4449429"/>
              <a:gd name="connsiteX665-64671" fmla="*/ 17021803 w 18982931"/>
              <a:gd name="connsiteY665-64672" fmla="*/ 825107 h 4449429"/>
              <a:gd name="connsiteX666-64673" fmla="*/ 17058379 w 18982931"/>
              <a:gd name="connsiteY666-64674" fmla="*/ 825107 h 4449429"/>
              <a:gd name="connsiteX667-64675" fmla="*/ 17058379 w 18982931"/>
              <a:gd name="connsiteY667-64676" fmla="*/ 737716 h 4449429"/>
              <a:gd name="connsiteX668-64677" fmla="*/ 17021803 w 18982931"/>
              <a:gd name="connsiteY668-64678" fmla="*/ 737716 h 4449429"/>
              <a:gd name="connsiteX669-64679" fmla="*/ 16955591 w 18982931"/>
              <a:gd name="connsiteY669-64680" fmla="*/ 737716 h 4449429"/>
              <a:gd name="connsiteX670-64681" fmla="*/ 16955591 w 18982931"/>
              <a:gd name="connsiteY670-64682" fmla="*/ 825107 h 4449429"/>
              <a:gd name="connsiteX671-64683" fmla="*/ 16992167 w 18982931"/>
              <a:gd name="connsiteY671-64684" fmla="*/ 825107 h 4449429"/>
              <a:gd name="connsiteX672-64685" fmla="*/ 16992167 w 18982931"/>
              <a:gd name="connsiteY672-64686" fmla="*/ 737716 h 4449429"/>
              <a:gd name="connsiteX673-64687" fmla="*/ 16955591 w 18982931"/>
              <a:gd name="connsiteY673-64688" fmla="*/ 737716 h 4449429"/>
              <a:gd name="connsiteX674-64689" fmla="*/ 16889375 w 18982931"/>
              <a:gd name="connsiteY674-64690" fmla="*/ 737716 h 4449429"/>
              <a:gd name="connsiteX675-64691" fmla="*/ 16889375 w 18982931"/>
              <a:gd name="connsiteY675-64692" fmla="*/ 825107 h 4449429"/>
              <a:gd name="connsiteX676-64693" fmla="*/ 16925951 w 18982931"/>
              <a:gd name="connsiteY676-64694" fmla="*/ 825107 h 4449429"/>
              <a:gd name="connsiteX677-64695" fmla="*/ 16925951 w 18982931"/>
              <a:gd name="connsiteY677-64696" fmla="*/ 737716 h 4449429"/>
              <a:gd name="connsiteX678-64697" fmla="*/ 16889375 w 18982931"/>
              <a:gd name="connsiteY678-64698" fmla="*/ 737716 h 4449429"/>
              <a:gd name="connsiteX679-64699" fmla="*/ 16823163 w 18982931"/>
              <a:gd name="connsiteY679-64700" fmla="*/ 737716 h 4449429"/>
              <a:gd name="connsiteX680-64701" fmla="*/ 16823163 w 18982931"/>
              <a:gd name="connsiteY680-64702" fmla="*/ 825107 h 4449429"/>
              <a:gd name="connsiteX681-64703" fmla="*/ 16859739 w 18982931"/>
              <a:gd name="connsiteY681-64704" fmla="*/ 825107 h 4449429"/>
              <a:gd name="connsiteX682-64705" fmla="*/ 16859739 w 18982931"/>
              <a:gd name="connsiteY682-64706" fmla="*/ 737716 h 4449429"/>
              <a:gd name="connsiteX683-64707" fmla="*/ 16823163 w 18982931"/>
              <a:gd name="connsiteY683-64708" fmla="*/ 737716 h 4449429"/>
              <a:gd name="connsiteX684-64709" fmla="*/ 16756948 w 18982931"/>
              <a:gd name="connsiteY684-64710" fmla="*/ 737716 h 4449429"/>
              <a:gd name="connsiteX685-64711" fmla="*/ 16756948 w 18982931"/>
              <a:gd name="connsiteY685-64712" fmla="*/ 825107 h 4449429"/>
              <a:gd name="connsiteX686-64713" fmla="*/ 16793523 w 18982931"/>
              <a:gd name="connsiteY686-64714" fmla="*/ 825107 h 4449429"/>
              <a:gd name="connsiteX687-64715" fmla="*/ 16793523 w 18982931"/>
              <a:gd name="connsiteY687-64716" fmla="*/ 737716 h 4449429"/>
              <a:gd name="connsiteX688-64717" fmla="*/ 16756948 w 18982931"/>
              <a:gd name="connsiteY688-64718" fmla="*/ 737716 h 4449429"/>
              <a:gd name="connsiteX689-64719" fmla="*/ 13739104 w 18982931"/>
              <a:gd name="connsiteY689-64720" fmla="*/ 0 h 4449429"/>
              <a:gd name="connsiteX690-64721" fmla="*/ 13842002 w 18982931"/>
              <a:gd name="connsiteY690-64722" fmla="*/ 0 h 4449429"/>
              <a:gd name="connsiteX691-64723" fmla="*/ 13883163 w 18982931"/>
              <a:gd name="connsiteY691-64724" fmla="*/ 428067 h 4449429"/>
              <a:gd name="connsiteX692-64725" fmla="*/ 13883163 w 18982931"/>
              <a:gd name="connsiteY692-64726" fmla="*/ 456882 h 4449429"/>
              <a:gd name="connsiteX693-64727" fmla="*/ 13907863 w 18982931"/>
              <a:gd name="connsiteY693-64728" fmla="*/ 954919 h 4449429"/>
              <a:gd name="connsiteX694-64729" fmla="*/ 13911978 w 18982931"/>
              <a:gd name="connsiteY694-64730" fmla="*/ 1679340 h 4449429"/>
              <a:gd name="connsiteX695-64731" fmla="*/ 13916091 w 18982931"/>
              <a:gd name="connsiteY695-64732" fmla="*/ 2058015 h 4449429"/>
              <a:gd name="connsiteX696-64733" fmla="*/ 13936673 w 18982931"/>
              <a:gd name="connsiteY696-64734" fmla="*/ 2086829 h 4449429"/>
              <a:gd name="connsiteX697-64735" fmla="*/ 13953138 w 18982931"/>
              <a:gd name="connsiteY697-64736" fmla="*/ 2058015 h 4449429"/>
              <a:gd name="connsiteX698-64737" fmla="*/ 13953138 w 18982931"/>
              <a:gd name="connsiteY698-64738" fmla="*/ 1955115 h 4449429"/>
              <a:gd name="connsiteX699-64739" fmla="*/ 13965483 w 18982931"/>
              <a:gd name="connsiteY699-64740" fmla="*/ 1922188 h 4449429"/>
              <a:gd name="connsiteX700-64741" fmla="*/ 13986066 w 18982931"/>
              <a:gd name="connsiteY700-64742" fmla="*/ 1876909 h 4449429"/>
              <a:gd name="connsiteX701-64743" fmla="*/ 13986066 w 18982931"/>
              <a:gd name="connsiteY701-64744" fmla="*/ 1625834 h 4449429"/>
              <a:gd name="connsiteX702-64745" fmla="*/ 14051922 w 18982931"/>
              <a:gd name="connsiteY702-64746" fmla="*/ 1617602 h 4449429"/>
              <a:gd name="connsiteX703-64747" fmla="*/ 14047992 w 18982931"/>
              <a:gd name="connsiteY703-64748" fmla="*/ 1005560 h 4449429"/>
              <a:gd name="connsiteX704-64749" fmla="*/ 14082534 w 18982931"/>
              <a:gd name="connsiteY704-64750" fmla="*/ 1005560 h 4449429"/>
              <a:gd name="connsiteX705-64751" fmla="*/ 14082534 w 18982931"/>
              <a:gd name="connsiteY705-64752" fmla="*/ 868400 h 4449429"/>
              <a:gd name="connsiteX706-64753" fmla="*/ 14047111 w 18982931"/>
              <a:gd name="connsiteY706-64754" fmla="*/ 868400 h 4449429"/>
              <a:gd name="connsiteX707-64755" fmla="*/ 14046442 w 18982931"/>
              <a:gd name="connsiteY707-64756" fmla="*/ 764191 h 4449429"/>
              <a:gd name="connsiteX708-64757" fmla="*/ 14187749 w 18982931"/>
              <a:gd name="connsiteY708-64758" fmla="*/ 436300 h 4449429"/>
              <a:gd name="connsiteX709-64759" fmla="*/ 14212445 w 18982931"/>
              <a:gd name="connsiteY709-64760" fmla="*/ 411603 h 4449429"/>
              <a:gd name="connsiteX710-64761" fmla="*/ 14410015 w 18982931"/>
              <a:gd name="connsiteY710-64762" fmla="*/ 444532 h 4449429"/>
              <a:gd name="connsiteX711-64763" fmla="*/ 14442947 w 18982931"/>
              <a:gd name="connsiteY711-64764" fmla="*/ 275776 h 4449429"/>
              <a:gd name="connsiteX712-64765" fmla="*/ 14479990 w 18982931"/>
              <a:gd name="connsiteY712-64766" fmla="*/ 246961 h 4449429"/>
              <a:gd name="connsiteX713-64767" fmla="*/ 14517032 w 18982931"/>
              <a:gd name="connsiteY713-64768" fmla="*/ 271658 h 4449429"/>
              <a:gd name="connsiteX714-64769" fmla="*/ 14574655 w 18982931"/>
              <a:gd name="connsiteY714-64770" fmla="*/ 522739 h 4449429"/>
              <a:gd name="connsiteX715-64771" fmla="*/ 14603469 w 18982931"/>
              <a:gd name="connsiteY715-64772" fmla="*/ 1123678 h 4449429"/>
              <a:gd name="connsiteX716-64773" fmla="*/ 14603469 w 18982931"/>
              <a:gd name="connsiteY716-64774" fmla="*/ 1617602 h 4449429"/>
              <a:gd name="connsiteX717-64775" fmla="*/ 14595237 w 18982931"/>
              <a:gd name="connsiteY717-64776" fmla="*/ 1683457 h 4449429"/>
              <a:gd name="connsiteX718-64777" fmla="*/ 14607589 w 18982931"/>
              <a:gd name="connsiteY718-64778" fmla="*/ 1753429 h 4449429"/>
              <a:gd name="connsiteX719-64779" fmla="*/ 14656976 w 18982931"/>
              <a:gd name="connsiteY719-64780" fmla="*/ 1753429 h 4449429"/>
              <a:gd name="connsiteX720-64781" fmla="*/ 14706369 w 18982931"/>
              <a:gd name="connsiteY720-64782" fmla="*/ 1568210 h 4449429"/>
              <a:gd name="connsiteX721-64783" fmla="*/ 14722833 w 18982931"/>
              <a:gd name="connsiteY721-64784" fmla="*/ 1568210 h 4449429"/>
              <a:gd name="connsiteX722-64785" fmla="*/ 14768111 w 18982931"/>
              <a:gd name="connsiteY722-64786" fmla="*/ 1753429 h 4449429"/>
              <a:gd name="connsiteX723-64787" fmla="*/ 14875128 w 18982931"/>
              <a:gd name="connsiteY723-64788" fmla="*/ 1753429 h 4449429"/>
              <a:gd name="connsiteX724-64789" fmla="*/ 14883360 w 18982931"/>
              <a:gd name="connsiteY724-64790" fmla="*/ 1827516 h 4449429"/>
              <a:gd name="connsiteX725-64791" fmla="*/ 14940984 w 18982931"/>
              <a:gd name="connsiteY725-64792" fmla="*/ 1827516 h 4449429"/>
              <a:gd name="connsiteX726-64793" fmla="*/ 15019191 w 18982931"/>
              <a:gd name="connsiteY726-64794" fmla="*/ 1625834 h 4449429"/>
              <a:gd name="connsiteX727-64795" fmla="*/ 15043883 w 18982931"/>
              <a:gd name="connsiteY727-64796" fmla="*/ 1090750 h 4449429"/>
              <a:gd name="connsiteX728-64797" fmla="*/ 15134436 w 18982931"/>
              <a:gd name="connsiteY728-64798" fmla="*/ 1000197 h 4449429"/>
              <a:gd name="connsiteX729-64799" fmla="*/ 15212643 w 18982931"/>
              <a:gd name="connsiteY729-64800" fmla="*/ 1078400 h 4449429"/>
              <a:gd name="connsiteX730-64801" fmla="*/ 15212643 w 18982931"/>
              <a:gd name="connsiteY730-64802" fmla="*/ 1152488 h 4449429"/>
              <a:gd name="connsiteX731-64803" fmla="*/ 15224993 w 18982931"/>
              <a:gd name="connsiteY731-64804" fmla="*/ 1119560 h 4449429"/>
              <a:gd name="connsiteX732-64805" fmla="*/ 15237338 w 18982931"/>
              <a:gd name="connsiteY732-64806" fmla="*/ 563899 h 4449429"/>
              <a:gd name="connsiteX733-64807" fmla="*/ 15290845 w 18982931"/>
              <a:gd name="connsiteY733-64808" fmla="*/ 382793 h 4449429"/>
              <a:gd name="connsiteX734-64809" fmla="*/ 15323772 w 18982931"/>
              <a:gd name="connsiteY734-64810" fmla="*/ 300473 h 4449429"/>
              <a:gd name="connsiteX735-64811" fmla="*/ 15364932 w 18982931"/>
              <a:gd name="connsiteY735-64812" fmla="*/ 259313 h 4449429"/>
              <a:gd name="connsiteX736-64813" fmla="*/ 15389634 w 18982931"/>
              <a:gd name="connsiteY736-64814" fmla="*/ 296354 h 4449429"/>
              <a:gd name="connsiteX737-64815" fmla="*/ 15401979 w 18982931"/>
              <a:gd name="connsiteY737-64816" fmla="*/ 411603 h 4449429"/>
              <a:gd name="connsiteX738-64817" fmla="*/ 15451371 w 18982931"/>
              <a:gd name="connsiteY738-64818" fmla="*/ 703843 h 4449429"/>
              <a:gd name="connsiteX739-64819" fmla="*/ 15455486 w 18982931"/>
              <a:gd name="connsiteY739-64820" fmla="*/ 1173070 h 4449429"/>
              <a:gd name="connsiteX740-64821" fmla="*/ 15455486 w 18982931"/>
              <a:gd name="connsiteY740-64822" fmla="*/ 1238927 h 4449429"/>
              <a:gd name="connsiteX741-64823" fmla="*/ 15727143 w 18982931"/>
              <a:gd name="connsiteY741-64824" fmla="*/ 1238927 h 4449429"/>
              <a:gd name="connsiteX742-64825" fmla="*/ 15727143 w 18982931"/>
              <a:gd name="connsiteY742-64826" fmla="*/ 1465306 h 4449429"/>
              <a:gd name="connsiteX743-64827" fmla="*/ 15772422 w 18982931"/>
              <a:gd name="connsiteY743-64828" fmla="*/ 1469425 h 4449429"/>
              <a:gd name="connsiteX744-64829" fmla="*/ 15850624 w 18982931"/>
              <a:gd name="connsiteY744-64830" fmla="*/ 1551745 h 4449429"/>
              <a:gd name="connsiteX745-64831" fmla="*/ 15850624 w 18982931"/>
              <a:gd name="connsiteY745-64832" fmla="*/ 2224712 h 4449429"/>
              <a:gd name="connsiteX746-64833" fmla="*/ 15923336 w 18982931"/>
              <a:gd name="connsiteY746-64834" fmla="*/ 2224712 h 4449429"/>
              <a:gd name="connsiteX747-64835" fmla="*/ 15924718 w 18982931"/>
              <a:gd name="connsiteY747-64836" fmla="*/ 2177381 h 4449429"/>
              <a:gd name="connsiteX748-64837" fmla="*/ 15982338 w 18982931"/>
              <a:gd name="connsiteY748-64838" fmla="*/ 2103294 h 4449429"/>
              <a:gd name="connsiteX749-64839" fmla="*/ 15986455 w 18982931"/>
              <a:gd name="connsiteY749-64840" fmla="*/ 2045669 h 4449429"/>
              <a:gd name="connsiteX750-64841" fmla="*/ 16002920 w 18982931"/>
              <a:gd name="connsiteY750-64842" fmla="*/ 2033319 h 4449429"/>
              <a:gd name="connsiteX751-64843" fmla="*/ 16015265 w 18982931"/>
              <a:gd name="connsiteY751-64844" fmla="*/ 2041550 h 4449429"/>
              <a:gd name="connsiteX752-64845" fmla="*/ 16056425 w 18982931"/>
              <a:gd name="connsiteY752-64846" fmla="*/ 2210310 h 4449429"/>
              <a:gd name="connsiteX753-64847" fmla="*/ 16056425 w 18982931"/>
              <a:gd name="connsiteY753-64848" fmla="*/ 2276166 h 4449429"/>
              <a:gd name="connsiteX754-64849" fmla="*/ 16077008 w 18982931"/>
              <a:gd name="connsiteY754-64850" fmla="*/ 2276166 h 4449429"/>
              <a:gd name="connsiteX755-64851" fmla="*/ 16097587 w 18982931"/>
              <a:gd name="connsiteY755-64852" fmla="*/ 1938652 h 4449429"/>
              <a:gd name="connsiteX756-64853" fmla="*/ 16122282 w 18982931"/>
              <a:gd name="connsiteY756-64854" fmla="*/ 1934533 h 4449429"/>
              <a:gd name="connsiteX757-64855" fmla="*/ 16155210 w 18982931"/>
              <a:gd name="connsiteY757-64856" fmla="*/ 1938652 h 4449429"/>
              <a:gd name="connsiteX758-64857" fmla="*/ 16155210 w 18982931"/>
              <a:gd name="connsiteY758-64858" fmla="*/ 2272048 h 4449429"/>
              <a:gd name="connsiteX759-64859" fmla="*/ 16175792 w 18982931"/>
              <a:gd name="connsiteY759-64860" fmla="*/ 2276166 h 4449429"/>
              <a:gd name="connsiteX760-64861" fmla="*/ 16192257 w 18982931"/>
              <a:gd name="connsiteY760-64862" fmla="*/ 2243238 h 4449429"/>
              <a:gd name="connsiteX761-64863" fmla="*/ 16192257 w 18982931"/>
              <a:gd name="connsiteY761-64864" fmla="*/ 1992158 h 4449429"/>
              <a:gd name="connsiteX762-64865" fmla="*/ 16192257 w 18982931"/>
              <a:gd name="connsiteY762-64866" fmla="*/ 1774011 h 4449429"/>
              <a:gd name="connsiteX763-64867" fmla="*/ 16488610 w 18982931"/>
              <a:gd name="connsiteY763-64868" fmla="*/ 1774011 h 4449429"/>
              <a:gd name="connsiteX764-64869" fmla="*/ 16538004 w 18982931"/>
              <a:gd name="connsiteY764-64870" fmla="*/ 1823403 h 4449429"/>
              <a:gd name="connsiteX765-64871" fmla="*/ 16538004 w 18982931"/>
              <a:gd name="connsiteY765-64872" fmla="*/ 2029205 h 4449429"/>
              <a:gd name="connsiteX766-64873" fmla="*/ 16550349 w 18982931"/>
              <a:gd name="connsiteY766-64874" fmla="*/ 2033319 h 4449429"/>
              <a:gd name="connsiteX767-64875" fmla="*/ 16566812 w 18982931"/>
              <a:gd name="connsiteY767-64876" fmla="*/ 1992158 h 4449429"/>
              <a:gd name="connsiteX768-64877" fmla="*/ 16570932 w 18982931"/>
              <a:gd name="connsiteY768-64878" fmla="*/ 1695804 h 4449429"/>
              <a:gd name="connsiteX769-64879" fmla="*/ 16566812 w 18982931"/>
              <a:gd name="connsiteY769-64880" fmla="*/ 773813 h 4449429"/>
              <a:gd name="connsiteX770-64881" fmla="*/ 16636788 w 18982931"/>
              <a:gd name="connsiteY770-64882" fmla="*/ 646219 h 4449429"/>
              <a:gd name="connsiteX771-64883" fmla="*/ 16723226 w 18982931"/>
              <a:gd name="connsiteY771-64884" fmla="*/ 514506 h 4449429"/>
              <a:gd name="connsiteX772-64885" fmla="*/ 16743805 w 18982931"/>
              <a:gd name="connsiteY772-64886" fmla="*/ 481577 h 4449429"/>
              <a:gd name="connsiteX773-64887" fmla="*/ 16817899 w 18982931"/>
              <a:gd name="connsiteY773-64888" fmla="*/ 329283 h 4449429"/>
              <a:gd name="connsiteX774-64889" fmla="*/ 16842595 w 18982931"/>
              <a:gd name="connsiteY774-64890" fmla="*/ 275776 h 4449429"/>
              <a:gd name="connsiteX775-64891" fmla="*/ 16859059 w 18982931"/>
              <a:gd name="connsiteY775-64892" fmla="*/ 279891 h 4449429"/>
              <a:gd name="connsiteX776-64893" fmla="*/ 16859059 w 18982931"/>
              <a:gd name="connsiteY776-64894" fmla="*/ 337515 h 4449429"/>
              <a:gd name="connsiteX777-64895" fmla="*/ 16867291 w 18982931"/>
              <a:gd name="connsiteY777-64896" fmla="*/ 382793 h 4449429"/>
              <a:gd name="connsiteX778-64897" fmla="*/ 16966075 w 18982931"/>
              <a:gd name="connsiteY778-64898" fmla="*/ 436300 h 4449429"/>
              <a:gd name="connsiteX779-64899" fmla="*/ 17031935 w 18982931"/>
              <a:gd name="connsiteY779-64900" fmla="*/ 526852 h 4449429"/>
              <a:gd name="connsiteX780-64901" fmla="*/ 17031935 w 18982931"/>
              <a:gd name="connsiteY780-64902" fmla="*/ 596826 h 4449429"/>
              <a:gd name="connsiteX781-64903" fmla="*/ 17060743 w 18982931"/>
              <a:gd name="connsiteY781-64904" fmla="*/ 600941 h 4449429"/>
              <a:gd name="connsiteX782-64905" fmla="*/ 17147183 w 18982931"/>
              <a:gd name="connsiteY782-64906" fmla="*/ 691493 h 4449429"/>
              <a:gd name="connsiteX783-64907" fmla="*/ 17147219 w 18982931"/>
              <a:gd name="connsiteY783-64908" fmla="*/ 704240 h 4449429"/>
              <a:gd name="connsiteX784-64909" fmla="*/ 17148515 w 18982931"/>
              <a:gd name="connsiteY784-64910" fmla="*/ 704240 h 4449429"/>
              <a:gd name="connsiteX785-64911" fmla="*/ 17148515 w 18982931"/>
              <a:gd name="connsiteY785-64912" fmla="*/ 880086 h 4449429"/>
              <a:gd name="connsiteX786-64913" fmla="*/ 17147731 w 18982931"/>
              <a:gd name="connsiteY786-64914" fmla="*/ 880086 h 4449429"/>
              <a:gd name="connsiteX787-64915" fmla="*/ 17151295 w 18982931"/>
              <a:gd name="connsiteY787-64916" fmla="*/ 2103294 h 4449429"/>
              <a:gd name="connsiteX788-64917" fmla="*/ 17151295 w 18982931"/>
              <a:gd name="connsiteY788-64918" fmla="*/ 2152686 h 4449429"/>
              <a:gd name="connsiteX789-64919" fmla="*/ 17225383 w 18982931"/>
              <a:gd name="connsiteY789-64920" fmla="*/ 2152686 h 4449429"/>
              <a:gd name="connsiteX790-64921" fmla="*/ 17225383 w 18982931"/>
              <a:gd name="connsiteY790-64922" fmla="*/ 1811053 h 4449429"/>
              <a:gd name="connsiteX791-64923" fmla="*/ 17307703 w 18982931"/>
              <a:gd name="connsiteY791-64924" fmla="*/ 1757546 h 4449429"/>
              <a:gd name="connsiteX792-64925" fmla="*/ 17307703 w 18982931"/>
              <a:gd name="connsiteY792-64926" fmla="*/ 1889260 h 4449429"/>
              <a:gd name="connsiteX793-64927" fmla="*/ 17336519 w 18982931"/>
              <a:gd name="connsiteY793-64928" fmla="*/ 1926302 h 4449429"/>
              <a:gd name="connsiteX794-64929" fmla="*/ 17381799 w 18982931"/>
              <a:gd name="connsiteY794-64930" fmla="*/ 1975695 h 4449429"/>
              <a:gd name="connsiteX795-64931" fmla="*/ 17381799 w 18982931"/>
              <a:gd name="connsiteY795-64932" fmla="*/ 2165031 h 4449429"/>
              <a:gd name="connsiteX796-64933" fmla="*/ 17562899 w 18982931"/>
              <a:gd name="connsiteY796-64934" fmla="*/ 2165031 h 4449429"/>
              <a:gd name="connsiteX797-64935" fmla="*/ 17562899 w 18982931"/>
              <a:gd name="connsiteY797-64936" fmla="*/ 2329673 h 4449429"/>
              <a:gd name="connsiteX798-64937" fmla="*/ 17575251 w 18982931"/>
              <a:gd name="connsiteY798-64938" fmla="*/ 2329673 h 4449429"/>
              <a:gd name="connsiteX799-64939" fmla="*/ 17575251 w 18982931"/>
              <a:gd name="connsiteY799-64940" fmla="*/ 2127989 h 4449429"/>
              <a:gd name="connsiteX800-64941" fmla="*/ 17591711 w 18982931"/>
              <a:gd name="connsiteY800-64942" fmla="*/ 1609370 h 4449429"/>
              <a:gd name="connsiteX801-64943" fmla="*/ 17604059 w 18982931"/>
              <a:gd name="connsiteY801-64944" fmla="*/ 1584673 h 4449429"/>
              <a:gd name="connsiteX802-64945" fmla="*/ 17711083 w 18982931"/>
              <a:gd name="connsiteY802-64946" fmla="*/ 1580555 h 4449429"/>
              <a:gd name="connsiteX803-64947" fmla="*/ 17735775 w 18982931"/>
              <a:gd name="connsiteY803-64948" fmla="*/ 1609370 h 4449429"/>
              <a:gd name="connsiteX804-64949" fmla="*/ 17772819 w 18982931"/>
              <a:gd name="connsiteY804-64950" fmla="*/ 1613483 h 4449429"/>
              <a:gd name="connsiteX805-64951" fmla="*/ 17768699 w 18982931"/>
              <a:gd name="connsiteY805-64952" fmla="*/ 1559977 h 4449429"/>
              <a:gd name="connsiteX806-64953" fmla="*/ 17772819 w 18982931"/>
              <a:gd name="connsiteY806-64954" fmla="*/ 1531163 h 4449429"/>
              <a:gd name="connsiteX807-64955" fmla="*/ 17797515 w 18982931"/>
              <a:gd name="connsiteY807-64956" fmla="*/ 1469425 h 4449429"/>
              <a:gd name="connsiteX808-64957" fmla="*/ 17797515 w 18982931"/>
              <a:gd name="connsiteY808-64958" fmla="*/ 1374754 h 4449429"/>
              <a:gd name="connsiteX809-64959" fmla="*/ 17813979 w 18982931"/>
              <a:gd name="connsiteY809-64960" fmla="*/ 1374754 h 4449429"/>
              <a:gd name="connsiteX810-64961" fmla="*/ 17834559 w 18982931"/>
              <a:gd name="connsiteY810-64962" fmla="*/ 1424146 h 4449429"/>
              <a:gd name="connsiteX811-64963" fmla="*/ 17912763 w 18982931"/>
              <a:gd name="connsiteY811-64964" fmla="*/ 1378872 h 4449429"/>
              <a:gd name="connsiteX812-64965" fmla="*/ 18069171 w 18982931"/>
              <a:gd name="connsiteY812-64966" fmla="*/ 1415914 h 4449429"/>
              <a:gd name="connsiteX813-64967" fmla="*/ 18069171 w 18982931"/>
              <a:gd name="connsiteY813-64968" fmla="*/ 1576442 h 4449429"/>
              <a:gd name="connsiteX814-64969" fmla="*/ 18237927 w 18982931"/>
              <a:gd name="connsiteY814-64970" fmla="*/ 1576442 h 4449429"/>
              <a:gd name="connsiteX815-64971" fmla="*/ 18237927 w 18982931"/>
              <a:gd name="connsiteY815-64972" fmla="*/ 1642297 h 4449429"/>
              <a:gd name="connsiteX816-64973" fmla="*/ 18270859 w 18982931"/>
              <a:gd name="connsiteY816-64974" fmla="*/ 1691690 h 4449429"/>
              <a:gd name="connsiteX817-64975" fmla="*/ 18270859 w 18982931"/>
              <a:gd name="connsiteY817-64976" fmla="*/ 1704036 h 4449429"/>
              <a:gd name="connsiteX818-64977" fmla="*/ 18274975 w 18982931"/>
              <a:gd name="connsiteY818-64978" fmla="*/ 1926302 h 4449429"/>
              <a:gd name="connsiteX819-64979" fmla="*/ 18279087 w 18982931"/>
              <a:gd name="connsiteY819-64980" fmla="*/ 1938652 h 4449429"/>
              <a:gd name="connsiteX820-64981" fmla="*/ 18320247 w 18982931"/>
              <a:gd name="connsiteY820-64982" fmla="*/ 1934533 h 4449429"/>
              <a:gd name="connsiteX821-64983" fmla="*/ 18320247 w 18982931"/>
              <a:gd name="connsiteY821-64984" fmla="*/ 1144256 h 4449429"/>
              <a:gd name="connsiteX822-64985" fmla="*/ 18303783 w 18982931"/>
              <a:gd name="connsiteY822-64986" fmla="*/ 1111328 h 4449429"/>
              <a:gd name="connsiteX823-64987" fmla="*/ 18287323 w 18982931"/>
              <a:gd name="connsiteY823-64988" fmla="*/ 1024893 h 4449429"/>
              <a:gd name="connsiteX824-64989" fmla="*/ 18336711 w 18982931"/>
              <a:gd name="connsiteY824-64990" fmla="*/ 1000197 h 4449429"/>
              <a:gd name="connsiteX825-64991" fmla="*/ 18361407 w 18982931"/>
              <a:gd name="connsiteY825-64992" fmla="*/ 996079 h 4449429"/>
              <a:gd name="connsiteX826-64993" fmla="*/ 18373759 w 18982931"/>
              <a:gd name="connsiteY826-64994" fmla="*/ 946687 h 4449429"/>
              <a:gd name="connsiteX827-64995" fmla="*/ 18534287 w 18982931"/>
              <a:gd name="connsiteY827-64996" fmla="*/ 946687 h 4449429"/>
              <a:gd name="connsiteX828-64997" fmla="*/ 18563095 w 18982931"/>
              <a:gd name="connsiteY828-64998" fmla="*/ 798510 h 4449429"/>
              <a:gd name="connsiteX829-64999" fmla="*/ 18731851 w 18982931"/>
              <a:gd name="connsiteY829-65000" fmla="*/ 806742 h 4449429"/>
              <a:gd name="connsiteX830-65001" fmla="*/ 18773011 w 18982931"/>
              <a:gd name="connsiteY830-65002" fmla="*/ 798510 h 4449429"/>
              <a:gd name="connsiteX831-65003" fmla="*/ 18822407 w 18982931"/>
              <a:gd name="connsiteY831-65004" fmla="*/ 893180 h 4449429"/>
              <a:gd name="connsiteX832-65005" fmla="*/ 18822407 w 18982931"/>
              <a:gd name="connsiteY832-65006" fmla="*/ 963151 h 4449429"/>
              <a:gd name="connsiteX833-65007" fmla="*/ 18982931 w 18982931"/>
              <a:gd name="connsiteY833-65008" fmla="*/ 983734 h 4449429"/>
              <a:gd name="connsiteX834-65009" fmla="*/ 18982931 w 18982931"/>
              <a:gd name="connsiteY834-65010" fmla="*/ 4449429 h 4449429"/>
              <a:gd name="connsiteX835-65011" fmla="*/ 11998023 w 18982931"/>
              <a:gd name="connsiteY835-65012" fmla="*/ 4449429 h 4449429"/>
              <a:gd name="connsiteX836-65013" fmla="*/ 11995198 w 18982931"/>
              <a:gd name="connsiteY836-65014" fmla="*/ 4429646 h 4449429"/>
              <a:gd name="connsiteX837-65015" fmla="*/ 11992726 w 18982931"/>
              <a:gd name="connsiteY837-65016" fmla="*/ 4449425 h 4449429"/>
              <a:gd name="connsiteX838-65017" fmla="*/ 8153658 w 18982931"/>
              <a:gd name="connsiteY838-65018" fmla="*/ 4449425 h 4449429"/>
              <a:gd name="connsiteX839-65019" fmla="*/ 8153658 w 18982931"/>
              <a:gd name="connsiteY839-65020" fmla="*/ 4449429 h 4449429"/>
              <a:gd name="connsiteX840-65021" fmla="*/ 6861227 w 18982931"/>
              <a:gd name="connsiteY840-65022" fmla="*/ 4449429 h 4449429"/>
              <a:gd name="connsiteX841-65023" fmla="*/ 6859697 w 18982931"/>
              <a:gd name="connsiteY841-65024" fmla="*/ 4432598 h 4449429"/>
              <a:gd name="connsiteX842-65025" fmla="*/ 6858292 w 18982931"/>
              <a:gd name="connsiteY842-65026" fmla="*/ 4449425 h 4449429"/>
              <a:gd name="connsiteX843-65027" fmla="*/ 7922 w 18982931"/>
              <a:gd name="connsiteY843-65028" fmla="*/ 4440866 h 4449429"/>
              <a:gd name="connsiteX844-65029" fmla="*/ 0 w 18982931"/>
              <a:gd name="connsiteY844-65030" fmla="*/ 1181446 h 4449429"/>
              <a:gd name="connsiteX845-65031" fmla="*/ 169756 w 18982931"/>
              <a:gd name="connsiteY845-65032" fmla="*/ 979616 h 4449429"/>
              <a:gd name="connsiteX846-65033" fmla="*/ 301466 w 18982931"/>
              <a:gd name="connsiteY846-65034" fmla="*/ 971384 h 4449429"/>
              <a:gd name="connsiteX847-65035" fmla="*/ 301466 w 18982931"/>
              <a:gd name="connsiteY847-65036" fmla="*/ 909640 h 4449429"/>
              <a:gd name="connsiteX848-65037" fmla="*/ 346746 w 18982931"/>
              <a:gd name="connsiteY848-65038" fmla="*/ 810855 h 4449429"/>
              <a:gd name="connsiteX849-65039" fmla="*/ 571541 w 18982931"/>
              <a:gd name="connsiteY849-65040" fmla="*/ 799909 h 4449429"/>
              <a:gd name="connsiteX850-65041" fmla="*/ 581356 w 18982931"/>
              <a:gd name="connsiteY850-65042" fmla="*/ 963151 h 4449429"/>
              <a:gd name="connsiteX851-65043" fmla="*/ 737766 w 18982931"/>
              <a:gd name="connsiteY851-65044" fmla="*/ 963151 h 4449429"/>
              <a:gd name="connsiteX852-65045" fmla="*/ 750116 w 18982931"/>
              <a:gd name="connsiteY852-65046" fmla="*/ 1012543 h 4449429"/>
              <a:gd name="connsiteX853-65047" fmla="*/ 778926 w 18982931"/>
              <a:gd name="connsiteY853-65048" fmla="*/ 1016657 h 4449429"/>
              <a:gd name="connsiteX854-65049" fmla="*/ 820087 w 18982931"/>
              <a:gd name="connsiteY854-65050" fmla="*/ 1041353 h 4449429"/>
              <a:gd name="connsiteX855-65051" fmla="*/ 820087 w 18982931"/>
              <a:gd name="connsiteY855-65052" fmla="*/ 1119560 h 4449429"/>
              <a:gd name="connsiteX856-65053" fmla="*/ 791276 w 18982931"/>
              <a:gd name="connsiteY856-65054" fmla="*/ 1193648 h 4449429"/>
              <a:gd name="connsiteX857-65055" fmla="*/ 791276 w 18982931"/>
              <a:gd name="connsiteY857-65056" fmla="*/ 1580555 h 4449429"/>
              <a:gd name="connsiteX858-65057" fmla="*/ 791276 w 18982931"/>
              <a:gd name="connsiteY858-65058" fmla="*/ 1955112 h 4449429"/>
              <a:gd name="connsiteX859-65059" fmla="*/ 865089 w 18982931"/>
              <a:gd name="connsiteY859-65060" fmla="*/ 1950998 h 4449429"/>
              <a:gd name="connsiteX860-65061" fmla="*/ 873596 w 18982931"/>
              <a:gd name="connsiteY860-65062" fmla="*/ 1597020 h 4449429"/>
              <a:gd name="connsiteX861-65063" fmla="*/ 906526 w 18982931"/>
              <a:gd name="connsiteY861-65064" fmla="*/ 1584670 h 4449429"/>
              <a:gd name="connsiteX862-65065" fmla="*/ 1034120 w 18982931"/>
              <a:gd name="connsiteY862-65066" fmla="*/ 1584670 h 4449429"/>
              <a:gd name="connsiteX863-65067" fmla="*/ 1034120 w 18982931"/>
              <a:gd name="connsiteY863-65068" fmla="*/ 1420028 h 4449429"/>
              <a:gd name="connsiteX864-65069" fmla="*/ 1320382 w 18982931"/>
              <a:gd name="connsiteY864-65070" fmla="*/ 1408806 h 4449429"/>
              <a:gd name="connsiteX865-65071" fmla="*/ 1318126 w 18982931"/>
              <a:gd name="connsiteY865-65072" fmla="*/ 1576437 h 4449429"/>
              <a:gd name="connsiteX866-65073" fmla="*/ 1511305 w 18982931"/>
              <a:gd name="connsiteY866-65074" fmla="*/ 1594214 h 4449429"/>
              <a:gd name="connsiteX867-65075" fmla="*/ 1507466 w 18982931"/>
              <a:gd name="connsiteY867-65076" fmla="*/ 2337905 h 4449429"/>
              <a:gd name="connsiteX868-65077" fmla="*/ 1523929 w 18982931"/>
              <a:gd name="connsiteY868-65078" fmla="*/ 2337905 h 4449429"/>
              <a:gd name="connsiteX869-65079" fmla="*/ 1523929 w 18982931"/>
              <a:gd name="connsiteY869-65080" fmla="*/ 2169146 h 4449429"/>
              <a:gd name="connsiteX870-65081" fmla="*/ 1692685 w 18982931"/>
              <a:gd name="connsiteY870-65082" fmla="*/ 2169146 h 4449429"/>
              <a:gd name="connsiteX871-65083" fmla="*/ 1692685 w 18982931"/>
              <a:gd name="connsiteY871-65084" fmla="*/ 2020968 h 4449429"/>
              <a:gd name="connsiteX872-65085" fmla="*/ 1766772 w 18982931"/>
              <a:gd name="connsiteY872-65086" fmla="*/ 1922183 h 4449429"/>
              <a:gd name="connsiteX873-65087" fmla="*/ 1766772 w 18982931"/>
              <a:gd name="connsiteY873-65088" fmla="*/ 1757542 h 4449429"/>
              <a:gd name="connsiteX874-65089" fmla="*/ 1849095 w 18982931"/>
              <a:gd name="connsiteY874-65090" fmla="*/ 1757542 h 4449429"/>
              <a:gd name="connsiteX875-65091" fmla="*/ 1849095 w 18982931"/>
              <a:gd name="connsiteY875-65092" fmla="*/ 2156799 h 4449429"/>
              <a:gd name="connsiteX876-65093" fmla="*/ 1919070 w 18982931"/>
              <a:gd name="connsiteY876-65094" fmla="*/ 2156799 h 4449429"/>
              <a:gd name="connsiteX877-65095" fmla="*/ 1919070 w 18982931"/>
              <a:gd name="connsiteY877-65096" fmla="*/ 1864559 h 4449429"/>
              <a:gd name="connsiteX878-65097" fmla="*/ 1919070 w 18982931"/>
              <a:gd name="connsiteY878-65098" fmla="*/ 695608 h 4449429"/>
              <a:gd name="connsiteX879-65099" fmla="*/ 2005504 w 18982931"/>
              <a:gd name="connsiteY879-65100" fmla="*/ 609173 h 4449429"/>
              <a:gd name="connsiteX880-65101" fmla="*/ 2026085 w 18982931"/>
              <a:gd name="connsiteY880-65102" fmla="*/ 605054 h 4449429"/>
              <a:gd name="connsiteX881-65103" fmla="*/ 2100174 w 18982931"/>
              <a:gd name="connsiteY881-65104" fmla="*/ 448645 h 4449429"/>
              <a:gd name="connsiteX882-65105" fmla="*/ 2137215 w 18982931"/>
              <a:gd name="connsiteY882-65106" fmla="*/ 407485 h 4449429"/>
              <a:gd name="connsiteX883-65107" fmla="*/ 2194840 w 18982931"/>
              <a:gd name="connsiteY883-65108" fmla="*/ 337515 h 4449429"/>
              <a:gd name="connsiteX884-65109" fmla="*/ 2198958 w 18982931"/>
              <a:gd name="connsiteY884-65110" fmla="*/ 292236 h 4449429"/>
              <a:gd name="connsiteX885-65111" fmla="*/ 2240121 w 18982931"/>
              <a:gd name="connsiteY885-65112" fmla="*/ 358093 h 4449429"/>
              <a:gd name="connsiteX886-65113" fmla="*/ 2273047 w 18982931"/>
              <a:gd name="connsiteY886-65114" fmla="*/ 444532 h 4449429"/>
              <a:gd name="connsiteX887-65115" fmla="*/ 2330670 w 18982931"/>
              <a:gd name="connsiteY887-65116" fmla="*/ 563894 h 4449429"/>
              <a:gd name="connsiteX888-65117" fmla="*/ 2351248 w 18982931"/>
              <a:gd name="connsiteY888-65118" fmla="*/ 613286 h 4449429"/>
              <a:gd name="connsiteX889-65119" fmla="*/ 2429455 w 18982931"/>
              <a:gd name="connsiteY889-65120" fmla="*/ 675029 h 4449429"/>
              <a:gd name="connsiteX890-65121" fmla="*/ 2470614 w 18982931"/>
              <a:gd name="connsiteY890-65122" fmla="*/ 757350 h 4449429"/>
              <a:gd name="connsiteX891-65123" fmla="*/ 2470614 w 18982931"/>
              <a:gd name="connsiteY891-65124" fmla="*/ 1086631 h 4449429"/>
              <a:gd name="connsiteX892-65125" fmla="*/ 2470614 w 18982931"/>
              <a:gd name="connsiteY892-65126" fmla="*/ 2008622 h 4449429"/>
              <a:gd name="connsiteX893-65127" fmla="*/ 2487080 w 18982931"/>
              <a:gd name="connsiteY893-65128" fmla="*/ 2053897 h 4449429"/>
              <a:gd name="connsiteX894-65129" fmla="*/ 2499426 w 18982931"/>
              <a:gd name="connsiteY894-65130" fmla="*/ 1897488 h 4449429"/>
              <a:gd name="connsiteX895-65131" fmla="*/ 2602322 w 18982931"/>
              <a:gd name="connsiteY895-65132" fmla="*/ 1798703 h 4449429"/>
              <a:gd name="connsiteX896-65133" fmla="*/ 2836935 w 18982931"/>
              <a:gd name="connsiteY896-65134" fmla="*/ 1798703 h 4449429"/>
              <a:gd name="connsiteX897-65135" fmla="*/ 2836935 w 18982931"/>
              <a:gd name="connsiteY897-65136" fmla="*/ 1860446 h 4449429"/>
              <a:gd name="connsiteX898-65137" fmla="*/ 2836935 w 18982931"/>
              <a:gd name="connsiteY898-65138" fmla="*/ 2263816 h 4449429"/>
              <a:gd name="connsiteX899-65139" fmla="*/ 2845169 w 18982931"/>
              <a:gd name="connsiteY899-65140" fmla="*/ 2304976 h 4449429"/>
              <a:gd name="connsiteX900-65141" fmla="*/ 2861629 w 18982931"/>
              <a:gd name="connsiteY900-65142" fmla="*/ 2300858 h 4449429"/>
              <a:gd name="connsiteX901-65143" fmla="*/ 2861629 w 18982931"/>
              <a:gd name="connsiteY901-65144" fmla="*/ 2247351 h 4449429"/>
              <a:gd name="connsiteX902-65145" fmla="*/ 2869861 w 18982931"/>
              <a:gd name="connsiteY902-65146" fmla="*/ 1996272 h 4449429"/>
              <a:gd name="connsiteX903-65147" fmla="*/ 2923374 w 18982931"/>
              <a:gd name="connsiteY903-65148" fmla="*/ 1967462 h 4449429"/>
              <a:gd name="connsiteX904-65149" fmla="*/ 2939836 w 18982931"/>
              <a:gd name="connsiteY904-65150" fmla="*/ 2300858 h 4449429"/>
              <a:gd name="connsiteX905-65151" fmla="*/ 2956300 w 18982931"/>
              <a:gd name="connsiteY905-65152" fmla="*/ 2300858 h 4449429"/>
              <a:gd name="connsiteX906-65153" fmla="*/ 2989230 w 18982931"/>
              <a:gd name="connsiteY906-65154" fmla="*/ 2111521 h 4449429"/>
              <a:gd name="connsiteX907-65155" fmla="*/ 3018038 w 18982931"/>
              <a:gd name="connsiteY907-65156" fmla="*/ 2058015 h 4449429"/>
              <a:gd name="connsiteX908-65157" fmla="*/ 3034502 w 18982931"/>
              <a:gd name="connsiteY908-65158" fmla="*/ 2123871 h 4449429"/>
              <a:gd name="connsiteX909-65159" fmla="*/ 3038620 w 18982931"/>
              <a:gd name="connsiteY909-65160" fmla="*/ 2132104 h 4449429"/>
              <a:gd name="connsiteX910-65161" fmla="*/ 3088018 w 18982931"/>
              <a:gd name="connsiteY910-65162" fmla="*/ 2140336 h 4449429"/>
              <a:gd name="connsiteX911-65163" fmla="*/ 3095320 w 18982931"/>
              <a:gd name="connsiteY911-65164" fmla="*/ 2275334 h 4449429"/>
              <a:gd name="connsiteX912-65165" fmla="*/ 3162101 w 18982931"/>
              <a:gd name="connsiteY912-65166" fmla="*/ 2275334 h 4449429"/>
              <a:gd name="connsiteX913-65167" fmla="*/ 3162101 w 18982931"/>
              <a:gd name="connsiteY913-65168" fmla="*/ 1580555 h 4449429"/>
              <a:gd name="connsiteX914-65169" fmla="*/ 3162101 w 18982931"/>
              <a:gd name="connsiteY914-65170" fmla="*/ 1531163 h 4449429"/>
              <a:gd name="connsiteX915-65171" fmla="*/ 3199146 w 18982931"/>
              <a:gd name="connsiteY915-65172" fmla="*/ 1498235 h 4449429"/>
              <a:gd name="connsiteX916-65173" fmla="*/ 3281469 w 18982931"/>
              <a:gd name="connsiteY916-65174" fmla="*/ 1498235 h 4449429"/>
              <a:gd name="connsiteX917-65175" fmla="*/ 3281469 w 18982931"/>
              <a:gd name="connsiteY917-65176" fmla="*/ 1325362 h 4449429"/>
              <a:gd name="connsiteX918-65177" fmla="*/ 3343207 w 18982931"/>
              <a:gd name="connsiteY918-65178" fmla="*/ 1263619 h 4449429"/>
              <a:gd name="connsiteX919-65179" fmla="*/ 3544891 w 18982931"/>
              <a:gd name="connsiteY919-65180" fmla="*/ 1263619 h 4449429"/>
              <a:gd name="connsiteX920-65181" fmla="*/ 3544891 w 18982931"/>
              <a:gd name="connsiteY920-65182" fmla="*/ 712071 h 4449429"/>
              <a:gd name="connsiteX921-65183" fmla="*/ 3561357 w 18982931"/>
              <a:gd name="connsiteY921-65184" fmla="*/ 555662 h 4449429"/>
              <a:gd name="connsiteX922-65185" fmla="*/ 3606633 w 18982931"/>
              <a:gd name="connsiteY922-65186" fmla="*/ 316933 h 4449429"/>
              <a:gd name="connsiteX923-65187" fmla="*/ 3614865 w 18982931"/>
              <a:gd name="connsiteY923-65188" fmla="*/ 279891 h 4449429"/>
              <a:gd name="connsiteX924-65189" fmla="*/ 3676603 w 18982931"/>
              <a:gd name="connsiteY924-65190" fmla="*/ 341628 h 4449429"/>
              <a:gd name="connsiteX925-65191" fmla="*/ 3684835 w 18982931"/>
              <a:gd name="connsiteY925-65192" fmla="*/ 386907 h 4449429"/>
              <a:gd name="connsiteX926-65193" fmla="*/ 3742460 w 18982931"/>
              <a:gd name="connsiteY926-65194" fmla="*/ 481574 h 4449429"/>
              <a:gd name="connsiteX927-65195" fmla="*/ 3763042 w 18982931"/>
              <a:gd name="connsiteY927-65196" fmla="*/ 703838 h 4449429"/>
              <a:gd name="connsiteX928-65197" fmla="*/ 3763042 w 18982931"/>
              <a:gd name="connsiteY928-65198" fmla="*/ 1144256 h 4449429"/>
              <a:gd name="connsiteX929-65199" fmla="*/ 3771275 w 18982931"/>
              <a:gd name="connsiteY929-65200" fmla="*/ 1181298 h 4449429"/>
              <a:gd name="connsiteX930-65201" fmla="*/ 3775390 w 18982931"/>
              <a:gd name="connsiteY930-65202" fmla="*/ 1115443 h 4449429"/>
              <a:gd name="connsiteX931-65203" fmla="*/ 3923568 w 18982931"/>
              <a:gd name="connsiteY931-65204" fmla="*/ 996079 h 4449429"/>
              <a:gd name="connsiteX932-65205" fmla="*/ 3940029 w 18982931"/>
              <a:gd name="connsiteY932-65206" fmla="*/ 1020776 h 4449429"/>
              <a:gd name="connsiteX933-65207" fmla="*/ 3960611 w 18982931"/>
              <a:gd name="connsiteY933-65208" fmla="*/ 1321244 h 4449429"/>
              <a:gd name="connsiteX934-65209" fmla="*/ 3960611 w 18982931"/>
              <a:gd name="connsiteY934-65210" fmla="*/ 1584670 h 4449429"/>
              <a:gd name="connsiteX935-65211" fmla="*/ 3977076 w 18982931"/>
              <a:gd name="connsiteY935-65212" fmla="*/ 1625830 h 4449429"/>
              <a:gd name="connsiteX936-65213" fmla="*/ 4010007 w 18982931"/>
              <a:gd name="connsiteY936-65214" fmla="*/ 1666990 h 4449429"/>
              <a:gd name="connsiteX937-65215" fmla="*/ 4055279 w 18982931"/>
              <a:gd name="connsiteY937-65216" fmla="*/ 1819286 h 4449429"/>
              <a:gd name="connsiteX938-65217" fmla="*/ 4104670 w 18982931"/>
              <a:gd name="connsiteY938-65218" fmla="*/ 1819286 h 4449429"/>
              <a:gd name="connsiteX939-65219" fmla="*/ 4108788 w 18982931"/>
              <a:gd name="connsiteY939-65220" fmla="*/ 1741079 h 4449429"/>
              <a:gd name="connsiteX940-65221" fmla="*/ 4211689 w 18982931"/>
              <a:gd name="connsiteY940-65222" fmla="*/ 1741079 h 4449429"/>
              <a:gd name="connsiteX941-65223" fmla="*/ 4252847 w 18982931"/>
              <a:gd name="connsiteY941-65224" fmla="*/ 1559973 h 4449429"/>
              <a:gd name="connsiteX942-65225" fmla="*/ 4265197 w 18982931"/>
              <a:gd name="connsiteY942-65226" fmla="*/ 1559973 h 4449429"/>
              <a:gd name="connsiteX943-65227" fmla="*/ 4277546 w 18982931"/>
              <a:gd name="connsiteY943-65228" fmla="*/ 1592900 h 4449429"/>
              <a:gd name="connsiteX944-65229" fmla="*/ 4302239 w 18982931"/>
              <a:gd name="connsiteY944-65230" fmla="*/ 1708150 h 4449429"/>
              <a:gd name="connsiteX945-65231" fmla="*/ 4368100 w 18982931"/>
              <a:gd name="connsiteY945-65232" fmla="*/ 1741079 h 4449429"/>
              <a:gd name="connsiteX946-65233" fmla="*/ 4363984 w 18982931"/>
              <a:gd name="connsiteY946-65234" fmla="*/ 1634062 h 4449429"/>
              <a:gd name="connsiteX947-65235" fmla="*/ 4372218 w 18982931"/>
              <a:gd name="connsiteY947-65236" fmla="*/ 839670 h 4449429"/>
              <a:gd name="connsiteX948-65237" fmla="*/ 4442184 w 18982931"/>
              <a:gd name="connsiteY948-65238" fmla="*/ 279891 h 4449429"/>
              <a:gd name="connsiteX949-65239" fmla="*/ 4479230 w 18982931"/>
              <a:gd name="connsiteY949-65240" fmla="*/ 234611 h 4449429"/>
              <a:gd name="connsiteX950-65241" fmla="*/ 4520394 w 18982931"/>
              <a:gd name="connsiteY950-65242" fmla="*/ 284004 h 4449429"/>
              <a:gd name="connsiteX951-65243" fmla="*/ 4549200 w 18982931"/>
              <a:gd name="connsiteY951-65244" fmla="*/ 440413 h 4449429"/>
              <a:gd name="connsiteX952-65245" fmla="*/ 4680914 w 18982931"/>
              <a:gd name="connsiteY952-65246" fmla="*/ 395140 h 4449429"/>
              <a:gd name="connsiteX953-65247" fmla="*/ 4759121 w 18982931"/>
              <a:gd name="connsiteY953-65248" fmla="*/ 460995 h 4449429"/>
              <a:gd name="connsiteX954-65249" fmla="*/ 4771466 w 18982931"/>
              <a:gd name="connsiteY954-65250" fmla="*/ 493924 h 4449429"/>
              <a:gd name="connsiteX955-65251" fmla="*/ 4888657 w 18982931"/>
              <a:gd name="connsiteY955-65252" fmla="*/ 747622 h 4449429"/>
              <a:gd name="connsiteX956-65253" fmla="*/ 4888893 w 18982931"/>
              <a:gd name="connsiteY956-65254" fmla="*/ 807315 h 4449429"/>
              <a:gd name="connsiteX957-65255" fmla="*/ 4856617 w 18982931"/>
              <a:gd name="connsiteY957-65256" fmla="*/ 807315 h 4449429"/>
              <a:gd name="connsiteX958-65257" fmla="*/ 4856617 w 18982931"/>
              <a:gd name="connsiteY958-65258" fmla="*/ 944475 h 4449429"/>
              <a:gd name="connsiteX959-65259" fmla="*/ 4888332 w 18982931"/>
              <a:gd name="connsiteY959-65260" fmla="*/ 944475 h 4449429"/>
              <a:gd name="connsiteX960-65261" fmla="*/ 4888325 w 18982931"/>
              <a:gd name="connsiteY960-65262" fmla="*/ 945600 h 4449429"/>
              <a:gd name="connsiteX961-65263" fmla="*/ 4890835 w 18982931"/>
              <a:gd name="connsiteY961-65264" fmla="*/ 1609365 h 4449429"/>
              <a:gd name="connsiteX962-65265" fmla="*/ 4952574 w 18982931"/>
              <a:gd name="connsiteY962-65266" fmla="*/ 1617597 h 4449429"/>
              <a:gd name="connsiteX963-65267" fmla="*/ 4952574 w 18982931"/>
              <a:gd name="connsiteY963-65268" fmla="*/ 1868678 h 4449429"/>
              <a:gd name="connsiteX964-65269" fmla="*/ 4956691 w 18982931"/>
              <a:gd name="connsiteY964-65270" fmla="*/ 1905720 h 4449429"/>
              <a:gd name="connsiteX965-65271" fmla="*/ 4981387 w 18982931"/>
              <a:gd name="connsiteY965-65272" fmla="*/ 1967462 h 4449429"/>
              <a:gd name="connsiteX966-65273" fmla="*/ 4981387 w 18982931"/>
              <a:gd name="connsiteY966-65274" fmla="*/ 2058015 h 4449429"/>
              <a:gd name="connsiteX967-65275" fmla="*/ 5001966 w 18982931"/>
              <a:gd name="connsiteY967-65276" fmla="*/ 2086824 h 4449429"/>
              <a:gd name="connsiteX968-65277" fmla="*/ 5018429 w 18982931"/>
              <a:gd name="connsiteY968-65278" fmla="*/ 2078592 h 4449429"/>
              <a:gd name="connsiteX969-65279" fmla="*/ 5018429 w 18982931"/>
              <a:gd name="connsiteY969-65280" fmla="*/ 1881023 h 4449429"/>
              <a:gd name="connsiteX970-65281" fmla="*/ 5018429 w 18982931"/>
              <a:gd name="connsiteY970-65282" fmla="*/ 1366522 h 4449429"/>
              <a:gd name="connsiteX971-65283" fmla="*/ 5034894 w 18982931"/>
              <a:gd name="connsiteY971-65284" fmla="*/ 864367 h 4449429"/>
              <a:gd name="connsiteX972-65285" fmla="*/ 5067821 w 18982931"/>
              <a:gd name="connsiteY972-65286" fmla="*/ 197569 h 4449429"/>
              <a:gd name="connsiteX973-65287" fmla="*/ 5080173 w 18982931"/>
              <a:gd name="connsiteY973-65288" fmla="*/ 102899 h 4449429"/>
              <a:gd name="connsiteX974-65289" fmla="*/ 5216000 w 18982931"/>
              <a:gd name="connsiteY974-65290" fmla="*/ 37042 h 4449429"/>
              <a:gd name="connsiteX975-65291" fmla="*/ 5248927 w 18982931"/>
              <a:gd name="connsiteY975-65292" fmla="*/ 69972 h 4449429"/>
              <a:gd name="connsiteX976-65293" fmla="*/ 5372409 w 18982931"/>
              <a:gd name="connsiteY976-65294" fmla="*/ 69972 h 4449429"/>
              <a:gd name="connsiteX977-65295" fmla="*/ 5434151 w 18982931"/>
              <a:gd name="connsiteY977-65296" fmla="*/ 131714 h 4449429"/>
              <a:gd name="connsiteX978-65297" fmla="*/ 5434151 w 18982931"/>
              <a:gd name="connsiteY978-65298" fmla="*/ 382788 h 4449429"/>
              <a:gd name="connsiteX979-65299" fmla="*/ 5434151 w 18982931"/>
              <a:gd name="connsiteY979-65300" fmla="*/ 683261 h 4449429"/>
              <a:gd name="connsiteX980-65301" fmla="*/ 5545282 w 18982931"/>
              <a:gd name="connsiteY980-65302" fmla="*/ 687375 h 4449429"/>
              <a:gd name="connsiteX981-65303" fmla="*/ 5545282 w 18982931"/>
              <a:gd name="connsiteY981-65304" fmla="*/ 1045471 h 4449429"/>
              <a:gd name="connsiteX982-65305" fmla="*/ 5676994 w 18982931"/>
              <a:gd name="connsiteY982-65306" fmla="*/ 1045471 h 4449429"/>
              <a:gd name="connsiteX983-65307" fmla="*/ 5685227 w 18982931"/>
              <a:gd name="connsiteY983-65308" fmla="*/ 1103096 h 4449429"/>
              <a:gd name="connsiteX984-65309" fmla="*/ 5759314 w 18982931"/>
              <a:gd name="connsiteY984-65310" fmla="*/ 1193648 h 4449429"/>
              <a:gd name="connsiteX985-65311" fmla="*/ 5759314 w 18982931"/>
              <a:gd name="connsiteY985-65312" fmla="*/ 1395331 h 4449429"/>
              <a:gd name="connsiteX986-65313" fmla="*/ 5825171 w 18982931"/>
              <a:gd name="connsiteY986-65314" fmla="*/ 1395331 h 4449429"/>
              <a:gd name="connsiteX987-65315" fmla="*/ 5903378 w 18982931"/>
              <a:gd name="connsiteY987-65316" fmla="*/ 1477653 h 4449429"/>
              <a:gd name="connsiteX988-65317" fmla="*/ 5903378 w 18982931"/>
              <a:gd name="connsiteY988-65318" fmla="*/ 1918070 h 4449429"/>
              <a:gd name="connsiteX989-65319" fmla="*/ 5936306 w 18982931"/>
              <a:gd name="connsiteY989-65320" fmla="*/ 1975695 h 4449429"/>
              <a:gd name="connsiteX990-65321" fmla="*/ 5965115 w 18982931"/>
              <a:gd name="connsiteY990-65322" fmla="*/ 1275969 h 4449429"/>
              <a:gd name="connsiteX991-65323" fmla="*/ 5969235 w 18982931"/>
              <a:gd name="connsiteY991-65324" fmla="*/ 1238922 h 4449429"/>
              <a:gd name="connsiteX992-65325" fmla="*/ 6166804 w 18982931"/>
              <a:gd name="connsiteY992-65326" fmla="*/ 1238922 h 4449429"/>
              <a:gd name="connsiteX993-65327" fmla="*/ 6216196 w 18982931"/>
              <a:gd name="connsiteY993-65328" fmla="*/ 1288315 h 4449429"/>
              <a:gd name="connsiteX994-65329" fmla="*/ 6236774 w 18982931"/>
              <a:gd name="connsiteY994-65330" fmla="*/ 1428261 h 4449429"/>
              <a:gd name="connsiteX995-65331" fmla="*/ 6273821 w 18982931"/>
              <a:gd name="connsiteY995-65332" fmla="*/ 1498235 h 4449429"/>
              <a:gd name="connsiteX996-65333" fmla="*/ 6273821 w 18982931"/>
              <a:gd name="connsiteY996-65334" fmla="*/ 2230888 h 4449429"/>
              <a:gd name="connsiteX997-65335" fmla="*/ 6277935 w 18982931"/>
              <a:gd name="connsiteY997-65336" fmla="*/ 2280280 h 4449429"/>
              <a:gd name="connsiteX998-65337" fmla="*/ 6319095 w 18982931"/>
              <a:gd name="connsiteY998-65338" fmla="*/ 2193841 h 4449429"/>
              <a:gd name="connsiteX999-65339" fmla="*/ 6364373 w 18982931"/>
              <a:gd name="connsiteY999-65340" fmla="*/ 2288513 h 4449429"/>
              <a:gd name="connsiteX1000-65341" fmla="*/ 6389068 w 18982931"/>
              <a:gd name="connsiteY1000-65342" fmla="*/ 2313208 h 4449429"/>
              <a:gd name="connsiteX1001-65343" fmla="*/ 6541355 w 18982931"/>
              <a:gd name="connsiteY1001-65344" fmla="*/ 2313208 h 4449429"/>
              <a:gd name="connsiteX1002-65345" fmla="*/ 6541355 w 18982931"/>
              <a:gd name="connsiteY1002-65346" fmla="*/ 2148567 h 4449429"/>
              <a:gd name="connsiteX1003-65347" fmla="*/ 6660723 w 18982931"/>
              <a:gd name="connsiteY1003-65348" fmla="*/ 2148567 h 4449429"/>
              <a:gd name="connsiteX1004-65349" fmla="*/ 6660723 w 18982931"/>
              <a:gd name="connsiteY1004-65350" fmla="*/ 2259698 h 4449429"/>
              <a:gd name="connsiteX1005-65351" fmla="*/ 6705999 w 18982931"/>
              <a:gd name="connsiteY1005-65352" fmla="*/ 2551938 h 4449429"/>
              <a:gd name="connsiteX1006-65353" fmla="*/ 6714228 w 18982931"/>
              <a:gd name="connsiteY1006-65354" fmla="*/ 2580748 h 4449429"/>
              <a:gd name="connsiteX1007-65355" fmla="*/ 6722461 w 18982931"/>
              <a:gd name="connsiteY1007-65356" fmla="*/ 2576634 h 4449429"/>
              <a:gd name="connsiteX1008-65357" fmla="*/ 6751278 w 18982931"/>
              <a:gd name="connsiteY1008-65358" fmla="*/ 2263816 h 4449429"/>
              <a:gd name="connsiteX1009-65359" fmla="*/ 6800669 w 18982931"/>
              <a:gd name="connsiteY1009-65360" fmla="*/ 2255583 h 4449429"/>
              <a:gd name="connsiteX1010-65361" fmla="*/ 6837709 w 18982931"/>
              <a:gd name="connsiteY1010-65362" fmla="*/ 2181496 h 4449429"/>
              <a:gd name="connsiteX1011-65363" fmla="*/ 6841831 w 18982931"/>
              <a:gd name="connsiteY1011-65364" fmla="*/ 2152681 h 4449429"/>
              <a:gd name="connsiteX1012-65365" fmla="*/ 6845941 w 18982931"/>
              <a:gd name="connsiteY1012-65366" fmla="*/ 2115639 h 4449429"/>
              <a:gd name="connsiteX1013-65367" fmla="*/ 6857139 w 18982931"/>
              <a:gd name="connsiteY1013-65368" fmla="*/ 2115639 h 4449429"/>
              <a:gd name="connsiteX1014-65369" fmla="*/ 6899298 w 18982931"/>
              <a:gd name="connsiteY1014-65370" fmla="*/ 2109470 h 4449429"/>
              <a:gd name="connsiteX1015-65371" fmla="*/ 6922965 w 18982931"/>
              <a:gd name="connsiteY1015-65372" fmla="*/ 2140339 h 4449429"/>
              <a:gd name="connsiteX1016-65373" fmla="*/ 7009406 w 18982931"/>
              <a:gd name="connsiteY1016-65374" fmla="*/ 2070365 h 4449429"/>
              <a:gd name="connsiteX1017-65375" fmla="*/ 7145231 w 18982931"/>
              <a:gd name="connsiteY1017-65376" fmla="*/ 2066247 h 4449429"/>
              <a:gd name="connsiteX1018-65377" fmla="*/ 7145231 w 18982931"/>
              <a:gd name="connsiteY1018-65378" fmla="*/ 1901605 h 4449429"/>
              <a:gd name="connsiteX1019-65379" fmla="*/ 7145231 w 18982931"/>
              <a:gd name="connsiteY1019-65380" fmla="*/ 1769896 h 4449429"/>
              <a:gd name="connsiteX1020-65381" fmla="*/ 7215204 w 18982931"/>
              <a:gd name="connsiteY1020-65382" fmla="*/ 1597024 h 4449429"/>
              <a:gd name="connsiteX1021-65383" fmla="*/ 7285174 w 18982931"/>
              <a:gd name="connsiteY1021-65384" fmla="*/ 1753433 h 4449429"/>
              <a:gd name="connsiteX1022-65385" fmla="*/ 7297524 w 18982931"/>
              <a:gd name="connsiteY1022-65386" fmla="*/ 2062134 h 4449429"/>
              <a:gd name="connsiteX1023-65387" fmla="*/ 7367494 w 18982931"/>
              <a:gd name="connsiteY1023-65388" fmla="*/ 2066247 h 4449429"/>
              <a:gd name="connsiteX1024-65389" fmla="*/ 7371610 w 18982931"/>
              <a:gd name="connsiteY1024-65390" fmla="*/ 2148567 h 4449429"/>
              <a:gd name="connsiteX1025-65391" fmla="*/ 7462167 w 18982931"/>
              <a:gd name="connsiteY1025-65392" fmla="*/ 2148567 h 4449429"/>
              <a:gd name="connsiteX1026-65393" fmla="*/ 7462167 w 18982931"/>
              <a:gd name="connsiteY1026-65394" fmla="*/ 2095061 h 4449429"/>
              <a:gd name="connsiteX1027-65395" fmla="*/ 7462167 w 18982931"/>
              <a:gd name="connsiteY1027-65396" fmla="*/ 1597024 h 4449429"/>
              <a:gd name="connsiteX1028-65397" fmla="*/ 7482743 w 18982931"/>
              <a:gd name="connsiteY1028-65398" fmla="*/ 1008430 h 4449429"/>
              <a:gd name="connsiteX1029-65399" fmla="*/ 7495096 w 18982931"/>
              <a:gd name="connsiteY1029-65400" fmla="*/ 921991 h 4449429"/>
              <a:gd name="connsiteX1030-65401" fmla="*/ 7536254 w 18982931"/>
              <a:gd name="connsiteY1030-65402" fmla="*/ 934341 h 4449429"/>
              <a:gd name="connsiteX1031-65403" fmla="*/ 7577416 w 18982931"/>
              <a:gd name="connsiteY1031-65404" fmla="*/ 563899 h 4449429"/>
              <a:gd name="connsiteX1032-65405" fmla="*/ 7589759 w 18982931"/>
              <a:gd name="connsiteY1032-65406" fmla="*/ 563899 h 4449429"/>
              <a:gd name="connsiteX1033-65407" fmla="*/ 7639153 w 18982931"/>
              <a:gd name="connsiteY1033-65408" fmla="*/ 975501 h 4449429"/>
              <a:gd name="connsiteX1034-65409" fmla="*/ 7655614 w 18982931"/>
              <a:gd name="connsiteY1034-65410" fmla="*/ 926109 h 4449429"/>
              <a:gd name="connsiteX1035-65411" fmla="*/ 7667968 w 18982931"/>
              <a:gd name="connsiteY1035-65412" fmla="*/ 926109 h 4449429"/>
              <a:gd name="connsiteX1036-65413" fmla="*/ 7676196 w 18982931"/>
              <a:gd name="connsiteY1036-65414" fmla="*/ 1037243 h 4449429"/>
              <a:gd name="connsiteX1037-65415" fmla="*/ 7676196 w 18982931"/>
              <a:gd name="connsiteY1037-65416" fmla="*/ 2049787 h 4449429"/>
              <a:gd name="connsiteX1038-65417" fmla="*/ 7705009 w 18982931"/>
              <a:gd name="connsiteY1038-65418" fmla="*/ 2267935 h 4449429"/>
              <a:gd name="connsiteX1039-65419" fmla="*/ 7750287 w 18982931"/>
              <a:gd name="connsiteY1039-65420" fmla="*/ 2469622 h 4449429"/>
              <a:gd name="connsiteX1040-65421" fmla="*/ 7849072 w 18982931"/>
              <a:gd name="connsiteY1040-65422" fmla="*/ 2469622 h 4449429"/>
              <a:gd name="connsiteX1041-65423" fmla="*/ 7849072 w 18982931"/>
              <a:gd name="connsiteY1041-65424" fmla="*/ 2284398 h 4449429"/>
              <a:gd name="connsiteX1042-65425" fmla="*/ 7919042 w 18982931"/>
              <a:gd name="connsiteY1042-65426" fmla="*/ 2284398 h 4449429"/>
              <a:gd name="connsiteX1043-65427" fmla="*/ 7919042 w 18982931"/>
              <a:gd name="connsiteY1043-65428" fmla="*/ 2473736 h 4449429"/>
              <a:gd name="connsiteX1044-65429" fmla="*/ 8108380 w 18982931"/>
              <a:gd name="connsiteY1044-65430" fmla="*/ 2473736 h 4449429"/>
              <a:gd name="connsiteX1045-65431" fmla="*/ 8142338 w 18982931"/>
              <a:gd name="connsiteY1045-65432" fmla="*/ 2481454 h 4449429"/>
              <a:gd name="connsiteX1046-65433" fmla="*/ 8144242 w 18982931"/>
              <a:gd name="connsiteY1046-65434" fmla="*/ 2485067 h 4449429"/>
              <a:gd name="connsiteX1047-65435" fmla="*/ 8144242 w 18982931"/>
              <a:gd name="connsiteY1047-65436" fmla="*/ 1280084 h 4449429"/>
              <a:gd name="connsiteX1048-65437" fmla="*/ 8189518 w 18982931"/>
              <a:gd name="connsiteY1048-65438" fmla="*/ 1115443 h 4449429"/>
              <a:gd name="connsiteX1049-65439" fmla="*/ 8230679 w 18982931"/>
              <a:gd name="connsiteY1049-65440" fmla="*/ 1090746 h 4449429"/>
              <a:gd name="connsiteX1050-65441" fmla="*/ 8477642 w 18982931"/>
              <a:gd name="connsiteY1050-65442" fmla="*/ 1090746 h 4449429"/>
              <a:gd name="connsiteX1051-65443" fmla="*/ 8518799 w 18982931"/>
              <a:gd name="connsiteY1051-65444" fmla="*/ 1111328 h 4449429"/>
              <a:gd name="connsiteX1052-65445" fmla="*/ 8568194 w 18982931"/>
              <a:gd name="connsiteY1052-65446" fmla="*/ 1288315 h 4449429"/>
              <a:gd name="connsiteX1053-65447" fmla="*/ 8572304 w 18982931"/>
              <a:gd name="connsiteY1053-65448" fmla="*/ 2152681 h 4449429"/>
              <a:gd name="connsiteX1054-65449" fmla="*/ 8572304 w 18982931"/>
              <a:gd name="connsiteY1054-65450" fmla="*/ 2222656 h 4449429"/>
              <a:gd name="connsiteX1055-65451" fmla="*/ 8827499 w 18982931"/>
              <a:gd name="connsiteY1055-65452" fmla="*/ 2222656 h 4449429"/>
              <a:gd name="connsiteX1056-65453" fmla="*/ 8827499 w 18982931"/>
              <a:gd name="connsiteY1056-65454" fmla="*/ 2053897 h 4449429"/>
              <a:gd name="connsiteX1057-65455" fmla="*/ 8827499 w 18982931"/>
              <a:gd name="connsiteY1057-65456" fmla="*/ 1996272 h 4449429"/>
              <a:gd name="connsiteX1058-65457" fmla="*/ 8926285 w 18982931"/>
              <a:gd name="connsiteY1058-65458" fmla="*/ 1876910 h 4449429"/>
              <a:gd name="connsiteX1059-65459" fmla="*/ 8926285 w 18982931"/>
              <a:gd name="connsiteY1059-65460" fmla="*/ 1757542 h 4449429"/>
              <a:gd name="connsiteX1060-65461" fmla="*/ 8926285 w 18982931"/>
              <a:gd name="connsiteY1060-65462" fmla="*/ 1527045 h 4449429"/>
              <a:gd name="connsiteX1061-65463" fmla="*/ 8950980 w 18982931"/>
              <a:gd name="connsiteY1061-65464" fmla="*/ 1432378 h 4449429"/>
              <a:gd name="connsiteX1062-65465" fmla="*/ 8950980 w 18982931"/>
              <a:gd name="connsiteY1062-65466" fmla="*/ 1424146 h 4449429"/>
              <a:gd name="connsiteX1063-65467" fmla="*/ 8983911 w 18982931"/>
              <a:gd name="connsiteY1063-65468" fmla="*/ 1107210 h 4449429"/>
              <a:gd name="connsiteX1064-65469" fmla="*/ 8992140 w 18982931"/>
              <a:gd name="connsiteY1064-65470" fmla="*/ 1049586 h 4449429"/>
              <a:gd name="connsiteX1065-65471" fmla="*/ 9012723 w 18982931"/>
              <a:gd name="connsiteY1065-65472" fmla="*/ 1049586 h 4449429"/>
              <a:gd name="connsiteX1066-65473" fmla="*/ 9049767 w 18982931"/>
              <a:gd name="connsiteY1066-65474" fmla="*/ 1325362 h 4449429"/>
              <a:gd name="connsiteX1067-65475" fmla="*/ 9115624 w 18982931"/>
              <a:gd name="connsiteY1067-65476" fmla="*/ 1329476 h 4449429"/>
              <a:gd name="connsiteX1068-65477" fmla="*/ 9165014 w 18982931"/>
              <a:gd name="connsiteY1068-65478" fmla="*/ 1436493 h 4449429"/>
              <a:gd name="connsiteX1069-65479" fmla="*/ 9181479 w 18982931"/>
              <a:gd name="connsiteY1069-65480" fmla="*/ 1494116 h 4449429"/>
              <a:gd name="connsiteX1070-65481" fmla="*/ 9181479 w 18982931"/>
              <a:gd name="connsiteY1070-65482" fmla="*/ 1823399 h 4449429"/>
              <a:gd name="connsiteX1071-65483" fmla="*/ 9181479 w 18982931"/>
              <a:gd name="connsiteY1071-65484" fmla="*/ 1881023 h 4449429"/>
              <a:gd name="connsiteX1072-65485" fmla="*/ 9280267 w 18982931"/>
              <a:gd name="connsiteY1072-65486" fmla="*/ 1881023 h 4449429"/>
              <a:gd name="connsiteX1073-65487" fmla="*/ 9280267 w 18982931"/>
              <a:gd name="connsiteY1073-65488" fmla="*/ 1815166 h 4449429"/>
              <a:gd name="connsiteX1074-65489" fmla="*/ 9280267 w 18982931"/>
              <a:gd name="connsiteY1074-65490" fmla="*/ 304587 h 4449429"/>
              <a:gd name="connsiteX1075-65491" fmla="*/ 9346122 w 18982931"/>
              <a:gd name="connsiteY1075-65492" fmla="*/ 238731 h 4449429"/>
              <a:gd name="connsiteX1076-65493" fmla="*/ 9453137 w 18982931"/>
              <a:gd name="connsiteY1076-65494" fmla="*/ 341628 h 4449429"/>
              <a:gd name="connsiteX1077-65495" fmla="*/ 9453137 w 18982931"/>
              <a:gd name="connsiteY1077-65496" fmla="*/ 1815166 h 4449429"/>
              <a:gd name="connsiteX1078-65497" fmla="*/ 9453137 w 18982931"/>
              <a:gd name="connsiteY1078-65498" fmla="*/ 1876910 h 4449429"/>
              <a:gd name="connsiteX1079-65499" fmla="*/ 9551919 w 18982931"/>
              <a:gd name="connsiteY1079-65500" fmla="*/ 1876910 h 4449429"/>
              <a:gd name="connsiteX1080-65501" fmla="*/ 9551919 w 18982931"/>
              <a:gd name="connsiteY1080-65502" fmla="*/ 1724614 h 4449429"/>
              <a:gd name="connsiteX1081-65503" fmla="*/ 9551919 w 18982931"/>
              <a:gd name="connsiteY1081-65504" fmla="*/ 1481771 h 4449429"/>
              <a:gd name="connsiteX1082-65505" fmla="*/ 9597198 w 18982931"/>
              <a:gd name="connsiteY1082-65506" fmla="*/ 1374754 h 4449429"/>
              <a:gd name="connsiteX1083-65507" fmla="*/ 9613662 w 18982931"/>
              <a:gd name="connsiteY1083-65508" fmla="*/ 1325362 h 4449429"/>
              <a:gd name="connsiteX1084-65509" fmla="*/ 9683632 w 18982931"/>
              <a:gd name="connsiteY1084-65510" fmla="*/ 1325362 h 4449429"/>
              <a:gd name="connsiteX1085-65511" fmla="*/ 9683632 w 18982931"/>
              <a:gd name="connsiteY1085-65512" fmla="*/ 1522931 h 4449429"/>
              <a:gd name="connsiteX1086-65513" fmla="*/ 9819464 w 18982931"/>
              <a:gd name="connsiteY1086-65514" fmla="*/ 1522931 h 4449429"/>
              <a:gd name="connsiteX1087-65515" fmla="*/ 9819464 w 18982931"/>
              <a:gd name="connsiteY1087-65516" fmla="*/ 1720501 h 4449429"/>
              <a:gd name="connsiteX1088-65517" fmla="*/ 9819464 w 18982931"/>
              <a:gd name="connsiteY1088-65518" fmla="*/ 1835749 h 4449429"/>
              <a:gd name="connsiteX1089-65519" fmla="*/ 9868856 w 18982931"/>
              <a:gd name="connsiteY1089-65520" fmla="*/ 1885142 h 4449429"/>
              <a:gd name="connsiteX1090-65521" fmla="*/ 9922361 w 18982931"/>
              <a:gd name="connsiteY1090-65522" fmla="*/ 1938648 h 4449429"/>
              <a:gd name="connsiteX1091-65523" fmla="*/ 9922361 w 18982931"/>
              <a:gd name="connsiteY1091-65524" fmla="*/ 2226770 h 4449429"/>
              <a:gd name="connsiteX1092-65525" fmla="*/ 10189906 w 18982931"/>
              <a:gd name="connsiteY1092-65526" fmla="*/ 2226770 h 4449429"/>
              <a:gd name="connsiteX1093-65527" fmla="*/ 10189906 w 18982931"/>
              <a:gd name="connsiteY1093-65528" fmla="*/ 1864559 h 4449429"/>
              <a:gd name="connsiteX1094-65529" fmla="*/ 10251644 w 18982931"/>
              <a:gd name="connsiteY1094-65530" fmla="*/ 1852213 h 4449429"/>
              <a:gd name="connsiteX1095-65531" fmla="*/ 10251644 w 18982931"/>
              <a:gd name="connsiteY1095-65532" fmla="*/ 1465306 h 4449429"/>
              <a:gd name="connsiteX1096-65533" fmla="*/ 10198137 w 18982931"/>
              <a:gd name="connsiteY1096-65534" fmla="*/ 1461188 h 4449429"/>
              <a:gd name="connsiteX1097-65535" fmla="*/ 10198137 w 18982931"/>
              <a:gd name="connsiteY1097-65536" fmla="*/ 1317129 h 4449429"/>
              <a:gd name="connsiteX1098-65537" fmla="*/ 10572694 w 18982931"/>
              <a:gd name="connsiteY1098-65538" fmla="*/ 1317129 h 4449429"/>
              <a:gd name="connsiteX1099-65539" fmla="*/ 10572694 w 18982931"/>
              <a:gd name="connsiteY1099-65540" fmla="*/ 2140336 h 4449429"/>
              <a:gd name="connsiteX1100-65541" fmla="*/ 10642669 w 18982931"/>
              <a:gd name="connsiteY1100-65542" fmla="*/ 2144449 h 4449429"/>
              <a:gd name="connsiteX1101-65543" fmla="*/ 10642669 w 18982931"/>
              <a:gd name="connsiteY1101-65544" fmla="*/ 2477849 h 4449429"/>
              <a:gd name="connsiteX1102-65545" fmla="*/ 10885512 w 18982931"/>
              <a:gd name="connsiteY1102-65546" fmla="*/ 2477849 h 4449429"/>
              <a:gd name="connsiteX1103-65547" fmla="*/ 10885512 w 18982931"/>
              <a:gd name="connsiteY1103-65548" fmla="*/ 2292626 h 4449429"/>
              <a:gd name="connsiteX1104-65549" fmla="*/ 10959601 w 18982931"/>
              <a:gd name="connsiteY1104-65550" fmla="*/ 2292626 h 4449429"/>
              <a:gd name="connsiteX1105-65551" fmla="*/ 10959601 w 18982931"/>
              <a:gd name="connsiteY1105-65552" fmla="*/ 2477849 h 4449429"/>
              <a:gd name="connsiteX1106-65553" fmla="*/ 11066618 w 18982931"/>
              <a:gd name="connsiteY1106-65554" fmla="*/ 2477849 h 4449429"/>
              <a:gd name="connsiteX1107-65555" fmla="*/ 11107778 w 18982931"/>
              <a:gd name="connsiteY1107-65556" fmla="*/ 2284395 h 4449429"/>
              <a:gd name="connsiteX1108-65557" fmla="*/ 11136593 w 18982931"/>
              <a:gd name="connsiteY1108-65558" fmla="*/ 2053897 h 4449429"/>
              <a:gd name="connsiteX1109-65559" fmla="*/ 11136593 w 18982931"/>
              <a:gd name="connsiteY1109-65560" fmla="*/ 1061936 h 4449429"/>
              <a:gd name="connsiteX1110-65561" fmla="*/ 11148938 w 18982931"/>
              <a:gd name="connsiteY1110-65562" fmla="*/ 938454 h 4449429"/>
              <a:gd name="connsiteX1111-65563" fmla="*/ 11161288 w 18982931"/>
              <a:gd name="connsiteY1111-65564" fmla="*/ 938454 h 4449429"/>
              <a:gd name="connsiteX1112-65565" fmla="*/ 11177753 w 18982931"/>
              <a:gd name="connsiteY1112-65566" fmla="*/ 983729 h 4449429"/>
              <a:gd name="connsiteX1113-65567" fmla="*/ 11231258 w 18982931"/>
              <a:gd name="connsiteY1113-65568" fmla="*/ 572126 h 4449429"/>
              <a:gd name="connsiteX1114-65569" fmla="*/ 11243610 w 18982931"/>
              <a:gd name="connsiteY1114-65570" fmla="*/ 572126 h 4449429"/>
              <a:gd name="connsiteX1115-65571" fmla="*/ 11284770 w 18982931"/>
              <a:gd name="connsiteY1115-65572" fmla="*/ 946687 h 4449429"/>
              <a:gd name="connsiteX1116-65573" fmla="*/ 11325929 w 18982931"/>
              <a:gd name="connsiteY1116-65574" fmla="*/ 934337 h 4449429"/>
              <a:gd name="connsiteX1117-65575" fmla="*/ 11342394 w 18982931"/>
              <a:gd name="connsiteY1117-65576" fmla="*/ 1061936 h 4449429"/>
              <a:gd name="connsiteX1118-65577" fmla="*/ 11342394 w 18982931"/>
              <a:gd name="connsiteY1118-65578" fmla="*/ 1300666 h 4449429"/>
              <a:gd name="connsiteX1119-65579" fmla="*/ 11358857 w 18982931"/>
              <a:gd name="connsiteY1119-65580" fmla="*/ 2132104 h 4449429"/>
              <a:gd name="connsiteX1120-65581" fmla="*/ 11362976 w 18982931"/>
              <a:gd name="connsiteY1120-65582" fmla="*/ 2165031 h 4449429"/>
              <a:gd name="connsiteX1121-65583" fmla="*/ 11453524 w 18982931"/>
              <a:gd name="connsiteY1121-65584" fmla="*/ 2165031 h 4449429"/>
              <a:gd name="connsiteX1122-65585" fmla="*/ 11457643 w 18982931"/>
              <a:gd name="connsiteY1122-65586" fmla="*/ 2082711 h 4449429"/>
              <a:gd name="connsiteX1123-65587" fmla="*/ 11535845 w 18982931"/>
              <a:gd name="connsiteY1123-65588" fmla="*/ 2078592 h 4449429"/>
              <a:gd name="connsiteX1124-65589" fmla="*/ 11535845 w 18982931"/>
              <a:gd name="connsiteY1124-65590" fmla="*/ 2004505 h 4449429"/>
              <a:gd name="connsiteX1125-65591" fmla="*/ 11548195 w 18982931"/>
              <a:gd name="connsiteY1125-65592" fmla="*/ 1736964 h 4449429"/>
              <a:gd name="connsiteX1126-65593" fmla="*/ 11609938 w 18982931"/>
              <a:gd name="connsiteY1126-65594" fmla="*/ 1609365 h 4449429"/>
              <a:gd name="connsiteX1127-65595" fmla="*/ 11688140 w 18982931"/>
              <a:gd name="connsiteY1127-65596" fmla="*/ 1765774 h 4449429"/>
              <a:gd name="connsiteX1128-65597" fmla="*/ 11688140 w 18982931"/>
              <a:gd name="connsiteY1128-65598" fmla="*/ 2082711 h 4449429"/>
              <a:gd name="connsiteX1129-65599" fmla="*/ 11910406 w 18982931"/>
              <a:gd name="connsiteY1129-65600" fmla="*/ 2148567 h 4449429"/>
              <a:gd name="connsiteX1130-65601" fmla="*/ 11988608 w 18982931"/>
              <a:gd name="connsiteY1130-65602" fmla="*/ 2119754 h 4449429"/>
              <a:gd name="connsiteX1131-65603" fmla="*/ 11991181 w 18982931"/>
              <a:gd name="connsiteY1131-65604" fmla="*/ 2153197 h 4449429"/>
              <a:gd name="connsiteX1132-65605" fmla="*/ 11993908 w 18982931"/>
              <a:gd name="connsiteY1132-65606" fmla="*/ 2158900 h 4449429"/>
              <a:gd name="connsiteX1133-65607" fmla="*/ 11993908 w 18982931"/>
              <a:gd name="connsiteY1133-65608" fmla="*/ 2156799 h 4449429"/>
              <a:gd name="connsiteX1134-65609" fmla="*/ 11998023 w 18982931"/>
              <a:gd name="connsiteY1134-65610" fmla="*/ 2115639 h 4449429"/>
              <a:gd name="connsiteX1135-65611" fmla="*/ 12010373 w 18982931"/>
              <a:gd name="connsiteY1135-65612" fmla="*/ 2115639 h 4449429"/>
              <a:gd name="connsiteX1136-65613" fmla="*/ 12014490 w 18982931"/>
              <a:gd name="connsiteY1136-65614" fmla="*/ 2185614 h 4449429"/>
              <a:gd name="connsiteX1137-65615" fmla="*/ 12055650 w 18982931"/>
              <a:gd name="connsiteY1137-65616" fmla="*/ 2259703 h 4449429"/>
              <a:gd name="connsiteX1138-65617" fmla="*/ 12109157 w 18982931"/>
              <a:gd name="connsiteY1138-65618" fmla="*/ 2267933 h 4449429"/>
              <a:gd name="connsiteX1139-65619" fmla="*/ 12137972 w 18982931"/>
              <a:gd name="connsiteY1139-65620" fmla="*/ 2580753 h 4449429"/>
              <a:gd name="connsiteX1140-65621" fmla="*/ 12150317 w 18982931"/>
              <a:gd name="connsiteY1140-65622" fmla="*/ 2580753 h 4449429"/>
              <a:gd name="connsiteX1141-65623" fmla="*/ 12179132 w 18982931"/>
              <a:gd name="connsiteY1141-65624" fmla="*/ 2411992 h 4449429"/>
              <a:gd name="connsiteX1142-65625" fmla="*/ 12207942 w 18982931"/>
              <a:gd name="connsiteY1142-65626" fmla="*/ 2160917 h 4449429"/>
              <a:gd name="connsiteX1143-65627" fmla="*/ 12216174 w 18982931"/>
              <a:gd name="connsiteY1143-65628" fmla="*/ 2152686 h 4449429"/>
              <a:gd name="connsiteX1144-65629" fmla="*/ 12331423 w 18982931"/>
              <a:gd name="connsiteY1144-65630" fmla="*/ 2152686 h 4449429"/>
              <a:gd name="connsiteX1145-65631" fmla="*/ 12331423 w 18982931"/>
              <a:gd name="connsiteY1145-65632" fmla="*/ 2317327 h 4449429"/>
              <a:gd name="connsiteX1146-65633" fmla="*/ 12496064 w 18982931"/>
              <a:gd name="connsiteY1146-65634" fmla="*/ 2313208 h 4449429"/>
              <a:gd name="connsiteX1147-65635" fmla="*/ 12557802 w 18982931"/>
              <a:gd name="connsiteY1147-65636" fmla="*/ 2210310 h 4449429"/>
              <a:gd name="connsiteX1148-65637" fmla="*/ 12566034 w 18982931"/>
              <a:gd name="connsiteY1148-65638" fmla="*/ 2206191 h 4449429"/>
              <a:gd name="connsiteX1149-65639" fmla="*/ 12598962 w 18982931"/>
              <a:gd name="connsiteY1149-65640" fmla="*/ 2267933 h 4449429"/>
              <a:gd name="connsiteX1150-65641" fmla="*/ 12607194 w 18982931"/>
              <a:gd name="connsiteY1150-65642" fmla="*/ 2263816 h 4449429"/>
              <a:gd name="connsiteX1151-65643" fmla="*/ 12607194 w 18982931"/>
              <a:gd name="connsiteY1151-65644" fmla="*/ 1461193 h 4449429"/>
              <a:gd name="connsiteX1152-65645" fmla="*/ 12677169 w 18982931"/>
              <a:gd name="connsiteY1152-65646" fmla="*/ 1230695 h 4449429"/>
              <a:gd name="connsiteX1153-65647" fmla="*/ 12920017 w 18982931"/>
              <a:gd name="connsiteY1153-65648" fmla="*/ 1230695 h 4449429"/>
              <a:gd name="connsiteX1154-65649" fmla="*/ 12948827 w 18982931"/>
              <a:gd name="connsiteY1154-65650" fmla="*/ 1490003 h 4449429"/>
              <a:gd name="connsiteX1155-65651" fmla="*/ 12948827 w 18982931"/>
              <a:gd name="connsiteY1155-65652" fmla="*/ 1909838 h 4449429"/>
              <a:gd name="connsiteX1156-65653" fmla="*/ 12948827 w 18982931"/>
              <a:gd name="connsiteY1156-65654" fmla="*/ 1975695 h 4449429"/>
              <a:gd name="connsiteX1157-65655" fmla="*/ 12969405 w 18982931"/>
              <a:gd name="connsiteY1157-65656" fmla="*/ 1979812 h 4449429"/>
              <a:gd name="connsiteX1158-65657" fmla="*/ 12989987 w 18982931"/>
              <a:gd name="connsiteY1158-65658" fmla="*/ 1913955 h 4449429"/>
              <a:gd name="connsiteX1159-65659" fmla="*/ 12989987 w 18982931"/>
              <a:gd name="connsiteY1159-65660" fmla="*/ 1469425 h 4449429"/>
              <a:gd name="connsiteX1160-65661" fmla="*/ 13064076 w 18982931"/>
              <a:gd name="connsiteY1160-65662" fmla="*/ 1395336 h 4449429"/>
              <a:gd name="connsiteX1161-65663" fmla="*/ 13146396 w 18982931"/>
              <a:gd name="connsiteY1161-65664" fmla="*/ 1395336 h 4449429"/>
              <a:gd name="connsiteX1162-65665" fmla="*/ 13146396 w 18982931"/>
              <a:gd name="connsiteY1162-65666" fmla="*/ 1111328 h 4449429"/>
              <a:gd name="connsiteX1163-65667" fmla="*/ 13216366 w 18982931"/>
              <a:gd name="connsiteY1163-65668" fmla="*/ 1103096 h 4449429"/>
              <a:gd name="connsiteX1164-65669" fmla="*/ 13228716 w 18982931"/>
              <a:gd name="connsiteY1164-65670" fmla="*/ 1041358 h 4449429"/>
              <a:gd name="connsiteX1165-65671" fmla="*/ 13368662 w 18982931"/>
              <a:gd name="connsiteY1165-65672" fmla="*/ 1041358 h 4449429"/>
              <a:gd name="connsiteX1166-65673" fmla="*/ 13368662 w 18982931"/>
              <a:gd name="connsiteY1166-65674" fmla="*/ 687379 h 4449429"/>
              <a:gd name="connsiteX1167-65675" fmla="*/ 13483911 w 18982931"/>
              <a:gd name="connsiteY1167-65676" fmla="*/ 687379 h 4449429"/>
              <a:gd name="connsiteX1168-65677" fmla="*/ 13483911 w 18982931"/>
              <a:gd name="connsiteY1168-65678" fmla="*/ 617404 h 4449429"/>
              <a:gd name="connsiteX1169-65679" fmla="*/ 13483911 w 18982931"/>
              <a:gd name="connsiteY1169-65680" fmla="*/ 131714 h 4449429"/>
              <a:gd name="connsiteX1170-65681" fmla="*/ 13541534 w 18982931"/>
              <a:gd name="connsiteY1170-65682" fmla="*/ 74089 h 4449429"/>
              <a:gd name="connsiteX1171-65683" fmla="*/ 13685593 w 18982931"/>
              <a:gd name="connsiteY1171-65684" fmla="*/ 74089 h 4449429"/>
              <a:gd name="connsiteX1172-65685" fmla="*/ 13730872 w 18982931"/>
              <a:gd name="connsiteY1172-65686" fmla="*/ 49392 h 4449429"/>
              <a:gd name="connsiteX1173-65687" fmla="*/ 13739104 w 18982931"/>
              <a:gd name="connsiteY1173-65688" fmla="*/ 0 h 44494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387" y="connsiteY193-388"/>
              </a:cxn>
              <a:cxn ang="0">
                <a:pos x="connsiteX194-389" y="connsiteY194-390"/>
              </a:cxn>
              <a:cxn ang="0">
                <a:pos x="connsiteX195-391" y="connsiteY195-392"/>
              </a:cxn>
              <a:cxn ang="0">
                <a:pos x="connsiteX196-393" y="connsiteY196-394"/>
              </a:cxn>
              <a:cxn ang="0">
                <a:pos x="connsiteX197-395" y="connsiteY197-396"/>
              </a:cxn>
              <a:cxn ang="0">
                <a:pos x="connsiteX198-397" y="connsiteY198-398"/>
              </a:cxn>
              <a:cxn ang="0">
                <a:pos x="connsiteX199-399" y="connsiteY199-400"/>
              </a:cxn>
              <a:cxn ang="0">
                <a:pos x="connsiteX200-401" y="connsiteY200-402"/>
              </a:cxn>
              <a:cxn ang="0">
                <a:pos x="connsiteX201-403" y="connsiteY201-404"/>
              </a:cxn>
              <a:cxn ang="0">
                <a:pos x="connsiteX202-405" y="connsiteY202-406"/>
              </a:cxn>
              <a:cxn ang="0">
                <a:pos x="connsiteX203-407" y="connsiteY203-408"/>
              </a:cxn>
              <a:cxn ang="0">
                <a:pos x="connsiteX204-409" y="connsiteY204-410"/>
              </a:cxn>
              <a:cxn ang="0">
                <a:pos x="connsiteX205-411" y="connsiteY205-412"/>
              </a:cxn>
              <a:cxn ang="0">
                <a:pos x="connsiteX206-413" y="connsiteY206-414"/>
              </a:cxn>
              <a:cxn ang="0">
                <a:pos x="connsiteX207-415" y="connsiteY207-416"/>
              </a:cxn>
              <a:cxn ang="0">
                <a:pos x="connsiteX208-417" y="connsiteY208-418"/>
              </a:cxn>
              <a:cxn ang="0">
                <a:pos x="connsiteX209-419" y="connsiteY209-420"/>
              </a:cxn>
              <a:cxn ang="0">
                <a:pos x="connsiteX210-421" y="connsiteY210-422"/>
              </a:cxn>
              <a:cxn ang="0">
                <a:pos x="connsiteX211-423" y="connsiteY211-424"/>
              </a:cxn>
              <a:cxn ang="0">
                <a:pos x="connsiteX212-425" y="connsiteY212-426"/>
              </a:cxn>
              <a:cxn ang="0">
                <a:pos x="connsiteX213-427" y="connsiteY213-428"/>
              </a:cxn>
              <a:cxn ang="0">
                <a:pos x="connsiteX214-429" y="connsiteY214-430"/>
              </a:cxn>
              <a:cxn ang="0">
                <a:pos x="connsiteX215-431" y="connsiteY215-432"/>
              </a:cxn>
              <a:cxn ang="0">
                <a:pos x="connsiteX216-433" y="connsiteY216-434"/>
              </a:cxn>
              <a:cxn ang="0">
                <a:pos x="connsiteX217-435" y="connsiteY217-436"/>
              </a:cxn>
              <a:cxn ang="0">
                <a:pos x="connsiteX218-437" y="connsiteY218-438"/>
              </a:cxn>
              <a:cxn ang="0">
                <a:pos x="connsiteX219-439" y="connsiteY219-440"/>
              </a:cxn>
              <a:cxn ang="0">
                <a:pos x="connsiteX220-441" y="connsiteY220-442"/>
              </a:cxn>
              <a:cxn ang="0">
                <a:pos x="connsiteX221-443" y="connsiteY221-444"/>
              </a:cxn>
              <a:cxn ang="0">
                <a:pos x="connsiteX222-445" y="connsiteY222-446"/>
              </a:cxn>
              <a:cxn ang="0">
                <a:pos x="connsiteX223-447" y="connsiteY223-448"/>
              </a:cxn>
              <a:cxn ang="0">
                <a:pos x="connsiteX224-449" y="connsiteY224-450"/>
              </a:cxn>
              <a:cxn ang="0">
                <a:pos x="connsiteX225-451" y="connsiteY225-452"/>
              </a:cxn>
              <a:cxn ang="0">
                <a:pos x="connsiteX226-453" y="connsiteY226-454"/>
              </a:cxn>
              <a:cxn ang="0">
                <a:pos x="connsiteX227-455" y="connsiteY227-456"/>
              </a:cxn>
              <a:cxn ang="0">
                <a:pos x="connsiteX228-457" y="connsiteY228-458"/>
              </a:cxn>
              <a:cxn ang="0">
                <a:pos x="connsiteX229-459" y="connsiteY229-460"/>
              </a:cxn>
              <a:cxn ang="0">
                <a:pos x="connsiteX230-461" y="connsiteY230-462"/>
              </a:cxn>
              <a:cxn ang="0">
                <a:pos x="connsiteX231-463" y="connsiteY231-464"/>
              </a:cxn>
              <a:cxn ang="0">
                <a:pos x="connsiteX232-465" y="connsiteY232-466"/>
              </a:cxn>
              <a:cxn ang="0">
                <a:pos x="connsiteX233-467" y="connsiteY233-468"/>
              </a:cxn>
              <a:cxn ang="0">
                <a:pos x="connsiteX234-469" y="connsiteY234-470"/>
              </a:cxn>
              <a:cxn ang="0">
                <a:pos x="connsiteX235-471" y="connsiteY235-472"/>
              </a:cxn>
              <a:cxn ang="0">
                <a:pos x="connsiteX236-473" y="connsiteY236-474"/>
              </a:cxn>
              <a:cxn ang="0">
                <a:pos x="connsiteX237-475" y="connsiteY237-476"/>
              </a:cxn>
              <a:cxn ang="0">
                <a:pos x="connsiteX238-477" y="connsiteY238-478"/>
              </a:cxn>
              <a:cxn ang="0">
                <a:pos x="connsiteX239-479" y="connsiteY239-480"/>
              </a:cxn>
              <a:cxn ang="0">
                <a:pos x="connsiteX240-481" y="connsiteY240-482"/>
              </a:cxn>
              <a:cxn ang="0">
                <a:pos x="connsiteX241-483" y="connsiteY241-484"/>
              </a:cxn>
              <a:cxn ang="0">
                <a:pos x="connsiteX242-485" y="connsiteY242-486"/>
              </a:cxn>
              <a:cxn ang="0">
                <a:pos x="connsiteX243-487" y="connsiteY243-488"/>
              </a:cxn>
              <a:cxn ang="0">
                <a:pos x="connsiteX244-489" y="connsiteY244-490"/>
              </a:cxn>
              <a:cxn ang="0">
                <a:pos x="connsiteX245-491" y="connsiteY245-492"/>
              </a:cxn>
              <a:cxn ang="0">
                <a:pos x="connsiteX246-493" y="connsiteY246-494"/>
              </a:cxn>
              <a:cxn ang="0">
                <a:pos x="connsiteX247-495" y="connsiteY247-496"/>
              </a:cxn>
              <a:cxn ang="0">
                <a:pos x="connsiteX248-497" y="connsiteY248-498"/>
              </a:cxn>
              <a:cxn ang="0">
                <a:pos x="connsiteX249-499" y="connsiteY249-500"/>
              </a:cxn>
              <a:cxn ang="0">
                <a:pos x="connsiteX250-501" y="connsiteY250-502"/>
              </a:cxn>
              <a:cxn ang="0">
                <a:pos x="connsiteX251-503" y="connsiteY251-504"/>
              </a:cxn>
              <a:cxn ang="0">
                <a:pos x="connsiteX252-505" y="connsiteY252-506"/>
              </a:cxn>
              <a:cxn ang="0">
                <a:pos x="connsiteX253-507" y="connsiteY253-508"/>
              </a:cxn>
              <a:cxn ang="0">
                <a:pos x="connsiteX254-509" y="connsiteY254-510"/>
              </a:cxn>
              <a:cxn ang="0">
                <a:pos x="connsiteX255-511" y="connsiteY255-512"/>
              </a:cxn>
              <a:cxn ang="0">
                <a:pos x="connsiteX256-513" y="connsiteY256-514"/>
              </a:cxn>
              <a:cxn ang="0">
                <a:pos x="connsiteX257-515" y="connsiteY257-516"/>
              </a:cxn>
              <a:cxn ang="0">
                <a:pos x="connsiteX258-517" y="connsiteY258-518"/>
              </a:cxn>
              <a:cxn ang="0">
                <a:pos x="connsiteX259-519" y="connsiteY259-520"/>
              </a:cxn>
              <a:cxn ang="0">
                <a:pos x="connsiteX260-521" y="connsiteY260-522"/>
              </a:cxn>
              <a:cxn ang="0">
                <a:pos x="connsiteX261-523" y="connsiteY261-524"/>
              </a:cxn>
              <a:cxn ang="0">
                <a:pos x="connsiteX262-525" y="connsiteY262-526"/>
              </a:cxn>
              <a:cxn ang="0">
                <a:pos x="connsiteX263-527" y="connsiteY263-528"/>
              </a:cxn>
              <a:cxn ang="0">
                <a:pos x="connsiteX264-529" y="connsiteY264-530"/>
              </a:cxn>
              <a:cxn ang="0">
                <a:pos x="connsiteX265-531" y="connsiteY265-532"/>
              </a:cxn>
              <a:cxn ang="0">
                <a:pos x="connsiteX266-533" y="connsiteY266-534"/>
              </a:cxn>
              <a:cxn ang="0">
                <a:pos x="connsiteX267-535" y="connsiteY267-536"/>
              </a:cxn>
              <a:cxn ang="0">
                <a:pos x="connsiteX268-537" y="connsiteY268-538"/>
              </a:cxn>
              <a:cxn ang="0">
                <a:pos x="connsiteX269-539" y="connsiteY269-540"/>
              </a:cxn>
              <a:cxn ang="0">
                <a:pos x="connsiteX270-541" y="connsiteY270-542"/>
              </a:cxn>
              <a:cxn ang="0">
                <a:pos x="connsiteX271-543" y="connsiteY271-544"/>
              </a:cxn>
              <a:cxn ang="0">
                <a:pos x="connsiteX272-545" y="connsiteY272-546"/>
              </a:cxn>
              <a:cxn ang="0">
                <a:pos x="connsiteX273-547" y="connsiteY273-548"/>
              </a:cxn>
              <a:cxn ang="0">
                <a:pos x="connsiteX274-549" y="connsiteY274-550"/>
              </a:cxn>
              <a:cxn ang="0">
                <a:pos x="connsiteX275-551" y="connsiteY275-552"/>
              </a:cxn>
              <a:cxn ang="0">
                <a:pos x="connsiteX276-553" y="connsiteY276-554"/>
              </a:cxn>
              <a:cxn ang="0">
                <a:pos x="connsiteX277-555" y="connsiteY277-556"/>
              </a:cxn>
              <a:cxn ang="0">
                <a:pos x="connsiteX278-557" y="connsiteY278-558"/>
              </a:cxn>
              <a:cxn ang="0">
                <a:pos x="connsiteX279-559" y="connsiteY279-560"/>
              </a:cxn>
              <a:cxn ang="0">
                <a:pos x="connsiteX280-561" y="connsiteY280-562"/>
              </a:cxn>
              <a:cxn ang="0">
                <a:pos x="connsiteX281-563" y="connsiteY281-564"/>
              </a:cxn>
              <a:cxn ang="0">
                <a:pos x="connsiteX282-565" y="connsiteY282-566"/>
              </a:cxn>
              <a:cxn ang="0">
                <a:pos x="connsiteX283-567" y="connsiteY283-568"/>
              </a:cxn>
              <a:cxn ang="0">
                <a:pos x="connsiteX284-569" y="connsiteY284-570"/>
              </a:cxn>
              <a:cxn ang="0">
                <a:pos x="connsiteX285-571" y="connsiteY285-572"/>
              </a:cxn>
              <a:cxn ang="0">
                <a:pos x="connsiteX286-573" y="connsiteY286-574"/>
              </a:cxn>
              <a:cxn ang="0">
                <a:pos x="connsiteX287-575" y="connsiteY287-576"/>
              </a:cxn>
              <a:cxn ang="0">
                <a:pos x="connsiteX288-577" y="connsiteY288-578"/>
              </a:cxn>
              <a:cxn ang="0">
                <a:pos x="connsiteX289-579" y="connsiteY289-580"/>
              </a:cxn>
              <a:cxn ang="0">
                <a:pos x="connsiteX290-581" y="connsiteY290-582"/>
              </a:cxn>
              <a:cxn ang="0">
                <a:pos x="connsiteX291-583" y="connsiteY291-584"/>
              </a:cxn>
              <a:cxn ang="0">
                <a:pos x="connsiteX292-585" y="connsiteY292-586"/>
              </a:cxn>
              <a:cxn ang="0">
                <a:pos x="connsiteX293-587" y="connsiteY293-588"/>
              </a:cxn>
              <a:cxn ang="0">
                <a:pos x="connsiteX294-589" y="connsiteY294-590"/>
              </a:cxn>
              <a:cxn ang="0">
                <a:pos x="connsiteX295-591" y="connsiteY295-592"/>
              </a:cxn>
              <a:cxn ang="0">
                <a:pos x="connsiteX296-593" y="connsiteY296-594"/>
              </a:cxn>
              <a:cxn ang="0">
                <a:pos x="connsiteX297-595" y="connsiteY297-596"/>
              </a:cxn>
              <a:cxn ang="0">
                <a:pos x="connsiteX298-597" y="connsiteY298-598"/>
              </a:cxn>
              <a:cxn ang="0">
                <a:pos x="connsiteX299-599" y="connsiteY299-600"/>
              </a:cxn>
              <a:cxn ang="0">
                <a:pos x="connsiteX300-601" y="connsiteY300-602"/>
              </a:cxn>
              <a:cxn ang="0">
                <a:pos x="connsiteX301-603" y="connsiteY301-604"/>
              </a:cxn>
              <a:cxn ang="0">
                <a:pos x="connsiteX302-605" y="connsiteY302-606"/>
              </a:cxn>
              <a:cxn ang="0">
                <a:pos x="connsiteX303-607" y="connsiteY303-608"/>
              </a:cxn>
              <a:cxn ang="0">
                <a:pos x="connsiteX304-609" y="connsiteY304-610"/>
              </a:cxn>
              <a:cxn ang="0">
                <a:pos x="connsiteX305-611" y="connsiteY305-612"/>
              </a:cxn>
              <a:cxn ang="0">
                <a:pos x="connsiteX306-613" y="connsiteY306-614"/>
              </a:cxn>
              <a:cxn ang="0">
                <a:pos x="connsiteX307-615" y="connsiteY307-616"/>
              </a:cxn>
              <a:cxn ang="0">
                <a:pos x="connsiteX308-617" y="connsiteY308-618"/>
              </a:cxn>
              <a:cxn ang="0">
                <a:pos x="connsiteX309-619" y="connsiteY309-620"/>
              </a:cxn>
              <a:cxn ang="0">
                <a:pos x="connsiteX310-621" y="connsiteY310-622"/>
              </a:cxn>
              <a:cxn ang="0">
                <a:pos x="connsiteX311-623" y="connsiteY311-624"/>
              </a:cxn>
              <a:cxn ang="0">
                <a:pos x="connsiteX312-625" y="connsiteY312-626"/>
              </a:cxn>
              <a:cxn ang="0">
                <a:pos x="connsiteX313-627" y="connsiteY313-628"/>
              </a:cxn>
              <a:cxn ang="0">
                <a:pos x="connsiteX314-629" y="connsiteY314-630"/>
              </a:cxn>
              <a:cxn ang="0">
                <a:pos x="connsiteX315-631" y="connsiteY315-632"/>
              </a:cxn>
              <a:cxn ang="0">
                <a:pos x="connsiteX316-633" y="connsiteY316-634"/>
              </a:cxn>
              <a:cxn ang="0">
                <a:pos x="connsiteX317-635" y="connsiteY317-636"/>
              </a:cxn>
              <a:cxn ang="0">
                <a:pos x="connsiteX318-637" y="connsiteY318-638"/>
              </a:cxn>
              <a:cxn ang="0">
                <a:pos x="connsiteX319-639" y="connsiteY319-640"/>
              </a:cxn>
              <a:cxn ang="0">
                <a:pos x="connsiteX320-641" y="connsiteY320-642"/>
              </a:cxn>
              <a:cxn ang="0">
                <a:pos x="connsiteX321-643" y="connsiteY321-644"/>
              </a:cxn>
              <a:cxn ang="0">
                <a:pos x="connsiteX322-645" y="connsiteY322-646"/>
              </a:cxn>
              <a:cxn ang="0">
                <a:pos x="connsiteX323-647" y="connsiteY323-648"/>
              </a:cxn>
              <a:cxn ang="0">
                <a:pos x="connsiteX324-649" y="connsiteY324-650"/>
              </a:cxn>
              <a:cxn ang="0">
                <a:pos x="connsiteX325-651" y="connsiteY325-652"/>
              </a:cxn>
              <a:cxn ang="0">
                <a:pos x="connsiteX326-653" y="connsiteY326-654"/>
              </a:cxn>
              <a:cxn ang="0">
                <a:pos x="connsiteX327-655" y="connsiteY327-656"/>
              </a:cxn>
              <a:cxn ang="0">
                <a:pos x="connsiteX328-657" y="connsiteY328-658"/>
              </a:cxn>
              <a:cxn ang="0">
                <a:pos x="connsiteX329-659" y="connsiteY329-660"/>
              </a:cxn>
              <a:cxn ang="0">
                <a:pos x="connsiteX330-661" y="connsiteY330-662"/>
              </a:cxn>
              <a:cxn ang="0">
                <a:pos x="connsiteX331-663" y="connsiteY331-664"/>
              </a:cxn>
              <a:cxn ang="0">
                <a:pos x="connsiteX332-665" y="connsiteY332-666"/>
              </a:cxn>
              <a:cxn ang="0">
                <a:pos x="connsiteX333-667" y="connsiteY333-668"/>
              </a:cxn>
              <a:cxn ang="0">
                <a:pos x="connsiteX334-669" y="connsiteY334-670"/>
              </a:cxn>
              <a:cxn ang="0">
                <a:pos x="connsiteX335-671" y="connsiteY335-672"/>
              </a:cxn>
              <a:cxn ang="0">
                <a:pos x="connsiteX336-673" y="connsiteY336-674"/>
              </a:cxn>
              <a:cxn ang="0">
                <a:pos x="connsiteX337-675" y="connsiteY337-676"/>
              </a:cxn>
              <a:cxn ang="0">
                <a:pos x="connsiteX338-677" y="connsiteY338-678"/>
              </a:cxn>
              <a:cxn ang="0">
                <a:pos x="connsiteX339-679" y="connsiteY339-680"/>
              </a:cxn>
              <a:cxn ang="0">
                <a:pos x="connsiteX340-681" y="connsiteY340-682"/>
              </a:cxn>
              <a:cxn ang="0">
                <a:pos x="connsiteX341-683" y="connsiteY341-684"/>
              </a:cxn>
              <a:cxn ang="0">
                <a:pos x="connsiteX342-685" y="connsiteY342-686"/>
              </a:cxn>
              <a:cxn ang="0">
                <a:pos x="connsiteX343-687" y="connsiteY343-688"/>
              </a:cxn>
              <a:cxn ang="0">
                <a:pos x="connsiteX344-689" y="connsiteY344-690"/>
              </a:cxn>
              <a:cxn ang="0">
                <a:pos x="connsiteX345-691" y="connsiteY345-692"/>
              </a:cxn>
              <a:cxn ang="0">
                <a:pos x="connsiteX346-693" y="connsiteY346-694"/>
              </a:cxn>
              <a:cxn ang="0">
                <a:pos x="connsiteX347-695" y="connsiteY347-696"/>
              </a:cxn>
              <a:cxn ang="0">
                <a:pos x="connsiteX348-697" y="connsiteY348-698"/>
              </a:cxn>
              <a:cxn ang="0">
                <a:pos x="connsiteX349-699" y="connsiteY349-700"/>
              </a:cxn>
              <a:cxn ang="0">
                <a:pos x="connsiteX350-701" y="connsiteY350-702"/>
              </a:cxn>
              <a:cxn ang="0">
                <a:pos x="connsiteX351-703" y="connsiteY351-704"/>
              </a:cxn>
              <a:cxn ang="0">
                <a:pos x="connsiteX352-705" y="connsiteY352-706"/>
              </a:cxn>
              <a:cxn ang="0">
                <a:pos x="connsiteX353-707" y="connsiteY353-708"/>
              </a:cxn>
              <a:cxn ang="0">
                <a:pos x="connsiteX354-709" y="connsiteY354-710"/>
              </a:cxn>
              <a:cxn ang="0">
                <a:pos x="connsiteX355-711" y="connsiteY355-712"/>
              </a:cxn>
              <a:cxn ang="0">
                <a:pos x="connsiteX356-713" y="connsiteY356-714"/>
              </a:cxn>
              <a:cxn ang="0">
                <a:pos x="connsiteX357-715" y="connsiteY357-716"/>
              </a:cxn>
              <a:cxn ang="0">
                <a:pos x="connsiteX358-717" y="connsiteY358-718"/>
              </a:cxn>
              <a:cxn ang="0">
                <a:pos x="connsiteX359-719" y="connsiteY359-720"/>
              </a:cxn>
              <a:cxn ang="0">
                <a:pos x="connsiteX360-721" y="connsiteY360-722"/>
              </a:cxn>
              <a:cxn ang="0">
                <a:pos x="connsiteX361-723" y="connsiteY361-724"/>
              </a:cxn>
              <a:cxn ang="0">
                <a:pos x="connsiteX362-725" y="connsiteY362-726"/>
              </a:cxn>
              <a:cxn ang="0">
                <a:pos x="connsiteX363-727" y="connsiteY363-728"/>
              </a:cxn>
              <a:cxn ang="0">
                <a:pos x="connsiteX364-729" y="connsiteY364-730"/>
              </a:cxn>
              <a:cxn ang="0">
                <a:pos x="connsiteX365-731" y="connsiteY365-732"/>
              </a:cxn>
              <a:cxn ang="0">
                <a:pos x="connsiteX366-733" y="connsiteY366-734"/>
              </a:cxn>
              <a:cxn ang="0">
                <a:pos x="connsiteX367-735" y="connsiteY367-736"/>
              </a:cxn>
              <a:cxn ang="0">
                <a:pos x="connsiteX368-737" y="connsiteY368-738"/>
              </a:cxn>
              <a:cxn ang="0">
                <a:pos x="connsiteX369-739" y="connsiteY369-740"/>
              </a:cxn>
              <a:cxn ang="0">
                <a:pos x="connsiteX370-741" y="connsiteY370-742"/>
              </a:cxn>
              <a:cxn ang="0">
                <a:pos x="connsiteX371-743" y="connsiteY371-744"/>
              </a:cxn>
              <a:cxn ang="0">
                <a:pos x="connsiteX372-745" y="connsiteY372-746"/>
              </a:cxn>
              <a:cxn ang="0">
                <a:pos x="connsiteX373-747" y="connsiteY373-748"/>
              </a:cxn>
              <a:cxn ang="0">
                <a:pos x="connsiteX374-749" y="connsiteY374-750"/>
              </a:cxn>
              <a:cxn ang="0">
                <a:pos x="connsiteX375-751" y="connsiteY375-752"/>
              </a:cxn>
              <a:cxn ang="0">
                <a:pos x="connsiteX376-753" y="connsiteY376-754"/>
              </a:cxn>
              <a:cxn ang="0">
                <a:pos x="connsiteX377-755" y="connsiteY377-756"/>
              </a:cxn>
              <a:cxn ang="0">
                <a:pos x="connsiteX378-757" y="connsiteY378-758"/>
              </a:cxn>
              <a:cxn ang="0">
                <a:pos x="connsiteX379-759" y="connsiteY379-760"/>
              </a:cxn>
              <a:cxn ang="0">
                <a:pos x="connsiteX380-761" y="connsiteY380-762"/>
              </a:cxn>
              <a:cxn ang="0">
                <a:pos x="connsiteX381-763" y="connsiteY381-764"/>
              </a:cxn>
              <a:cxn ang="0">
                <a:pos x="connsiteX382-765" y="connsiteY382-766"/>
              </a:cxn>
              <a:cxn ang="0">
                <a:pos x="connsiteX383-767" y="connsiteY383-768"/>
              </a:cxn>
              <a:cxn ang="0">
                <a:pos x="connsiteX384-769" y="connsiteY384-770"/>
              </a:cxn>
              <a:cxn ang="0">
                <a:pos x="connsiteX385-771" y="connsiteY385-772"/>
              </a:cxn>
              <a:cxn ang="0">
                <a:pos x="connsiteX386-773" y="connsiteY386-774"/>
              </a:cxn>
              <a:cxn ang="0">
                <a:pos x="connsiteX387-775" y="connsiteY387-776"/>
              </a:cxn>
              <a:cxn ang="0">
                <a:pos x="connsiteX388-777" y="connsiteY388-778"/>
              </a:cxn>
              <a:cxn ang="0">
                <a:pos x="connsiteX389-779" y="connsiteY389-780"/>
              </a:cxn>
              <a:cxn ang="0">
                <a:pos x="connsiteX390-781" y="connsiteY390-782"/>
              </a:cxn>
              <a:cxn ang="0">
                <a:pos x="connsiteX391-783" y="connsiteY391-784"/>
              </a:cxn>
              <a:cxn ang="0">
                <a:pos x="connsiteX392-785" y="connsiteY392-786"/>
              </a:cxn>
              <a:cxn ang="0">
                <a:pos x="connsiteX393-787" y="connsiteY393-788"/>
              </a:cxn>
              <a:cxn ang="0">
                <a:pos x="connsiteX394-789" y="connsiteY394-790"/>
              </a:cxn>
              <a:cxn ang="0">
                <a:pos x="connsiteX395-791" y="connsiteY395-792"/>
              </a:cxn>
              <a:cxn ang="0">
                <a:pos x="connsiteX396-793" y="connsiteY396-794"/>
              </a:cxn>
              <a:cxn ang="0">
                <a:pos x="connsiteX397-795" y="connsiteY397-796"/>
              </a:cxn>
              <a:cxn ang="0">
                <a:pos x="connsiteX398-797" y="connsiteY398-798"/>
              </a:cxn>
              <a:cxn ang="0">
                <a:pos x="connsiteX399-799" y="connsiteY399-800"/>
              </a:cxn>
              <a:cxn ang="0">
                <a:pos x="connsiteX400-801" y="connsiteY400-802"/>
              </a:cxn>
              <a:cxn ang="0">
                <a:pos x="connsiteX401-803" y="connsiteY401-804"/>
              </a:cxn>
              <a:cxn ang="0">
                <a:pos x="connsiteX402-805" y="connsiteY402-806"/>
              </a:cxn>
              <a:cxn ang="0">
                <a:pos x="connsiteX403-807" y="connsiteY403-808"/>
              </a:cxn>
              <a:cxn ang="0">
                <a:pos x="connsiteX404-809" y="connsiteY404-810"/>
              </a:cxn>
              <a:cxn ang="0">
                <a:pos x="connsiteX405-811" y="connsiteY405-812"/>
              </a:cxn>
              <a:cxn ang="0">
                <a:pos x="connsiteX406-813" y="connsiteY406-814"/>
              </a:cxn>
              <a:cxn ang="0">
                <a:pos x="connsiteX407-815" y="connsiteY407-816"/>
              </a:cxn>
              <a:cxn ang="0">
                <a:pos x="connsiteX408-817" y="connsiteY408-818"/>
              </a:cxn>
              <a:cxn ang="0">
                <a:pos x="connsiteX409-819" y="connsiteY409-820"/>
              </a:cxn>
              <a:cxn ang="0">
                <a:pos x="connsiteX410-821" y="connsiteY410-822"/>
              </a:cxn>
              <a:cxn ang="0">
                <a:pos x="connsiteX411-823" y="connsiteY411-824"/>
              </a:cxn>
              <a:cxn ang="0">
                <a:pos x="connsiteX412-825" y="connsiteY412-826"/>
              </a:cxn>
              <a:cxn ang="0">
                <a:pos x="connsiteX413-827" y="connsiteY413-828"/>
              </a:cxn>
              <a:cxn ang="0">
                <a:pos x="connsiteX414-829" y="connsiteY414-830"/>
              </a:cxn>
              <a:cxn ang="0">
                <a:pos x="connsiteX415-831" y="connsiteY415-832"/>
              </a:cxn>
              <a:cxn ang="0">
                <a:pos x="connsiteX416-833" y="connsiteY416-834"/>
              </a:cxn>
              <a:cxn ang="0">
                <a:pos x="connsiteX417-835" y="connsiteY417-836"/>
              </a:cxn>
              <a:cxn ang="0">
                <a:pos x="connsiteX418-837" y="connsiteY418-838"/>
              </a:cxn>
              <a:cxn ang="0">
                <a:pos x="connsiteX419-839" y="connsiteY419-840"/>
              </a:cxn>
              <a:cxn ang="0">
                <a:pos x="connsiteX420-841" y="connsiteY420-842"/>
              </a:cxn>
              <a:cxn ang="0">
                <a:pos x="connsiteX421-843" y="connsiteY421-844"/>
              </a:cxn>
              <a:cxn ang="0">
                <a:pos x="connsiteX422-845" y="connsiteY422-846"/>
              </a:cxn>
              <a:cxn ang="0">
                <a:pos x="connsiteX423-847" y="connsiteY423-848"/>
              </a:cxn>
              <a:cxn ang="0">
                <a:pos x="connsiteX424-849" y="connsiteY424-850"/>
              </a:cxn>
              <a:cxn ang="0">
                <a:pos x="connsiteX425-851" y="connsiteY425-852"/>
              </a:cxn>
              <a:cxn ang="0">
                <a:pos x="connsiteX426-853" y="connsiteY426-854"/>
              </a:cxn>
              <a:cxn ang="0">
                <a:pos x="connsiteX427-855" y="connsiteY427-856"/>
              </a:cxn>
              <a:cxn ang="0">
                <a:pos x="connsiteX428-857" y="connsiteY428-858"/>
              </a:cxn>
              <a:cxn ang="0">
                <a:pos x="connsiteX429-859" y="connsiteY429-860"/>
              </a:cxn>
              <a:cxn ang="0">
                <a:pos x="connsiteX430-861" y="connsiteY430-862"/>
              </a:cxn>
              <a:cxn ang="0">
                <a:pos x="connsiteX431-863" y="connsiteY431-864"/>
              </a:cxn>
              <a:cxn ang="0">
                <a:pos x="connsiteX432-865" y="connsiteY432-866"/>
              </a:cxn>
              <a:cxn ang="0">
                <a:pos x="connsiteX433-867" y="connsiteY433-868"/>
              </a:cxn>
              <a:cxn ang="0">
                <a:pos x="connsiteX434-869" y="connsiteY434-870"/>
              </a:cxn>
              <a:cxn ang="0">
                <a:pos x="connsiteX435-871" y="connsiteY435-872"/>
              </a:cxn>
              <a:cxn ang="0">
                <a:pos x="connsiteX436-873" y="connsiteY436-874"/>
              </a:cxn>
              <a:cxn ang="0">
                <a:pos x="connsiteX437-875" y="connsiteY437-876"/>
              </a:cxn>
              <a:cxn ang="0">
                <a:pos x="connsiteX438-877" y="connsiteY438-878"/>
              </a:cxn>
              <a:cxn ang="0">
                <a:pos x="connsiteX439-879" y="connsiteY439-880"/>
              </a:cxn>
              <a:cxn ang="0">
                <a:pos x="connsiteX440-881" y="connsiteY440-882"/>
              </a:cxn>
              <a:cxn ang="0">
                <a:pos x="connsiteX441-883" y="connsiteY441-884"/>
              </a:cxn>
              <a:cxn ang="0">
                <a:pos x="connsiteX442-885" y="connsiteY442-886"/>
              </a:cxn>
              <a:cxn ang="0">
                <a:pos x="connsiteX443-887" y="connsiteY443-888"/>
              </a:cxn>
              <a:cxn ang="0">
                <a:pos x="connsiteX444-889" y="connsiteY444-890"/>
              </a:cxn>
              <a:cxn ang="0">
                <a:pos x="connsiteX445-891" y="connsiteY445-892"/>
              </a:cxn>
              <a:cxn ang="0">
                <a:pos x="connsiteX446-893" y="connsiteY446-894"/>
              </a:cxn>
              <a:cxn ang="0">
                <a:pos x="connsiteX447-895" y="connsiteY447-896"/>
              </a:cxn>
              <a:cxn ang="0">
                <a:pos x="connsiteX448-897" y="connsiteY448-898"/>
              </a:cxn>
              <a:cxn ang="0">
                <a:pos x="connsiteX449-899" y="connsiteY449-900"/>
              </a:cxn>
              <a:cxn ang="0">
                <a:pos x="connsiteX450-901" y="connsiteY450-902"/>
              </a:cxn>
              <a:cxn ang="0">
                <a:pos x="connsiteX451-903" y="connsiteY451-904"/>
              </a:cxn>
              <a:cxn ang="0">
                <a:pos x="connsiteX452-905" y="connsiteY452-906"/>
              </a:cxn>
              <a:cxn ang="0">
                <a:pos x="connsiteX453-907" y="connsiteY453-908"/>
              </a:cxn>
              <a:cxn ang="0">
                <a:pos x="connsiteX454-909" y="connsiteY454-910"/>
              </a:cxn>
              <a:cxn ang="0">
                <a:pos x="connsiteX455-911" y="connsiteY455-912"/>
              </a:cxn>
              <a:cxn ang="0">
                <a:pos x="connsiteX456-913" y="connsiteY456-914"/>
              </a:cxn>
              <a:cxn ang="0">
                <a:pos x="connsiteX457-915" y="connsiteY457-916"/>
              </a:cxn>
              <a:cxn ang="0">
                <a:pos x="connsiteX458-917" y="connsiteY458-918"/>
              </a:cxn>
              <a:cxn ang="0">
                <a:pos x="connsiteX459-919" y="connsiteY459-920"/>
              </a:cxn>
              <a:cxn ang="0">
                <a:pos x="connsiteX460-921" y="connsiteY460-922"/>
              </a:cxn>
              <a:cxn ang="0">
                <a:pos x="connsiteX461-923" y="connsiteY461-924"/>
              </a:cxn>
              <a:cxn ang="0">
                <a:pos x="connsiteX462-925" y="connsiteY462-926"/>
              </a:cxn>
              <a:cxn ang="0">
                <a:pos x="connsiteX463-927" y="connsiteY463-928"/>
              </a:cxn>
              <a:cxn ang="0">
                <a:pos x="connsiteX464-929" y="connsiteY464-930"/>
              </a:cxn>
              <a:cxn ang="0">
                <a:pos x="connsiteX465-931" y="connsiteY465-932"/>
              </a:cxn>
              <a:cxn ang="0">
                <a:pos x="connsiteX466-933" y="connsiteY466-934"/>
              </a:cxn>
              <a:cxn ang="0">
                <a:pos x="connsiteX467-935" y="connsiteY467-936"/>
              </a:cxn>
              <a:cxn ang="0">
                <a:pos x="connsiteX468-937" y="connsiteY468-938"/>
              </a:cxn>
              <a:cxn ang="0">
                <a:pos x="connsiteX469-939" y="connsiteY469-940"/>
              </a:cxn>
              <a:cxn ang="0">
                <a:pos x="connsiteX470-941" y="connsiteY470-942"/>
              </a:cxn>
              <a:cxn ang="0">
                <a:pos x="connsiteX471-943" y="connsiteY471-944"/>
              </a:cxn>
              <a:cxn ang="0">
                <a:pos x="connsiteX472-945" y="connsiteY472-946"/>
              </a:cxn>
              <a:cxn ang="0">
                <a:pos x="connsiteX473-947" y="connsiteY473-948"/>
              </a:cxn>
              <a:cxn ang="0">
                <a:pos x="connsiteX474-949" y="connsiteY474-950"/>
              </a:cxn>
              <a:cxn ang="0">
                <a:pos x="connsiteX475-951" y="connsiteY475-952"/>
              </a:cxn>
              <a:cxn ang="0">
                <a:pos x="connsiteX476-953" y="connsiteY476-954"/>
              </a:cxn>
              <a:cxn ang="0">
                <a:pos x="connsiteX477-955" y="connsiteY477-956"/>
              </a:cxn>
              <a:cxn ang="0">
                <a:pos x="connsiteX478-957" y="connsiteY478-958"/>
              </a:cxn>
              <a:cxn ang="0">
                <a:pos x="connsiteX479-959" y="connsiteY479-960"/>
              </a:cxn>
              <a:cxn ang="0">
                <a:pos x="connsiteX480-961" y="connsiteY480-962"/>
              </a:cxn>
              <a:cxn ang="0">
                <a:pos x="connsiteX481-963" y="connsiteY481-964"/>
              </a:cxn>
              <a:cxn ang="0">
                <a:pos x="connsiteX482-965" y="connsiteY482-966"/>
              </a:cxn>
              <a:cxn ang="0">
                <a:pos x="connsiteX483-967" y="connsiteY483-968"/>
              </a:cxn>
              <a:cxn ang="0">
                <a:pos x="connsiteX484-969" y="connsiteY484-970"/>
              </a:cxn>
              <a:cxn ang="0">
                <a:pos x="connsiteX485-971" y="connsiteY485-972"/>
              </a:cxn>
              <a:cxn ang="0">
                <a:pos x="connsiteX486-973" y="connsiteY486-974"/>
              </a:cxn>
              <a:cxn ang="0">
                <a:pos x="connsiteX487-975" y="connsiteY487-976"/>
              </a:cxn>
              <a:cxn ang="0">
                <a:pos x="connsiteX488-977" y="connsiteY488-978"/>
              </a:cxn>
              <a:cxn ang="0">
                <a:pos x="connsiteX489-979" y="connsiteY489-980"/>
              </a:cxn>
              <a:cxn ang="0">
                <a:pos x="connsiteX490-981" y="connsiteY490-982"/>
              </a:cxn>
              <a:cxn ang="0">
                <a:pos x="connsiteX491-983" y="connsiteY491-984"/>
              </a:cxn>
              <a:cxn ang="0">
                <a:pos x="connsiteX492-985" y="connsiteY492-986"/>
              </a:cxn>
              <a:cxn ang="0">
                <a:pos x="connsiteX493-987" y="connsiteY493-988"/>
              </a:cxn>
              <a:cxn ang="0">
                <a:pos x="connsiteX494-989" y="connsiteY494-990"/>
              </a:cxn>
              <a:cxn ang="0">
                <a:pos x="connsiteX495-991" y="connsiteY495-992"/>
              </a:cxn>
              <a:cxn ang="0">
                <a:pos x="connsiteX496-993" y="connsiteY496-994"/>
              </a:cxn>
              <a:cxn ang="0">
                <a:pos x="connsiteX497-995" y="connsiteY497-996"/>
              </a:cxn>
              <a:cxn ang="0">
                <a:pos x="connsiteX498-997" y="connsiteY498-998"/>
              </a:cxn>
              <a:cxn ang="0">
                <a:pos x="connsiteX499-999" y="connsiteY499-1000"/>
              </a:cxn>
              <a:cxn ang="0">
                <a:pos x="connsiteX500-1001" y="connsiteY500-1002"/>
              </a:cxn>
              <a:cxn ang="0">
                <a:pos x="connsiteX501-1003" y="connsiteY501-1004"/>
              </a:cxn>
              <a:cxn ang="0">
                <a:pos x="connsiteX502-1005" y="connsiteY502-1006"/>
              </a:cxn>
              <a:cxn ang="0">
                <a:pos x="connsiteX503-1007" y="connsiteY503-1008"/>
              </a:cxn>
              <a:cxn ang="0">
                <a:pos x="connsiteX504-1009" y="connsiteY504-1010"/>
              </a:cxn>
              <a:cxn ang="0">
                <a:pos x="connsiteX505-1011" y="connsiteY505-1012"/>
              </a:cxn>
              <a:cxn ang="0">
                <a:pos x="connsiteX506-1013" y="connsiteY506-1014"/>
              </a:cxn>
              <a:cxn ang="0">
                <a:pos x="connsiteX507-1015" y="connsiteY507-1016"/>
              </a:cxn>
              <a:cxn ang="0">
                <a:pos x="connsiteX508-1017" y="connsiteY508-1018"/>
              </a:cxn>
              <a:cxn ang="0">
                <a:pos x="connsiteX509-1019" y="connsiteY509-1020"/>
              </a:cxn>
              <a:cxn ang="0">
                <a:pos x="connsiteX510-1021" y="connsiteY510-1022"/>
              </a:cxn>
              <a:cxn ang="0">
                <a:pos x="connsiteX511-1023" y="connsiteY511-1024"/>
              </a:cxn>
              <a:cxn ang="0">
                <a:pos x="connsiteX512-1025" y="connsiteY512-1026"/>
              </a:cxn>
              <a:cxn ang="0">
                <a:pos x="connsiteX513-1027" y="connsiteY513-1028"/>
              </a:cxn>
              <a:cxn ang="0">
                <a:pos x="connsiteX514-1029" y="connsiteY514-1030"/>
              </a:cxn>
              <a:cxn ang="0">
                <a:pos x="connsiteX515-1031" y="connsiteY515-1032"/>
              </a:cxn>
              <a:cxn ang="0">
                <a:pos x="connsiteX516-1033" y="connsiteY516-1034"/>
              </a:cxn>
              <a:cxn ang="0">
                <a:pos x="connsiteX517-1035" y="connsiteY517-1036"/>
              </a:cxn>
              <a:cxn ang="0">
                <a:pos x="connsiteX518-1037" y="connsiteY518-1038"/>
              </a:cxn>
              <a:cxn ang="0">
                <a:pos x="connsiteX519-1039" y="connsiteY519-1040"/>
              </a:cxn>
              <a:cxn ang="0">
                <a:pos x="connsiteX520-1041" y="connsiteY520-1042"/>
              </a:cxn>
              <a:cxn ang="0">
                <a:pos x="connsiteX521-1043" y="connsiteY521-1044"/>
              </a:cxn>
              <a:cxn ang="0">
                <a:pos x="connsiteX522-1045" y="connsiteY522-1046"/>
              </a:cxn>
              <a:cxn ang="0">
                <a:pos x="connsiteX523-1047" y="connsiteY523-1048"/>
              </a:cxn>
              <a:cxn ang="0">
                <a:pos x="connsiteX524-1049" y="connsiteY524-1050"/>
              </a:cxn>
              <a:cxn ang="0">
                <a:pos x="connsiteX525-1051" y="connsiteY525-1052"/>
              </a:cxn>
              <a:cxn ang="0">
                <a:pos x="connsiteX526-1053" y="connsiteY526-1054"/>
              </a:cxn>
              <a:cxn ang="0">
                <a:pos x="connsiteX527-1055" y="connsiteY527-1056"/>
              </a:cxn>
              <a:cxn ang="0">
                <a:pos x="connsiteX528-1057" y="connsiteY528-1058"/>
              </a:cxn>
              <a:cxn ang="0">
                <a:pos x="connsiteX529-1059" y="connsiteY529-1060"/>
              </a:cxn>
              <a:cxn ang="0">
                <a:pos x="connsiteX530-1061" y="connsiteY530-1062"/>
              </a:cxn>
              <a:cxn ang="0">
                <a:pos x="connsiteX531-1063" y="connsiteY531-1064"/>
              </a:cxn>
              <a:cxn ang="0">
                <a:pos x="connsiteX532-1065" y="connsiteY532-1066"/>
              </a:cxn>
              <a:cxn ang="0">
                <a:pos x="connsiteX533-1067" y="connsiteY533-1068"/>
              </a:cxn>
              <a:cxn ang="0">
                <a:pos x="connsiteX534-1069" y="connsiteY534-1070"/>
              </a:cxn>
              <a:cxn ang="0">
                <a:pos x="connsiteX535-1071" y="connsiteY535-1072"/>
              </a:cxn>
              <a:cxn ang="0">
                <a:pos x="connsiteX536-1073" y="connsiteY536-1074"/>
              </a:cxn>
              <a:cxn ang="0">
                <a:pos x="connsiteX537-1075" y="connsiteY537-1076"/>
              </a:cxn>
              <a:cxn ang="0">
                <a:pos x="connsiteX538-1077" y="connsiteY538-1078"/>
              </a:cxn>
              <a:cxn ang="0">
                <a:pos x="connsiteX539-1079" y="connsiteY539-1080"/>
              </a:cxn>
              <a:cxn ang="0">
                <a:pos x="connsiteX540-1081" y="connsiteY540-1082"/>
              </a:cxn>
              <a:cxn ang="0">
                <a:pos x="connsiteX541-1083" y="connsiteY541-1084"/>
              </a:cxn>
              <a:cxn ang="0">
                <a:pos x="connsiteX542-1085" y="connsiteY542-1086"/>
              </a:cxn>
              <a:cxn ang="0">
                <a:pos x="connsiteX543-1087" y="connsiteY543-1088"/>
              </a:cxn>
              <a:cxn ang="0">
                <a:pos x="connsiteX544-1089" y="connsiteY544-1090"/>
              </a:cxn>
              <a:cxn ang="0">
                <a:pos x="connsiteX545-1091" y="connsiteY545-1092"/>
              </a:cxn>
              <a:cxn ang="0">
                <a:pos x="connsiteX546-1093" y="connsiteY546-1094"/>
              </a:cxn>
              <a:cxn ang="0">
                <a:pos x="connsiteX547-1095" y="connsiteY547-1096"/>
              </a:cxn>
              <a:cxn ang="0">
                <a:pos x="connsiteX548-1097" y="connsiteY548-1098"/>
              </a:cxn>
              <a:cxn ang="0">
                <a:pos x="connsiteX549-1099" y="connsiteY549-1100"/>
              </a:cxn>
              <a:cxn ang="0">
                <a:pos x="connsiteX550-1101" y="connsiteY550-1102"/>
              </a:cxn>
              <a:cxn ang="0">
                <a:pos x="connsiteX551-1103" y="connsiteY551-1104"/>
              </a:cxn>
              <a:cxn ang="0">
                <a:pos x="connsiteX552-1105" y="connsiteY552-1106"/>
              </a:cxn>
              <a:cxn ang="0">
                <a:pos x="connsiteX553-1107" y="connsiteY553-1108"/>
              </a:cxn>
              <a:cxn ang="0">
                <a:pos x="connsiteX554-1109" y="connsiteY554-1110"/>
              </a:cxn>
              <a:cxn ang="0">
                <a:pos x="connsiteX555-1111" y="connsiteY555-1112"/>
              </a:cxn>
              <a:cxn ang="0">
                <a:pos x="connsiteX556-1113" y="connsiteY556-1114"/>
              </a:cxn>
              <a:cxn ang="0">
                <a:pos x="connsiteX557-1115" y="connsiteY557-1116"/>
              </a:cxn>
              <a:cxn ang="0">
                <a:pos x="connsiteX558-1117" y="connsiteY558-1118"/>
              </a:cxn>
              <a:cxn ang="0">
                <a:pos x="connsiteX559-1119" y="connsiteY559-1120"/>
              </a:cxn>
              <a:cxn ang="0">
                <a:pos x="connsiteX560-1121" y="connsiteY560-1122"/>
              </a:cxn>
              <a:cxn ang="0">
                <a:pos x="connsiteX561-1123" y="connsiteY561-1124"/>
              </a:cxn>
              <a:cxn ang="0">
                <a:pos x="connsiteX562-1125" y="connsiteY562-1126"/>
              </a:cxn>
              <a:cxn ang="0">
                <a:pos x="connsiteX563-1127" y="connsiteY563-1128"/>
              </a:cxn>
              <a:cxn ang="0">
                <a:pos x="connsiteX564-1129" y="connsiteY564-1130"/>
              </a:cxn>
              <a:cxn ang="0">
                <a:pos x="connsiteX565-1131" y="connsiteY565-1132"/>
              </a:cxn>
              <a:cxn ang="0">
                <a:pos x="connsiteX566-1133" y="connsiteY566-1134"/>
              </a:cxn>
              <a:cxn ang="0">
                <a:pos x="connsiteX567-1135" y="connsiteY567-1136"/>
              </a:cxn>
              <a:cxn ang="0">
                <a:pos x="connsiteX568-1137" y="connsiteY568-1138"/>
              </a:cxn>
              <a:cxn ang="0">
                <a:pos x="connsiteX569-1139" y="connsiteY569-1140"/>
              </a:cxn>
              <a:cxn ang="0">
                <a:pos x="connsiteX570-1141" y="connsiteY570-1142"/>
              </a:cxn>
              <a:cxn ang="0">
                <a:pos x="connsiteX571-1143" y="connsiteY571-1144"/>
              </a:cxn>
              <a:cxn ang="0">
                <a:pos x="connsiteX572-1145" y="connsiteY572-1146"/>
              </a:cxn>
              <a:cxn ang="0">
                <a:pos x="connsiteX573-1147" y="connsiteY573-1148"/>
              </a:cxn>
              <a:cxn ang="0">
                <a:pos x="connsiteX574-1149" y="connsiteY574-1150"/>
              </a:cxn>
              <a:cxn ang="0">
                <a:pos x="connsiteX575-1151" y="connsiteY575-1152"/>
              </a:cxn>
              <a:cxn ang="0">
                <a:pos x="connsiteX576-1153" y="connsiteY576-1154"/>
              </a:cxn>
              <a:cxn ang="0">
                <a:pos x="connsiteX577-1155" y="connsiteY577-1156"/>
              </a:cxn>
              <a:cxn ang="0">
                <a:pos x="connsiteX578-1157" y="connsiteY578-1158"/>
              </a:cxn>
              <a:cxn ang="0">
                <a:pos x="connsiteX579-1159" y="connsiteY579-1160"/>
              </a:cxn>
              <a:cxn ang="0">
                <a:pos x="connsiteX580-1161" y="connsiteY580-1162"/>
              </a:cxn>
              <a:cxn ang="0">
                <a:pos x="connsiteX581-1163" y="connsiteY581-1164"/>
              </a:cxn>
              <a:cxn ang="0">
                <a:pos x="connsiteX582-1165" y="connsiteY582-1166"/>
              </a:cxn>
              <a:cxn ang="0">
                <a:pos x="connsiteX583-1167" y="connsiteY583-1168"/>
              </a:cxn>
              <a:cxn ang="0">
                <a:pos x="connsiteX584-1169" y="connsiteY584-1170"/>
              </a:cxn>
              <a:cxn ang="0">
                <a:pos x="connsiteX585-1171" y="connsiteY585-1172"/>
              </a:cxn>
              <a:cxn ang="0">
                <a:pos x="connsiteX586-1173" y="connsiteY586-1174"/>
              </a:cxn>
              <a:cxn ang="0">
                <a:pos x="connsiteX587-1175" y="connsiteY587-1176"/>
              </a:cxn>
              <a:cxn ang="0">
                <a:pos x="connsiteX588-1177" y="connsiteY588-1178"/>
              </a:cxn>
              <a:cxn ang="0">
                <a:pos x="connsiteX589-1179" y="connsiteY589-1180"/>
              </a:cxn>
              <a:cxn ang="0">
                <a:pos x="connsiteX590-1181" y="connsiteY590-1182"/>
              </a:cxn>
              <a:cxn ang="0">
                <a:pos x="connsiteX591-1183" y="connsiteY591-1184"/>
              </a:cxn>
              <a:cxn ang="0">
                <a:pos x="connsiteX592-1185" y="connsiteY592-1186"/>
              </a:cxn>
              <a:cxn ang="0">
                <a:pos x="connsiteX593-1187" y="connsiteY593-1188"/>
              </a:cxn>
              <a:cxn ang="0">
                <a:pos x="connsiteX594-1189" y="connsiteY594-1190"/>
              </a:cxn>
              <a:cxn ang="0">
                <a:pos x="connsiteX595-1191" y="connsiteY595-1192"/>
              </a:cxn>
              <a:cxn ang="0">
                <a:pos x="connsiteX596-1193" y="connsiteY596-1194"/>
              </a:cxn>
              <a:cxn ang="0">
                <a:pos x="connsiteX597-1195" y="connsiteY597-1196"/>
              </a:cxn>
              <a:cxn ang="0">
                <a:pos x="connsiteX598-1197" y="connsiteY598-1198"/>
              </a:cxn>
              <a:cxn ang="0">
                <a:pos x="connsiteX599-1199" y="connsiteY599-1200"/>
              </a:cxn>
              <a:cxn ang="0">
                <a:pos x="connsiteX600-1201" y="connsiteY600-1202"/>
              </a:cxn>
              <a:cxn ang="0">
                <a:pos x="connsiteX601-1203" y="connsiteY601-1204"/>
              </a:cxn>
              <a:cxn ang="0">
                <a:pos x="connsiteX602-1205" y="connsiteY602-1206"/>
              </a:cxn>
              <a:cxn ang="0">
                <a:pos x="connsiteX603-1207" y="connsiteY603-1208"/>
              </a:cxn>
              <a:cxn ang="0">
                <a:pos x="connsiteX604-1209" y="connsiteY604-1210"/>
              </a:cxn>
              <a:cxn ang="0">
                <a:pos x="connsiteX605-1211" y="connsiteY605-1212"/>
              </a:cxn>
              <a:cxn ang="0">
                <a:pos x="connsiteX606-1213" y="connsiteY606-1214"/>
              </a:cxn>
              <a:cxn ang="0">
                <a:pos x="connsiteX607-1215" y="connsiteY607-1216"/>
              </a:cxn>
              <a:cxn ang="0">
                <a:pos x="connsiteX608-1217" y="connsiteY608-1218"/>
              </a:cxn>
              <a:cxn ang="0">
                <a:pos x="connsiteX609-1219" y="connsiteY609-1220"/>
              </a:cxn>
              <a:cxn ang="0">
                <a:pos x="connsiteX610-1221" y="connsiteY610-1222"/>
              </a:cxn>
              <a:cxn ang="0">
                <a:pos x="connsiteX611-1223" y="connsiteY611-1224"/>
              </a:cxn>
              <a:cxn ang="0">
                <a:pos x="connsiteX612-1225" y="connsiteY612-1226"/>
              </a:cxn>
              <a:cxn ang="0">
                <a:pos x="connsiteX613-1227" y="connsiteY613-1228"/>
              </a:cxn>
              <a:cxn ang="0">
                <a:pos x="connsiteX614-1229" y="connsiteY614-1230"/>
              </a:cxn>
              <a:cxn ang="0">
                <a:pos x="connsiteX615-1231" y="connsiteY615-1232"/>
              </a:cxn>
              <a:cxn ang="0">
                <a:pos x="connsiteX616-1233" y="connsiteY616-1234"/>
              </a:cxn>
              <a:cxn ang="0">
                <a:pos x="connsiteX617-1235" y="connsiteY617-1236"/>
              </a:cxn>
              <a:cxn ang="0">
                <a:pos x="connsiteX618-1237" y="connsiteY618-1238"/>
              </a:cxn>
              <a:cxn ang="0">
                <a:pos x="connsiteX619-1239" y="connsiteY619-1240"/>
              </a:cxn>
              <a:cxn ang="0">
                <a:pos x="connsiteX620-1241" y="connsiteY620-1242"/>
              </a:cxn>
              <a:cxn ang="0">
                <a:pos x="connsiteX621-1243" y="connsiteY621-1244"/>
              </a:cxn>
              <a:cxn ang="0">
                <a:pos x="connsiteX622-1245" y="connsiteY622-1246"/>
              </a:cxn>
              <a:cxn ang="0">
                <a:pos x="connsiteX623-1247" y="connsiteY623-1248"/>
              </a:cxn>
              <a:cxn ang="0">
                <a:pos x="connsiteX624-1249" y="connsiteY624-1250"/>
              </a:cxn>
              <a:cxn ang="0">
                <a:pos x="connsiteX625-1251" y="connsiteY625-1252"/>
              </a:cxn>
              <a:cxn ang="0">
                <a:pos x="connsiteX626-1253" y="connsiteY626-1254"/>
              </a:cxn>
              <a:cxn ang="0">
                <a:pos x="connsiteX627-1255" y="connsiteY627-1256"/>
              </a:cxn>
              <a:cxn ang="0">
                <a:pos x="connsiteX628-1257" y="connsiteY628-1258"/>
              </a:cxn>
              <a:cxn ang="0">
                <a:pos x="connsiteX629-1259" y="connsiteY629-1260"/>
              </a:cxn>
              <a:cxn ang="0">
                <a:pos x="connsiteX630-1261" y="connsiteY630-1262"/>
              </a:cxn>
              <a:cxn ang="0">
                <a:pos x="connsiteX631-1263" y="connsiteY631-1264"/>
              </a:cxn>
              <a:cxn ang="0">
                <a:pos x="connsiteX632-1265" y="connsiteY632-1266"/>
              </a:cxn>
              <a:cxn ang="0">
                <a:pos x="connsiteX633-1267" y="connsiteY633-1268"/>
              </a:cxn>
              <a:cxn ang="0">
                <a:pos x="connsiteX634-1269" y="connsiteY634-1270"/>
              </a:cxn>
              <a:cxn ang="0">
                <a:pos x="connsiteX635-1271" y="connsiteY635-1272"/>
              </a:cxn>
              <a:cxn ang="0">
                <a:pos x="connsiteX636-1273" y="connsiteY636-1274"/>
              </a:cxn>
              <a:cxn ang="0">
                <a:pos x="connsiteX637-1275" y="connsiteY637-1276"/>
              </a:cxn>
              <a:cxn ang="0">
                <a:pos x="connsiteX638-1277" y="connsiteY638-1278"/>
              </a:cxn>
              <a:cxn ang="0">
                <a:pos x="connsiteX639-1279" y="connsiteY639-1280"/>
              </a:cxn>
              <a:cxn ang="0">
                <a:pos x="connsiteX640-1281" y="connsiteY640-1282"/>
              </a:cxn>
              <a:cxn ang="0">
                <a:pos x="connsiteX641-1283" y="connsiteY641-1284"/>
              </a:cxn>
              <a:cxn ang="0">
                <a:pos x="connsiteX642-1285" y="connsiteY642-1286"/>
              </a:cxn>
              <a:cxn ang="0">
                <a:pos x="connsiteX643-1287" y="connsiteY643-1288"/>
              </a:cxn>
              <a:cxn ang="0">
                <a:pos x="connsiteX644-1289" y="connsiteY644-1290"/>
              </a:cxn>
              <a:cxn ang="0">
                <a:pos x="connsiteX645-1291" y="connsiteY645-1292"/>
              </a:cxn>
              <a:cxn ang="0">
                <a:pos x="connsiteX646-1293" y="connsiteY646-1294"/>
              </a:cxn>
              <a:cxn ang="0">
                <a:pos x="connsiteX647-1295" y="connsiteY647-1296"/>
              </a:cxn>
              <a:cxn ang="0">
                <a:pos x="connsiteX648-1297" y="connsiteY648-1298"/>
              </a:cxn>
              <a:cxn ang="0">
                <a:pos x="connsiteX649-1299" y="connsiteY649-1300"/>
              </a:cxn>
              <a:cxn ang="0">
                <a:pos x="connsiteX650-1301" y="connsiteY650-1302"/>
              </a:cxn>
              <a:cxn ang="0">
                <a:pos x="connsiteX651-1303" y="connsiteY651-1304"/>
              </a:cxn>
              <a:cxn ang="0">
                <a:pos x="connsiteX652-1305" y="connsiteY652-1306"/>
              </a:cxn>
              <a:cxn ang="0">
                <a:pos x="connsiteX653-1307" y="connsiteY653-1308"/>
              </a:cxn>
              <a:cxn ang="0">
                <a:pos x="connsiteX654-1309" y="connsiteY654-1310"/>
              </a:cxn>
              <a:cxn ang="0">
                <a:pos x="connsiteX655-1311" y="connsiteY655-1312"/>
              </a:cxn>
              <a:cxn ang="0">
                <a:pos x="connsiteX656-1313" y="connsiteY656-1314"/>
              </a:cxn>
              <a:cxn ang="0">
                <a:pos x="connsiteX657-1315" y="connsiteY657-1316"/>
              </a:cxn>
              <a:cxn ang="0">
                <a:pos x="connsiteX658-1317" y="connsiteY658-1318"/>
              </a:cxn>
              <a:cxn ang="0">
                <a:pos x="connsiteX659-1319" y="connsiteY659-1320"/>
              </a:cxn>
              <a:cxn ang="0">
                <a:pos x="connsiteX660-1321" y="connsiteY660-1322"/>
              </a:cxn>
              <a:cxn ang="0">
                <a:pos x="connsiteX661-1323" y="connsiteY661-1324"/>
              </a:cxn>
              <a:cxn ang="0">
                <a:pos x="connsiteX662-1325" y="connsiteY662-1326"/>
              </a:cxn>
              <a:cxn ang="0">
                <a:pos x="connsiteX663-1327" y="connsiteY663-1328"/>
              </a:cxn>
              <a:cxn ang="0">
                <a:pos x="connsiteX664-1329" y="connsiteY664-1330"/>
              </a:cxn>
              <a:cxn ang="0">
                <a:pos x="connsiteX665-1331" y="connsiteY665-1332"/>
              </a:cxn>
              <a:cxn ang="0">
                <a:pos x="connsiteX666-1333" y="connsiteY666-1334"/>
              </a:cxn>
              <a:cxn ang="0">
                <a:pos x="connsiteX667-1335" y="connsiteY667-1336"/>
              </a:cxn>
              <a:cxn ang="0">
                <a:pos x="connsiteX668-1337" y="connsiteY668-1338"/>
              </a:cxn>
              <a:cxn ang="0">
                <a:pos x="connsiteX669-1339" y="connsiteY669-1340"/>
              </a:cxn>
              <a:cxn ang="0">
                <a:pos x="connsiteX670-1341" y="connsiteY670-1342"/>
              </a:cxn>
              <a:cxn ang="0">
                <a:pos x="connsiteX671-1343" y="connsiteY671-1344"/>
              </a:cxn>
              <a:cxn ang="0">
                <a:pos x="connsiteX672-1345" y="connsiteY672-1346"/>
              </a:cxn>
              <a:cxn ang="0">
                <a:pos x="connsiteX673-1347" y="connsiteY673-1348"/>
              </a:cxn>
              <a:cxn ang="0">
                <a:pos x="connsiteX674-1349" y="connsiteY674-1350"/>
              </a:cxn>
              <a:cxn ang="0">
                <a:pos x="connsiteX675-1351" y="connsiteY675-1352"/>
              </a:cxn>
              <a:cxn ang="0">
                <a:pos x="connsiteX676-1353" y="connsiteY676-1354"/>
              </a:cxn>
              <a:cxn ang="0">
                <a:pos x="connsiteX677-1355" y="connsiteY677-1356"/>
              </a:cxn>
              <a:cxn ang="0">
                <a:pos x="connsiteX678-1357" y="connsiteY678-1358"/>
              </a:cxn>
              <a:cxn ang="0">
                <a:pos x="connsiteX679-1359" y="connsiteY679-1360"/>
              </a:cxn>
              <a:cxn ang="0">
                <a:pos x="connsiteX680-1361" y="connsiteY680-1362"/>
              </a:cxn>
              <a:cxn ang="0">
                <a:pos x="connsiteX681-1363" y="connsiteY681-1364"/>
              </a:cxn>
              <a:cxn ang="0">
                <a:pos x="connsiteX682-1365" y="connsiteY682-1366"/>
              </a:cxn>
              <a:cxn ang="0">
                <a:pos x="connsiteX683-1367" y="connsiteY683-1368"/>
              </a:cxn>
              <a:cxn ang="0">
                <a:pos x="connsiteX684-1369" y="connsiteY684-1370"/>
              </a:cxn>
              <a:cxn ang="0">
                <a:pos x="connsiteX685-1371" y="connsiteY685-1372"/>
              </a:cxn>
              <a:cxn ang="0">
                <a:pos x="connsiteX686-1373" y="connsiteY686-1374"/>
              </a:cxn>
              <a:cxn ang="0">
                <a:pos x="connsiteX687-1375" y="connsiteY687-1376"/>
              </a:cxn>
              <a:cxn ang="0">
                <a:pos x="connsiteX688-1377" y="connsiteY688-1378"/>
              </a:cxn>
              <a:cxn ang="0">
                <a:pos x="connsiteX689-1379" y="connsiteY689-1380"/>
              </a:cxn>
              <a:cxn ang="0">
                <a:pos x="connsiteX690-1381" y="connsiteY690-1382"/>
              </a:cxn>
              <a:cxn ang="0">
                <a:pos x="connsiteX691-1383" y="connsiteY691-1384"/>
              </a:cxn>
              <a:cxn ang="0">
                <a:pos x="connsiteX692-1385" y="connsiteY692-1386"/>
              </a:cxn>
              <a:cxn ang="0">
                <a:pos x="connsiteX693-1387" y="connsiteY693-1388"/>
              </a:cxn>
              <a:cxn ang="0">
                <a:pos x="connsiteX694-1389" y="connsiteY694-1390"/>
              </a:cxn>
              <a:cxn ang="0">
                <a:pos x="connsiteX695-1391" y="connsiteY695-1392"/>
              </a:cxn>
              <a:cxn ang="0">
                <a:pos x="connsiteX696-1393" y="connsiteY696-1394"/>
              </a:cxn>
              <a:cxn ang="0">
                <a:pos x="connsiteX697-1395" y="connsiteY697-1396"/>
              </a:cxn>
              <a:cxn ang="0">
                <a:pos x="connsiteX698-1397" y="connsiteY698-1398"/>
              </a:cxn>
              <a:cxn ang="0">
                <a:pos x="connsiteX699-1399" y="connsiteY699-1400"/>
              </a:cxn>
              <a:cxn ang="0">
                <a:pos x="connsiteX700-1401" y="connsiteY700-1402"/>
              </a:cxn>
              <a:cxn ang="0">
                <a:pos x="connsiteX701-1403" y="connsiteY701-1404"/>
              </a:cxn>
              <a:cxn ang="0">
                <a:pos x="connsiteX702-1405" y="connsiteY702-1406"/>
              </a:cxn>
              <a:cxn ang="0">
                <a:pos x="connsiteX703-1407" y="connsiteY703-1408"/>
              </a:cxn>
              <a:cxn ang="0">
                <a:pos x="connsiteX704-1409" y="connsiteY704-1410"/>
              </a:cxn>
              <a:cxn ang="0">
                <a:pos x="connsiteX705-1411" y="connsiteY705-1412"/>
              </a:cxn>
              <a:cxn ang="0">
                <a:pos x="connsiteX706-1413" y="connsiteY706-1414"/>
              </a:cxn>
              <a:cxn ang="0">
                <a:pos x="connsiteX707-1415" y="connsiteY707-1416"/>
              </a:cxn>
              <a:cxn ang="0">
                <a:pos x="connsiteX708-1417" y="connsiteY708-1418"/>
              </a:cxn>
              <a:cxn ang="0">
                <a:pos x="connsiteX709-1419" y="connsiteY709-1420"/>
              </a:cxn>
              <a:cxn ang="0">
                <a:pos x="connsiteX710-1421" y="connsiteY710-1422"/>
              </a:cxn>
              <a:cxn ang="0">
                <a:pos x="connsiteX711-1423" y="connsiteY711-1424"/>
              </a:cxn>
              <a:cxn ang="0">
                <a:pos x="connsiteX712-1425" y="connsiteY712-1426"/>
              </a:cxn>
              <a:cxn ang="0">
                <a:pos x="connsiteX713-1427" y="connsiteY713-1428"/>
              </a:cxn>
              <a:cxn ang="0">
                <a:pos x="connsiteX714-1429" y="connsiteY714-1430"/>
              </a:cxn>
              <a:cxn ang="0">
                <a:pos x="connsiteX715-1431" y="connsiteY715-1432"/>
              </a:cxn>
              <a:cxn ang="0">
                <a:pos x="connsiteX716-1433" y="connsiteY716-1434"/>
              </a:cxn>
              <a:cxn ang="0">
                <a:pos x="connsiteX717-1435" y="connsiteY717-1436"/>
              </a:cxn>
              <a:cxn ang="0">
                <a:pos x="connsiteX718-1437" y="connsiteY718-1438"/>
              </a:cxn>
              <a:cxn ang="0">
                <a:pos x="connsiteX719-1439" y="connsiteY719-1440"/>
              </a:cxn>
              <a:cxn ang="0">
                <a:pos x="connsiteX720-1441" y="connsiteY720-1442"/>
              </a:cxn>
              <a:cxn ang="0">
                <a:pos x="connsiteX721-1443" y="connsiteY721-1444"/>
              </a:cxn>
              <a:cxn ang="0">
                <a:pos x="connsiteX722-1445" y="connsiteY722-1446"/>
              </a:cxn>
              <a:cxn ang="0">
                <a:pos x="connsiteX723-1447" y="connsiteY723-1448"/>
              </a:cxn>
              <a:cxn ang="0">
                <a:pos x="connsiteX724-1449" y="connsiteY724-1450"/>
              </a:cxn>
              <a:cxn ang="0">
                <a:pos x="connsiteX725-1451" y="connsiteY725-1452"/>
              </a:cxn>
              <a:cxn ang="0">
                <a:pos x="connsiteX726-1453" y="connsiteY726-1454"/>
              </a:cxn>
              <a:cxn ang="0">
                <a:pos x="connsiteX727-1455" y="connsiteY727-1456"/>
              </a:cxn>
              <a:cxn ang="0">
                <a:pos x="connsiteX728-1457" y="connsiteY728-1458"/>
              </a:cxn>
              <a:cxn ang="0">
                <a:pos x="connsiteX729-1459" y="connsiteY729-1460"/>
              </a:cxn>
              <a:cxn ang="0">
                <a:pos x="connsiteX730-1461" y="connsiteY730-1462"/>
              </a:cxn>
              <a:cxn ang="0">
                <a:pos x="connsiteX731-1463" y="connsiteY731-1464"/>
              </a:cxn>
              <a:cxn ang="0">
                <a:pos x="connsiteX732-1465" y="connsiteY732-1466"/>
              </a:cxn>
              <a:cxn ang="0">
                <a:pos x="connsiteX733-1467" y="connsiteY733-1468"/>
              </a:cxn>
              <a:cxn ang="0">
                <a:pos x="connsiteX734-1469" y="connsiteY734-1470"/>
              </a:cxn>
              <a:cxn ang="0">
                <a:pos x="connsiteX735-1471" y="connsiteY735-1472"/>
              </a:cxn>
              <a:cxn ang="0">
                <a:pos x="connsiteX736-1473" y="connsiteY736-1474"/>
              </a:cxn>
              <a:cxn ang="0">
                <a:pos x="connsiteX737-1475" y="connsiteY737-1476"/>
              </a:cxn>
              <a:cxn ang="0">
                <a:pos x="connsiteX738-1477" y="connsiteY738-1478"/>
              </a:cxn>
              <a:cxn ang="0">
                <a:pos x="connsiteX739-1479" y="connsiteY739-1480"/>
              </a:cxn>
              <a:cxn ang="0">
                <a:pos x="connsiteX740-1481" y="connsiteY740-1482"/>
              </a:cxn>
              <a:cxn ang="0">
                <a:pos x="connsiteX741-1483" y="connsiteY741-1484"/>
              </a:cxn>
              <a:cxn ang="0">
                <a:pos x="connsiteX742-1485" y="connsiteY742-1486"/>
              </a:cxn>
              <a:cxn ang="0">
                <a:pos x="connsiteX743-1487" y="connsiteY743-1488"/>
              </a:cxn>
              <a:cxn ang="0">
                <a:pos x="connsiteX744-1489" y="connsiteY744-1490"/>
              </a:cxn>
              <a:cxn ang="0">
                <a:pos x="connsiteX745-1491" y="connsiteY745-1492"/>
              </a:cxn>
              <a:cxn ang="0">
                <a:pos x="connsiteX746-1493" y="connsiteY746-1494"/>
              </a:cxn>
              <a:cxn ang="0">
                <a:pos x="connsiteX747-1495" y="connsiteY747-1496"/>
              </a:cxn>
              <a:cxn ang="0">
                <a:pos x="connsiteX748-1497" y="connsiteY748-1498"/>
              </a:cxn>
              <a:cxn ang="0">
                <a:pos x="connsiteX749-1499" y="connsiteY749-1500"/>
              </a:cxn>
              <a:cxn ang="0">
                <a:pos x="connsiteX750-1501" y="connsiteY750-1502"/>
              </a:cxn>
              <a:cxn ang="0">
                <a:pos x="connsiteX751-1503" y="connsiteY751-1504"/>
              </a:cxn>
              <a:cxn ang="0">
                <a:pos x="connsiteX752-1505" y="connsiteY752-1506"/>
              </a:cxn>
              <a:cxn ang="0">
                <a:pos x="connsiteX753-1507" y="connsiteY753-1508"/>
              </a:cxn>
              <a:cxn ang="0">
                <a:pos x="connsiteX754-1509" y="connsiteY754-1510"/>
              </a:cxn>
              <a:cxn ang="0">
                <a:pos x="connsiteX755-1511" y="connsiteY755-1512"/>
              </a:cxn>
              <a:cxn ang="0">
                <a:pos x="connsiteX756-1513" y="connsiteY756-1514"/>
              </a:cxn>
              <a:cxn ang="0">
                <a:pos x="connsiteX757-1515" y="connsiteY757-1516"/>
              </a:cxn>
              <a:cxn ang="0">
                <a:pos x="connsiteX758-1517" y="connsiteY758-1518"/>
              </a:cxn>
              <a:cxn ang="0">
                <a:pos x="connsiteX759-1519" y="connsiteY759-1520"/>
              </a:cxn>
              <a:cxn ang="0">
                <a:pos x="connsiteX760-1521" y="connsiteY760-1522"/>
              </a:cxn>
              <a:cxn ang="0">
                <a:pos x="connsiteX761-1523" y="connsiteY761-1524"/>
              </a:cxn>
              <a:cxn ang="0">
                <a:pos x="connsiteX762-1525" y="connsiteY762-1526"/>
              </a:cxn>
              <a:cxn ang="0">
                <a:pos x="connsiteX763-1527" y="connsiteY763-1528"/>
              </a:cxn>
              <a:cxn ang="0">
                <a:pos x="connsiteX764-1529" y="connsiteY764-1530"/>
              </a:cxn>
              <a:cxn ang="0">
                <a:pos x="connsiteX765-1531" y="connsiteY765-1532"/>
              </a:cxn>
              <a:cxn ang="0">
                <a:pos x="connsiteX766-1533" y="connsiteY766-1534"/>
              </a:cxn>
              <a:cxn ang="0">
                <a:pos x="connsiteX767-1535" y="connsiteY767-1536"/>
              </a:cxn>
              <a:cxn ang="0">
                <a:pos x="connsiteX768-1537" y="connsiteY768-1538"/>
              </a:cxn>
              <a:cxn ang="0">
                <a:pos x="connsiteX769-1539" y="connsiteY769-1540"/>
              </a:cxn>
              <a:cxn ang="0">
                <a:pos x="connsiteX770-1541" y="connsiteY770-1542"/>
              </a:cxn>
              <a:cxn ang="0">
                <a:pos x="connsiteX771-1543" y="connsiteY771-1544"/>
              </a:cxn>
              <a:cxn ang="0">
                <a:pos x="connsiteX772-1545" y="connsiteY772-1546"/>
              </a:cxn>
              <a:cxn ang="0">
                <a:pos x="connsiteX773-1547" y="connsiteY773-1548"/>
              </a:cxn>
              <a:cxn ang="0">
                <a:pos x="connsiteX774-1549" y="connsiteY774-1550"/>
              </a:cxn>
              <a:cxn ang="0">
                <a:pos x="connsiteX775-1551" y="connsiteY775-1552"/>
              </a:cxn>
              <a:cxn ang="0">
                <a:pos x="connsiteX776-1553" y="connsiteY776-1554"/>
              </a:cxn>
              <a:cxn ang="0">
                <a:pos x="connsiteX777-1555" y="connsiteY777-1556"/>
              </a:cxn>
              <a:cxn ang="0">
                <a:pos x="connsiteX778-1557" y="connsiteY778-1558"/>
              </a:cxn>
              <a:cxn ang="0">
                <a:pos x="connsiteX779-1559" y="connsiteY779-1560"/>
              </a:cxn>
              <a:cxn ang="0">
                <a:pos x="connsiteX780-1561" y="connsiteY780-1562"/>
              </a:cxn>
              <a:cxn ang="0">
                <a:pos x="connsiteX781-1563" y="connsiteY781-1564"/>
              </a:cxn>
              <a:cxn ang="0">
                <a:pos x="connsiteX782-1565" y="connsiteY782-1566"/>
              </a:cxn>
              <a:cxn ang="0">
                <a:pos x="connsiteX783-1567" y="connsiteY783-1568"/>
              </a:cxn>
              <a:cxn ang="0">
                <a:pos x="connsiteX784-1569" y="connsiteY784-1570"/>
              </a:cxn>
              <a:cxn ang="0">
                <a:pos x="connsiteX785-1571" y="connsiteY785-1572"/>
              </a:cxn>
              <a:cxn ang="0">
                <a:pos x="connsiteX786-1573" y="connsiteY786-1574"/>
              </a:cxn>
              <a:cxn ang="0">
                <a:pos x="connsiteX787-1575" y="connsiteY787-1576"/>
              </a:cxn>
              <a:cxn ang="0">
                <a:pos x="connsiteX788-1577" y="connsiteY788-1578"/>
              </a:cxn>
              <a:cxn ang="0">
                <a:pos x="connsiteX789-1579" y="connsiteY789-1580"/>
              </a:cxn>
              <a:cxn ang="0">
                <a:pos x="connsiteX790-1581" y="connsiteY790-1582"/>
              </a:cxn>
              <a:cxn ang="0">
                <a:pos x="connsiteX791-1583" y="connsiteY791-1584"/>
              </a:cxn>
              <a:cxn ang="0">
                <a:pos x="connsiteX792-1585" y="connsiteY792-1586"/>
              </a:cxn>
              <a:cxn ang="0">
                <a:pos x="connsiteX793-1587" y="connsiteY793-1588"/>
              </a:cxn>
              <a:cxn ang="0">
                <a:pos x="connsiteX794-1589" y="connsiteY794-1590"/>
              </a:cxn>
              <a:cxn ang="0">
                <a:pos x="connsiteX795-1591" y="connsiteY795-1592"/>
              </a:cxn>
              <a:cxn ang="0">
                <a:pos x="connsiteX796-1593" y="connsiteY796-1594"/>
              </a:cxn>
              <a:cxn ang="0">
                <a:pos x="connsiteX797-1595" y="connsiteY797-1596"/>
              </a:cxn>
              <a:cxn ang="0">
                <a:pos x="connsiteX798-1597" y="connsiteY798-1598"/>
              </a:cxn>
              <a:cxn ang="0">
                <a:pos x="connsiteX799-1599" y="connsiteY799-1600"/>
              </a:cxn>
              <a:cxn ang="0">
                <a:pos x="connsiteX800-1601" y="connsiteY800-1602"/>
              </a:cxn>
              <a:cxn ang="0">
                <a:pos x="connsiteX801-1603" y="connsiteY801-1604"/>
              </a:cxn>
              <a:cxn ang="0">
                <a:pos x="connsiteX802-1605" y="connsiteY802-1606"/>
              </a:cxn>
              <a:cxn ang="0">
                <a:pos x="connsiteX803-1607" y="connsiteY803-1608"/>
              </a:cxn>
              <a:cxn ang="0">
                <a:pos x="connsiteX804-1609" y="connsiteY804-1610"/>
              </a:cxn>
              <a:cxn ang="0">
                <a:pos x="connsiteX805-1611" y="connsiteY805-1612"/>
              </a:cxn>
              <a:cxn ang="0">
                <a:pos x="connsiteX806-1613" y="connsiteY806-1614"/>
              </a:cxn>
              <a:cxn ang="0">
                <a:pos x="connsiteX807-1615" y="connsiteY807-1616"/>
              </a:cxn>
              <a:cxn ang="0">
                <a:pos x="connsiteX808-1617" y="connsiteY808-1618"/>
              </a:cxn>
              <a:cxn ang="0">
                <a:pos x="connsiteX809-1619" y="connsiteY809-1620"/>
              </a:cxn>
              <a:cxn ang="0">
                <a:pos x="connsiteX810-1621" y="connsiteY810-1622"/>
              </a:cxn>
              <a:cxn ang="0">
                <a:pos x="connsiteX811-1623" y="connsiteY811-1624"/>
              </a:cxn>
              <a:cxn ang="0">
                <a:pos x="connsiteX812-1625" y="connsiteY812-1626"/>
              </a:cxn>
              <a:cxn ang="0">
                <a:pos x="connsiteX813-1627" y="connsiteY813-1628"/>
              </a:cxn>
              <a:cxn ang="0">
                <a:pos x="connsiteX814-1629" y="connsiteY814-1630"/>
              </a:cxn>
              <a:cxn ang="0">
                <a:pos x="connsiteX815-1631" y="connsiteY815-1632"/>
              </a:cxn>
              <a:cxn ang="0">
                <a:pos x="connsiteX816-1633" y="connsiteY816-1634"/>
              </a:cxn>
              <a:cxn ang="0">
                <a:pos x="connsiteX817-1635" y="connsiteY817-1636"/>
              </a:cxn>
              <a:cxn ang="0">
                <a:pos x="connsiteX818-1637" y="connsiteY818-1638"/>
              </a:cxn>
              <a:cxn ang="0">
                <a:pos x="connsiteX819-1639" y="connsiteY819-1640"/>
              </a:cxn>
              <a:cxn ang="0">
                <a:pos x="connsiteX820-1641" y="connsiteY820-1642"/>
              </a:cxn>
              <a:cxn ang="0">
                <a:pos x="connsiteX821-1643" y="connsiteY821-1644"/>
              </a:cxn>
              <a:cxn ang="0">
                <a:pos x="connsiteX822-1645" y="connsiteY822-1646"/>
              </a:cxn>
              <a:cxn ang="0">
                <a:pos x="connsiteX823-1647" y="connsiteY823-1648"/>
              </a:cxn>
              <a:cxn ang="0">
                <a:pos x="connsiteX824-1649" y="connsiteY824-1650"/>
              </a:cxn>
              <a:cxn ang="0">
                <a:pos x="connsiteX825-1651" y="connsiteY825-1652"/>
              </a:cxn>
              <a:cxn ang="0">
                <a:pos x="connsiteX826-1653" y="connsiteY826-1654"/>
              </a:cxn>
              <a:cxn ang="0">
                <a:pos x="connsiteX827-1655" y="connsiteY827-1656"/>
              </a:cxn>
              <a:cxn ang="0">
                <a:pos x="connsiteX828-1657" y="connsiteY828-1658"/>
              </a:cxn>
              <a:cxn ang="0">
                <a:pos x="connsiteX829-1659" y="connsiteY829-1660"/>
              </a:cxn>
              <a:cxn ang="0">
                <a:pos x="connsiteX830-1661" y="connsiteY830-1662"/>
              </a:cxn>
              <a:cxn ang="0">
                <a:pos x="connsiteX831-1663" y="connsiteY831-1664"/>
              </a:cxn>
              <a:cxn ang="0">
                <a:pos x="connsiteX832-1665" y="connsiteY832-1666"/>
              </a:cxn>
              <a:cxn ang="0">
                <a:pos x="connsiteX833-1667" y="connsiteY833-1668"/>
              </a:cxn>
              <a:cxn ang="0">
                <a:pos x="connsiteX834-1669" y="connsiteY834-1670"/>
              </a:cxn>
              <a:cxn ang="0">
                <a:pos x="connsiteX835-1671" y="connsiteY835-1672"/>
              </a:cxn>
              <a:cxn ang="0">
                <a:pos x="connsiteX836-1673" y="connsiteY836-1674"/>
              </a:cxn>
              <a:cxn ang="0">
                <a:pos x="connsiteX837-1675" y="connsiteY837-1676"/>
              </a:cxn>
              <a:cxn ang="0">
                <a:pos x="connsiteX838-1677" y="connsiteY838-1678"/>
              </a:cxn>
              <a:cxn ang="0">
                <a:pos x="connsiteX839-1679" y="connsiteY839-1680"/>
              </a:cxn>
              <a:cxn ang="0">
                <a:pos x="connsiteX840-1681" y="connsiteY840-1682"/>
              </a:cxn>
              <a:cxn ang="0">
                <a:pos x="connsiteX841-1683" y="connsiteY841-1684"/>
              </a:cxn>
              <a:cxn ang="0">
                <a:pos x="connsiteX842-1685" y="connsiteY842-1686"/>
              </a:cxn>
              <a:cxn ang="0">
                <a:pos x="connsiteX843-1687" y="connsiteY843-1688"/>
              </a:cxn>
              <a:cxn ang="0">
                <a:pos x="connsiteX844-1689" y="connsiteY844-1690"/>
              </a:cxn>
              <a:cxn ang="0">
                <a:pos x="connsiteX845-1691" y="connsiteY845-1692"/>
              </a:cxn>
              <a:cxn ang="0">
                <a:pos x="connsiteX846-1693" y="connsiteY846-1694"/>
              </a:cxn>
              <a:cxn ang="0">
                <a:pos x="connsiteX847-1695" y="connsiteY847-1696"/>
              </a:cxn>
              <a:cxn ang="0">
                <a:pos x="connsiteX848-1697" y="connsiteY848-1698"/>
              </a:cxn>
              <a:cxn ang="0">
                <a:pos x="connsiteX849-1699" y="connsiteY849-1700"/>
              </a:cxn>
              <a:cxn ang="0">
                <a:pos x="connsiteX850-1701" y="connsiteY850-1702"/>
              </a:cxn>
              <a:cxn ang="0">
                <a:pos x="connsiteX851-1703" y="connsiteY851-1704"/>
              </a:cxn>
              <a:cxn ang="0">
                <a:pos x="connsiteX852-1705" y="connsiteY852-1706"/>
              </a:cxn>
              <a:cxn ang="0">
                <a:pos x="connsiteX853-1707" y="connsiteY853-1708"/>
              </a:cxn>
              <a:cxn ang="0">
                <a:pos x="connsiteX854-1709" y="connsiteY854-1710"/>
              </a:cxn>
              <a:cxn ang="0">
                <a:pos x="connsiteX855-1711" y="connsiteY855-1712"/>
              </a:cxn>
              <a:cxn ang="0">
                <a:pos x="connsiteX856-1713" y="connsiteY856-1714"/>
              </a:cxn>
              <a:cxn ang="0">
                <a:pos x="connsiteX857-1715" y="connsiteY857-1716"/>
              </a:cxn>
              <a:cxn ang="0">
                <a:pos x="connsiteX858-1717" y="connsiteY858-1718"/>
              </a:cxn>
              <a:cxn ang="0">
                <a:pos x="connsiteX859-1719" y="connsiteY859-1720"/>
              </a:cxn>
              <a:cxn ang="0">
                <a:pos x="connsiteX860-1721" y="connsiteY860-1722"/>
              </a:cxn>
              <a:cxn ang="0">
                <a:pos x="connsiteX861-1723" y="connsiteY861-1724"/>
              </a:cxn>
              <a:cxn ang="0">
                <a:pos x="connsiteX862-1725" y="connsiteY862-1726"/>
              </a:cxn>
              <a:cxn ang="0">
                <a:pos x="connsiteX863-1727" y="connsiteY863-1728"/>
              </a:cxn>
              <a:cxn ang="0">
                <a:pos x="connsiteX864-1729" y="connsiteY864-1730"/>
              </a:cxn>
              <a:cxn ang="0">
                <a:pos x="connsiteX865-1731" y="connsiteY865-1732"/>
              </a:cxn>
              <a:cxn ang="0">
                <a:pos x="connsiteX866-1733" y="connsiteY866-1734"/>
              </a:cxn>
              <a:cxn ang="0">
                <a:pos x="connsiteX867-1735" y="connsiteY867-1736"/>
              </a:cxn>
              <a:cxn ang="0">
                <a:pos x="connsiteX868-1737" y="connsiteY868-1738"/>
              </a:cxn>
              <a:cxn ang="0">
                <a:pos x="connsiteX869-1739" y="connsiteY869-1740"/>
              </a:cxn>
              <a:cxn ang="0">
                <a:pos x="connsiteX870-1741" y="connsiteY870-1742"/>
              </a:cxn>
              <a:cxn ang="0">
                <a:pos x="connsiteX871-1743" y="connsiteY871-1744"/>
              </a:cxn>
              <a:cxn ang="0">
                <a:pos x="connsiteX872-1745" y="connsiteY872-1746"/>
              </a:cxn>
              <a:cxn ang="0">
                <a:pos x="connsiteX873-1747" y="connsiteY873-1748"/>
              </a:cxn>
              <a:cxn ang="0">
                <a:pos x="connsiteX874-1749" y="connsiteY874-1750"/>
              </a:cxn>
              <a:cxn ang="0">
                <a:pos x="connsiteX875-1751" y="connsiteY875-1752"/>
              </a:cxn>
              <a:cxn ang="0">
                <a:pos x="connsiteX876-1753" y="connsiteY876-1754"/>
              </a:cxn>
              <a:cxn ang="0">
                <a:pos x="connsiteX877-1755" y="connsiteY877-1756"/>
              </a:cxn>
              <a:cxn ang="0">
                <a:pos x="connsiteX878-1757" y="connsiteY878-1758"/>
              </a:cxn>
              <a:cxn ang="0">
                <a:pos x="connsiteX879-1759" y="connsiteY879-1760"/>
              </a:cxn>
              <a:cxn ang="0">
                <a:pos x="connsiteX880-1761" y="connsiteY880-1762"/>
              </a:cxn>
              <a:cxn ang="0">
                <a:pos x="connsiteX881-1763" y="connsiteY881-1764"/>
              </a:cxn>
              <a:cxn ang="0">
                <a:pos x="connsiteX882-1765" y="connsiteY882-1766"/>
              </a:cxn>
              <a:cxn ang="0">
                <a:pos x="connsiteX883-1767" y="connsiteY883-1768"/>
              </a:cxn>
              <a:cxn ang="0">
                <a:pos x="connsiteX884-1769" y="connsiteY884-1770"/>
              </a:cxn>
              <a:cxn ang="0">
                <a:pos x="connsiteX885-1771" y="connsiteY885-1772"/>
              </a:cxn>
              <a:cxn ang="0">
                <a:pos x="connsiteX886-1773" y="connsiteY886-1774"/>
              </a:cxn>
              <a:cxn ang="0">
                <a:pos x="connsiteX887-1775" y="connsiteY887-1776"/>
              </a:cxn>
              <a:cxn ang="0">
                <a:pos x="connsiteX888-1777" y="connsiteY888-1778"/>
              </a:cxn>
              <a:cxn ang="0">
                <a:pos x="connsiteX889-1779" y="connsiteY889-1780"/>
              </a:cxn>
              <a:cxn ang="0">
                <a:pos x="connsiteX890-1781" y="connsiteY890-1782"/>
              </a:cxn>
              <a:cxn ang="0">
                <a:pos x="connsiteX891-1783" y="connsiteY891-1784"/>
              </a:cxn>
              <a:cxn ang="0">
                <a:pos x="connsiteX892-1785" y="connsiteY892-1786"/>
              </a:cxn>
              <a:cxn ang="0">
                <a:pos x="connsiteX893-1787" y="connsiteY893-1788"/>
              </a:cxn>
              <a:cxn ang="0">
                <a:pos x="connsiteX894-1789" y="connsiteY894-1790"/>
              </a:cxn>
              <a:cxn ang="0">
                <a:pos x="connsiteX895-1791" y="connsiteY895-1792"/>
              </a:cxn>
              <a:cxn ang="0">
                <a:pos x="connsiteX896-1793" y="connsiteY896-1794"/>
              </a:cxn>
              <a:cxn ang="0">
                <a:pos x="connsiteX897-1795" y="connsiteY897-1796"/>
              </a:cxn>
              <a:cxn ang="0">
                <a:pos x="connsiteX898-1797" y="connsiteY898-1798"/>
              </a:cxn>
              <a:cxn ang="0">
                <a:pos x="connsiteX899-1799" y="connsiteY899-1800"/>
              </a:cxn>
              <a:cxn ang="0">
                <a:pos x="connsiteX900-1801" y="connsiteY900-1802"/>
              </a:cxn>
              <a:cxn ang="0">
                <a:pos x="connsiteX901-1803" y="connsiteY901-1804"/>
              </a:cxn>
              <a:cxn ang="0">
                <a:pos x="connsiteX902-1805" y="connsiteY902-1806"/>
              </a:cxn>
              <a:cxn ang="0">
                <a:pos x="connsiteX903-1807" y="connsiteY903-1808"/>
              </a:cxn>
              <a:cxn ang="0">
                <a:pos x="connsiteX904-1809" y="connsiteY904-1810"/>
              </a:cxn>
              <a:cxn ang="0">
                <a:pos x="connsiteX905-1811" y="connsiteY905-1812"/>
              </a:cxn>
              <a:cxn ang="0">
                <a:pos x="connsiteX906-1813" y="connsiteY906-1814"/>
              </a:cxn>
              <a:cxn ang="0">
                <a:pos x="connsiteX907-1815" y="connsiteY907-1816"/>
              </a:cxn>
              <a:cxn ang="0">
                <a:pos x="connsiteX908-1817" y="connsiteY908-1818"/>
              </a:cxn>
              <a:cxn ang="0">
                <a:pos x="connsiteX909-1819" y="connsiteY909-1820"/>
              </a:cxn>
              <a:cxn ang="0">
                <a:pos x="connsiteX910-1821" y="connsiteY910-1822"/>
              </a:cxn>
              <a:cxn ang="0">
                <a:pos x="connsiteX911-1823" y="connsiteY911-1824"/>
              </a:cxn>
              <a:cxn ang="0">
                <a:pos x="connsiteX912-1825" y="connsiteY912-1826"/>
              </a:cxn>
              <a:cxn ang="0">
                <a:pos x="connsiteX913-1827" y="connsiteY913-1828"/>
              </a:cxn>
              <a:cxn ang="0">
                <a:pos x="connsiteX914-1829" y="connsiteY914-1830"/>
              </a:cxn>
              <a:cxn ang="0">
                <a:pos x="connsiteX915-1831" y="connsiteY915-1832"/>
              </a:cxn>
              <a:cxn ang="0">
                <a:pos x="connsiteX916-1833" y="connsiteY916-1834"/>
              </a:cxn>
              <a:cxn ang="0">
                <a:pos x="connsiteX917-1835" y="connsiteY917-1836"/>
              </a:cxn>
              <a:cxn ang="0">
                <a:pos x="connsiteX918-1837" y="connsiteY918-1838"/>
              </a:cxn>
              <a:cxn ang="0">
                <a:pos x="connsiteX919-1839" y="connsiteY919-1840"/>
              </a:cxn>
              <a:cxn ang="0">
                <a:pos x="connsiteX920-1841" y="connsiteY920-1842"/>
              </a:cxn>
              <a:cxn ang="0">
                <a:pos x="connsiteX921-1843" y="connsiteY921-1844"/>
              </a:cxn>
              <a:cxn ang="0">
                <a:pos x="connsiteX922-1845" y="connsiteY922-1846"/>
              </a:cxn>
              <a:cxn ang="0">
                <a:pos x="connsiteX923-1847" y="connsiteY923-1848"/>
              </a:cxn>
              <a:cxn ang="0">
                <a:pos x="connsiteX924-1849" y="connsiteY924-1850"/>
              </a:cxn>
              <a:cxn ang="0">
                <a:pos x="connsiteX925-1851" y="connsiteY925-1852"/>
              </a:cxn>
              <a:cxn ang="0">
                <a:pos x="connsiteX926-1853" y="connsiteY926-1854"/>
              </a:cxn>
              <a:cxn ang="0">
                <a:pos x="connsiteX927-1855" y="connsiteY927-1856"/>
              </a:cxn>
              <a:cxn ang="0">
                <a:pos x="connsiteX928-1857" y="connsiteY928-1858"/>
              </a:cxn>
              <a:cxn ang="0">
                <a:pos x="connsiteX929-1859" y="connsiteY929-1860"/>
              </a:cxn>
              <a:cxn ang="0">
                <a:pos x="connsiteX930-1861" y="connsiteY930-1862"/>
              </a:cxn>
              <a:cxn ang="0">
                <a:pos x="connsiteX931-1863" y="connsiteY931-1864"/>
              </a:cxn>
              <a:cxn ang="0">
                <a:pos x="connsiteX932-1865" y="connsiteY932-1866"/>
              </a:cxn>
              <a:cxn ang="0">
                <a:pos x="connsiteX933-1867" y="connsiteY933-1868"/>
              </a:cxn>
              <a:cxn ang="0">
                <a:pos x="connsiteX934-1869" y="connsiteY934-1870"/>
              </a:cxn>
              <a:cxn ang="0">
                <a:pos x="connsiteX935-1871" y="connsiteY935-1872"/>
              </a:cxn>
              <a:cxn ang="0">
                <a:pos x="connsiteX936-1873" y="connsiteY936-1874"/>
              </a:cxn>
              <a:cxn ang="0">
                <a:pos x="connsiteX937-1875" y="connsiteY937-1876"/>
              </a:cxn>
              <a:cxn ang="0">
                <a:pos x="connsiteX938-1877" y="connsiteY938-1878"/>
              </a:cxn>
              <a:cxn ang="0">
                <a:pos x="connsiteX939-1879" y="connsiteY939-1880"/>
              </a:cxn>
              <a:cxn ang="0">
                <a:pos x="connsiteX940-1881" y="connsiteY940-1882"/>
              </a:cxn>
              <a:cxn ang="0">
                <a:pos x="connsiteX941-1883" y="connsiteY941-1884"/>
              </a:cxn>
              <a:cxn ang="0">
                <a:pos x="connsiteX942-1885" y="connsiteY942-1886"/>
              </a:cxn>
              <a:cxn ang="0">
                <a:pos x="connsiteX943-1887" y="connsiteY943-1888"/>
              </a:cxn>
              <a:cxn ang="0">
                <a:pos x="connsiteX944-1889" y="connsiteY944-1890"/>
              </a:cxn>
              <a:cxn ang="0">
                <a:pos x="connsiteX945-1891" y="connsiteY945-1892"/>
              </a:cxn>
              <a:cxn ang="0">
                <a:pos x="connsiteX946-1893" y="connsiteY946-1894"/>
              </a:cxn>
              <a:cxn ang="0">
                <a:pos x="connsiteX947-1895" y="connsiteY947-1896"/>
              </a:cxn>
              <a:cxn ang="0">
                <a:pos x="connsiteX948-1897" y="connsiteY948-1898"/>
              </a:cxn>
              <a:cxn ang="0">
                <a:pos x="connsiteX949-1899" y="connsiteY949-1900"/>
              </a:cxn>
              <a:cxn ang="0">
                <a:pos x="connsiteX950-1901" y="connsiteY950-1902"/>
              </a:cxn>
              <a:cxn ang="0">
                <a:pos x="connsiteX951-1903" y="connsiteY951-1904"/>
              </a:cxn>
              <a:cxn ang="0">
                <a:pos x="connsiteX952-1905" y="connsiteY952-1906"/>
              </a:cxn>
              <a:cxn ang="0">
                <a:pos x="connsiteX953-1907" y="connsiteY953-1908"/>
              </a:cxn>
              <a:cxn ang="0">
                <a:pos x="connsiteX954-1909" y="connsiteY954-1910"/>
              </a:cxn>
              <a:cxn ang="0">
                <a:pos x="connsiteX955-1911" y="connsiteY955-1912"/>
              </a:cxn>
              <a:cxn ang="0">
                <a:pos x="connsiteX956-1913" y="connsiteY956-1914"/>
              </a:cxn>
              <a:cxn ang="0">
                <a:pos x="connsiteX957-1915" y="connsiteY957-1916"/>
              </a:cxn>
              <a:cxn ang="0">
                <a:pos x="connsiteX958-1917" y="connsiteY958-1918"/>
              </a:cxn>
              <a:cxn ang="0">
                <a:pos x="connsiteX959-1919" y="connsiteY959-1920"/>
              </a:cxn>
              <a:cxn ang="0">
                <a:pos x="connsiteX960-1921" y="connsiteY960-1922"/>
              </a:cxn>
              <a:cxn ang="0">
                <a:pos x="connsiteX961-1923" y="connsiteY961-1924"/>
              </a:cxn>
              <a:cxn ang="0">
                <a:pos x="connsiteX962-1925" y="connsiteY962-1926"/>
              </a:cxn>
              <a:cxn ang="0">
                <a:pos x="connsiteX963-1927" y="connsiteY963-1928"/>
              </a:cxn>
              <a:cxn ang="0">
                <a:pos x="connsiteX964-1929" y="connsiteY964-1930"/>
              </a:cxn>
              <a:cxn ang="0">
                <a:pos x="connsiteX965-1931" y="connsiteY965-1932"/>
              </a:cxn>
              <a:cxn ang="0">
                <a:pos x="connsiteX966-1933" y="connsiteY966-1934"/>
              </a:cxn>
              <a:cxn ang="0">
                <a:pos x="connsiteX967-1935" y="connsiteY967-1936"/>
              </a:cxn>
              <a:cxn ang="0">
                <a:pos x="connsiteX968-1937" y="connsiteY968-1938"/>
              </a:cxn>
              <a:cxn ang="0">
                <a:pos x="connsiteX969-1939" y="connsiteY969-1940"/>
              </a:cxn>
              <a:cxn ang="0">
                <a:pos x="connsiteX970-1941" y="connsiteY970-1942"/>
              </a:cxn>
              <a:cxn ang="0">
                <a:pos x="connsiteX971-1943" y="connsiteY971-1944"/>
              </a:cxn>
              <a:cxn ang="0">
                <a:pos x="connsiteX972-1945" y="connsiteY972-1946"/>
              </a:cxn>
              <a:cxn ang="0">
                <a:pos x="connsiteX973-1947" y="connsiteY973-1948"/>
              </a:cxn>
              <a:cxn ang="0">
                <a:pos x="connsiteX974-1949" y="connsiteY974-1950"/>
              </a:cxn>
              <a:cxn ang="0">
                <a:pos x="connsiteX975-1951" y="connsiteY975-1952"/>
              </a:cxn>
              <a:cxn ang="0">
                <a:pos x="connsiteX976-1953" y="connsiteY976-1954"/>
              </a:cxn>
              <a:cxn ang="0">
                <a:pos x="connsiteX977-1955" y="connsiteY977-1956"/>
              </a:cxn>
              <a:cxn ang="0">
                <a:pos x="connsiteX978-1957" y="connsiteY978-1958"/>
              </a:cxn>
              <a:cxn ang="0">
                <a:pos x="connsiteX979-1959" y="connsiteY979-1960"/>
              </a:cxn>
              <a:cxn ang="0">
                <a:pos x="connsiteX980-1961" y="connsiteY980-1962"/>
              </a:cxn>
              <a:cxn ang="0">
                <a:pos x="connsiteX981-1963" y="connsiteY981-1964"/>
              </a:cxn>
              <a:cxn ang="0">
                <a:pos x="connsiteX982-1965" y="connsiteY982-1966"/>
              </a:cxn>
              <a:cxn ang="0">
                <a:pos x="connsiteX983-1967" y="connsiteY983-1968"/>
              </a:cxn>
              <a:cxn ang="0">
                <a:pos x="connsiteX984-1969" y="connsiteY984-1970"/>
              </a:cxn>
              <a:cxn ang="0">
                <a:pos x="connsiteX985-1971" y="connsiteY985-1972"/>
              </a:cxn>
              <a:cxn ang="0">
                <a:pos x="connsiteX986-1973" y="connsiteY986-1974"/>
              </a:cxn>
              <a:cxn ang="0">
                <a:pos x="connsiteX987-1975" y="connsiteY987-1976"/>
              </a:cxn>
              <a:cxn ang="0">
                <a:pos x="connsiteX988-1977" y="connsiteY988-1978"/>
              </a:cxn>
              <a:cxn ang="0">
                <a:pos x="connsiteX989-1979" y="connsiteY989-1980"/>
              </a:cxn>
              <a:cxn ang="0">
                <a:pos x="connsiteX990-1981" y="connsiteY990-1982"/>
              </a:cxn>
              <a:cxn ang="0">
                <a:pos x="connsiteX991-1983" y="connsiteY991-1984"/>
              </a:cxn>
              <a:cxn ang="0">
                <a:pos x="connsiteX992-1985" y="connsiteY992-1986"/>
              </a:cxn>
              <a:cxn ang="0">
                <a:pos x="connsiteX993-1987" y="connsiteY993-1988"/>
              </a:cxn>
              <a:cxn ang="0">
                <a:pos x="connsiteX994-1989" y="connsiteY994-1990"/>
              </a:cxn>
              <a:cxn ang="0">
                <a:pos x="connsiteX995-1991" y="connsiteY995-1992"/>
              </a:cxn>
              <a:cxn ang="0">
                <a:pos x="connsiteX996-1993" y="connsiteY996-1994"/>
              </a:cxn>
              <a:cxn ang="0">
                <a:pos x="connsiteX997-1995" y="connsiteY997-1996"/>
              </a:cxn>
              <a:cxn ang="0">
                <a:pos x="connsiteX998-1997" y="connsiteY998-1998"/>
              </a:cxn>
              <a:cxn ang="0">
                <a:pos x="connsiteX999-1999" y="connsiteY999-2000"/>
              </a:cxn>
              <a:cxn ang="0">
                <a:pos x="connsiteX1000-2001" y="connsiteY1000-2002"/>
              </a:cxn>
              <a:cxn ang="0">
                <a:pos x="connsiteX1001-2003" y="connsiteY1001-2004"/>
              </a:cxn>
              <a:cxn ang="0">
                <a:pos x="connsiteX1002-2005" y="connsiteY1002-2006"/>
              </a:cxn>
              <a:cxn ang="0">
                <a:pos x="connsiteX1003-2007" y="connsiteY1003-2008"/>
              </a:cxn>
              <a:cxn ang="0">
                <a:pos x="connsiteX1004-2009" y="connsiteY1004-2010"/>
              </a:cxn>
              <a:cxn ang="0">
                <a:pos x="connsiteX1005-2011" y="connsiteY1005-2012"/>
              </a:cxn>
              <a:cxn ang="0">
                <a:pos x="connsiteX1006-2013" y="connsiteY1006-2014"/>
              </a:cxn>
              <a:cxn ang="0">
                <a:pos x="connsiteX1007-2015" y="connsiteY1007-2016"/>
              </a:cxn>
              <a:cxn ang="0">
                <a:pos x="connsiteX1008-2017" y="connsiteY1008-2018"/>
              </a:cxn>
              <a:cxn ang="0">
                <a:pos x="connsiteX1009-2019" y="connsiteY1009-2020"/>
              </a:cxn>
              <a:cxn ang="0">
                <a:pos x="connsiteX1010-2021" y="connsiteY1010-2022"/>
              </a:cxn>
              <a:cxn ang="0">
                <a:pos x="connsiteX1011-2023" y="connsiteY1011-2024"/>
              </a:cxn>
              <a:cxn ang="0">
                <a:pos x="connsiteX1012-2025" y="connsiteY1012-2026"/>
              </a:cxn>
              <a:cxn ang="0">
                <a:pos x="connsiteX1013-2027" y="connsiteY1013-2028"/>
              </a:cxn>
              <a:cxn ang="0">
                <a:pos x="connsiteX1014-2029" y="connsiteY1014-2030"/>
              </a:cxn>
              <a:cxn ang="0">
                <a:pos x="connsiteX1015-2031" y="connsiteY1015-2032"/>
              </a:cxn>
              <a:cxn ang="0">
                <a:pos x="connsiteX1016-2033" y="connsiteY1016-2034"/>
              </a:cxn>
              <a:cxn ang="0">
                <a:pos x="connsiteX1017-2035" y="connsiteY1017-2036"/>
              </a:cxn>
              <a:cxn ang="0">
                <a:pos x="connsiteX1018-2037" y="connsiteY1018-2038"/>
              </a:cxn>
              <a:cxn ang="0">
                <a:pos x="connsiteX1019-2039" y="connsiteY1019-2040"/>
              </a:cxn>
              <a:cxn ang="0">
                <a:pos x="connsiteX1020-2041" y="connsiteY1020-2042"/>
              </a:cxn>
              <a:cxn ang="0">
                <a:pos x="connsiteX1021-2043" y="connsiteY1021-2044"/>
              </a:cxn>
              <a:cxn ang="0">
                <a:pos x="connsiteX1022-2045" y="connsiteY1022-2046"/>
              </a:cxn>
              <a:cxn ang="0">
                <a:pos x="connsiteX1023-2047" y="connsiteY1023-2048"/>
              </a:cxn>
              <a:cxn ang="0">
                <a:pos x="connsiteX1024-2049" y="connsiteY1024-2050"/>
              </a:cxn>
              <a:cxn ang="0">
                <a:pos x="connsiteX1025-2051" y="connsiteY1025-2052"/>
              </a:cxn>
              <a:cxn ang="0">
                <a:pos x="connsiteX1026-2053" y="connsiteY1026-2054"/>
              </a:cxn>
              <a:cxn ang="0">
                <a:pos x="connsiteX1027-2055" y="connsiteY1027-2056"/>
              </a:cxn>
              <a:cxn ang="0">
                <a:pos x="connsiteX1028-2057" y="connsiteY1028-2058"/>
              </a:cxn>
              <a:cxn ang="0">
                <a:pos x="connsiteX1029-2059" y="connsiteY1029-2060"/>
              </a:cxn>
              <a:cxn ang="0">
                <a:pos x="connsiteX1030-2061" y="connsiteY1030-2062"/>
              </a:cxn>
              <a:cxn ang="0">
                <a:pos x="connsiteX1031-2063" y="connsiteY1031-2064"/>
              </a:cxn>
              <a:cxn ang="0">
                <a:pos x="connsiteX1032-2065" y="connsiteY1032-2066"/>
              </a:cxn>
              <a:cxn ang="0">
                <a:pos x="connsiteX1033-2067" y="connsiteY1033-2068"/>
              </a:cxn>
              <a:cxn ang="0">
                <a:pos x="connsiteX1034-2069" y="connsiteY1034-2070"/>
              </a:cxn>
              <a:cxn ang="0">
                <a:pos x="connsiteX1035-2071" y="connsiteY1035-2072"/>
              </a:cxn>
              <a:cxn ang="0">
                <a:pos x="connsiteX1036-2073" y="connsiteY1036-2074"/>
              </a:cxn>
              <a:cxn ang="0">
                <a:pos x="connsiteX1037-2075" y="connsiteY1037-2076"/>
              </a:cxn>
              <a:cxn ang="0">
                <a:pos x="connsiteX1038-2077" y="connsiteY1038-2078"/>
              </a:cxn>
              <a:cxn ang="0">
                <a:pos x="connsiteX1039-2079" y="connsiteY1039-2080"/>
              </a:cxn>
              <a:cxn ang="0">
                <a:pos x="connsiteX1040-2081" y="connsiteY1040-2082"/>
              </a:cxn>
              <a:cxn ang="0">
                <a:pos x="connsiteX1041-2083" y="connsiteY1041-2084"/>
              </a:cxn>
              <a:cxn ang="0">
                <a:pos x="connsiteX1042-2085" y="connsiteY1042-2086"/>
              </a:cxn>
              <a:cxn ang="0">
                <a:pos x="connsiteX1043-2087" y="connsiteY1043-2088"/>
              </a:cxn>
              <a:cxn ang="0">
                <a:pos x="connsiteX1044-2089" y="connsiteY1044-2090"/>
              </a:cxn>
              <a:cxn ang="0">
                <a:pos x="connsiteX1045-2091" y="connsiteY1045-2092"/>
              </a:cxn>
              <a:cxn ang="0">
                <a:pos x="connsiteX1046-4185" y="connsiteY1046-4186"/>
              </a:cxn>
              <a:cxn ang="0">
                <a:pos x="connsiteX1047-4187" y="connsiteY1047-4188"/>
              </a:cxn>
              <a:cxn ang="0">
                <a:pos x="connsiteX1048-4189" y="connsiteY1048-4190"/>
              </a:cxn>
              <a:cxn ang="0">
                <a:pos x="connsiteX1049-4191" y="connsiteY1049-4192"/>
              </a:cxn>
              <a:cxn ang="0">
                <a:pos x="connsiteX1050-4193" y="connsiteY1050-4194"/>
              </a:cxn>
              <a:cxn ang="0">
                <a:pos x="connsiteX1051-4195" y="connsiteY1051-4196"/>
              </a:cxn>
              <a:cxn ang="0">
                <a:pos x="connsiteX1052-4197" y="connsiteY1052-4198"/>
              </a:cxn>
              <a:cxn ang="0">
                <a:pos x="connsiteX1053-4199" y="connsiteY1053-4200"/>
              </a:cxn>
              <a:cxn ang="0">
                <a:pos x="connsiteX1054-4201" y="connsiteY1054-4202"/>
              </a:cxn>
              <a:cxn ang="0">
                <a:pos x="connsiteX1055-4203" y="connsiteY1055-4204"/>
              </a:cxn>
              <a:cxn ang="0">
                <a:pos x="connsiteX1056-4205" y="connsiteY1056-4206"/>
              </a:cxn>
              <a:cxn ang="0">
                <a:pos x="connsiteX1057-4207" y="connsiteY1057-4208"/>
              </a:cxn>
              <a:cxn ang="0">
                <a:pos x="connsiteX1058-4209" y="connsiteY1058-4210"/>
              </a:cxn>
              <a:cxn ang="0">
                <a:pos x="connsiteX1059-4211" y="connsiteY1059-4212"/>
              </a:cxn>
              <a:cxn ang="0">
                <a:pos x="connsiteX1060-4213" y="connsiteY1060-4214"/>
              </a:cxn>
              <a:cxn ang="0">
                <a:pos x="connsiteX1061-4215" y="connsiteY1061-4216"/>
              </a:cxn>
              <a:cxn ang="0">
                <a:pos x="connsiteX1062-4217" y="connsiteY1062-4218"/>
              </a:cxn>
              <a:cxn ang="0">
                <a:pos x="connsiteX1063-4219" y="connsiteY1063-4220"/>
              </a:cxn>
              <a:cxn ang="0">
                <a:pos x="connsiteX1064-4221" y="connsiteY1064-4222"/>
              </a:cxn>
              <a:cxn ang="0">
                <a:pos x="connsiteX1065-4223" y="connsiteY1065-4224"/>
              </a:cxn>
              <a:cxn ang="0">
                <a:pos x="connsiteX1066-4225" y="connsiteY1066-4226"/>
              </a:cxn>
              <a:cxn ang="0">
                <a:pos x="connsiteX1067-4227" y="connsiteY1067-4228"/>
              </a:cxn>
              <a:cxn ang="0">
                <a:pos x="connsiteX1068-4229" y="connsiteY1068-4230"/>
              </a:cxn>
              <a:cxn ang="0">
                <a:pos x="connsiteX1069-4231" y="connsiteY1069-4232"/>
              </a:cxn>
              <a:cxn ang="0">
                <a:pos x="connsiteX1070-4233" y="connsiteY1070-4234"/>
              </a:cxn>
              <a:cxn ang="0">
                <a:pos x="connsiteX1071-4235" y="connsiteY1071-4236"/>
              </a:cxn>
              <a:cxn ang="0">
                <a:pos x="connsiteX1072-4237" y="connsiteY1072-4238"/>
              </a:cxn>
              <a:cxn ang="0">
                <a:pos x="connsiteX1073-4239" y="connsiteY1073-4240"/>
              </a:cxn>
              <a:cxn ang="0">
                <a:pos x="connsiteX1074-4241" y="connsiteY1074-4242"/>
              </a:cxn>
              <a:cxn ang="0">
                <a:pos x="connsiteX1075-4243" y="connsiteY1075-4244"/>
              </a:cxn>
              <a:cxn ang="0">
                <a:pos x="connsiteX1076-4245" y="connsiteY1076-4246"/>
              </a:cxn>
              <a:cxn ang="0">
                <a:pos x="connsiteX1077-4247" y="connsiteY1077-4248"/>
              </a:cxn>
              <a:cxn ang="0">
                <a:pos x="connsiteX1078-4249" y="connsiteY1078-4250"/>
              </a:cxn>
              <a:cxn ang="0">
                <a:pos x="connsiteX1079-4251" y="connsiteY1079-4252"/>
              </a:cxn>
              <a:cxn ang="0">
                <a:pos x="connsiteX1080-4253" y="connsiteY1080-4254"/>
              </a:cxn>
              <a:cxn ang="0">
                <a:pos x="connsiteX1081-4255" y="connsiteY1081-4256"/>
              </a:cxn>
              <a:cxn ang="0">
                <a:pos x="connsiteX1082-4257" y="connsiteY1082-4258"/>
              </a:cxn>
              <a:cxn ang="0">
                <a:pos x="connsiteX1083-4259" y="connsiteY1083-4260"/>
              </a:cxn>
              <a:cxn ang="0">
                <a:pos x="connsiteX1084-4261" y="connsiteY1084-4262"/>
              </a:cxn>
              <a:cxn ang="0">
                <a:pos x="connsiteX1085-4263" y="connsiteY1085-4264"/>
              </a:cxn>
              <a:cxn ang="0">
                <a:pos x="connsiteX1086-4265" y="connsiteY1086-4266"/>
              </a:cxn>
              <a:cxn ang="0">
                <a:pos x="connsiteX1087-4267" y="connsiteY1087-4268"/>
              </a:cxn>
              <a:cxn ang="0">
                <a:pos x="connsiteX1088-4269" y="connsiteY1088-4270"/>
              </a:cxn>
              <a:cxn ang="0">
                <a:pos x="connsiteX1089-4271" y="connsiteY1089-4272"/>
              </a:cxn>
              <a:cxn ang="0">
                <a:pos x="connsiteX1090-4273" y="connsiteY1090-4274"/>
              </a:cxn>
              <a:cxn ang="0">
                <a:pos x="connsiteX1091-4275" y="connsiteY1091-4276"/>
              </a:cxn>
              <a:cxn ang="0">
                <a:pos x="connsiteX1092-4277" y="connsiteY1092-4278"/>
              </a:cxn>
              <a:cxn ang="0">
                <a:pos x="connsiteX1093-4279" y="connsiteY1093-4280"/>
              </a:cxn>
              <a:cxn ang="0">
                <a:pos x="connsiteX1094-4281" y="connsiteY1094-4282"/>
              </a:cxn>
              <a:cxn ang="0">
                <a:pos x="connsiteX1095-4283" y="connsiteY1095-4284"/>
              </a:cxn>
              <a:cxn ang="0">
                <a:pos x="connsiteX1096-4285" y="connsiteY1096-4286"/>
              </a:cxn>
              <a:cxn ang="0">
                <a:pos x="connsiteX1097-4287" y="connsiteY1097-4288"/>
              </a:cxn>
              <a:cxn ang="0">
                <a:pos x="connsiteX1098-4289" y="connsiteY1098-4290"/>
              </a:cxn>
              <a:cxn ang="0">
                <a:pos x="connsiteX1099-4291" y="connsiteY1099-4292"/>
              </a:cxn>
              <a:cxn ang="0">
                <a:pos x="connsiteX1100-4293" y="connsiteY1100-4294"/>
              </a:cxn>
              <a:cxn ang="0">
                <a:pos x="connsiteX1101-4295" y="connsiteY1101-4296"/>
              </a:cxn>
              <a:cxn ang="0">
                <a:pos x="connsiteX1102-4297" y="connsiteY1102-4298"/>
              </a:cxn>
              <a:cxn ang="0">
                <a:pos x="connsiteX1103-4299" y="connsiteY1103-4300"/>
              </a:cxn>
              <a:cxn ang="0">
                <a:pos x="connsiteX1104-4301" y="connsiteY1104-4302"/>
              </a:cxn>
              <a:cxn ang="0">
                <a:pos x="connsiteX1105-4303" y="connsiteY1105-4304"/>
              </a:cxn>
              <a:cxn ang="0">
                <a:pos x="connsiteX1106-4305" y="connsiteY1106-4306"/>
              </a:cxn>
              <a:cxn ang="0">
                <a:pos x="connsiteX1107-4307" y="connsiteY1107-4308"/>
              </a:cxn>
              <a:cxn ang="0">
                <a:pos x="connsiteX1108-4309" y="connsiteY1108-4310"/>
              </a:cxn>
              <a:cxn ang="0">
                <a:pos x="connsiteX1109-4311" y="connsiteY1109-4312"/>
              </a:cxn>
              <a:cxn ang="0">
                <a:pos x="connsiteX1110-4313" y="connsiteY1110-4314"/>
              </a:cxn>
              <a:cxn ang="0">
                <a:pos x="connsiteX1111-4315" y="connsiteY1111-4316"/>
              </a:cxn>
              <a:cxn ang="0">
                <a:pos x="connsiteX1112-4317" y="connsiteY1112-4318"/>
              </a:cxn>
              <a:cxn ang="0">
                <a:pos x="connsiteX1113-4319" y="connsiteY1113-4320"/>
              </a:cxn>
              <a:cxn ang="0">
                <a:pos x="connsiteX1114-4321" y="connsiteY1114-4322"/>
              </a:cxn>
              <a:cxn ang="0">
                <a:pos x="connsiteX1115-4323" y="connsiteY1115-4324"/>
              </a:cxn>
              <a:cxn ang="0">
                <a:pos x="connsiteX1116-4325" y="connsiteY1116-4326"/>
              </a:cxn>
              <a:cxn ang="0">
                <a:pos x="connsiteX1117-4327" y="connsiteY1117-4328"/>
              </a:cxn>
              <a:cxn ang="0">
                <a:pos x="connsiteX1118-4329" y="connsiteY1118-4330"/>
              </a:cxn>
              <a:cxn ang="0">
                <a:pos x="connsiteX1119-4331" y="connsiteY1119-4332"/>
              </a:cxn>
              <a:cxn ang="0">
                <a:pos x="connsiteX1120-4333" y="connsiteY1120-4334"/>
              </a:cxn>
              <a:cxn ang="0">
                <a:pos x="connsiteX1121-4335" y="connsiteY1121-4336"/>
              </a:cxn>
              <a:cxn ang="0">
                <a:pos x="connsiteX1122-4337" y="connsiteY1122-4338"/>
              </a:cxn>
              <a:cxn ang="0">
                <a:pos x="connsiteX1123-4339" y="connsiteY1123-4340"/>
              </a:cxn>
              <a:cxn ang="0">
                <a:pos x="connsiteX1124-4341" y="connsiteY1124-4342"/>
              </a:cxn>
              <a:cxn ang="0">
                <a:pos x="connsiteX1125-4343" y="connsiteY1125-4344"/>
              </a:cxn>
              <a:cxn ang="0">
                <a:pos x="connsiteX1126-4345" y="connsiteY1126-4346"/>
              </a:cxn>
              <a:cxn ang="0">
                <a:pos x="connsiteX1127-4347" y="connsiteY1127-4348"/>
              </a:cxn>
              <a:cxn ang="0">
                <a:pos x="connsiteX1128-4349" y="connsiteY1128-4350"/>
              </a:cxn>
              <a:cxn ang="0">
                <a:pos x="connsiteX1129-4351" y="connsiteY1129-4352"/>
              </a:cxn>
              <a:cxn ang="0">
                <a:pos x="connsiteX1130-4353" y="connsiteY1130-4354"/>
              </a:cxn>
              <a:cxn ang="0">
                <a:pos x="connsiteX1131-4355" y="connsiteY1131-4356"/>
              </a:cxn>
              <a:cxn ang="0">
                <a:pos x="connsiteX1132-4357" y="connsiteY1132-4358"/>
              </a:cxn>
              <a:cxn ang="0">
                <a:pos x="connsiteX1133-4359" y="connsiteY1133-4360"/>
              </a:cxn>
              <a:cxn ang="0">
                <a:pos x="connsiteX1134-4361" y="connsiteY1134-4362"/>
              </a:cxn>
              <a:cxn ang="0">
                <a:pos x="connsiteX1135-4363" y="connsiteY1135-4364"/>
              </a:cxn>
              <a:cxn ang="0">
                <a:pos x="connsiteX1136-4365" y="connsiteY1136-4366"/>
              </a:cxn>
              <a:cxn ang="0">
                <a:pos x="connsiteX1137-4367" y="connsiteY1137-4368"/>
              </a:cxn>
              <a:cxn ang="0">
                <a:pos x="connsiteX1138-4369" y="connsiteY1138-4370"/>
              </a:cxn>
              <a:cxn ang="0">
                <a:pos x="connsiteX1139-4371" y="connsiteY1139-4372"/>
              </a:cxn>
              <a:cxn ang="0">
                <a:pos x="connsiteX1140-4373" y="connsiteY1140-4374"/>
              </a:cxn>
              <a:cxn ang="0">
                <a:pos x="connsiteX1141-4375" y="connsiteY1141-4376"/>
              </a:cxn>
              <a:cxn ang="0">
                <a:pos x="connsiteX1142-4377" y="connsiteY1142-4378"/>
              </a:cxn>
              <a:cxn ang="0">
                <a:pos x="connsiteX1143-4379" y="connsiteY1143-4380"/>
              </a:cxn>
              <a:cxn ang="0">
                <a:pos x="connsiteX1144-4381" y="connsiteY1144-4382"/>
              </a:cxn>
              <a:cxn ang="0">
                <a:pos x="connsiteX1145-4383" y="connsiteY1145-4384"/>
              </a:cxn>
              <a:cxn ang="0">
                <a:pos x="connsiteX1146-4385" y="connsiteY1146-4386"/>
              </a:cxn>
              <a:cxn ang="0">
                <a:pos x="connsiteX1147-4387" y="connsiteY1147-4388"/>
              </a:cxn>
              <a:cxn ang="0">
                <a:pos x="connsiteX1148-4389" y="connsiteY1148-4390"/>
              </a:cxn>
              <a:cxn ang="0">
                <a:pos x="connsiteX1149-4391" y="connsiteY1149-4392"/>
              </a:cxn>
              <a:cxn ang="0">
                <a:pos x="connsiteX1150-4393" y="connsiteY1150-4394"/>
              </a:cxn>
              <a:cxn ang="0">
                <a:pos x="connsiteX1151-4395" y="connsiteY1151-4396"/>
              </a:cxn>
              <a:cxn ang="0">
                <a:pos x="connsiteX1152-4397" y="connsiteY1152-4398"/>
              </a:cxn>
              <a:cxn ang="0">
                <a:pos x="connsiteX1153-4399" y="connsiteY1153-4400"/>
              </a:cxn>
              <a:cxn ang="0">
                <a:pos x="connsiteX1154-4401" y="connsiteY1154-4402"/>
              </a:cxn>
              <a:cxn ang="0">
                <a:pos x="connsiteX1155-4403" y="connsiteY1155-4404"/>
              </a:cxn>
              <a:cxn ang="0">
                <a:pos x="connsiteX1156-4405" y="connsiteY1156-4406"/>
              </a:cxn>
              <a:cxn ang="0">
                <a:pos x="connsiteX1157-4407" y="connsiteY1157-4408"/>
              </a:cxn>
              <a:cxn ang="0">
                <a:pos x="connsiteX1158-4409" y="connsiteY1158-4410"/>
              </a:cxn>
              <a:cxn ang="0">
                <a:pos x="connsiteX1159-4411" y="connsiteY1159-4412"/>
              </a:cxn>
              <a:cxn ang="0">
                <a:pos x="connsiteX1160-4413" y="connsiteY1160-4414"/>
              </a:cxn>
              <a:cxn ang="0">
                <a:pos x="connsiteX1161-4415" y="connsiteY1161-4416"/>
              </a:cxn>
              <a:cxn ang="0">
                <a:pos x="connsiteX1162-4417" y="connsiteY1162-4418"/>
              </a:cxn>
              <a:cxn ang="0">
                <a:pos x="connsiteX1163-4419" y="connsiteY1163-4420"/>
              </a:cxn>
              <a:cxn ang="0">
                <a:pos x="connsiteX1164-4421" y="connsiteY1164-4422"/>
              </a:cxn>
              <a:cxn ang="0">
                <a:pos x="connsiteX1165-4423" y="connsiteY1165-4424"/>
              </a:cxn>
              <a:cxn ang="0">
                <a:pos x="connsiteX1166-4425" y="connsiteY1166-4426"/>
              </a:cxn>
              <a:cxn ang="0">
                <a:pos x="connsiteX1167-4427" y="connsiteY1167-4428"/>
              </a:cxn>
              <a:cxn ang="0">
                <a:pos x="connsiteX1168-4429" y="connsiteY1168-4430"/>
              </a:cxn>
              <a:cxn ang="0">
                <a:pos x="connsiteX1169-4431" y="connsiteY1169-4432"/>
              </a:cxn>
              <a:cxn ang="0">
                <a:pos x="connsiteX1170-4433" y="connsiteY1170-4434"/>
              </a:cxn>
              <a:cxn ang="0">
                <a:pos x="connsiteX1171-4435" y="connsiteY1171-4436"/>
              </a:cxn>
              <a:cxn ang="0">
                <a:pos x="connsiteX1172-4437" y="connsiteY1172-4438"/>
              </a:cxn>
              <a:cxn ang="0">
                <a:pos x="connsiteX1173-4439" y="connsiteY1173-4440"/>
              </a:cxn>
            </a:cxnLst>
            <a:rect l="l" t="t" r="r" b="b"/>
            <a:pathLst>
              <a:path w="18982931" h="4449429">
                <a:moveTo>
                  <a:pt x="16404499" y="4309270"/>
                </a:moveTo>
                <a:lnTo>
                  <a:pt x="16404499" y="4366104"/>
                </a:lnTo>
                <a:lnTo>
                  <a:pt x="16461332" y="4366104"/>
                </a:lnTo>
                <a:lnTo>
                  <a:pt x="16461332" y="4309270"/>
                </a:lnTo>
                <a:lnTo>
                  <a:pt x="16404499" y="4309270"/>
                </a:lnTo>
                <a:close/>
                <a:moveTo>
                  <a:pt x="16292444" y="4309270"/>
                </a:moveTo>
                <a:lnTo>
                  <a:pt x="16292444" y="4366104"/>
                </a:lnTo>
                <a:lnTo>
                  <a:pt x="16349278" y="4366104"/>
                </a:lnTo>
                <a:lnTo>
                  <a:pt x="16349278" y="4309270"/>
                </a:lnTo>
                <a:lnTo>
                  <a:pt x="16292444" y="4309270"/>
                </a:lnTo>
                <a:close/>
                <a:moveTo>
                  <a:pt x="16180390" y="4309270"/>
                </a:moveTo>
                <a:lnTo>
                  <a:pt x="16180390" y="4366104"/>
                </a:lnTo>
                <a:lnTo>
                  <a:pt x="16237224" y="4366104"/>
                </a:lnTo>
                <a:lnTo>
                  <a:pt x="16237224" y="4309270"/>
                </a:lnTo>
                <a:lnTo>
                  <a:pt x="16180390" y="4309270"/>
                </a:lnTo>
                <a:close/>
                <a:moveTo>
                  <a:pt x="2813944" y="4309269"/>
                </a:moveTo>
                <a:lnTo>
                  <a:pt x="2813944" y="4366102"/>
                </a:lnTo>
                <a:lnTo>
                  <a:pt x="2870780" y="4366102"/>
                </a:lnTo>
                <a:lnTo>
                  <a:pt x="2870780" y="4309269"/>
                </a:lnTo>
                <a:lnTo>
                  <a:pt x="2813944" y="4309269"/>
                </a:lnTo>
                <a:close/>
                <a:moveTo>
                  <a:pt x="2701890" y="4309269"/>
                </a:moveTo>
                <a:lnTo>
                  <a:pt x="2701890" y="4366102"/>
                </a:lnTo>
                <a:lnTo>
                  <a:pt x="2758723" y="4366102"/>
                </a:lnTo>
                <a:lnTo>
                  <a:pt x="2758723" y="4309269"/>
                </a:lnTo>
                <a:lnTo>
                  <a:pt x="2701890" y="4309269"/>
                </a:lnTo>
                <a:close/>
                <a:moveTo>
                  <a:pt x="2589843" y="4309269"/>
                </a:moveTo>
                <a:lnTo>
                  <a:pt x="2589843" y="4366102"/>
                </a:lnTo>
                <a:lnTo>
                  <a:pt x="2646669" y="4366102"/>
                </a:lnTo>
                <a:lnTo>
                  <a:pt x="2646669" y="4309269"/>
                </a:lnTo>
                <a:lnTo>
                  <a:pt x="2589843" y="4309269"/>
                </a:lnTo>
                <a:close/>
                <a:moveTo>
                  <a:pt x="16404499" y="4163982"/>
                </a:moveTo>
                <a:lnTo>
                  <a:pt x="16404499" y="4220816"/>
                </a:lnTo>
                <a:lnTo>
                  <a:pt x="16461332" y="4220816"/>
                </a:lnTo>
                <a:lnTo>
                  <a:pt x="16461332" y="4163982"/>
                </a:lnTo>
                <a:lnTo>
                  <a:pt x="16404499" y="4163982"/>
                </a:lnTo>
                <a:close/>
                <a:moveTo>
                  <a:pt x="16292444" y="4163982"/>
                </a:moveTo>
                <a:lnTo>
                  <a:pt x="16292444" y="4220816"/>
                </a:lnTo>
                <a:lnTo>
                  <a:pt x="16349278" y="4220816"/>
                </a:lnTo>
                <a:lnTo>
                  <a:pt x="16349278" y="4163982"/>
                </a:lnTo>
                <a:lnTo>
                  <a:pt x="16292444" y="4163982"/>
                </a:lnTo>
                <a:close/>
                <a:moveTo>
                  <a:pt x="16180390" y="4163982"/>
                </a:moveTo>
                <a:lnTo>
                  <a:pt x="16180390" y="4220816"/>
                </a:lnTo>
                <a:lnTo>
                  <a:pt x="16237224" y="4220816"/>
                </a:lnTo>
                <a:lnTo>
                  <a:pt x="16237224" y="4163982"/>
                </a:lnTo>
                <a:lnTo>
                  <a:pt x="16180390" y="4163982"/>
                </a:lnTo>
                <a:close/>
                <a:moveTo>
                  <a:pt x="2813944" y="4163981"/>
                </a:moveTo>
                <a:lnTo>
                  <a:pt x="2813944" y="4220814"/>
                </a:lnTo>
                <a:lnTo>
                  <a:pt x="2870780" y="4220814"/>
                </a:lnTo>
                <a:lnTo>
                  <a:pt x="2870780" y="4163981"/>
                </a:lnTo>
                <a:lnTo>
                  <a:pt x="2813944" y="4163981"/>
                </a:lnTo>
                <a:close/>
                <a:moveTo>
                  <a:pt x="2701890" y="4163981"/>
                </a:moveTo>
                <a:lnTo>
                  <a:pt x="2701890" y="4220814"/>
                </a:lnTo>
                <a:lnTo>
                  <a:pt x="2758723" y="4220814"/>
                </a:lnTo>
                <a:lnTo>
                  <a:pt x="2758723" y="4163981"/>
                </a:lnTo>
                <a:lnTo>
                  <a:pt x="2701890" y="4163981"/>
                </a:lnTo>
                <a:close/>
                <a:moveTo>
                  <a:pt x="2589843" y="4163981"/>
                </a:moveTo>
                <a:lnTo>
                  <a:pt x="2589843" y="4220814"/>
                </a:lnTo>
                <a:lnTo>
                  <a:pt x="2646669" y="4220814"/>
                </a:lnTo>
                <a:lnTo>
                  <a:pt x="2646669" y="4163981"/>
                </a:lnTo>
                <a:lnTo>
                  <a:pt x="2589843" y="4163981"/>
                </a:lnTo>
                <a:close/>
                <a:moveTo>
                  <a:pt x="9851983" y="4073253"/>
                </a:moveTo>
                <a:lnTo>
                  <a:pt x="9851983" y="4282100"/>
                </a:lnTo>
                <a:lnTo>
                  <a:pt x="9897683" y="4282100"/>
                </a:lnTo>
                <a:lnTo>
                  <a:pt x="9897683" y="4073253"/>
                </a:lnTo>
                <a:lnTo>
                  <a:pt x="9851983" y="4073253"/>
                </a:lnTo>
                <a:close/>
                <a:moveTo>
                  <a:pt x="9760354" y="4073253"/>
                </a:moveTo>
                <a:lnTo>
                  <a:pt x="9760354" y="4282100"/>
                </a:lnTo>
                <a:lnTo>
                  <a:pt x="9806054" y="4282100"/>
                </a:lnTo>
                <a:lnTo>
                  <a:pt x="9806054" y="4073253"/>
                </a:lnTo>
                <a:lnTo>
                  <a:pt x="9760354" y="4073253"/>
                </a:lnTo>
                <a:close/>
                <a:moveTo>
                  <a:pt x="9668723" y="4073253"/>
                </a:moveTo>
                <a:lnTo>
                  <a:pt x="9668723" y="4282100"/>
                </a:lnTo>
                <a:lnTo>
                  <a:pt x="9714423" y="4282100"/>
                </a:lnTo>
                <a:lnTo>
                  <a:pt x="9714423" y="4073253"/>
                </a:lnTo>
                <a:lnTo>
                  <a:pt x="9668723" y="4073253"/>
                </a:lnTo>
                <a:close/>
                <a:moveTo>
                  <a:pt x="9577094" y="4073253"/>
                </a:moveTo>
                <a:lnTo>
                  <a:pt x="9577094" y="4282100"/>
                </a:lnTo>
                <a:lnTo>
                  <a:pt x="9622794" y="4282100"/>
                </a:lnTo>
                <a:lnTo>
                  <a:pt x="9622794" y="4073253"/>
                </a:lnTo>
                <a:lnTo>
                  <a:pt x="9577094" y="4073253"/>
                </a:lnTo>
                <a:close/>
                <a:moveTo>
                  <a:pt x="9485470" y="4073253"/>
                </a:moveTo>
                <a:lnTo>
                  <a:pt x="9485470" y="4282100"/>
                </a:lnTo>
                <a:lnTo>
                  <a:pt x="9531165" y="4282100"/>
                </a:lnTo>
                <a:lnTo>
                  <a:pt x="9531165" y="4073253"/>
                </a:lnTo>
                <a:lnTo>
                  <a:pt x="9485470" y="4073253"/>
                </a:lnTo>
                <a:close/>
                <a:moveTo>
                  <a:pt x="9393836" y="4073253"/>
                </a:moveTo>
                <a:lnTo>
                  <a:pt x="9393836" y="4282100"/>
                </a:lnTo>
                <a:lnTo>
                  <a:pt x="9439536" y="4282100"/>
                </a:lnTo>
                <a:lnTo>
                  <a:pt x="9439536" y="4073253"/>
                </a:lnTo>
                <a:lnTo>
                  <a:pt x="9393836" y="4073253"/>
                </a:lnTo>
                <a:close/>
                <a:moveTo>
                  <a:pt x="9302203" y="4073253"/>
                </a:moveTo>
                <a:lnTo>
                  <a:pt x="9302203" y="4282100"/>
                </a:lnTo>
                <a:lnTo>
                  <a:pt x="9347904" y="4282100"/>
                </a:lnTo>
                <a:lnTo>
                  <a:pt x="9347904" y="4073253"/>
                </a:lnTo>
                <a:lnTo>
                  <a:pt x="9302203" y="4073253"/>
                </a:lnTo>
                <a:close/>
                <a:moveTo>
                  <a:pt x="16404499" y="4018694"/>
                </a:moveTo>
                <a:lnTo>
                  <a:pt x="16404499" y="4075528"/>
                </a:lnTo>
                <a:lnTo>
                  <a:pt x="16461332" y="4075528"/>
                </a:lnTo>
                <a:lnTo>
                  <a:pt x="16461332" y="4018694"/>
                </a:lnTo>
                <a:lnTo>
                  <a:pt x="16404499" y="4018694"/>
                </a:lnTo>
                <a:close/>
                <a:moveTo>
                  <a:pt x="16292444" y="4018694"/>
                </a:moveTo>
                <a:lnTo>
                  <a:pt x="16292444" y="4075528"/>
                </a:lnTo>
                <a:lnTo>
                  <a:pt x="16349278" y="4075528"/>
                </a:lnTo>
                <a:lnTo>
                  <a:pt x="16349278" y="4018694"/>
                </a:lnTo>
                <a:lnTo>
                  <a:pt x="16292444" y="4018694"/>
                </a:lnTo>
                <a:close/>
                <a:moveTo>
                  <a:pt x="16180390" y="4018694"/>
                </a:moveTo>
                <a:lnTo>
                  <a:pt x="16180390" y="4075528"/>
                </a:lnTo>
                <a:lnTo>
                  <a:pt x="16237224" y="4075528"/>
                </a:lnTo>
                <a:lnTo>
                  <a:pt x="16237224" y="4018694"/>
                </a:lnTo>
                <a:lnTo>
                  <a:pt x="16180390" y="4018694"/>
                </a:lnTo>
                <a:close/>
                <a:moveTo>
                  <a:pt x="2813944" y="4018692"/>
                </a:moveTo>
                <a:lnTo>
                  <a:pt x="2813944" y="4075526"/>
                </a:lnTo>
                <a:lnTo>
                  <a:pt x="2870780" y="4075526"/>
                </a:lnTo>
                <a:lnTo>
                  <a:pt x="2870780" y="4018692"/>
                </a:lnTo>
                <a:lnTo>
                  <a:pt x="2813944" y="4018692"/>
                </a:lnTo>
                <a:close/>
                <a:moveTo>
                  <a:pt x="2701890" y="4018692"/>
                </a:moveTo>
                <a:lnTo>
                  <a:pt x="2701890" y="4075526"/>
                </a:lnTo>
                <a:lnTo>
                  <a:pt x="2758723" y="4075526"/>
                </a:lnTo>
                <a:lnTo>
                  <a:pt x="2758723" y="4018692"/>
                </a:lnTo>
                <a:lnTo>
                  <a:pt x="2701890" y="4018692"/>
                </a:lnTo>
                <a:close/>
                <a:moveTo>
                  <a:pt x="2589843" y="4018692"/>
                </a:moveTo>
                <a:lnTo>
                  <a:pt x="2589843" y="4075526"/>
                </a:lnTo>
                <a:lnTo>
                  <a:pt x="2646669" y="4075526"/>
                </a:lnTo>
                <a:lnTo>
                  <a:pt x="2646669" y="4018692"/>
                </a:lnTo>
                <a:lnTo>
                  <a:pt x="2589843" y="4018692"/>
                </a:lnTo>
                <a:close/>
                <a:moveTo>
                  <a:pt x="16404499" y="3873406"/>
                </a:moveTo>
                <a:lnTo>
                  <a:pt x="16404499" y="3930240"/>
                </a:lnTo>
                <a:lnTo>
                  <a:pt x="16461332" y="3930240"/>
                </a:lnTo>
                <a:lnTo>
                  <a:pt x="16461332" y="3873406"/>
                </a:lnTo>
                <a:lnTo>
                  <a:pt x="16404499" y="3873406"/>
                </a:lnTo>
                <a:close/>
                <a:moveTo>
                  <a:pt x="16292444" y="3873406"/>
                </a:moveTo>
                <a:lnTo>
                  <a:pt x="16292444" y="3930240"/>
                </a:lnTo>
                <a:lnTo>
                  <a:pt x="16349278" y="3930240"/>
                </a:lnTo>
                <a:lnTo>
                  <a:pt x="16349278" y="3873406"/>
                </a:lnTo>
                <a:lnTo>
                  <a:pt x="16292444" y="3873406"/>
                </a:lnTo>
                <a:close/>
                <a:moveTo>
                  <a:pt x="16180390" y="3873406"/>
                </a:moveTo>
                <a:lnTo>
                  <a:pt x="16180390" y="3930240"/>
                </a:lnTo>
                <a:lnTo>
                  <a:pt x="16237224" y="3930240"/>
                </a:lnTo>
                <a:lnTo>
                  <a:pt x="16237224" y="3873406"/>
                </a:lnTo>
                <a:lnTo>
                  <a:pt x="16180390" y="3873406"/>
                </a:lnTo>
                <a:close/>
                <a:moveTo>
                  <a:pt x="2813944" y="3873404"/>
                </a:moveTo>
                <a:lnTo>
                  <a:pt x="2813944" y="3930238"/>
                </a:lnTo>
                <a:lnTo>
                  <a:pt x="2870780" y="3930238"/>
                </a:lnTo>
                <a:lnTo>
                  <a:pt x="2870780" y="3873404"/>
                </a:lnTo>
                <a:lnTo>
                  <a:pt x="2813944" y="3873404"/>
                </a:lnTo>
                <a:close/>
                <a:moveTo>
                  <a:pt x="2701890" y="3873404"/>
                </a:moveTo>
                <a:lnTo>
                  <a:pt x="2701890" y="3930238"/>
                </a:lnTo>
                <a:lnTo>
                  <a:pt x="2758723" y="3930238"/>
                </a:lnTo>
                <a:lnTo>
                  <a:pt x="2758723" y="3873404"/>
                </a:lnTo>
                <a:lnTo>
                  <a:pt x="2701890" y="3873404"/>
                </a:lnTo>
                <a:close/>
                <a:moveTo>
                  <a:pt x="2589843" y="3873404"/>
                </a:moveTo>
                <a:lnTo>
                  <a:pt x="2589843" y="3930238"/>
                </a:lnTo>
                <a:lnTo>
                  <a:pt x="2646669" y="3930238"/>
                </a:lnTo>
                <a:lnTo>
                  <a:pt x="2646669" y="3873404"/>
                </a:lnTo>
                <a:lnTo>
                  <a:pt x="2589843" y="3873404"/>
                </a:lnTo>
                <a:close/>
                <a:moveTo>
                  <a:pt x="17351339" y="3769299"/>
                </a:moveTo>
                <a:lnTo>
                  <a:pt x="17351339" y="3815000"/>
                </a:lnTo>
                <a:lnTo>
                  <a:pt x="17560187" y="3815000"/>
                </a:lnTo>
                <a:lnTo>
                  <a:pt x="17560187" y="3769299"/>
                </a:lnTo>
                <a:lnTo>
                  <a:pt x="17351339" y="3769299"/>
                </a:lnTo>
                <a:close/>
                <a:moveTo>
                  <a:pt x="16404499" y="3728118"/>
                </a:moveTo>
                <a:lnTo>
                  <a:pt x="16404499" y="3784951"/>
                </a:lnTo>
                <a:lnTo>
                  <a:pt x="16461332" y="3784951"/>
                </a:lnTo>
                <a:lnTo>
                  <a:pt x="16461332" y="3728118"/>
                </a:lnTo>
                <a:lnTo>
                  <a:pt x="16404499" y="3728118"/>
                </a:lnTo>
                <a:close/>
                <a:moveTo>
                  <a:pt x="16292444" y="3728118"/>
                </a:moveTo>
                <a:lnTo>
                  <a:pt x="16292444" y="3784951"/>
                </a:lnTo>
                <a:lnTo>
                  <a:pt x="16349278" y="3784951"/>
                </a:lnTo>
                <a:lnTo>
                  <a:pt x="16349278" y="3728118"/>
                </a:lnTo>
                <a:lnTo>
                  <a:pt x="16292444" y="3728118"/>
                </a:lnTo>
                <a:close/>
                <a:moveTo>
                  <a:pt x="16180390" y="3728118"/>
                </a:moveTo>
                <a:lnTo>
                  <a:pt x="16180390" y="3784951"/>
                </a:lnTo>
                <a:lnTo>
                  <a:pt x="16237224" y="3784951"/>
                </a:lnTo>
                <a:lnTo>
                  <a:pt x="16237224" y="3728118"/>
                </a:lnTo>
                <a:lnTo>
                  <a:pt x="16180390" y="3728118"/>
                </a:lnTo>
                <a:close/>
                <a:moveTo>
                  <a:pt x="2813944" y="3728116"/>
                </a:moveTo>
                <a:lnTo>
                  <a:pt x="2813944" y="3784950"/>
                </a:lnTo>
                <a:lnTo>
                  <a:pt x="2870780" y="3784950"/>
                </a:lnTo>
                <a:lnTo>
                  <a:pt x="2870780" y="3728116"/>
                </a:lnTo>
                <a:lnTo>
                  <a:pt x="2813944" y="3728116"/>
                </a:lnTo>
                <a:close/>
                <a:moveTo>
                  <a:pt x="2701891" y="3728116"/>
                </a:moveTo>
                <a:lnTo>
                  <a:pt x="2701891" y="3784950"/>
                </a:lnTo>
                <a:lnTo>
                  <a:pt x="2758730" y="3784950"/>
                </a:lnTo>
                <a:lnTo>
                  <a:pt x="2758730" y="3728116"/>
                </a:lnTo>
                <a:lnTo>
                  <a:pt x="2701891" y="3728116"/>
                </a:lnTo>
                <a:close/>
                <a:moveTo>
                  <a:pt x="2589845" y="3728116"/>
                </a:moveTo>
                <a:lnTo>
                  <a:pt x="2589845" y="3784950"/>
                </a:lnTo>
                <a:lnTo>
                  <a:pt x="2646671" y="3784950"/>
                </a:lnTo>
                <a:lnTo>
                  <a:pt x="2646671" y="3728116"/>
                </a:lnTo>
                <a:lnTo>
                  <a:pt x="2589845" y="3728116"/>
                </a:lnTo>
                <a:close/>
                <a:moveTo>
                  <a:pt x="17351339" y="3677667"/>
                </a:moveTo>
                <a:lnTo>
                  <a:pt x="17351339" y="3723368"/>
                </a:lnTo>
                <a:lnTo>
                  <a:pt x="17560187" y="3723368"/>
                </a:lnTo>
                <a:lnTo>
                  <a:pt x="17560187" y="3677667"/>
                </a:lnTo>
                <a:lnTo>
                  <a:pt x="17351339" y="3677667"/>
                </a:lnTo>
                <a:close/>
                <a:moveTo>
                  <a:pt x="12612246" y="3645952"/>
                </a:moveTo>
                <a:lnTo>
                  <a:pt x="12612246" y="3702785"/>
                </a:lnTo>
                <a:lnTo>
                  <a:pt x="12669079" y="3702785"/>
                </a:lnTo>
                <a:lnTo>
                  <a:pt x="12669079" y="3645952"/>
                </a:lnTo>
                <a:lnTo>
                  <a:pt x="12612246" y="3645952"/>
                </a:lnTo>
                <a:close/>
                <a:moveTo>
                  <a:pt x="12500191" y="3645952"/>
                </a:moveTo>
                <a:lnTo>
                  <a:pt x="12500191" y="3702785"/>
                </a:lnTo>
                <a:lnTo>
                  <a:pt x="12557025" y="3702785"/>
                </a:lnTo>
                <a:lnTo>
                  <a:pt x="12557025" y="3645952"/>
                </a:lnTo>
                <a:lnTo>
                  <a:pt x="12500191" y="3645952"/>
                </a:lnTo>
                <a:close/>
                <a:moveTo>
                  <a:pt x="12388137" y="3645952"/>
                </a:moveTo>
                <a:lnTo>
                  <a:pt x="12388137" y="3702785"/>
                </a:lnTo>
                <a:lnTo>
                  <a:pt x="12444971" y="3702785"/>
                </a:lnTo>
                <a:lnTo>
                  <a:pt x="12444971" y="3645952"/>
                </a:lnTo>
                <a:lnTo>
                  <a:pt x="12388137" y="3645952"/>
                </a:lnTo>
                <a:close/>
                <a:moveTo>
                  <a:pt x="17351339" y="3586038"/>
                </a:moveTo>
                <a:lnTo>
                  <a:pt x="17351339" y="3631739"/>
                </a:lnTo>
                <a:lnTo>
                  <a:pt x="17560187" y="3631739"/>
                </a:lnTo>
                <a:lnTo>
                  <a:pt x="17560187" y="3586038"/>
                </a:lnTo>
                <a:lnTo>
                  <a:pt x="17351339" y="3586038"/>
                </a:lnTo>
                <a:close/>
                <a:moveTo>
                  <a:pt x="16404499" y="3582830"/>
                </a:moveTo>
                <a:lnTo>
                  <a:pt x="16404499" y="3639663"/>
                </a:lnTo>
                <a:lnTo>
                  <a:pt x="16461332" y="3639663"/>
                </a:lnTo>
                <a:lnTo>
                  <a:pt x="16461332" y="3582830"/>
                </a:lnTo>
                <a:lnTo>
                  <a:pt x="16404499" y="3582830"/>
                </a:lnTo>
                <a:close/>
                <a:moveTo>
                  <a:pt x="16292444" y="3582830"/>
                </a:moveTo>
                <a:lnTo>
                  <a:pt x="16292444" y="3639663"/>
                </a:lnTo>
                <a:lnTo>
                  <a:pt x="16349278" y="3639663"/>
                </a:lnTo>
                <a:lnTo>
                  <a:pt x="16349278" y="3582830"/>
                </a:lnTo>
                <a:lnTo>
                  <a:pt x="16292444" y="3582830"/>
                </a:lnTo>
                <a:close/>
                <a:moveTo>
                  <a:pt x="16180390" y="3582830"/>
                </a:moveTo>
                <a:lnTo>
                  <a:pt x="16180390" y="3639663"/>
                </a:lnTo>
                <a:lnTo>
                  <a:pt x="16237224" y="3639663"/>
                </a:lnTo>
                <a:lnTo>
                  <a:pt x="16237224" y="3582830"/>
                </a:lnTo>
                <a:lnTo>
                  <a:pt x="16180390" y="3582830"/>
                </a:lnTo>
                <a:close/>
                <a:moveTo>
                  <a:pt x="2813944" y="3582828"/>
                </a:moveTo>
                <a:lnTo>
                  <a:pt x="2813944" y="3639662"/>
                </a:lnTo>
                <a:lnTo>
                  <a:pt x="2870780" y="3639662"/>
                </a:lnTo>
                <a:lnTo>
                  <a:pt x="2870780" y="3582828"/>
                </a:lnTo>
                <a:lnTo>
                  <a:pt x="2813944" y="3582828"/>
                </a:lnTo>
                <a:close/>
                <a:moveTo>
                  <a:pt x="2701891" y="3582828"/>
                </a:moveTo>
                <a:lnTo>
                  <a:pt x="2701891" y="3639662"/>
                </a:lnTo>
                <a:lnTo>
                  <a:pt x="2758730" y="3639662"/>
                </a:lnTo>
                <a:lnTo>
                  <a:pt x="2758730" y="3582828"/>
                </a:lnTo>
                <a:lnTo>
                  <a:pt x="2701891" y="3582828"/>
                </a:lnTo>
                <a:close/>
                <a:moveTo>
                  <a:pt x="2589845" y="3582828"/>
                </a:moveTo>
                <a:lnTo>
                  <a:pt x="2589845" y="3639662"/>
                </a:lnTo>
                <a:lnTo>
                  <a:pt x="2646671" y="3639662"/>
                </a:lnTo>
                <a:lnTo>
                  <a:pt x="2646671" y="3582828"/>
                </a:lnTo>
                <a:lnTo>
                  <a:pt x="2589845" y="3582828"/>
                </a:lnTo>
                <a:close/>
                <a:moveTo>
                  <a:pt x="12612246" y="3500664"/>
                </a:moveTo>
                <a:lnTo>
                  <a:pt x="12612246" y="3557497"/>
                </a:lnTo>
                <a:lnTo>
                  <a:pt x="12669079" y="3557497"/>
                </a:lnTo>
                <a:lnTo>
                  <a:pt x="12669079" y="3500664"/>
                </a:lnTo>
                <a:lnTo>
                  <a:pt x="12612246" y="3500664"/>
                </a:lnTo>
                <a:close/>
                <a:moveTo>
                  <a:pt x="12500191" y="3500664"/>
                </a:moveTo>
                <a:lnTo>
                  <a:pt x="12500191" y="3557497"/>
                </a:lnTo>
                <a:lnTo>
                  <a:pt x="12557025" y="3557497"/>
                </a:lnTo>
                <a:lnTo>
                  <a:pt x="12557025" y="3500664"/>
                </a:lnTo>
                <a:lnTo>
                  <a:pt x="12500191" y="3500664"/>
                </a:lnTo>
                <a:close/>
                <a:moveTo>
                  <a:pt x="12388137" y="3500664"/>
                </a:moveTo>
                <a:lnTo>
                  <a:pt x="12388137" y="3557497"/>
                </a:lnTo>
                <a:lnTo>
                  <a:pt x="12444971" y="3557497"/>
                </a:lnTo>
                <a:lnTo>
                  <a:pt x="12444971" y="3500664"/>
                </a:lnTo>
                <a:lnTo>
                  <a:pt x="12388137" y="3500664"/>
                </a:lnTo>
                <a:close/>
                <a:moveTo>
                  <a:pt x="17351339" y="3492933"/>
                </a:moveTo>
                <a:lnTo>
                  <a:pt x="17351339" y="3538633"/>
                </a:lnTo>
                <a:lnTo>
                  <a:pt x="17560187" y="3538633"/>
                </a:lnTo>
                <a:lnTo>
                  <a:pt x="17560187" y="3492933"/>
                </a:lnTo>
                <a:lnTo>
                  <a:pt x="17351339" y="3492933"/>
                </a:lnTo>
                <a:close/>
                <a:moveTo>
                  <a:pt x="17351339" y="3401301"/>
                </a:moveTo>
                <a:lnTo>
                  <a:pt x="17351339" y="3447001"/>
                </a:lnTo>
                <a:lnTo>
                  <a:pt x="17560187" y="3447001"/>
                </a:lnTo>
                <a:lnTo>
                  <a:pt x="17560187" y="3401301"/>
                </a:lnTo>
                <a:lnTo>
                  <a:pt x="17351339" y="3401301"/>
                </a:lnTo>
                <a:close/>
                <a:moveTo>
                  <a:pt x="1596781" y="3357078"/>
                </a:moveTo>
                <a:lnTo>
                  <a:pt x="1596781" y="3402779"/>
                </a:lnTo>
                <a:lnTo>
                  <a:pt x="1805629" y="3402779"/>
                </a:lnTo>
                <a:lnTo>
                  <a:pt x="1805629" y="3357078"/>
                </a:lnTo>
                <a:lnTo>
                  <a:pt x="1596781" y="3357078"/>
                </a:lnTo>
                <a:close/>
                <a:moveTo>
                  <a:pt x="12612246" y="3355375"/>
                </a:moveTo>
                <a:lnTo>
                  <a:pt x="12612246" y="3412209"/>
                </a:lnTo>
                <a:lnTo>
                  <a:pt x="12669079" y="3412209"/>
                </a:lnTo>
                <a:lnTo>
                  <a:pt x="12669079" y="3355375"/>
                </a:lnTo>
                <a:lnTo>
                  <a:pt x="12612246" y="3355375"/>
                </a:lnTo>
                <a:close/>
                <a:moveTo>
                  <a:pt x="12500191" y="3355375"/>
                </a:moveTo>
                <a:lnTo>
                  <a:pt x="12500191" y="3412209"/>
                </a:lnTo>
                <a:lnTo>
                  <a:pt x="12557025" y="3412209"/>
                </a:lnTo>
                <a:lnTo>
                  <a:pt x="12557025" y="3355375"/>
                </a:lnTo>
                <a:lnTo>
                  <a:pt x="12500191" y="3355375"/>
                </a:lnTo>
                <a:close/>
                <a:moveTo>
                  <a:pt x="12388137" y="3355375"/>
                </a:moveTo>
                <a:lnTo>
                  <a:pt x="12388137" y="3412209"/>
                </a:lnTo>
                <a:lnTo>
                  <a:pt x="12444971" y="3412209"/>
                </a:lnTo>
                <a:lnTo>
                  <a:pt x="12444971" y="3355375"/>
                </a:lnTo>
                <a:lnTo>
                  <a:pt x="12388137" y="3355375"/>
                </a:lnTo>
                <a:close/>
                <a:moveTo>
                  <a:pt x="17351339" y="3309670"/>
                </a:moveTo>
                <a:lnTo>
                  <a:pt x="17351339" y="3355371"/>
                </a:lnTo>
                <a:lnTo>
                  <a:pt x="17560187" y="3355371"/>
                </a:lnTo>
                <a:lnTo>
                  <a:pt x="17560187" y="3309670"/>
                </a:lnTo>
                <a:lnTo>
                  <a:pt x="17351339" y="3309670"/>
                </a:lnTo>
                <a:close/>
                <a:moveTo>
                  <a:pt x="1596781" y="3265446"/>
                </a:moveTo>
                <a:lnTo>
                  <a:pt x="1596781" y="3311147"/>
                </a:lnTo>
                <a:lnTo>
                  <a:pt x="1805629" y="3311147"/>
                </a:lnTo>
                <a:lnTo>
                  <a:pt x="1805629" y="3265446"/>
                </a:lnTo>
                <a:lnTo>
                  <a:pt x="1596781" y="3265446"/>
                </a:lnTo>
                <a:close/>
                <a:moveTo>
                  <a:pt x="17351339" y="3218041"/>
                </a:moveTo>
                <a:lnTo>
                  <a:pt x="17351339" y="3263742"/>
                </a:lnTo>
                <a:lnTo>
                  <a:pt x="17560187" y="3263742"/>
                </a:lnTo>
                <a:lnTo>
                  <a:pt x="17560187" y="3218041"/>
                </a:lnTo>
                <a:lnTo>
                  <a:pt x="17351339" y="3218041"/>
                </a:lnTo>
                <a:close/>
                <a:moveTo>
                  <a:pt x="12612246" y="3210087"/>
                </a:moveTo>
                <a:lnTo>
                  <a:pt x="12612246" y="3266921"/>
                </a:lnTo>
                <a:lnTo>
                  <a:pt x="12669079" y="3266921"/>
                </a:lnTo>
                <a:lnTo>
                  <a:pt x="12669079" y="3210087"/>
                </a:lnTo>
                <a:lnTo>
                  <a:pt x="12612246" y="3210087"/>
                </a:lnTo>
                <a:close/>
                <a:moveTo>
                  <a:pt x="12500191" y="3210087"/>
                </a:moveTo>
                <a:lnTo>
                  <a:pt x="12500191" y="3266921"/>
                </a:lnTo>
                <a:lnTo>
                  <a:pt x="12557025" y="3266921"/>
                </a:lnTo>
                <a:lnTo>
                  <a:pt x="12557025" y="3210087"/>
                </a:lnTo>
                <a:lnTo>
                  <a:pt x="12500191" y="3210087"/>
                </a:lnTo>
                <a:close/>
                <a:moveTo>
                  <a:pt x="12388137" y="3210087"/>
                </a:moveTo>
                <a:lnTo>
                  <a:pt x="12388137" y="3266921"/>
                </a:lnTo>
                <a:lnTo>
                  <a:pt x="12444971" y="3266921"/>
                </a:lnTo>
                <a:lnTo>
                  <a:pt x="12444971" y="3210087"/>
                </a:lnTo>
                <a:lnTo>
                  <a:pt x="12388137" y="3210087"/>
                </a:lnTo>
                <a:close/>
                <a:moveTo>
                  <a:pt x="1596781" y="3173817"/>
                </a:moveTo>
                <a:lnTo>
                  <a:pt x="1596781" y="3219518"/>
                </a:lnTo>
                <a:lnTo>
                  <a:pt x="1805629" y="3219518"/>
                </a:lnTo>
                <a:lnTo>
                  <a:pt x="1805629" y="3173817"/>
                </a:lnTo>
                <a:lnTo>
                  <a:pt x="1596781" y="3173817"/>
                </a:lnTo>
                <a:close/>
                <a:moveTo>
                  <a:pt x="17351339" y="3126412"/>
                </a:moveTo>
                <a:lnTo>
                  <a:pt x="17351339" y="3172113"/>
                </a:lnTo>
                <a:lnTo>
                  <a:pt x="17560187" y="3172113"/>
                </a:lnTo>
                <a:lnTo>
                  <a:pt x="17560187" y="3126412"/>
                </a:lnTo>
                <a:lnTo>
                  <a:pt x="17351339" y="3126412"/>
                </a:lnTo>
                <a:close/>
                <a:moveTo>
                  <a:pt x="1596781" y="3080712"/>
                </a:moveTo>
                <a:lnTo>
                  <a:pt x="1596781" y="3126412"/>
                </a:lnTo>
                <a:lnTo>
                  <a:pt x="1805629" y="3126412"/>
                </a:lnTo>
                <a:lnTo>
                  <a:pt x="1805629" y="3080712"/>
                </a:lnTo>
                <a:lnTo>
                  <a:pt x="1596781" y="3080712"/>
                </a:lnTo>
                <a:close/>
                <a:moveTo>
                  <a:pt x="12612246" y="3064799"/>
                </a:moveTo>
                <a:lnTo>
                  <a:pt x="12612246" y="3121633"/>
                </a:lnTo>
                <a:lnTo>
                  <a:pt x="12669079" y="3121633"/>
                </a:lnTo>
                <a:lnTo>
                  <a:pt x="12669079" y="3064799"/>
                </a:lnTo>
                <a:lnTo>
                  <a:pt x="12612246" y="3064799"/>
                </a:lnTo>
                <a:close/>
                <a:moveTo>
                  <a:pt x="12500191" y="3064799"/>
                </a:moveTo>
                <a:lnTo>
                  <a:pt x="12500191" y="3121633"/>
                </a:lnTo>
                <a:lnTo>
                  <a:pt x="12557025" y="3121633"/>
                </a:lnTo>
                <a:lnTo>
                  <a:pt x="12557025" y="3064799"/>
                </a:lnTo>
                <a:lnTo>
                  <a:pt x="12500191" y="3064799"/>
                </a:lnTo>
                <a:close/>
                <a:moveTo>
                  <a:pt x="12388137" y="3064799"/>
                </a:moveTo>
                <a:lnTo>
                  <a:pt x="12388137" y="3121633"/>
                </a:lnTo>
                <a:lnTo>
                  <a:pt x="12444971" y="3121633"/>
                </a:lnTo>
                <a:lnTo>
                  <a:pt x="12444971" y="3064799"/>
                </a:lnTo>
                <a:lnTo>
                  <a:pt x="12388137" y="3064799"/>
                </a:lnTo>
                <a:close/>
                <a:moveTo>
                  <a:pt x="17351339" y="3034782"/>
                </a:moveTo>
                <a:lnTo>
                  <a:pt x="17351339" y="3080482"/>
                </a:lnTo>
                <a:lnTo>
                  <a:pt x="17560187" y="3080482"/>
                </a:lnTo>
                <a:lnTo>
                  <a:pt x="17560187" y="3034782"/>
                </a:lnTo>
                <a:lnTo>
                  <a:pt x="17351339" y="3034782"/>
                </a:lnTo>
                <a:close/>
                <a:moveTo>
                  <a:pt x="1596781" y="2989080"/>
                </a:moveTo>
                <a:lnTo>
                  <a:pt x="1596781" y="3034780"/>
                </a:lnTo>
                <a:lnTo>
                  <a:pt x="1805629" y="3034780"/>
                </a:lnTo>
                <a:lnTo>
                  <a:pt x="1805629" y="2989080"/>
                </a:lnTo>
                <a:lnTo>
                  <a:pt x="1596781" y="2989080"/>
                </a:lnTo>
                <a:close/>
                <a:moveTo>
                  <a:pt x="17351339" y="2943153"/>
                </a:moveTo>
                <a:lnTo>
                  <a:pt x="17351339" y="2988853"/>
                </a:lnTo>
                <a:lnTo>
                  <a:pt x="17560187" y="2988853"/>
                </a:lnTo>
                <a:lnTo>
                  <a:pt x="17560187" y="2943153"/>
                </a:lnTo>
                <a:lnTo>
                  <a:pt x="17351339" y="2943153"/>
                </a:lnTo>
                <a:close/>
                <a:moveTo>
                  <a:pt x="12612246" y="2919511"/>
                </a:moveTo>
                <a:lnTo>
                  <a:pt x="12612246" y="2976345"/>
                </a:lnTo>
                <a:lnTo>
                  <a:pt x="12669079" y="2976345"/>
                </a:lnTo>
                <a:lnTo>
                  <a:pt x="12669079" y="2919511"/>
                </a:lnTo>
                <a:lnTo>
                  <a:pt x="12612246" y="2919511"/>
                </a:lnTo>
                <a:close/>
                <a:moveTo>
                  <a:pt x="12500191" y="2919511"/>
                </a:moveTo>
                <a:lnTo>
                  <a:pt x="12500191" y="2976345"/>
                </a:lnTo>
                <a:lnTo>
                  <a:pt x="12557025" y="2976345"/>
                </a:lnTo>
                <a:lnTo>
                  <a:pt x="12557025" y="2919511"/>
                </a:lnTo>
                <a:lnTo>
                  <a:pt x="12500191" y="2919511"/>
                </a:lnTo>
                <a:close/>
                <a:moveTo>
                  <a:pt x="12388137" y="2919511"/>
                </a:moveTo>
                <a:lnTo>
                  <a:pt x="12388137" y="2976345"/>
                </a:lnTo>
                <a:lnTo>
                  <a:pt x="12444971" y="2976345"/>
                </a:lnTo>
                <a:lnTo>
                  <a:pt x="12444971" y="2919511"/>
                </a:lnTo>
                <a:lnTo>
                  <a:pt x="12388137" y="2919511"/>
                </a:lnTo>
                <a:close/>
                <a:moveTo>
                  <a:pt x="1596781" y="2897450"/>
                </a:moveTo>
                <a:lnTo>
                  <a:pt x="1596781" y="2943150"/>
                </a:lnTo>
                <a:lnTo>
                  <a:pt x="1805629" y="2943150"/>
                </a:lnTo>
                <a:lnTo>
                  <a:pt x="1805629" y="2897450"/>
                </a:lnTo>
                <a:lnTo>
                  <a:pt x="1596781" y="2897450"/>
                </a:lnTo>
                <a:close/>
                <a:moveTo>
                  <a:pt x="17351339" y="2851522"/>
                </a:moveTo>
                <a:lnTo>
                  <a:pt x="17351339" y="2897223"/>
                </a:lnTo>
                <a:lnTo>
                  <a:pt x="17560187" y="2897223"/>
                </a:lnTo>
                <a:lnTo>
                  <a:pt x="17560187" y="2851522"/>
                </a:lnTo>
                <a:lnTo>
                  <a:pt x="17351339" y="2851522"/>
                </a:lnTo>
                <a:close/>
                <a:moveTo>
                  <a:pt x="1596781" y="2805821"/>
                </a:moveTo>
                <a:lnTo>
                  <a:pt x="1596781" y="2851521"/>
                </a:lnTo>
                <a:lnTo>
                  <a:pt x="1805629" y="2851521"/>
                </a:lnTo>
                <a:lnTo>
                  <a:pt x="1805629" y="2805821"/>
                </a:lnTo>
                <a:lnTo>
                  <a:pt x="1596781" y="2805821"/>
                </a:lnTo>
                <a:close/>
                <a:moveTo>
                  <a:pt x="1596781" y="2714192"/>
                </a:moveTo>
                <a:lnTo>
                  <a:pt x="1596781" y="2759892"/>
                </a:lnTo>
                <a:lnTo>
                  <a:pt x="1805629" y="2759892"/>
                </a:lnTo>
                <a:lnTo>
                  <a:pt x="1805629" y="2714192"/>
                </a:lnTo>
                <a:lnTo>
                  <a:pt x="1596781" y="2714192"/>
                </a:lnTo>
                <a:close/>
                <a:moveTo>
                  <a:pt x="4422120" y="2688604"/>
                </a:moveTo>
                <a:lnTo>
                  <a:pt x="4422120" y="2851522"/>
                </a:lnTo>
                <a:lnTo>
                  <a:pt x="4459897" y="2851522"/>
                </a:lnTo>
                <a:lnTo>
                  <a:pt x="4459897" y="2688604"/>
                </a:lnTo>
                <a:lnTo>
                  <a:pt x="4422120" y="2688604"/>
                </a:lnTo>
                <a:close/>
                <a:moveTo>
                  <a:pt x="4346370" y="2688604"/>
                </a:moveTo>
                <a:lnTo>
                  <a:pt x="4346370" y="2851522"/>
                </a:lnTo>
                <a:lnTo>
                  <a:pt x="4384149" y="2851522"/>
                </a:lnTo>
                <a:lnTo>
                  <a:pt x="4384149" y="2688604"/>
                </a:lnTo>
                <a:lnTo>
                  <a:pt x="4346370" y="2688604"/>
                </a:lnTo>
                <a:close/>
                <a:moveTo>
                  <a:pt x="4270624" y="2688604"/>
                </a:moveTo>
                <a:lnTo>
                  <a:pt x="4270624" y="2851522"/>
                </a:lnTo>
                <a:lnTo>
                  <a:pt x="4308407" y="2851522"/>
                </a:lnTo>
                <a:lnTo>
                  <a:pt x="4308407" y="2688604"/>
                </a:lnTo>
                <a:lnTo>
                  <a:pt x="4270624" y="2688604"/>
                </a:lnTo>
                <a:close/>
                <a:moveTo>
                  <a:pt x="4194881" y="2688604"/>
                </a:moveTo>
                <a:lnTo>
                  <a:pt x="4194881" y="2851522"/>
                </a:lnTo>
                <a:lnTo>
                  <a:pt x="4232658" y="2851522"/>
                </a:lnTo>
                <a:lnTo>
                  <a:pt x="4232658" y="2688604"/>
                </a:lnTo>
                <a:lnTo>
                  <a:pt x="4194881" y="2688604"/>
                </a:lnTo>
                <a:close/>
                <a:moveTo>
                  <a:pt x="4119132" y="2688604"/>
                </a:moveTo>
                <a:lnTo>
                  <a:pt x="4119132" y="2851522"/>
                </a:lnTo>
                <a:lnTo>
                  <a:pt x="4156909" y="2851522"/>
                </a:lnTo>
                <a:lnTo>
                  <a:pt x="4156909" y="2688604"/>
                </a:lnTo>
                <a:lnTo>
                  <a:pt x="4119132" y="2688604"/>
                </a:lnTo>
                <a:close/>
                <a:moveTo>
                  <a:pt x="4043383" y="2688604"/>
                </a:moveTo>
                <a:lnTo>
                  <a:pt x="4043383" y="2851522"/>
                </a:lnTo>
                <a:lnTo>
                  <a:pt x="4081160" y="2851522"/>
                </a:lnTo>
                <a:lnTo>
                  <a:pt x="4081160" y="2688604"/>
                </a:lnTo>
                <a:lnTo>
                  <a:pt x="4043383" y="2688604"/>
                </a:lnTo>
                <a:close/>
                <a:moveTo>
                  <a:pt x="3967636" y="2688604"/>
                </a:moveTo>
                <a:lnTo>
                  <a:pt x="3967636" y="2851522"/>
                </a:lnTo>
                <a:lnTo>
                  <a:pt x="4005415" y="2851522"/>
                </a:lnTo>
                <a:lnTo>
                  <a:pt x="4005415" y="2688604"/>
                </a:lnTo>
                <a:lnTo>
                  <a:pt x="3967636" y="2688604"/>
                </a:lnTo>
                <a:close/>
                <a:moveTo>
                  <a:pt x="3891895" y="2688604"/>
                </a:moveTo>
                <a:lnTo>
                  <a:pt x="3891895" y="2851522"/>
                </a:lnTo>
                <a:lnTo>
                  <a:pt x="3929672" y="2851522"/>
                </a:lnTo>
                <a:lnTo>
                  <a:pt x="3929672" y="2688604"/>
                </a:lnTo>
                <a:lnTo>
                  <a:pt x="3891895" y="2688604"/>
                </a:lnTo>
                <a:close/>
                <a:moveTo>
                  <a:pt x="15043403" y="2685661"/>
                </a:moveTo>
                <a:lnTo>
                  <a:pt x="15043403" y="2894508"/>
                </a:lnTo>
                <a:lnTo>
                  <a:pt x="15089105" y="2894508"/>
                </a:lnTo>
                <a:lnTo>
                  <a:pt x="15089105" y="2685661"/>
                </a:lnTo>
                <a:lnTo>
                  <a:pt x="15043403" y="2685661"/>
                </a:lnTo>
                <a:close/>
                <a:moveTo>
                  <a:pt x="14951773" y="2685661"/>
                </a:moveTo>
                <a:lnTo>
                  <a:pt x="14951773" y="2894508"/>
                </a:lnTo>
                <a:lnTo>
                  <a:pt x="14997475" y="2894508"/>
                </a:lnTo>
                <a:lnTo>
                  <a:pt x="14997475" y="2685661"/>
                </a:lnTo>
                <a:lnTo>
                  <a:pt x="14951773" y="2685661"/>
                </a:lnTo>
                <a:close/>
                <a:moveTo>
                  <a:pt x="14860145" y="2685661"/>
                </a:moveTo>
                <a:lnTo>
                  <a:pt x="14860145" y="2894508"/>
                </a:lnTo>
                <a:lnTo>
                  <a:pt x="14905844" y="2894508"/>
                </a:lnTo>
                <a:lnTo>
                  <a:pt x="14905844" y="2685661"/>
                </a:lnTo>
                <a:lnTo>
                  <a:pt x="14860145" y="2685661"/>
                </a:lnTo>
                <a:close/>
                <a:moveTo>
                  <a:pt x="14768515" y="2685661"/>
                </a:moveTo>
                <a:lnTo>
                  <a:pt x="14768515" y="2894508"/>
                </a:lnTo>
                <a:lnTo>
                  <a:pt x="14814217" y="2894508"/>
                </a:lnTo>
                <a:lnTo>
                  <a:pt x="14814217" y="2685661"/>
                </a:lnTo>
                <a:lnTo>
                  <a:pt x="14768515" y="2685661"/>
                </a:lnTo>
                <a:close/>
                <a:moveTo>
                  <a:pt x="14676884" y="2685661"/>
                </a:moveTo>
                <a:lnTo>
                  <a:pt x="14676884" y="2894508"/>
                </a:lnTo>
                <a:lnTo>
                  <a:pt x="14722586" y="2894508"/>
                </a:lnTo>
                <a:lnTo>
                  <a:pt x="14722586" y="2685661"/>
                </a:lnTo>
                <a:lnTo>
                  <a:pt x="14676884" y="2685661"/>
                </a:lnTo>
                <a:close/>
                <a:moveTo>
                  <a:pt x="14585255" y="2685661"/>
                </a:moveTo>
                <a:lnTo>
                  <a:pt x="14585255" y="2894508"/>
                </a:lnTo>
                <a:lnTo>
                  <a:pt x="14630955" y="2894508"/>
                </a:lnTo>
                <a:lnTo>
                  <a:pt x="14630955" y="2685661"/>
                </a:lnTo>
                <a:lnTo>
                  <a:pt x="14585255" y="2685661"/>
                </a:lnTo>
                <a:close/>
                <a:moveTo>
                  <a:pt x="14493625" y="2685661"/>
                </a:moveTo>
                <a:lnTo>
                  <a:pt x="14493625" y="2894508"/>
                </a:lnTo>
                <a:lnTo>
                  <a:pt x="14539325" y="2894508"/>
                </a:lnTo>
                <a:lnTo>
                  <a:pt x="14539325" y="2685661"/>
                </a:lnTo>
                <a:lnTo>
                  <a:pt x="14493625" y="2685661"/>
                </a:lnTo>
                <a:close/>
                <a:moveTo>
                  <a:pt x="2875284" y="2661196"/>
                </a:moveTo>
                <a:lnTo>
                  <a:pt x="2875284" y="3265443"/>
                </a:lnTo>
                <a:lnTo>
                  <a:pt x="2913063" y="3265443"/>
                </a:lnTo>
                <a:lnTo>
                  <a:pt x="2913063" y="2661196"/>
                </a:lnTo>
                <a:lnTo>
                  <a:pt x="2875284" y="2661196"/>
                </a:lnTo>
                <a:close/>
                <a:moveTo>
                  <a:pt x="2769698" y="2661196"/>
                </a:moveTo>
                <a:lnTo>
                  <a:pt x="2769698" y="3265443"/>
                </a:lnTo>
                <a:lnTo>
                  <a:pt x="2807479" y="3265443"/>
                </a:lnTo>
                <a:lnTo>
                  <a:pt x="2807479" y="2661196"/>
                </a:lnTo>
                <a:lnTo>
                  <a:pt x="2769698" y="2661196"/>
                </a:lnTo>
                <a:close/>
                <a:moveTo>
                  <a:pt x="2664114" y="2661196"/>
                </a:moveTo>
                <a:lnTo>
                  <a:pt x="2664114" y="3265443"/>
                </a:lnTo>
                <a:lnTo>
                  <a:pt x="2701891" y="3265443"/>
                </a:lnTo>
                <a:lnTo>
                  <a:pt x="2701891" y="2661196"/>
                </a:lnTo>
                <a:lnTo>
                  <a:pt x="2664114" y="2661196"/>
                </a:lnTo>
                <a:close/>
                <a:moveTo>
                  <a:pt x="2558534" y="2661196"/>
                </a:moveTo>
                <a:lnTo>
                  <a:pt x="2558534" y="3265443"/>
                </a:lnTo>
                <a:lnTo>
                  <a:pt x="2596306" y="3265443"/>
                </a:lnTo>
                <a:lnTo>
                  <a:pt x="2596306" y="2661196"/>
                </a:lnTo>
                <a:lnTo>
                  <a:pt x="2558534" y="2661196"/>
                </a:lnTo>
                <a:close/>
                <a:moveTo>
                  <a:pt x="2980870" y="2661194"/>
                </a:moveTo>
                <a:lnTo>
                  <a:pt x="2980870" y="3265442"/>
                </a:lnTo>
                <a:lnTo>
                  <a:pt x="3018648" y="3265442"/>
                </a:lnTo>
                <a:lnTo>
                  <a:pt x="3018648" y="2661194"/>
                </a:lnTo>
                <a:lnTo>
                  <a:pt x="2980870" y="2661194"/>
                </a:lnTo>
                <a:close/>
                <a:moveTo>
                  <a:pt x="16374516" y="2632791"/>
                </a:moveTo>
                <a:lnTo>
                  <a:pt x="16374516" y="3237039"/>
                </a:lnTo>
                <a:lnTo>
                  <a:pt x="16412296" y="3237039"/>
                </a:lnTo>
                <a:lnTo>
                  <a:pt x="16412296" y="2632791"/>
                </a:lnTo>
                <a:lnTo>
                  <a:pt x="16374516" y="2632791"/>
                </a:lnTo>
                <a:close/>
                <a:moveTo>
                  <a:pt x="16268931" y="2632791"/>
                </a:moveTo>
                <a:lnTo>
                  <a:pt x="16268931" y="3237039"/>
                </a:lnTo>
                <a:lnTo>
                  <a:pt x="16306709" y="3237039"/>
                </a:lnTo>
                <a:lnTo>
                  <a:pt x="16306709" y="2632791"/>
                </a:lnTo>
                <a:lnTo>
                  <a:pt x="16268931" y="2632791"/>
                </a:lnTo>
                <a:close/>
                <a:moveTo>
                  <a:pt x="16163344" y="2632791"/>
                </a:moveTo>
                <a:lnTo>
                  <a:pt x="16163344" y="3237039"/>
                </a:lnTo>
                <a:lnTo>
                  <a:pt x="16201125" y="3237039"/>
                </a:lnTo>
                <a:lnTo>
                  <a:pt x="16201125" y="2632791"/>
                </a:lnTo>
                <a:lnTo>
                  <a:pt x="16163344" y="2632791"/>
                </a:lnTo>
                <a:close/>
                <a:moveTo>
                  <a:pt x="16057760" y="2632791"/>
                </a:moveTo>
                <a:lnTo>
                  <a:pt x="16057760" y="3237039"/>
                </a:lnTo>
                <a:lnTo>
                  <a:pt x="16095537" y="3237039"/>
                </a:lnTo>
                <a:lnTo>
                  <a:pt x="16095537" y="2632791"/>
                </a:lnTo>
                <a:lnTo>
                  <a:pt x="16057760" y="2632791"/>
                </a:lnTo>
                <a:close/>
                <a:moveTo>
                  <a:pt x="16480103" y="2632790"/>
                </a:moveTo>
                <a:lnTo>
                  <a:pt x="16480103" y="3237037"/>
                </a:lnTo>
                <a:lnTo>
                  <a:pt x="16517880" y="3237037"/>
                </a:lnTo>
                <a:lnTo>
                  <a:pt x="16517880" y="2632790"/>
                </a:lnTo>
                <a:lnTo>
                  <a:pt x="16480103" y="2632790"/>
                </a:lnTo>
                <a:close/>
                <a:moveTo>
                  <a:pt x="1596781" y="2622561"/>
                </a:moveTo>
                <a:lnTo>
                  <a:pt x="1596781" y="2668261"/>
                </a:lnTo>
                <a:lnTo>
                  <a:pt x="1805629" y="2668261"/>
                </a:lnTo>
                <a:lnTo>
                  <a:pt x="1805629" y="2622561"/>
                </a:lnTo>
                <a:lnTo>
                  <a:pt x="1596781" y="2622561"/>
                </a:lnTo>
                <a:close/>
                <a:moveTo>
                  <a:pt x="1596781" y="2530932"/>
                </a:moveTo>
                <a:lnTo>
                  <a:pt x="1596781" y="2576632"/>
                </a:lnTo>
                <a:lnTo>
                  <a:pt x="1805629" y="2576632"/>
                </a:lnTo>
                <a:lnTo>
                  <a:pt x="1805629" y="2530932"/>
                </a:lnTo>
                <a:lnTo>
                  <a:pt x="1596781" y="2530932"/>
                </a:lnTo>
                <a:close/>
                <a:moveTo>
                  <a:pt x="1596781" y="2439301"/>
                </a:moveTo>
                <a:lnTo>
                  <a:pt x="1596781" y="2485002"/>
                </a:lnTo>
                <a:lnTo>
                  <a:pt x="1805629" y="2485002"/>
                </a:lnTo>
                <a:lnTo>
                  <a:pt x="1805629" y="2439301"/>
                </a:lnTo>
                <a:lnTo>
                  <a:pt x="1596781" y="2439301"/>
                </a:lnTo>
                <a:close/>
                <a:moveTo>
                  <a:pt x="17217171" y="2397981"/>
                </a:moveTo>
                <a:lnTo>
                  <a:pt x="17217171" y="2434557"/>
                </a:lnTo>
                <a:lnTo>
                  <a:pt x="17582931" y="2434557"/>
                </a:lnTo>
                <a:lnTo>
                  <a:pt x="17582931" y="2397981"/>
                </a:lnTo>
                <a:lnTo>
                  <a:pt x="17217171" y="2397981"/>
                </a:lnTo>
                <a:close/>
                <a:moveTo>
                  <a:pt x="9762349" y="2057780"/>
                </a:moveTo>
                <a:lnTo>
                  <a:pt x="9762349" y="2266627"/>
                </a:lnTo>
                <a:lnTo>
                  <a:pt x="9808049" y="2266627"/>
                </a:lnTo>
                <a:lnTo>
                  <a:pt x="9808049" y="2057780"/>
                </a:lnTo>
                <a:lnTo>
                  <a:pt x="9762349" y="2057780"/>
                </a:lnTo>
                <a:close/>
                <a:moveTo>
                  <a:pt x="9670720" y="2057780"/>
                </a:moveTo>
                <a:lnTo>
                  <a:pt x="9670720" y="2266627"/>
                </a:lnTo>
                <a:lnTo>
                  <a:pt x="9716420" y="2266627"/>
                </a:lnTo>
                <a:lnTo>
                  <a:pt x="9716420" y="2057780"/>
                </a:lnTo>
                <a:lnTo>
                  <a:pt x="9670720" y="2057780"/>
                </a:lnTo>
                <a:close/>
                <a:moveTo>
                  <a:pt x="9579089" y="2057780"/>
                </a:moveTo>
                <a:lnTo>
                  <a:pt x="9579089" y="2266627"/>
                </a:lnTo>
                <a:lnTo>
                  <a:pt x="9624790" y="2266627"/>
                </a:lnTo>
                <a:lnTo>
                  <a:pt x="9624790" y="2057780"/>
                </a:lnTo>
                <a:lnTo>
                  <a:pt x="9579089" y="2057780"/>
                </a:lnTo>
                <a:close/>
                <a:moveTo>
                  <a:pt x="9487461" y="2057780"/>
                </a:moveTo>
                <a:lnTo>
                  <a:pt x="9487461" y="2266627"/>
                </a:lnTo>
                <a:lnTo>
                  <a:pt x="9533161" y="2266627"/>
                </a:lnTo>
                <a:lnTo>
                  <a:pt x="9533161" y="2057780"/>
                </a:lnTo>
                <a:lnTo>
                  <a:pt x="9487461" y="2057780"/>
                </a:lnTo>
                <a:close/>
                <a:moveTo>
                  <a:pt x="9395836" y="2057780"/>
                </a:moveTo>
                <a:lnTo>
                  <a:pt x="9395836" y="2266627"/>
                </a:lnTo>
                <a:lnTo>
                  <a:pt x="9441534" y="2266627"/>
                </a:lnTo>
                <a:lnTo>
                  <a:pt x="9441534" y="2057780"/>
                </a:lnTo>
                <a:lnTo>
                  <a:pt x="9395836" y="2057780"/>
                </a:lnTo>
                <a:close/>
                <a:moveTo>
                  <a:pt x="9304202" y="2057780"/>
                </a:moveTo>
                <a:lnTo>
                  <a:pt x="9304202" y="2266627"/>
                </a:lnTo>
                <a:lnTo>
                  <a:pt x="9349902" y="2266627"/>
                </a:lnTo>
                <a:lnTo>
                  <a:pt x="9349902" y="2057780"/>
                </a:lnTo>
                <a:lnTo>
                  <a:pt x="9304202" y="2057780"/>
                </a:lnTo>
                <a:close/>
                <a:moveTo>
                  <a:pt x="9212570" y="2057780"/>
                </a:moveTo>
                <a:lnTo>
                  <a:pt x="9212570" y="2266627"/>
                </a:lnTo>
                <a:lnTo>
                  <a:pt x="9258270" y="2266627"/>
                </a:lnTo>
                <a:lnTo>
                  <a:pt x="9258270" y="2057780"/>
                </a:lnTo>
                <a:lnTo>
                  <a:pt x="9212570" y="2057780"/>
                </a:lnTo>
                <a:close/>
                <a:moveTo>
                  <a:pt x="14092702" y="1859157"/>
                </a:moveTo>
                <a:lnTo>
                  <a:pt x="14092702" y="1895733"/>
                </a:lnTo>
                <a:lnTo>
                  <a:pt x="14458462" y="1895733"/>
                </a:lnTo>
                <a:lnTo>
                  <a:pt x="14458462" y="1859157"/>
                </a:lnTo>
                <a:lnTo>
                  <a:pt x="14092702" y="1859157"/>
                </a:lnTo>
                <a:close/>
                <a:moveTo>
                  <a:pt x="17871603" y="1806939"/>
                </a:moveTo>
                <a:lnTo>
                  <a:pt x="17871603" y="1809649"/>
                </a:lnTo>
                <a:lnTo>
                  <a:pt x="17871627" y="1809649"/>
                </a:lnTo>
                <a:cubicBezTo>
                  <a:pt x="17871619" y="1808746"/>
                  <a:pt x="17871611" y="1807842"/>
                  <a:pt x="17871603" y="1806939"/>
                </a:cubicBezTo>
                <a:close/>
                <a:moveTo>
                  <a:pt x="18172695" y="1733739"/>
                </a:moveTo>
                <a:lnTo>
                  <a:pt x="18172695" y="1870899"/>
                </a:lnTo>
                <a:lnTo>
                  <a:pt x="18209271" y="1870899"/>
                </a:lnTo>
                <a:lnTo>
                  <a:pt x="18209271" y="1733739"/>
                </a:lnTo>
                <a:lnTo>
                  <a:pt x="18172695" y="1733739"/>
                </a:lnTo>
                <a:close/>
                <a:moveTo>
                  <a:pt x="18104295" y="1733739"/>
                </a:moveTo>
                <a:lnTo>
                  <a:pt x="18104295" y="1870899"/>
                </a:lnTo>
                <a:lnTo>
                  <a:pt x="18140871" y="1870899"/>
                </a:lnTo>
                <a:lnTo>
                  <a:pt x="18140871" y="1733739"/>
                </a:lnTo>
                <a:lnTo>
                  <a:pt x="18104295" y="1733739"/>
                </a:lnTo>
                <a:close/>
                <a:moveTo>
                  <a:pt x="18035895" y="1733739"/>
                </a:moveTo>
                <a:lnTo>
                  <a:pt x="18035895" y="1870899"/>
                </a:lnTo>
                <a:lnTo>
                  <a:pt x="18072471" y="1870899"/>
                </a:lnTo>
                <a:lnTo>
                  <a:pt x="18072471" y="1733739"/>
                </a:lnTo>
                <a:lnTo>
                  <a:pt x="18035895" y="1733739"/>
                </a:lnTo>
                <a:close/>
                <a:moveTo>
                  <a:pt x="17967493" y="1733739"/>
                </a:moveTo>
                <a:lnTo>
                  <a:pt x="17967493" y="1870899"/>
                </a:lnTo>
                <a:lnTo>
                  <a:pt x="18004069" y="1870899"/>
                </a:lnTo>
                <a:lnTo>
                  <a:pt x="18004069" y="1733739"/>
                </a:lnTo>
                <a:lnTo>
                  <a:pt x="17967493" y="1733739"/>
                </a:lnTo>
                <a:close/>
                <a:moveTo>
                  <a:pt x="14251161" y="868400"/>
                </a:moveTo>
                <a:lnTo>
                  <a:pt x="14251161" y="1005560"/>
                </a:lnTo>
                <a:lnTo>
                  <a:pt x="14287737" y="1005560"/>
                </a:lnTo>
                <a:lnTo>
                  <a:pt x="14287737" y="868400"/>
                </a:lnTo>
                <a:lnTo>
                  <a:pt x="14251161" y="868400"/>
                </a:lnTo>
                <a:close/>
                <a:moveTo>
                  <a:pt x="14182760" y="868400"/>
                </a:moveTo>
                <a:lnTo>
                  <a:pt x="14182760" y="1005560"/>
                </a:lnTo>
                <a:lnTo>
                  <a:pt x="14219336" y="1005560"/>
                </a:lnTo>
                <a:lnTo>
                  <a:pt x="14219336" y="868400"/>
                </a:lnTo>
                <a:lnTo>
                  <a:pt x="14182760" y="868400"/>
                </a:lnTo>
                <a:close/>
                <a:moveTo>
                  <a:pt x="14114359" y="868400"/>
                </a:moveTo>
                <a:lnTo>
                  <a:pt x="14114359" y="1005560"/>
                </a:lnTo>
                <a:lnTo>
                  <a:pt x="14150935" y="1005560"/>
                </a:lnTo>
                <a:lnTo>
                  <a:pt x="14150935" y="868400"/>
                </a:lnTo>
                <a:lnTo>
                  <a:pt x="14114359" y="868400"/>
                </a:lnTo>
                <a:close/>
                <a:moveTo>
                  <a:pt x="4788216" y="807315"/>
                </a:moveTo>
                <a:lnTo>
                  <a:pt x="4788216" y="944475"/>
                </a:lnTo>
                <a:lnTo>
                  <a:pt x="4824792" y="944475"/>
                </a:lnTo>
                <a:lnTo>
                  <a:pt x="4824792" y="807315"/>
                </a:lnTo>
                <a:lnTo>
                  <a:pt x="4788216" y="807315"/>
                </a:lnTo>
                <a:close/>
                <a:moveTo>
                  <a:pt x="4719815" y="807315"/>
                </a:moveTo>
                <a:lnTo>
                  <a:pt x="4719815" y="944475"/>
                </a:lnTo>
                <a:lnTo>
                  <a:pt x="4756391" y="944475"/>
                </a:lnTo>
                <a:lnTo>
                  <a:pt x="4756391" y="807315"/>
                </a:lnTo>
                <a:lnTo>
                  <a:pt x="4719815" y="807315"/>
                </a:lnTo>
                <a:close/>
                <a:moveTo>
                  <a:pt x="4651414" y="807315"/>
                </a:moveTo>
                <a:lnTo>
                  <a:pt x="4651414" y="944475"/>
                </a:lnTo>
                <a:lnTo>
                  <a:pt x="4687992" y="944475"/>
                </a:lnTo>
                <a:lnTo>
                  <a:pt x="4687992" y="807315"/>
                </a:lnTo>
                <a:lnTo>
                  <a:pt x="4651414" y="807315"/>
                </a:lnTo>
                <a:close/>
                <a:moveTo>
                  <a:pt x="2212838" y="748887"/>
                </a:moveTo>
                <a:lnTo>
                  <a:pt x="2212838" y="886047"/>
                </a:lnTo>
                <a:lnTo>
                  <a:pt x="2249414" y="886047"/>
                </a:lnTo>
                <a:lnTo>
                  <a:pt x="2249414" y="748887"/>
                </a:lnTo>
                <a:lnTo>
                  <a:pt x="2212838" y="748887"/>
                </a:lnTo>
                <a:close/>
                <a:moveTo>
                  <a:pt x="2144438" y="748887"/>
                </a:moveTo>
                <a:lnTo>
                  <a:pt x="2144438" y="886047"/>
                </a:lnTo>
                <a:lnTo>
                  <a:pt x="2181014" y="886047"/>
                </a:lnTo>
                <a:lnTo>
                  <a:pt x="2181014" y="748887"/>
                </a:lnTo>
                <a:lnTo>
                  <a:pt x="2144438" y="748887"/>
                </a:lnTo>
                <a:close/>
                <a:moveTo>
                  <a:pt x="2076037" y="748887"/>
                </a:moveTo>
                <a:lnTo>
                  <a:pt x="2076037" y="886047"/>
                </a:lnTo>
                <a:lnTo>
                  <a:pt x="2112612" y="886047"/>
                </a:lnTo>
                <a:lnTo>
                  <a:pt x="2112612" y="748887"/>
                </a:lnTo>
                <a:lnTo>
                  <a:pt x="2076037" y="748887"/>
                </a:lnTo>
                <a:close/>
                <a:moveTo>
                  <a:pt x="2007635" y="748887"/>
                </a:moveTo>
                <a:lnTo>
                  <a:pt x="2007635" y="886047"/>
                </a:lnTo>
                <a:lnTo>
                  <a:pt x="2044211" y="886047"/>
                </a:lnTo>
                <a:lnTo>
                  <a:pt x="2044211" y="748887"/>
                </a:lnTo>
                <a:lnTo>
                  <a:pt x="2007635" y="748887"/>
                </a:lnTo>
                <a:close/>
                <a:moveTo>
                  <a:pt x="17088019" y="737716"/>
                </a:moveTo>
                <a:lnTo>
                  <a:pt x="17088019" y="825107"/>
                </a:lnTo>
                <a:lnTo>
                  <a:pt x="17124595" y="825107"/>
                </a:lnTo>
                <a:lnTo>
                  <a:pt x="17124595" y="737716"/>
                </a:lnTo>
                <a:lnTo>
                  <a:pt x="17088019" y="737716"/>
                </a:lnTo>
                <a:close/>
                <a:moveTo>
                  <a:pt x="17021803" y="737716"/>
                </a:moveTo>
                <a:lnTo>
                  <a:pt x="17021803" y="825107"/>
                </a:lnTo>
                <a:lnTo>
                  <a:pt x="17058379" y="825107"/>
                </a:lnTo>
                <a:lnTo>
                  <a:pt x="17058379" y="737716"/>
                </a:lnTo>
                <a:lnTo>
                  <a:pt x="17021803" y="737716"/>
                </a:lnTo>
                <a:close/>
                <a:moveTo>
                  <a:pt x="16955591" y="737716"/>
                </a:moveTo>
                <a:lnTo>
                  <a:pt x="16955591" y="825107"/>
                </a:lnTo>
                <a:lnTo>
                  <a:pt x="16992167" y="825107"/>
                </a:lnTo>
                <a:lnTo>
                  <a:pt x="16992167" y="737716"/>
                </a:lnTo>
                <a:lnTo>
                  <a:pt x="16955591" y="737716"/>
                </a:lnTo>
                <a:close/>
                <a:moveTo>
                  <a:pt x="16889375" y="737716"/>
                </a:moveTo>
                <a:lnTo>
                  <a:pt x="16889375" y="825107"/>
                </a:lnTo>
                <a:lnTo>
                  <a:pt x="16925951" y="825107"/>
                </a:lnTo>
                <a:lnTo>
                  <a:pt x="16925951" y="737716"/>
                </a:lnTo>
                <a:lnTo>
                  <a:pt x="16889375" y="737716"/>
                </a:lnTo>
                <a:close/>
                <a:moveTo>
                  <a:pt x="16823163" y="737716"/>
                </a:moveTo>
                <a:lnTo>
                  <a:pt x="16823163" y="825107"/>
                </a:lnTo>
                <a:lnTo>
                  <a:pt x="16859739" y="825107"/>
                </a:lnTo>
                <a:lnTo>
                  <a:pt x="16859739" y="737716"/>
                </a:lnTo>
                <a:lnTo>
                  <a:pt x="16823163" y="737716"/>
                </a:lnTo>
                <a:close/>
                <a:moveTo>
                  <a:pt x="16756948" y="737716"/>
                </a:moveTo>
                <a:lnTo>
                  <a:pt x="16756948" y="825107"/>
                </a:lnTo>
                <a:lnTo>
                  <a:pt x="16793523" y="825107"/>
                </a:lnTo>
                <a:lnTo>
                  <a:pt x="16793523" y="737716"/>
                </a:lnTo>
                <a:lnTo>
                  <a:pt x="16756948" y="737716"/>
                </a:lnTo>
                <a:close/>
                <a:moveTo>
                  <a:pt x="13739104" y="0"/>
                </a:moveTo>
                <a:lnTo>
                  <a:pt x="13842002" y="0"/>
                </a:lnTo>
                <a:cubicBezTo>
                  <a:pt x="13854352" y="135832"/>
                  <a:pt x="13870817" y="279891"/>
                  <a:pt x="13883163" y="428067"/>
                </a:cubicBezTo>
                <a:lnTo>
                  <a:pt x="13883163" y="456882"/>
                </a:lnTo>
                <a:cubicBezTo>
                  <a:pt x="13911978" y="621523"/>
                  <a:pt x="13891396" y="786165"/>
                  <a:pt x="13907863" y="954919"/>
                </a:cubicBezTo>
                <a:cubicBezTo>
                  <a:pt x="13932556" y="1193648"/>
                  <a:pt x="13911978" y="1436496"/>
                  <a:pt x="13911978" y="1679340"/>
                </a:cubicBezTo>
                <a:cubicBezTo>
                  <a:pt x="13911978" y="1802821"/>
                  <a:pt x="13916091" y="1930420"/>
                  <a:pt x="13916091" y="2058015"/>
                </a:cubicBezTo>
                <a:cubicBezTo>
                  <a:pt x="13916091" y="2066247"/>
                  <a:pt x="13928441" y="2078597"/>
                  <a:pt x="13936673" y="2086829"/>
                </a:cubicBezTo>
                <a:cubicBezTo>
                  <a:pt x="13940786" y="2078597"/>
                  <a:pt x="13953138" y="2066247"/>
                  <a:pt x="13953138" y="2058015"/>
                </a:cubicBezTo>
                <a:lnTo>
                  <a:pt x="13953138" y="1955115"/>
                </a:lnTo>
                <a:cubicBezTo>
                  <a:pt x="13953138" y="1946885"/>
                  <a:pt x="13961369" y="1934533"/>
                  <a:pt x="13965483" y="1922188"/>
                </a:cubicBezTo>
                <a:cubicBezTo>
                  <a:pt x="13969601" y="1905723"/>
                  <a:pt x="13986066" y="1893373"/>
                  <a:pt x="13986066" y="1876909"/>
                </a:cubicBezTo>
                <a:lnTo>
                  <a:pt x="13986066" y="1625834"/>
                </a:lnTo>
                <a:cubicBezTo>
                  <a:pt x="14010762" y="1621715"/>
                  <a:pt x="14027226" y="1621715"/>
                  <a:pt x="14051922" y="1617602"/>
                </a:cubicBezTo>
                <a:lnTo>
                  <a:pt x="14047992" y="1005560"/>
                </a:lnTo>
                <a:lnTo>
                  <a:pt x="14082534" y="1005560"/>
                </a:lnTo>
                <a:lnTo>
                  <a:pt x="14082534" y="868400"/>
                </a:lnTo>
                <a:lnTo>
                  <a:pt x="14047111" y="868400"/>
                </a:lnTo>
                <a:lnTo>
                  <a:pt x="14046442" y="764191"/>
                </a:lnTo>
                <a:cubicBezTo>
                  <a:pt x="14087602" y="681871"/>
                  <a:pt x="14150707" y="522739"/>
                  <a:pt x="14187749" y="436300"/>
                </a:cubicBezTo>
                <a:cubicBezTo>
                  <a:pt x="14191867" y="428067"/>
                  <a:pt x="14204214" y="411603"/>
                  <a:pt x="14212445" y="411603"/>
                </a:cubicBezTo>
                <a:cubicBezTo>
                  <a:pt x="14278306" y="415722"/>
                  <a:pt x="14352391" y="378675"/>
                  <a:pt x="14410015" y="444532"/>
                </a:cubicBezTo>
                <a:cubicBezTo>
                  <a:pt x="14422365" y="382793"/>
                  <a:pt x="14430597" y="329283"/>
                  <a:pt x="14442947" y="275776"/>
                </a:cubicBezTo>
                <a:cubicBezTo>
                  <a:pt x="14447060" y="263426"/>
                  <a:pt x="14467638" y="246961"/>
                  <a:pt x="14479990" y="246961"/>
                </a:cubicBezTo>
                <a:cubicBezTo>
                  <a:pt x="14492335" y="246961"/>
                  <a:pt x="14512917" y="259313"/>
                  <a:pt x="14517032" y="271658"/>
                </a:cubicBezTo>
                <a:cubicBezTo>
                  <a:pt x="14537614" y="353978"/>
                  <a:pt x="14566427" y="440417"/>
                  <a:pt x="14574655" y="522739"/>
                </a:cubicBezTo>
                <a:cubicBezTo>
                  <a:pt x="14591119" y="720308"/>
                  <a:pt x="14599352" y="921991"/>
                  <a:pt x="14603469" y="1123678"/>
                </a:cubicBezTo>
                <a:cubicBezTo>
                  <a:pt x="14607589" y="1288319"/>
                  <a:pt x="14603469" y="1452961"/>
                  <a:pt x="14603469" y="1617602"/>
                </a:cubicBezTo>
                <a:cubicBezTo>
                  <a:pt x="14603469" y="1638180"/>
                  <a:pt x="14595237" y="1662875"/>
                  <a:pt x="14595237" y="1683457"/>
                </a:cubicBezTo>
                <a:cubicBezTo>
                  <a:pt x="14595237" y="1708154"/>
                  <a:pt x="14603469" y="1732851"/>
                  <a:pt x="14607589" y="1753429"/>
                </a:cubicBezTo>
                <a:lnTo>
                  <a:pt x="14656976" y="1753429"/>
                </a:lnTo>
                <a:lnTo>
                  <a:pt x="14706369" y="1568210"/>
                </a:lnTo>
                <a:lnTo>
                  <a:pt x="14722833" y="1568210"/>
                </a:lnTo>
                <a:cubicBezTo>
                  <a:pt x="14739296" y="1625834"/>
                  <a:pt x="14751646" y="1687572"/>
                  <a:pt x="14768111" y="1753429"/>
                </a:cubicBezTo>
                <a:lnTo>
                  <a:pt x="14875128" y="1753429"/>
                </a:lnTo>
                <a:cubicBezTo>
                  <a:pt x="14879242" y="1782243"/>
                  <a:pt x="14879242" y="1806939"/>
                  <a:pt x="14883360" y="1827516"/>
                </a:cubicBezTo>
                <a:lnTo>
                  <a:pt x="14940984" y="1827516"/>
                </a:lnTo>
                <a:cubicBezTo>
                  <a:pt x="14936870" y="1749314"/>
                  <a:pt x="14957449" y="1675227"/>
                  <a:pt x="15019191" y="1625834"/>
                </a:cubicBezTo>
                <a:cubicBezTo>
                  <a:pt x="15027419" y="1448843"/>
                  <a:pt x="15035651" y="1267737"/>
                  <a:pt x="15043883" y="1090750"/>
                </a:cubicBezTo>
                <a:cubicBezTo>
                  <a:pt x="15048001" y="991966"/>
                  <a:pt x="15027419" y="1000197"/>
                  <a:pt x="15134436" y="1000197"/>
                </a:cubicBezTo>
                <a:cubicBezTo>
                  <a:pt x="15187946" y="1000197"/>
                  <a:pt x="15212643" y="1024893"/>
                  <a:pt x="15212643" y="1078400"/>
                </a:cubicBezTo>
                <a:lnTo>
                  <a:pt x="15212643" y="1152488"/>
                </a:lnTo>
                <a:cubicBezTo>
                  <a:pt x="15220873" y="1144256"/>
                  <a:pt x="15224993" y="1131910"/>
                  <a:pt x="15224993" y="1119560"/>
                </a:cubicBezTo>
                <a:cubicBezTo>
                  <a:pt x="15229106" y="934341"/>
                  <a:pt x="15229106" y="749118"/>
                  <a:pt x="15237338" y="563899"/>
                </a:cubicBezTo>
                <a:cubicBezTo>
                  <a:pt x="15241452" y="502156"/>
                  <a:pt x="15257917" y="432185"/>
                  <a:pt x="15290845" y="382793"/>
                </a:cubicBezTo>
                <a:cubicBezTo>
                  <a:pt x="15311427" y="353978"/>
                  <a:pt x="15315540" y="329283"/>
                  <a:pt x="15323772" y="300473"/>
                </a:cubicBezTo>
                <a:cubicBezTo>
                  <a:pt x="15327890" y="284008"/>
                  <a:pt x="15348472" y="271658"/>
                  <a:pt x="15364932" y="259313"/>
                </a:cubicBezTo>
                <a:cubicBezTo>
                  <a:pt x="15373165" y="271658"/>
                  <a:pt x="15385515" y="284008"/>
                  <a:pt x="15389634" y="296354"/>
                </a:cubicBezTo>
                <a:cubicBezTo>
                  <a:pt x="15397862" y="333401"/>
                  <a:pt x="15393747" y="374560"/>
                  <a:pt x="15401979" y="411603"/>
                </a:cubicBezTo>
                <a:cubicBezTo>
                  <a:pt x="15418444" y="510387"/>
                  <a:pt x="15447254" y="605059"/>
                  <a:pt x="15451371" y="703843"/>
                </a:cubicBezTo>
                <a:cubicBezTo>
                  <a:pt x="15463718" y="860252"/>
                  <a:pt x="15455486" y="1016661"/>
                  <a:pt x="15455486" y="1173070"/>
                </a:cubicBezTo>
                <a:lnTo>
                  <a:pt x="15455486" y="1238927"/>
                </a:lnTo>
                <a:lnTo>
                  <a:pt x="15727143" y="1238927"/>
                </a:lnTo>
                <a:lnTo>
                  <a:pt x="15727143" y="1465306"/>
                </a:lnTo>
                <a:cubicBezTo>
                  <a:pt x="15747725" y="1469425"/>
                  <a:pt x="15760075" y="1469425"/>
                  <a:pt x="15772422" y="1469425"/>
                </a:cubicBezTo>
                <a:cubicBezTo>
                  <a:pt x="15850624" y="1473538"/>
                  <a:pt x="15850624" y="1473538"/>
                  <a:pt x="15850624" y="1551745"/>
                </a:cubicBezTo>
                <a:lnTo>
                  <a:pt x="15850624" y="2224712"/>
                </a:lnTo>
                <a:lnTo>
                  <a:pt x="15923336" y="2224712"/>
                </a:lnTo>
                <a:cubicBezTo>
                  <a:pt x="15923796" y="2208935"/>
                  <a:pt x="15924258" y="2193157"/>
                  <a:pt x="15924718" y="2177381"/>
                </a:cubicBezTo>
                <a:cubicBezTo>
                  <a:pt x="15928831" y="2136221"/>
                  <a:pt x="15924718" y="2099174"/>
                  <a:pt x="15982338" y="2103294"/>
                </a:cubicBezTo>
                <a:cubicBezTo>
                  <a:pt x="15982338" y="2082711"/>
                  <a:pt x="15982338" y="2062132"/>
                  <a:pt x="15986455" y="2045669"/>
                </a:cubicBezTo>
                <a:cubicBezTo>
                  <a:pt x="15986455" y="2041550"/>
                  <a:pt x="15994688" y="2033319"/>
                  <a:pt x="16002920" y="2033319"/>
                </a:cubicBezTo>
                <a:cubicBezTo>
                  <a:pt x="16002920" y="2029205"/>
                  <a:pt x="16015265" y="2037437"/>
                  <a:pt x="16015265" y="2041550"/>
                </a:cubicBezTo>
                <a:cubicBezTo>
                  <a:pt x="16019383" y="2103294"/>
                  <a:pt x="16072890" y="2144454"/>
                  <a:pt x="16056425" y="2210310"/>
                </a:cubicBezTo>
                <a:cubicBezTo>
                  <a:pt x="16052312" y="2230888"/>
                  <a:pt x="16056425" y="2255583"/>
                  <a:pt x="16056425" y="2276166"/>
                </a:cubicBezTo>
                <a:lnTo>
                  <a:pt x="16077008" y="2276166"/>
                </a:lnTo>
                <a:cubicBezTo>
                  <a:pt x="16085240" y="2165031"/>
                  <a:pt x="16089358" y="2053901"/>
                  <a:pt x="16097587" y="1938652"/>
                </a:cubicBezTo>
                <a:cubicBezTo>
                  <a:pt x="16105818" y="1934533"/>
                  <a:pt x="16114050" y="1934533"/>
                  <a:pt x="16122282" y="1934533"/>
                </a:cubicBezTo>
                <a:cubicBezTo>
                  <a:pt x="16130519" y="1934533"/>
                  <a:pt x="16138745" y="1934533"/>
                  <a:pt x="16155210" y="1938652"/>
                </a:cubicBezTo>
                <a:lnTo>
                  <a:pt x="16155210" y="2272048"/>
                </a:lnTo>
                <a:cubicBezTo>
                  <a:pt x="16163442" y="2272048"/>
                  <a:pt x="16167560" y="2276166"/>
                  <a:pt x="16175792" y="2276166"/>
                </a:cubicBezTo>
                <a:cubicBezTo>
                  <a:pt x="16184024" y="2267933"/>
                  <a:pt x="16192257" y="2255583"/>
                  <a:pt x="16192257" y="2243238"/>
                </a:cubicBezTo>
                <a:lnTo>
                  <a:pt x="16192257" y="1992158"/>
                </a:lnTo>
                <a:lnTo>
                  <a:pt x="16192257" y="1774011"/>
                </a:lnTo>
                <a:cubicBezTo>
                  <a:pt x="16295159" y="1774011"/>
                  <a:pt x="16393940" y="1778124"/>
                  <a:pt x="16488610" y="1774011"/>
                </a:cubicBezTo>
                <a:cubicBezTo>
                  <a:pt x="16525652" y="1774011"/>
                  <a:pt x="16538004" y="1790476"/>
                  <a:pt x="16538004" y="1823403"/>
                </a:cubicBezTo>
                <a:lnTo>
                  <a:pt x="16538004" y="2029205"/>
                </a:lnTo>
                <a:cubicBezTo>
                  <a:pt x="16542122" y="2029205"/>
                  <a:pt x="16546235" y="2033319"/>
                  <a:pt x="16550349" y="2033319"/>
                </a:cubicBezTo>
                <a:cubicBezTo>
                  <a:pt x="16554467" y="2020972"/>
                  <a:pt x="16566812" y="2004508"/>
                  <a:pt x="16566812" y="1992158"/>
                </a:cubicBezTo>
                <a:cubicBezTo>
                  <a:pt x="16570932" y="1893373"/>
                  <a:pt x="16570932" y="1794589"/>
                  <a:pt x="16570932" y="1695804"/>
                </a:cubicBezTo>
                <a:cubicBezTo>
                  <a:pt x="16570932" y="1391218"/>
                  <a:pt x="16570932" y="1082518"/>
                  <a:pt x="16566812" y="773813"/>
                </a:cubicBezTo>
                <a:cubicBezTo>
                  <a:pt x="16566812" y="716188"/>
                  <a:pt x="16583282" y="675029"/>
                  <a:pt x="16636788" y="646219"/>
                </a:cubicBezTo>
                <a:cubicBezTo>
                  <a:pt x="16686179" y="621523"/>
                  <a:pt x="16739686" y="588594"/>
                  <a:pt x="16723226" y="514506"/>
                </a:cubicBezTo>
                <a:cubicBezTo>
                  <a:pt x="16723226" y="502156"/>
                  <a:pt x="16735573" y="489810"/>
                  <a:pt x="16743805" y="481577"/>
                </a:cubicBezTo>
                <a:cubicBezTo>
                  <a:pt x="16780851" y="436300"/>
                  <a:pt x="16834363" y="399257"/>
                  <a:pt x="16817899" y="329283"/>
                </a:cubicBezTo>
                <a:cubicBezTo>
                  <a:pt x="16813783" y="312818"/>
                  <a:pt x="16834363" y="292241"/>
                  <a:pt x="16842595" y="275776"/>
                </a:cubicBezTo>
                <a:cubicBezTo>
                  <a:pt x="16846715" y="275776"/>
                  <a:pt x="16854943" y="279891"/>
                  <a:pt x="16859059" y="279891"/>
                </a:cubicBezTo>
                <a:lnTo>
                  <a:pt x="16859059" y="337515"/>
                </a:lnTo>
                <a:cubicBezTo>
                  <a:pt x="16859059" y="353978"/>
                  <a:pt x="16863175" y="382793"/>
                  <a:pt x="16867291" y="382793"/>
                </a:cubicBezTo>
                <a:cubicBezTo>
                  <a:pt x="16908451" y="382793"/>
                  <a:pt x="16933147" y="415722"/>
                  <a:pt x="16966075" y="436300"/>
                </a:cubicBezTo>
                <a:cubicBezTo>
                  <a:pt x="17003119" y="460995"/>
                  <a:pt x="17036051" y="473345"/>
                  <a:pt x="17031935" y="526852"/>
                </a:cubicBezTo>
                <a:cubicBezTo>
                  <a:pt x="17027815" y="551549"/>
                  <a:pt x="17031935" y="572131"/>
                  <a:pt x="17031935" y="596826"/>
                </a:cubicBezTo>
                <a:cubicBezTo>
                  <a:pt x="17044279" y="600941"/>
                  <a:pt x="17052515" y="600941"/>
                  <a:pt x="17060743" y="600941"/>
                </a:cubicBezTo>
                <a:cubicBezTo>
                  <a:pt x="17147183" y="605059"/>
                  <a:pt x="17147183" y="605059"/>
                  <a:pt x="17147183" y="691493"/>
                </a:cubicBezTo>
                <a:lnTo>
                  <a:pt x="17147219" y="704240"/>
                </a:lnTo>
                <a:lnTo>
                  <a:pt x="17148515" y="704240"/>
                </a:lnTo>
                <a:lnTo>
                  <a:pt x="17148515" y="880086"/>
                </a:lnTo>
                <a:lnTo>
                  <a:pt x="17147731" y="880086"/>
                </a:lnTo>
                <a:lnTo>
                  <a:pt x="17151295" y="2103294"/>
                </a:lnTo>
                <a:lnTo>
                  <a:pt x="17151295" y="2152686"/>
                </a:lnTo>
                <a:lnTo>
                  <a:pt x="17225383" y="2152686"/>
                </a:lnTo>
                <a:lnTo>
                  <a:pt x="17225383" y="1811053"/>
                </a:lnTo>
                <a:cubicBezTo>
                  <a:pt x="17225383" y="1745196"/>
                  <a:pt x="17229503" y="1736964"/>
                  <a:pt x="17307703" y="1757546"/>
                </a:cubicBezTo>
                <a:cubicBezTo>
                  <a:pt x="17307703" y="1802821"/>
                  <a:pt x="17303591" y="1843981"/>
                  <a:pt x="17307703" y="1889260"/>
                </a:cubicBezTo>
                <a:cubicBezTo>
                  <a:pt x="17307703" y="1901605"/>
                  <a:pt x="17324175" y="1926302"/>
                  <a:pt x="17336519" y="1926302"/>
                </a:cubicBezTo>
                <a:cubicBezTo>
                  <a:pt x="17373563" y="1926302"/>
                  <a:pt x="17381799" y="1942765"/>
                  <a:pt x="17381799" y="1975695"/>
                </a:cubicBezTo>
                <a:lnTo>
                  <a:pt x="17381799" y="2165031"/>
                </a:lnTo>
                <a:lnTo>
                  <a:pt x="17562899" y="2165031"/>
                </a:lnTo>
                <a:lnTo>
                  <a:pt x="17562899" y="2329673"/>
                </a:lnTo>
                <a:lnTo>
                  <a:pt x="17575251" y="2329673"/>
                </a:lnTo>
                <a:cubicBezTo>
                  <a:pt x="17575251" y="2263816"/>
                  <a:pt x="17579363" y="2193846"/>
                  <a:pt x="17575251" y="2127989"/>
                </a:cubicBezTo>
                <a:cubicBezTo>
                  <a:pt x="17567019" y="1955115"/>
                  <a:pt x="17562899" y="1782243"/>
                  <a:pt x="17591711" y="1609370"/>
                </a:cubicBezTo>
                <a:cubicBezTo>
                  <a:pt x="17591711" y="1597020"/>
                  <a:pt x="17599947" y="1584673"/>
                  <a:pt x="17604059" y="1584673"/>
                </a:cubicBezTo>
                <a:cubicBezTo>
                  <a:pt x="17636987" y="1580555"/>
                  <a:pt x="17674035" y="1576442"/>
                  <a:pt x="17711083" y="1580555"/>
                </a:cubicBezTo>
                <a:cubicBezTo>
                  <a:pt x="17719307" y="1580555"/>
                  <a:pt x="17727539" y="1601137"/>
                  <a:pt x="17735775" y="1609370"/>
                </a:cubicBezTo>
                <a:cubicBezTo>
                  <a:pt x="17744003" y="1613483"/>
                  <a:pt x="17756355" y="1609370"/>
                  <a:pt x="17772819" y="1613483"/>
                </a:cubicBezTo>
                <a:cubicBezTo>
                  <a:pt x="17772819" y="1592905"/>
                  <a:pt x="17768699" y="1576442"/>
                  <a:pt x="17768699" y="1559977"/>
                </a:cubicBezTo>
                <a:cubicBezTo>
                  <a:pt x="17768699" y="1551745"/>
                  <a:pt x="17768699" y="1531163"/>
                  <a:pt x="17772819" y="1531163"/>
                </a:cubicBezTo>
                <a:cubicBezTo>
                  <a:pt x="17805747" y="1518818"/>
                  <a:pt x="17797515" y="1490003"/>
                  <a:pt x="17797515" y="1469425"/>
                </a:cubicBezTo>
                <a:lnTo>
                  <a:pt x="17797515" y="1374754"/>
                </a:lnTo>
                <a:lnTo>
                  <a:pt x="17813979" y="1374754"/>
                </a:lnTo>
                <a:cubicBezTo>
                  <a:pt x="17818095" y="1387104"/>
                  <a:pt x="17822211" y="1399449"/>
                  <a:pt x="17834559" y="1424146"/>
                </a:cubicBezTo>
                <a:cubicBezTo>
                  <a:pt x="17863371" y="1407681"/>
                  <a:pt x="17888067" y="1395336"/>
                  <a:pt x="17912763" y="1378872"/>
                </a:cubicBezTo>
                <a:cubicBezTo>
                  <a:pt x="17945691" y="1436496"/>
                  <a:pt x="18015663" y="1382986"/>
                  <a:pt x="18069171" y="1415914"/>
                </a:cubicBezTo>
                <a:lnTo>
                  <a:pt x="18069171" y="1576442"/>
                </a:lnTo>
                <a:lnTo>
                  <a:pt x="18237927" y="1576442"/>
                </a:lnTo>
                <a:cubicBezTo>
                  <a:pt x="18237927" y="1601137"/>
                  <a:pt x="18242047" y="1621715"/>
                  <a:pt x="18237927" y="1642297"/>
                </a:cubicBezTo>
                <a:cubicBezTo>
                  <a:pt x="18229699" y="1675227"/>
                  <a:pt x="18254391" y="1679340"/>
                  <a:pt x="18270859" y="1691690"/>
                </a:cubicBezTo>
                <a:cubicBezTo>
                  <a:pt x="18274975" y="1691690"/>
                  <a:pt x="18270859" y="1699922"/>
                  <a:pt x="18270859" y="1704036"/>
                </a:cubicBezTo>
                <a:cubicBezTo>
                  <a:pt x="18270859" y="1778124"/>
                  <a:pt x="18274975" y="1852213"/>
                  <a:pt x="18274975" y="1926302"/>
                </a:cubicBezTo>
                <a:cubicBezTo>
                  <a:pt x="18274975" y="1930420"/>
                  <a:pt x="18274975" y="1934533"/>
                  <a:pt x="18279087" y="1938652"/>
                </a:cubicBezTo>
                <a:cubicBezTo>
                  <a:pt x="18291439" y="1938652"/>
                  <a:pt x="18307903" y="1934533"/>
                  <a:pt x="18320247" y="1934533"/>
                </a:cubicBezTo>
                <a:lnTo>
                  <a:pt x="18320247" y="1144256"/>
                </a:lnTo>
                <a:cubicBezTo>
                  <a:pt x="18320247" y="1131910"/>
                  <a:pt x="18312019" y="1115446"/>
                  <a:pt x="18303783" y="1111328"/>
                </a:cubicBezTo>
                <a:cubicBezTo>
                  <a:pt x="18262623" y="1090750"/>
                  <a:pt x="18283207" y="1053703"/>
                  <a:pt x="18287323" y="1024893"/>
                </a:cubicBezTo>
                <a:cubicBezTo>
                  <a:pt x="18291439" y="1016661"/>
                  <a:pt x="18320247" y="1008429"/>
                  <a:pt x="18336711" y="1000197"/>
                </a:cubicBezTo>
                <a:cubicBezTo>
                  <a:pt x="18344943" y="996079"/>
                  <a:pt x="18353179" y="996079"/>
                  <a:pt x="18361407" y="996079"/>
                </a:cubicBezTo>
                <a:lnTo>
                  <a:pt x="18373759" y="946687"/>
                </a:lnTo>
                <a:lnTo>
                  <a:pt x="18534287" y="946687"/>
                </a:lnTo>
                <a:cubicBezTo>
                  <a:pt x="18542515" y="897294"/>
                  <a:pt x="18554863" y="847902"/>
                  <a:pt x="18563095" y="798510"/>
                </a:cubicBezTo>
                <a:cubicBezTo>
                  <a:pt x="18600143" y="843788"/>
                  <a:pt x="18694807" y="847902"/>
                  <a:pt x="18731851" y="806742"/>
                </a:cubicBezTo>
                <a:cubicBezTo>
                  <a:pt x="18740087" y="798510"/>
                  <a:pt x="18773011" y="798510"/>
                  <a:pt x="18773011" y="798510"/>
                </a:cubicBezTo>
                <a:cubicBezTo>
                  <a:pt x="18781247" y="831437"/>
                  <a:pt x="18834755" y="843788"/>
                  <a:pt x="18822407" y="893180"/>
                </a:cubicBezTo>
                <a:cubicBezTo>
                  <a:pt x="18818291" y="917877"/>
                  <a:pt x="18822407" y="942574"/>
                  <a:pt x="18822407" y="963151"/>
                </a:cubicBezTo>
                <a:cubicBezTo>
                  <a:pt x="18875915" y="967269"/>
                  <a:pt x="18929423" y="967269"/>
                  <a:pt x="18982931" y="983734"/>
                </a:cubicBezTo>
                <a:lnTo>
                  <a:pt x="18982931" y="4449429"/>
                </a:lnTo>
                <a:lnTo>
                  <a:pt x="11998023" y="4449429"/>
                </a:lnTo>
                <a:lnTo>
                  <a:pt x="11995198" y="4429646"/>
                </a:lnTo>
                <a:lnTo>
                  <a:pt x="11992726" y="4449425"/>
                </a:lnTo>
                <a:lnTo>
                  <a:pt x="8153658" y="4449425"/>
                </a:lnTo>
                <a:lnTo>
                  <a:pt x="8153658" y="4449429"/>
                </a:lnTo>
                <a:lnTo>
                  <a:pt x="6861227" y="4449429"/>
                </a:lnTo>
                <a:cubicBezTo>
                  <a:pt x="6860716" y="4443818"/>
                  <a:pt x="6860206" y="4438209"/>
                  <a:pt x="6859697" y="4432598"/>
                </a:cubicBezTo>
                <a:cubicBezTo>
                  <a:pt x="6859229" y="4438207"/>
                  <a:pt x="6858762" y="4443815"/>
                  <a:pt x="6858292" y="4449425"/>
                </a:cubicBezTo>
                <a:lnTo>
                  <a:pt x="7922" y="4440866"/>
                </a:lnTo>
                <a:cubicBezTo>
                  <a:pt x="3970" y="3512460"/>
                  <a:pt x="17249" y="1823939"/>
                  <a:pt x="0" y="1181446"/>
                </a:cubicBezTo>
                <a:cubicBezTo>
                  <a:pt x="4118" y="1160863"/>
                  <a:pt x="153290" y="983729"/>
                  <a:pt x="169756" y="979616"/>
                </a:cubicBezTo>
                <a:cubicBezTo>
                  <a:pt x="210913" y="971384"/>
                  <a:pt x="256195" y="975497"/>
                  <a:pt x="301466" y="971384"/>
                </a:cubicBezTo>
                <a:cubicBezTo>
                  <a:pt x="301466" y="950801"/>
                  <a:pt x="305586" y="930222"/>
                  <a:pt x="301466" y="909640"/>
                </a:cubicBezTo>
                <a:cubicBezTo>
                  <a:pt x="293234" y="864367"/>
                  <a:pt x="326166" y="839670"/>
                  <a:pt x="346746" y="810855"/>
                </a:cubicBezTo>
                <a:cubicBezTo>
                  <a:pt x="388593" y="793019"/>
                  <a:pt x="516160" y="801659"/>
                  <a:pt x="571541" y="799909"/>
                </a:cubicBezTo>
                <a:cubicBezTo>
                  <a:pt x="578460" y="867080"/>
                  <a:pt x="573124" y="909640"/>
                  <a:pt x="581356" y="963151"/>
                </a:cubicBezTo>
                <a:lnTo>
                  <a:pt x="737766" y="963151"/>
                </a:lnTo>
                <a:cubicBezTo>
                  <a:pt x="741884" y="983729"/>
                  <a:pt x="746000" y="996079"/>
                  <a:pt x="750116" y="1012543"/>
                </a:cubicBezTo>
                <a:cubicBezTo>
                  <a:pt x="762464" y="1012543"/>
                  <a:pt x="770694" y="1012543"/>
                  <a:pt x="778926" y="1016657"/>
                </a:cubicBezTo>
                <a:cubicBezTo>
                  <a:pt x="795389" y="1024889"/>
                  <a:pt x="820087" y="1033121"/>
                  <a:pt x="820087" y="1041353"/>
                </a:cubicBezTo>
                <a:cubicBezTo>
                  <a:pt x="828319" y="1066049"/>
                  <a:pt x="828319" y="1115443"/>
                  <a:pt x="820087" y="1119560"/>
                </a:cubicBezTo>
                <a:cubicBezTo>
                  <a:pt x="778926" y="1136025"/>
                  <a:pt x="791276" y="1168953"/>
                  <a:pt x="791276" y="1193648"/>
                </a:cubicBezTo>
                <a:lnTo>
                  <a:pt x="791276" y="1580555"/>
                </a:lnTo>
                <a:lnTo>
                  <a:pt x="791276" y="1955112"/>
                </a:lnTo>
                <a:cubicBezTo>
                  <a:pt x="807739" y="1950998"/>
                  <a:pt x="844507" y="1950998"/>
                  <a:pt x="865089" y="1950998"/>
                </a:cubicBezTo>
                <a:cubicBezTo>
                  <a:pt x="878809" y="1891316"/>
                  <a:pt x="862620" y="1658075"/>
                  <a:pt x="873596" y="1597020"/>
                </a:cubicBezTo>
                <a:cubicBezTo>
                  <a:pt x="873596" y="1588787"/>
                  <a:pt x="894176" y="1584670"/>
                  <a:pt x="906526" y="1584670"/>
                </a:cubicBezTo>
                <a:lnTo>
                  <a:pt x="1034120" y="1584670"/>
                </a:lnTo>
                <a:lnTo>
                  <a:pt x="1034120" y="1420028"/>
                </a:lnTo>
                <a:cubicBezTo>
                  <a:pt x="1074595" y="1387100"/>
                  <a:pt x="1277850" y="1412922"/>
                  <a:pt x="1320382" y="1408806"/>
                </a:cubicBezTo>
                <a:cubicBezTo>
                  <a:pt x="1321589" y="1478288"/>
                  <a:pt x="1308898" y="1546440"/>
                  <a:pt x="1318126" y="1576437"/>
                </a:cubicBezTo>
                <a:cubicBezTo>
                  <a:pt x="1359443" y="1590154"/>
                  <a:pt x="1436334" y="1589404"/>
                  <a:pt x="1511305" y="1594214"/>
                </a:cubicBezTo>
                <a:cubicBezTo>
                  <a:pt x="1502406" y="1873827"/>
                  <a:pt x="1499234" y="2090942"/>
                  <a:pt x="1507466" y="2337905"/>
                </a:cubicBezTo>
                <a:lnTo>
                  <a:pt x="1523929" y="2337905"/>
                </a:lnTo>
                <a:lnTo>
                  <a:pt x="1523929" y="2169146"/>
                </a:lnTo>
                <a:lnTo>
                  <a:pt x="1692685" y="2169146"/>
                </a:lnTo>
                <a:lnTo>
                  <a:pt x="1692685" y="2020968"/>
                </a:lnTo>
                <a:cubicBezTo>
                  <a:pt x="1692685" y="1946880"/>
                  <a:pt x="1692685" y="1946880"/>
                  <a:pt x="1766772" y="1922183"/>
                </a:cubicBezTo>
                <a:lnTo>
                  <a:pt x="1766772" y="1757542"/>
                </a:lnTo>
                <a:lnTo>
                  <a:pt x="1849095" y="1757542"/>
                </a:lnTo>
                <a:lnTo>
                  <a:pt x="1849095" y="2156799"/>
                </a:lnTo>
                <a:lnTo>
                  <a:pt x="1919070" y="2156799"/>
                </a:lnTo>
                <a:lnTo>
                  <a:pt x="1919070" y="1864559"/>
                </a:lnTo>
                <a:lnTo>
                  <a:pt x="1919070" y="695608"/>
                </a:lnTo>
                <a:lnTo>
                  <a:pt x="2005504" y="609173"/>
                </a:lnTo>
                <a:cubicBezTo>
                  <a:pt x="2009621" y="609173"/>
                  <a:pt x="2017853" y="609173"/>
                  <a:pt x="2026085" y="605054"/>
                </a:cubicBezTo>
                <a:cubicBezTo>
                  <a:pt x="2030198" y="539197"/>
                  <a:pt x="2005504" y="452764"/>
                  <a:pt x="2100174" y="448645"/>
                </a:cubicBezTo>
                <a:cubicBezTo>
                  <a:pt x="2116637" y="428067"/>
                  <a:pt x="2128985" y="407485"/>
                  <a:pt x="2137215" y="407485"/>
                </a:cubicBezTo>
                <a:cubicBezTo>
                  <a:pt x="2194840" y="411603"/>
                  <a:pt x="2198958" y="378675"/>
                  <a:pt x="2194840" y="337515"/>
                </a:cubicBezTo>
                <a:cubicBezTo>
                  <a:pt x="2194840" y="325165"/>
                  <a:pt x="2198958" y="308701"/>
                  <a:pt x="2198958" y="292236"/>
                </a:cubicBezTo>
                <a:cubicBezTo>
                  <a:pt x="2240121" y="300468"/>
                  <a:pt x="2236002" y="329283"/>
                  <a:pt x="2240121" y="358093"/>
                </a:cubicBezTo>
                <a:cubicBezTo>
                  <a:pt x="2244231" y="386907"/>
                  <a:pt x="2227770" y="419835"/>
                  <a:pt x="2273047" y="444532"/>
                </a:cubicBezTo>
                <a:cubicBezTo>
                  <a:pt x="2297743" y="460995"/>
                  <a:pt x="2343016" y="506269"/>
                  <a:pt x="2330670" y="563894"/>
                </a:cubicBezTo>
                <a:cubicBezTo>
                  <a:pt x="2326552" y="580359"/>
                  <a:pt x="2338902" y="600941"/>
                  <a:pt x="2351248" y="613286"/>
                </a:cubicBezTo>
                <a:cubicBezTo>
                  <a:pt x="2375946" y="637983"/>
                  <a:pt x="2400641" y="658565"/>
                  <a:pt x="2429455" y="675029"/>
                </a:cubicBezTo>
                <a:cubicBezTo>
                  <a:pt x="2458264" y="695608"/>
                  <a:pt x="2470614" y="720303"/>
                  <a:pt x="2470614" y="757350"/>
                </a:cubicBezTo>
                <a:lnTo>
                  <a:pt x="2470614" y="1086631"/>
                </a:lnTo>
                <a:lnTo>
                  <a:pt x="2470614" y="2008622"/>
                </a:lnTo>
                <a:cubicBezTo>
                  <a:pt x="2470614" y="2025087"/>
                  <a:pt x="2482964" y="2037432"/>
                  <a:pt x="2487080" y="2053897"/>
                </a:cubicBezTo>
                <a:cubicBezTo>
                  <a:pt x="2499426" y="2000390"/>
                  <a:pt x="2499426" y="1946880"/>
                  <a:pt x="2499426" y="1897488"/>
                </a:cubicBezTo>
                <a:cubicBezTo>
                  <a:pt x="2499426" y="1798703"/>
                  <a:pt x="2499426" y="1798703"/>
                  <a:pt x="2602322" y="1798703"/>
                </a:cubicBezTo>
                <a:lnTo>
                  <a:pt x="2836935" y="1798703"/>
                </a:lnTo>
                <a:lnTo>
                  <a:pt x="2836935" y="1860446"/>
                </a:lnTo>
                <a:lnTo>
                  <a:pt x="2836935" y="2263816"/>
                </a:lnTo>
                <a:cubicBezTo>
                  <a:pt x="2836935" y="2280280"/>
                  <a:pt x="2841053" y="2292626"/>
                  <a:pt x="2845169" y="2304976"/>
                </a:cubicBezTo>
                <a:cubicBezTo>
                  <a:pt x="2849285" y="2304976"/>
                  <a:pt x="2857519" y="2300858"/>
                  <a:pt x="2861629" y="2300858"/>
                </a:cubicBezTo>
                <a:lnTo>
                  <a:pt x="2861629" y="2247351"/>
                </a:lnTo>
                <a:cubicBezTo>
                  <a:pt x="2865748" y="2160914"/>
                  <a:pt x="2869861" y="2078592"/>
                  <a:pt x="2869861" y="1996272"/>
                </a:cubicBezTo>
                <a:cubicBezTo>
                  <a:pt x="2869861" y="1946880"/>
                  <a:pt x="2894558" y="1959230"/>
                  <a:pt x="2923374" y="1967462"/>
                </a:cubicBezTo>
                <a:cubicBezTo>
                  <a:pt x="2927490" y="2078592"/>
                  <a:pt x="2935718" y="2189728"/>
                  <a:pt x="2939836" y="2300858"/>
                </a:cubicBezTo>
                <a:lnTo>
                  <a:pt x="2956300" y="2300858"/>
                </a:lnTo>
                <a:cubicBezTo>
                  <a:pt x="2968646" y="2239120"/>
                  <a:pt x="2939836" y="2169146"/>
                  <a:pt x="2989230" y="2111521"/>
                </a:cubicBezTo>
                <a:cubicBezTo>
                  <a:pt x="3001579" y="2099174"/>
                  <a:pt x="3009807" y="2074479"/>
                  <a:pt x="3018038" y="2058015"/>
                </a:cubicBezTo>
                <a:cubicBezTo>
                  <a:pt x="3026270" y="2078592"/>
                  <a:pt x="3030389" y="2103289"/>
                  <a:pt x="3034502" y="2123871"/>
                </a:cubicBezTo>
                <a:cubicBezTo>
                  <a:pt x="3034502" y="2127984"/>
                  <a:pt x="3038620" y="2127984"/>
                  <a:pt x="3038620" y="2132104"/>
                </a:cubicBezTo>
                <a:cubicBezTo>
                  <a:pt x="3055087" y="2136217"/>
                  <a:pt x="3071552" y="2136217"/>
                  <a:pt x="3088018" y="2140336"/>
                </a:cubicBezTo>
                <a:lnTo>
                  <a:pt x="3095320" y="2275334"/>
                </a:lnTo>
                <a:lnTo>
                  <a:pt x="3162101" y="2275334"/>
                </a:lnTo>
                <a:lnTo>
                  <a:pt x="3162101" y="1580555"/>
                </a:lnTo>
                <a:cubicBezTo>
                  <a:pt x="3162101" y="1564091"/>
                  <a:pt x="3157984" y="1543508"/>
                  <a:pt x="3162101" y="1531163"/>
                </a:cubicBezTo>
                <a:cubicBezTo>
                  <a:pt x="3170334" y="1518813"/>
                  <a:pt x="3186798" y="1502348"/>
                  <a:pt x="3199146" y="1498235"/>
                </a:cubicBezTo>
                <a:cubicBezTo>
                  <a:pt x="3223841" y="1494116"/>
                  <a:pt x="3252654" y="1498235"/>
                  <a:pt x="3281469" y="1498235"/>
                </a:cubicBezTo>
                <a:cubicBezTo>
                  <a:pt x="3281469" y="1432378"/>
                  <a:pt x="3285585" y="1378868"/>
                  <a:pt x="3281469" y="1325362"/>
                </a:cubicBezTo>
                <a:cubicBezTo>
                  <a:pt x="3277352" y="1275969"/>
                  <a:pt x="3293819" y="1259505"/>
                  <a:pt x="3343207" y="1263619"/>
                </a:cubicBezTo>
                <a:cubicBezTo>
                  <a:pt x="3409064" y="1267737"/>
                  <a:pt x="3474919" y="1263619"/>
                  <a:pt x="3544891" y="1263619"/>
                </a:cubicBezTo>
                <a:lnTo>
                  <a:pt x="3544891" y="712071"/>
                </a:lnTo>
                <a:cubicBezTo>
                  <a:pt x="3544891" y="658565"/>
                  <a:pt x="3553124" y="605054"/>
                  <a:pt x="3561357" y="555662"/>
                </a:cubicBezTo>
                <a:cubicBezTo>
                  <a:pt x="3573707" y="473342"/>
                  <a:pt x="3590173" y="395140"/>
                  <a:pt x="3606633" y="316933"/>
                </a:cubicBezTo>
                <a:cubicBezTo>
                  <a:pt x="3610746" y="304586"/>
                  <a:pt x="3610746" y="292236"/>
                  <a:pt x="3614865" y="279891"/>
                </a:cubicBezTo>
                <a:cubicBezTo>
                  <a:pt x="3656030" y="284004"/>
                  <a:pt x="3680721" y="296354"/>
                  <a:pt x="3676603" y="341628"/>
                </a:cubicBezTo>
                <a:cubicBezTo>
                  <a:pt x="3676603" y="358093"/>
                  <a:pt x="3676603" y="382788"/>
                  <a:pt x="3684835" y="386907"/>
                </a:cubicBezTo>
                <a:cubicBezTo>
                  <a:pt x="3734228" y="403370"/>
                  <a:pt x="3697185" y="465109"/>
                  <a:pt x="3742460" y="481574"/>
                </a:cubicBezTo>
                <a:cubicBezTo>
                  <a:pt x="3750692" y="555662"/>
                  <a:pt x="3763042" y="629751"/>
                  <a:pt x="3763042" y="703838"/>
                </a:cubicBezTo>
                <a:lnTo>
                  <a:pt x="3763042" y="1144256"/>
                </a:lnTo>
                <a:cubicBezTo>
                  <a:pt x="3763042" y="1156603"/>
                  <a:pt x="3767157" y="1168953"/>
                  <a:pt x="3771275" y="1181298"/>
                </a:cubicBezTo>
                <a:cubicBezTo>
                  <a:pt x="3779507" y="1156603"/>
                  <a:pt x="3775390" y="1136025"/>
                  <a:pt x="3775390" y="1115443"/>
                </a:cubicBezTo>
                <a:cubicBezTo>
                  <a:pt x="3779507" y="1033121"/>
                  <a:pt x="3841246" y="991961"/>
                  <a:pt x="3923568" y="996079"/>
                </a:cubicBezTo>
                <a:cubicBezTo>
                  <a:pt x="3931800" y="996079"/>
                  <a:pt x="3940029" y="1012543"/>
                  <a:pt x="3940029" y="1020776"/>
                </a:cubicBezTo>
                <a:cubicBezTo>
                  <a:pt x="3948261" y="1123673"/>
                  <a:pt x="3956493" y="1222458"/>
                  <a:pt x="3960611" y="1321244"/>
                </a:cubicBezTo>
                <a:cubicBezTo>
                  <a:pt x="3964726" y="1411796"/>
                  <a:pt x="3960611" y="1498235"/>
                  <a:pt x="3960611" y="1584670"/>
                </a:cubicBezTo>
                <a:cubicBezTo>
                  <a:pt x="3960611" y="1597020"/>
                  <a:pt x="3968844" y="1613484"/>
                  <a:pt x="3977076" y="1625830"/>
                </a:cubicBezTo>
                <a:cubicBezTo>
                  <a:pt x="3985308" y="1642294"/>
                  <a:pt x="4005889" y="1650525"/>
                  <a:pt x="4010007" y="1666990"/>
                </a:cubicBezTo>
                <a:cubicBezTo>
                  <a:pt x="4026468" y="1716382"/>
                  <a:pt x="4038813" y="1765774"/>
                  <a:pt x="4055279" y="1819286"/>
                </a:cubicBezTo>
                <a:lnTo>
                  <a:pt x="4104670" y="1819286"/>
                </a:lnTo>
                <a:cubicBezTo>
                  <a:pt x="4104670" y="1794589"/>
                  <a:pt x="4104670" y="1769892"/>
                  <a:pt x="4108788" y="1741079"/>
                </a:cubicBezTo>
                <a:lnTo>
                  <a:pt x="4211689" y="1741079"/>
                </a:lnTo>
                <a:cubicBezTo>
                  <a:pt x="4224040" y="1679340"/>
                  <a:pt x="4240506" y="1617597"/>
                  <a:pt x="4252847" y="1559973"/>
                </a:cubicBezTo>
                <a:lnTo>
                  <a:pt x="4265197" y="1559973"/>
                </a:lnTo>
                <a:cubicBezTo>
                  <a:pt x="4269312" y="1572323"/>
                  <a:pt x="4273429" y="1580555"/>
                  <a:pt x="4277546" y="1592900"/>
                </a:cubicBezTo>
                <a:cubicBezTo>
                  <a:pt x="4285777" y="1629947"/>
                  <a:pt x="4298129" y="1671107"/>
                  <a:pt x="4302239" y="1708150"/>
                </a:cubicBezTo>
                <a:cubicBezTo>
                  <a:pt x="4306361" y="1749309"/>
                  <a:pt x="4326936" y="1753429"/>
                  <a:pt x="4368100" y="1741079"/>
                </a:cubicBezTo>
                <a:cubicBezTo>
                  <a:pt x="4368100" y="1708150"/>
                  <a:pt x="4363984" y="1671107"/>
                  <a:pt x="4363984" y="1634062"/>
                </a:cubicBezTo>
                <a:cubicBezTo>
                  <a:pt x="4368100" y="1370636"/>
                  <a:pt x="4372218" y="1103096"/>
                  <a:pt x="4372218" y="839670"/>
                </a:cubicBezTo>
                <a:cubicBezTo>
                  <a:pt x="4368100" y="650333"/>
                  <a:pt x="4405141" y="465109"/>
                  <a:pt x="4442184" y="279891"/>
                </a:cubicBezTo>
                <a:cubicBezTo>
                  <a:pt x="4446307" y="259308"/>
                  <a:pt x="4446307" y="234611"/>
                  <a:pt x="4479230" y="234611"/>
                </a:cubicBezTo>
                <a:cubicBezTo>
                  <a:pt x="4512162" y="234611"/>
                  <a:pt x="4516273" y="259308"/>
                  <a:pt x="4520394" y="284004"/>
                </a:cubicBezTo>
                <a:cubicBezTo>
                  <a:pt x="4528623" y="333396"/>
                  <a:pt x="4536855" y="382788"/>
                  <a:pt x="4549200" y="440413"/>
                </a:cubicBezTo>
                <a:cubicBezTo>
                  <a:pt x="4582133" y="370443"/>
                  <a:pt x="4635639" y="399253"/>
                  <a:pt x="4680914" y="395140"/>
                </a:cubicBezTo>
                <a:cubicBezTo>
                  <a:pt x="4726192" y="391020"/>
                  <a:pt x="4767352" y="395140"/>
                  <a:pt x="4759121" y="460995"/>
                </a:cubicBezTo>
                <a:cubicBezTo>
                  <a:pt x="4759121" y="473342"/>
                  <a:pt x="4767352" y="481574"/>
                  <a:pt x="4771466" y="493924"/>
                </a:cubicBezTo>
                <a:cubicBezTo>
                  <a:pt x="4804394" y="568012"/>
                  <a:pt x="4847497" y="677646"/>
                  <a:pt x="4888657" y="747622"/>
                </a:cubicBezTo>
                <a:cubicBezTo>
                  <a:pt x="4888736" y="767520"/>
                  <a:pt x="4888814" y="787417"/>
                  <a:pt x="4888893" y="807315"/>
                </a:cubicBezTo>
                <a:lnTo>
                  <a:pt x="4856617" y="807315"/>
                </a:lnTo>
                <a:lnTo>
                  <a:pt x="4856617" y="944475"/>
                </a:lnTo>
                <a:lnTo>
                  <a:pt x="4888332" y="944475"/>
                </a:lnTo>
                <a:cubicBezTo>
                  <a:pt x="4888330" y="944850"/>
                  <a:pt x="4888327" y="945225"/>
                  <a:pt x="4888325" y="945600"/>
                </a:cubicBezTo>
                <a:cubicBezTo>
                  <a:pt x="4886269" y="1180906"/>
                  <a:pt x="4881060" y="1496690"/>
                  <a:pt x="4890835" y="1609365"/>
                </a:cubicBezTo>
                <a:cubicBezTo>
                  <a:pt x="4915531" y="1613484"/>
                  <a:pt x="4931996" y="1613484"/>
                  <a:pt x="4952574" y="1617597"/>
                </a:cubicBezTo>
                <a:lnTo>
                  <a:pt x="4952574" y="1868678"/>
                </a:lnTo>
                <a:cubicBezTo>
                  <a:pt x="4952574" y="1881023"/>
                  <a:pt x="4952574" y="1905720"/>
                  <a:pt x="4956691" y="1905720"/>
                </a:cubicBezTo>
                <a:cubicBezTo>
                  <a:pt x="4993734" y="1918070"/>
                  <a:pt x="4981387" y="1946880"/>
                  <a:pt x="4981387" y="1967462"/>
                </a:cubicBezTo>
                <a:cubicBezTo>
                  <a:pt x="4981387" y="2000390"/>
                  <a:pt x="4977269" y="2029200"/>
                  <a:pt x="4981387" y="2058015"/>
                </a:cubicBezTo>
                <a:cubicBezTo>
                  <a:pt x="4981387" y="2070360"/>
                  <a:pt x="4993734" y="2078592"/>
                  <a:pt x="5001966" y="2086824"/>
                </a:cubicBezTo>
                <a:cubicBezTo>
                  <a:pt x="5006084" y="2086824"/>
                  <a:pt x="5014316" y="2082711"/>
                  <a:pt x="5018429" y="2078592"/>
                </a:cubicBezTo>
                <a:lnTo>
                  <a:pt x="5018429" y="1881023"/>
                </a:lnTo>
                <a:cubicBezTo>
                  <a:pt x="5018429" y="1708150"/>
                  <a:pt x="5010198" y="1539395"/>
                  <a:pt x="5018429" y="1366522"/>
                </a:cubicBezTo>
                <a:cubicBezTo>
                  <a:pt x="5022548" y="1201880"/>
                  <a:pt x="5010198" y="1033121"/>
                  <a:pt x="5034894" y="864367"/>
                </a:cubicBezTo>
                <a:cubicBezTo>
                  <a:pt x="5063708" y="646214"/>
                  <a:pt x="5034894" y="419835"/>
                  <a:pt x="5067821" y="197569"/>
                </a:cubicBezTo>
                <a:cubicBezTo>
                  <a:pt x="5076054" y="168756"/>
                  <a:pt x="5076054" y="135827"/>
                  <a:pt x="5080173" y="102899"/>
                </a:cubicBezTo>
                <a:cubicBezTo>
                  <a:pt x="5084286" y="65857"/>
                  <a:pt x="5248927" y="8232"/>
                  <a:pt x="5216000" y="37042"/>
                </a:cubicBezTo>
                <a:cubicBezTo>
                  <a:pt x="5207767" y="24697"/>
                  <a:pt x="5207767" y="69972"/>
                  <a:pt x="5248927" y="69972"/>
                </a:cubicBezTo>
                <a:cubicBezTo>
                  <a:pt x="5290087" y="69972"/>
                  <a:pt x="5331249" y="74089"/>
                  <a:pt x="5372409" y="69972"/>
                </a:cubicBezTo>
                <a:cubicBezTo>
                  <a:pt x="5417686" y="69972"/>
                  <a:pt x="5438265" y="82322"/>
                  <a:pt x="5434151" y="131714"/>
                </a:cubicBezTo>
                <a:cubicBezTo>
                  <a:pt x="5430032" y="214034"/>
                  <a:pt x="5434151" y="300468"/>
                  <a:pt x="5434151" y="382788"/>
                </a:cubicBezTo>
                <a:lnTo>
                  <a:pt x="5434151" y="683261"/>
                </a:lnTo>
                <a:cubicBezTo>
                  <a:pt x="5471193" y="683261"/>
                  <a:pt x="5508240" y="687375"/>
                  <a:pt x="5545282" y="687375"/>
                </a:cubicBezTo>
                <a:lnTo>
                  <a:pt x="5545282" y="1045471"/>
                </a:lnTo>
                <a:lnTo>
                  <a:pt x="5676994" y="1045471"/>
                </a:lnTo>
                <a:cubicBezTo>
                  <a:pt x="5681112" y="1070168"/>
                  <a:pt x="5685227" y="1086631"/>
                  <a:pt x="5685227" y="1103096"/>
                </a:cubicBezTo>
                <a:cubicBezTo>
                  <a:pt x="5759314" y="1115443"/>
                  <a:pt x="5759314" y="1115443"/>
                  <a:pt x="5759314" y="1193648"/>
                </a:cubicBezTo>
                <a:lnTo>
                  <a:pt x="5759314" y="1395331"/>
                </a:lnTo>
                <a:lnTo>
                  <a:pt x="5825171" y="1395331"/>
                </a:lnTo>
                <a:cubicBezTo>
                  <a:pt x="5903378" y="1395331"/>
                  <a:pt x="5903378" y="1395331"/>
                  <a:pt x="5903378" y="1477653"/>
                </a:cubicBezTo>
                <a:lnTo>
                  <a:pt x="5903378" y="1918070"/>
                </a:lnTo>
                <a:cubicBezTo>
                  <a:pt x="5903378" y="1950998"/>
                  <a:pt x="5911610" y="1971575"/>
                  <a:pt x="5936306" y="1975695"/>
                </a:cubicBezTo>
                <a:cubicBezTo>
                  <a:pt x="5944538" y="1741079"/>
                  <a:pt x="5956885" y="1510581"/>
                  <a:pt x="5965115" y="1275969"/>
                </a:cubicBezTo>
                <a:cubicBezTo>
                  <a:pt x="5965115" y="1263619"/>
                  <a:pt x="5965115" y="1255387"/>
                  <a:pt x="5969235" y="1238922"/>
                </a:cubicBezTo>
                <a:lnTo>
                  <a:pt x="6166804" y="1238922"/>
                </a:lnTo>
                <a:cubicBezTo>
                  <a:pt x="6203846" y="1238922"/>
                  <a:pt x="6216196" y="1251272"/>
                  <a:pt x="6216196" y="1288315"/>
                </a:cubicBezTo>
                <a:cubicBezTo>
                  <a:pt x="6216196" y="1333594"/>
                  <a:pt x="6220309" y="1387099"/>
                  <a:pt x="6236774" y="1428261"/>
                </a:cubicBezTo>
                <a:cubicBezTo>
                  <a:pt x="6245006" y="1448843"/>
                  <a:pt x="6273821" y="1461188"/>
                  <a:pt x="6273821" y="1498235"/>
                </a:cubicBezTo>
                <a:lnTo>
                  <a:pt x="6273821" y="2230888"/>
                </a:lnTo>
                <a:cubicBezTo>
                  <a:pt x="6273821" y="2243233"/>
                  <a:pt x="6277935" y="2255583"/>
                  <a:pt x="6277935" y="2280280"/>
                </a:cubicBezTo>
                <a:cubicBezTo>
                  <a:pt x="6294398" y="2247351"/>
                  <a:pt x="6302630" y="2222656"/>
                  <a:pt x="6319095" y="2193841"/>
                </a:cubicBezTo>
                <a:cubicBezTo>
                  <a:pt x="6339676" y="2230888"/>
                  <a:pt x="6352023" y="2259698"/>
                  <a:pt x="6364373" y="2288513"/>
                </a:cubicBezTo>
                <a:cubicBezTo>
                  <a:pt x="6368487" y="2300858"/>
                  <a:pt x="6380837" y="2313208"/>
                  <a:pt x="6389068" y="2313208"/>
                </a:cubicBezTo>
                <a:lnTo>
                  <a:pt x="6541355" y="2313208"/>
                </a:lnTo>
                <a:lnTo>
                  <a:pt x="6541355" y="2148567"/>
                </a:lnTo>
                <a:lnTo>
                  <a:pt x="6660723" y="2148567"/>
                </a:lnTo>
                <a:cubicBezTo>
                  <a:pt x="6660723" y="2189728"/>
                  <a:pt x="6656605" y="2222656"/>
                  <a:pt x="6660723" y="2259698"/>
                </a:cubicBezTo>
                <a:cubicBezTo>
                  <a:pt x="6673069" y="2358483"/>
                  <a:pt x="6689535" y="2453154"/>
                  <a:pt x="6705999" y="2551938"/>
                </a:cubicBezTo>
                <a:cubicBezTo>
                  <a:pt x="6705999" y="2560171"/>
                  <a:pt x="6710117" y="2572516"/>
                  <a:pt x="6714228" y="2580748"/>
                </a:cubicBezTo>
                <a:cubicBezTo>
                  <a:pt x="6718349" y="2576634"/>
                  <a:pt x="6718349" y="2576634"/>
                  <a:pt x="6722461" y="2576634"/>
                </a:cubicBezTo>
                <a:cubicBezTo>
                  <a:pt x="6730696" y="2473732"/>
                  <a:pt x="6743043" y="2366715"/>
                  <a:pt x="6751278" y="2263816"/>
                </a:cubicBezTo>
                <a:cubicBezTo>
                  <a:pt x="6767740" y="2259698"/>
                  <a:pt x="6784204" y="2259698"/>
                  <a:pt x="6800669" y="2255583"/>
                </a:cubicBezTo>
                <a:cubicBezTo>
                  <a:pt x="6808901" y="2226769"/>
                  <a:pt x="6788319" y="2185609"/>
                  <a:pt x="6837709" y="2181496"/>
                </a:cubicBezTo>
                <a:cubicBezTo>
                  <a:pt x="6841831" y="2181496"/>
                  <a:pt x="6841831" y="2160914"/>
                  <a:pt x="6841831" y="2152681"/>
                </a:cubicBezTo>
                <a:cubicBezTo>
                  <a:pt x="6841831" y="2140336"/>
                  <a:pt x="6845941" y="2127984"/>
                  <a:pt x="6845941" y="2115639"/>
                </a:cubicBezTo>
                <a:lnTo>
                  <a:pt x="6857139" y="2115639"/>
                </a:lnTo>
                <a:lnTo>
                  <a:pt x="6899298" y="2109470"/>
                </a:lnTo>
                <a:cubicBezTo>
                  <a:pt x="6911647" y="2109470"/>
                  <a:pt x="6920908" y="2115644"/>
                  <a:pt x="6922965" y="2140339"/>
                </a:cubicBezTo>
                <a:cubicBezTo>
                  <a:pt x="6951778" y="2115644"/>
                  <a:pt x="6976476" y="2082716"/>
                  <a:pt x="7009406" y="2070365"/>
                </a:cubicBezTo>
                <a:cubicBezTo>
                  <a:pt x="7050563" y="2058019"/>
                  <a:pt x="7095840" y="2066247"/>
                  <a:pt x="7145231" y="2066247"/>
                </a:cubicBezTo>
                <a:lnTo>
                  <a:pt x="7145231" y="1901605"/>
                </a:lnTo>
                <a:cubicBezTo>
                  <a:pt x="7145231" y="1860446"/>
                  <a:pt x="7149348" y="1815171"/>
                  <a:pt x="7145231" y="1769896"/>
                </a:cubicBezTo>
                <a:cubicBezTo>
                  <a:pt x="7136998" y="1699922"/>
                  <a:pt x="7174041" y="1650530"/>
                  <a:pt x="7215204" y="1597024"/>
                </a:cubicBezTo>
                <a:cubicBezTo>
                  <a:pt x="7252244" y="1646417"/>
                  <a:pt x="7285174" y="1687577"/>
                  <a:pt x="7285174" y="1753433"/>
                </a:cubicBezTo>
                <a:lnTo>
                  <a:pt x="7297524" y="2062134"/>
                </a:lnTo>
                <a:cubicBezTo>
                  <a:pt x="7318103" y="2062134"/>
                  <a:pt x="7342800" y="2066247"/>
                  <a:pt x="7367494" y="2066247"/>
                </a:cubicBezTo>
                <a:cubicBezTo>
                  <a:pt x="7367494" y="2095061"/>
                  <a:pt x="7367494" y="2119757"/>
                  <a:pt x="7371610" y="2148567"/>
                </a:cubicBezTo>
                <a:lnTo>
                  <a:pt x="7462167" y="2148567"/>
                </a:lnTo>
                <a:lnTo>
                  <a:pt x="7462167" y="2095061"/>
                </a:lnTo>
                <a:cubicBezTo>
                  <a:pt x="7462167" y="1930420"/>
                  <a:pt x="7458049" y="1761666"/>
                  <a:pt x="7462167" y="1597024"/>
                </a:cubicBezTo>
                <a:cubicBezTo>
                  <a:pt x="7466278" y="1399455"/>
                  <a:pt x="7474510" y="1205999"/>
                  <a:pt x="7482743" y="1008430"/>
                </a:cubicBezTo>
                <a:cubicBezTo>
                  <a:pt x="7482743" y="979621"/>
                  <a:pt x="7490975" y="950806"/>
                  <a:pt x="7495096" y="921991"/>
                </a:cubicBezTo>
                <a:cubicBezTo>
                  <a:pt x="7511557" y="926109"/>
                  <a:pt x="7519790" y="930227"/>
                  <a:pt x="7536254" y="934341"/>
                </a:cubicBezTo>
                <a:cubicBezTo>
                  <a:pt x="7552718" y="810860"/>
                  <a:pt x="7565066" y="687380"/>
                  <a:pt x="7577416" y="563899"/>
                </a:cubicBezTo>
                <a:lnTo>
                  <a:pt x="7589759" y="563899"/>
                </a:lnTo>
                <a:cubicBezTo>
                  <a:pt x="7606223" y="695612"/>
                  <a:pt x="7622689" y="831442"/>
                  <a:pt x="7639153" y="975501"/>
                </a:cubicBezTo>
                <a:cubicBezTo>
                  <a:pt x="7647386" y="954924"/>
                  <a:pt x="7651503" y="942574"/>
                  <a:pt x="7655614" y="926109"/>
                </a:cubicBezTo>
                <a:lnTo>
                  <a:pt x="7667968" y="926109"/>
                </a:lnTo>
                <a:cubicBezTo>
                  <a:pt x="7667968" y="963151"/>
                  <a:pt x="7676196" y="1000198"/>
                  <a:pt x="7676196" y="1037243"/>
                </a:cubicBezTo>
                <a:lnTo>
                  <a:pt x="7676196" y="2049787"/>
                </a:lnTo>
                <a:cubicBezTo>
                  <a:pt x="7676196" y="2123876"/>
                  <a:pt x="7680312" y="2197964"/>
                  <a:pt x="7705009" y="2267935"/>
                </a:cubicBezTo>
                <a:cubicBezTo>
                  <a:pt x="7729705" y="2329677"/>
                  <a:pt x="7733823" y="2399647"/>
                  <a:pt x="7750287" y="2469622"/>
                </a:cubicBezTo>
                <a:lnTo>
                  <a:pt x="7849072" y="2469622"/>
                </a:lnTo>
                <a:lnTo>
                  <a:pt x="7849072" y="2284398"/>
                </a:lnTo>
                <a:lnTo>
                  <a:pt x="7919042" y="2284398"/>
                </a:lnTo>
                <a:lnTo>
                  <a:pt x="7919042" y="2473736"/>
                </a:lnTo>
                <a:lnTo>
                  <a:pt x="8108380" y="2473736"/>
                </a:lnTo>
                <a:cubicBezTo>
                  <a:pt x="8122786" y="2473736"/>
                  <a:pt x="8134106" y="2475794"/>
                  <a:pt x="8142338" y="2481454"/>
                </a:cubicBezTo>
                <a:lnTo>
                  <a:pt x="8144242" y="2485067"/>
                </a:lnTo>
                <a:lnTo>
                  <a:pt x="8144242" y="1280084"/>
                </a:lnTo>
                <a:cubicBezTo>
                  <a:pt x="8144242" y="1222459"/>
                  <a:pt x="8168939" y="1168953"/>
                  <a:pt x="8189518" y="1115443"/>
                </a:cubicBezTo>
                <a:cubicBezTo>
                  <a:pt x="8193632" y="1103096"/>
                  <a:pt x="8214215" y="1090746"/>
                  <a:pt x="8230679" y="1090746"/>
                </a:cubicBezTo>
                <a:cubicBezTo>
                  <a:pt x="8312999" y="1086633"/>
                  <a:pt x="8395319" y="1090746"/>
                  <a:pt x="8477642" y="1090746"/>
                </a:cubicBezTo>
                <a:cubicBezTo>
                  <a:pt x="8494103" y="1090746"/>
                  <a:pt x="8514681" y="1103096"/>
                  <a:pt x="8518799" y="1111328"/>
                </a:cubicBezTo>
                <a:cubicBezTo>
                  <a:pt x="8539379" y="1168953"/>
                  <a:pt x="8568194" y="1230692"/>
                  <a:pt x="8568194" y="1288315"/>
                </a:cubicBezTo>
                <a:cubicBezTo>
                  <a:pt x="8576426" y="1576437"/>
                  <a:pt x="8572304" y="1864559"/>
                  <a:pt x="8572304" y="2152681"/>
                </a:cubicBezTo>
                <a:lnTo>
                  <a:pt x="8572304" y="2222656"/>
                </a:lnTo>
                <a:lnTo>
                  <a:pt x="8827499" y="2222656"/>
                </a:lnTo>
                <a:lnTo>
                  <a:pt x="8827499" y="2053897"/>
                </a:lnTo>
                <a:lnTo>
                  <a:pt x="8827499" y="1996272"/>
                </a:lnTo>
                <a:cubicBezTo>
                  <a:pt x="8827499" y="1893373"/>
                  <a:pt x="8827499" y="1893373"/>
                  <a:pt x="8926285" y="1876910"/>
                </a:cubicBezTo>
                <a:lnTo>
                  <a:pt x="8926285" y="1757542"/>
                </a:lnTo>
                <a:cubicBezTo>
                  <a:pt x="8926285" y="1683454"/>
                  <a:pt x="8922174" y="1605252"/>
                  <a:pt x="8926285" y="1527045"/>
                </a:cubicBezTo>
                <a:cubicBezTo>
                  <a:pt x="8926285" y="1494116"/>
                  <a:pt x="8905707" y="1452956"/>
                  <a:pt x="8950980" y="1432378"/>
                </a:cubicBezTo>
                <a:lnTo>
                  <a:pt x="8950980" y="1424146"/>
                </a:lnTo>
                <a:cubicBezTo>
                  <a:pt x="8967445" y="1321244"/>
                  <a:pt x="8996263" y="1214227"/>
                  <a:pt x="8983911" y="1107210"/>
                </a:cubicBezTo>
                <a:cubicBezTo>
                  <a:pt x="8983911" y="1086633"/>
                  <a:pt x="8988029" y="1070168"/>
                  <a:pt x="8992140" y="1049586"/>
                </a:cubicBezTo>
                <a:lnTo>
                  <a:pt x="9012723" y="1049586"/>
                </a:lnTo>
                <a:cubicBezTo>
                  <a:pt x="9025069" y="1140138"/>
                  <a:pt x="9037420" y="1230692"/>
                  <a:pt x="9049767" y="1325362"/>
                </a:cubicBezTo>
                <a:cubicBezTo>
                  <a:pt x="9070352" y="1325362"/>
                  <a:pt x="9095042" y="1329476"/>
                  <a:pt x="9115624" y="1329476"/>
                </a:cubicBezTo>
                <a:cubicBezTo>
                  <a:pt x="9132089" y="1366522"/>
                  <a:pt x="9148549" y="1399451"/>
                  <a:pt x="9165014" y="1436493"/>
                </a:cubicBezTo>
                <a:cubicBezTo>
                  <a:pt x="9173246" y="1452956"/>
                  <a:pt x="9181479" y="1473538"/>
                  <a:pt x="9181479" y="1494116"/>
                </a:cubicBezTo>
                <a:lnTo>
                  <a:pt x="9181479" y="1823399"/>
                </a:lnTo>
                <a:lnTo>
                  <a:pt x="9181479" y="1881023"/>
                </a:lnTo>
                <a:lnTo>
                  <a:pt x="9280267" y="1881023"/>
                </a:lnTo>
                <a:lnTo>
                  <a:pt x="9280267" y="1815166"/>
                </a:lnTo>
                <a:lnTo>
                  <a:pt x="9280267" y="304587"/>
                </a:lnTo>
                <a:lnTo>
                  <a:pt x="9346122" y="238731"/>
                </a:lnTo>
                <a:cubicBezTo>
                  <a:pt x="9469601" y="238731"/>
                  <a:pt x="9453137" y="218148"/>
                  <a:pt x="9453137" y="341628"/>
                </a:cubicBezTo>
                <a:lnTo>
                  <a:pt x="9453137" y="1815166"/>
                </a:lnTo>
                <a:lnTo>
                  <a:pt x="9453137" y="1876910"/>
                </a:lnTo>
                <a:lnTo>
                  <a:pt x="9551919" y="1876910"/>
                </a:lnTo>
                <a:lnTo>
                  <a:pt x="9551919" y="1724614"/>
                </a:lnTo>
                <a:cubicBezTo>
                  <a:pt x="9551919" y="1642294"/>
                  <a:pt x="9547806" y="1564092"/>
                  <a:pt x="9551919" y="1481771"/>
                </a:cubicBezTo>
                <a:cubicBezTo>
                  <a:pt x="9551919" y="1444724"/>
                  <a:pt x="9556038" y="1399451"/>
                  <a:pt x="9597198" y="1374754"/>
                </a:cubicBezTo>
                <a:cubicBezTo>
                  <a:pt x="9609543" y="1370636"/>
                  <a:pt x="9609543" y="1345939"/>
                  <a:pt x="9613662" y="1325362"/>
                </a:cubicBezTo>
                <a:lnTo>
                  <a:pt x="9683632" y="1325362"/>
                </a:lnTo>
                <a:lnTo>
                  <a:pt x="9683632" y="1522931"/>
                </a:lnTo>
                <a:lnTo>
                  <a:pt x="9819464" y="1522931"/>
                </a:lnTo>
                <a:lnTo>
                  <a:pt x="9819464" y="1720501"/>
                </a:lnTo>
                <a:cubicBezTo>
                  <a:pt x="9819464" y="1761661"/>
                  <a:pt x="9823577" y="1798703"/>
                  <a:pt x="9819464" y="1835749"/>
                </a:cubicBezTo>
                <a:cubicBezTo>
                  <a:pt x="9815344" y="1872791"/>
                  <a:pt x="9831809" y="1889255"/>
                  <a:pt x="9868856" y="1885142"/>
                </a:cubicBezTo>
                <a:cubicBezTo>
                  <a:pt x="9910016" y="1881023"/>
                  <a:pt x="9922361" y="1897488"/>
                  <a:pt x="9922361" y="1938648"/>
                </a:cubicBezTo>
                <a:lnTo>
                  <a:pt x="9922361" y="2226770"/>
                </a:lnTo>
                <a:lnTo>
                  <a:pt x="10189906" y="2226770"/>
                </a:lnTo>
                <a:lnTo>
                  <a:pt x="10189906" y="1864559"/>
                </a:lnTo>
                <a:lnTo>
                  <a:pt x="10251644" y="1852213"/>
                </a:lnTo>
                <a:lnTo>
                  <a:pt x="10251644" y="1465306"/>
                </a:lnTo>
                <a:cubicBezTo>
                  <a:pt x="10239299" y="1465306"/>
                  <a:pt x="10218716" y="1461188"/>
                  <a:pt x="10198137" y="1461188"/>
                </a:cubicBezTo>
                <a:lnTo>
                  <a:pt x="10198137" y="1317129"/>
                </a:lnTo>
                <a:lnTo>
                  <a:pt x="10572694" y="1317129"/>
                </a:lnTo>
                <a:lnTo>
                  <a:pt x="10572694" y="2140336"/>
                </a:lnTo>
                <a:cubicBezTo>
                  <a:pt x="10601509" y="2140336"/>
                  <a:pt x="10617972" y="2144449"/>
                  <a:pt x="10642669" y="2144449"/>
                </a:cubicBezTo>
                <a:lnTo>
                  <a:pt x="10642669" y="2477849"/>
                </a:lnTo>
                <a:lnTo>
                  <a:pt x="10885512" y="2477849"/>
                </a:lnTo>
                <a:lnTo>
                  <a:pt x="10885512" y="2292626"/>
                </a:lnTo>
                <a:lnTo>
                  <a:pt x="10959601" y="2292626"/>
                </a:lnTo>
                <a:lnTo>
                  <a:pt x="10959601" y="2477849"/>
                </a:lnTo>
                <a:lnTo>
                  <a:pt x="11066618" y="2477849"/>
                </a:lnTo>
                <a:cubicBezTo>
                  <a:pt x="11078968" y="2411992"/>
                  <a:pt x="11083081" y="2346137"/>
                  <a:pt x="11107778" y="2284395"/>
                </a:cubicBezTo>
                <a:cubicBezTo>
                  <a:pt x="11136593" y="2210306"/>
                  <a:pt x="11136593" y="2132104"/>
                  <a:pt x="11136593" y="2053897"/>
                </a:cubicBezTo>
                <a:lnTo>
                  <a:pt x="11136593" y="1061936"/>
                </a:lnTo>
                <a:cubicBezTo>
                  <a:pt x="11136593" y="1020776"/>
                  <a:pt x="11144824" y="979616"/>
                  <a:pt x="11148938" y="938454"/>
                </a:cubicBezTo>
                <a:lnTo>
                  <a:pt x="11161288" y="938454"/>
                </a:lnTo>
                <a:cubicBezTo>
                  <a:pt x="11165403" y="950801"/>
                  <a:pt x="11169520" y="963151"/>
                  <a:pt x="11177753" y="983729"/>
                </a:cubicBezTo>
                <a:cubicBezTo>
                  <a:pt x="11198335" y="839670"/>
                  <a:pt x="11214795" y="707958"/>
                  <a:pt x="11231258" y="572126"/>
                </a:cubicBezTo>
                <a:lnTo>
                  <a:pt x="11243610" y="572126"/>
                </a:lnTo>
                <a:cubicBezTo>
                  <a:pt x="11255955" y="695608"/>
                  <a:pt x="11272420" y="819087"/>
                  <a:pt x="11284770" y="946687"/>
                </a:cubicBezTo>
                <a:cubicBezTo>
                  <a:pt x="11297115" y="942569"/>
                  <a:pt x="11309465" y="938454"/>
                  <a:pt x="11325929" y="934337"/>
                </a:cubicBezTo>
                <a:cubicBezTo>
                  <a:pt x="11334162" y="979616"/>
                  <a:pt x="11342394" y="1020776"/>
                  <a:pt x="11342394" y="1061936"/>
                </a:cubicBezTo>
                <a:lnTo>
                  <a:pt x="11342394" y="1300666"/>
                </a:lnTo>
                <a:cubicBezTo>
                  <a:pt x="11346507" y="1576437"/>
                  <a:pt x="11350626" y="1856328"/>
                  <a:pt x="11358857" y="2132104"/>
                </a:cubicBezTo>
                <a:cubicBezTo>
                  <a:pt x="11358857" y="2144449"/>
                  <a:pt x="11362976" y="2152681"/>
                  <a:pt x="11362976" y="2165031"/>
                </a:cubicBezTo>
                <a:lnTo>
                  <a:pt x="11453524" y="2165031"/>
                </a:lnTo>
                <a:cubicBezTo>
                  <a:pt x="11453524" y="2140336"/>
                  <a:pt x="11457643" y="2111521"/>
                  <a:pt x="11457643" y="2082711"/>
                </a:cubicBezTo>
                <a:cubicBezTo>
                  <a:pt x="11482339" y="2082711"/>
                  <a:pt x="11507035" y="2078592"/>
                  <a:pt x="11535845" y="2078592"/>
                </a:cubicBezTo>
                <a:lnTo>
                  <a:pt x="11535845" y="2004505"/>
                </a:lnTo>
                <a:cubicBezTo>
                  <a:pt x="11539963" y="1918070"/>
                  <a:pt x="11535845" y="1827518"/>
                  <a:pt x="11548195" y="1736964"/>
                </a:cubicBezTo>
                <a:cubicBezTo>
                  <a:pt x="11552308" y="1695804"/>
                  <a:pt x="11585238" y="1658757"/>
                  <a:pt x="11609938" y="1609365"/>
                </a:cubicBezTo>
                <a:cubicBezTo>
                  <a:pt x="11651098" y="1662877"/>
                  <a:pt x="11692258" y="1699919"/>
                  <a:pt x="11688140" y="1765774"/>
                </a:cubicBezTo>
                <a:cubicBezTo>
                  <a:pt x="11684022" y="1868678"/>
                  <a:pt x="11688140" y="1971575"/>
                  <a:pt x="11688140" y="2082711"/>
                </a:cubicBezTo>
                <a:cubicBezTo>
                  <a:pt x="11774579" y="2082711"/>
                  <a:pt x="11865126" y="2062129"/>
                  <a:pt x="11910406" y="2148567"/>
                </a:cubicBezTo>
                <a:cubicBezTo>
                  <a:pt x="11935101" y="2140336"/>
                  <a:pt x="11959798" y="2132104"/>
                  <a:pt x="11988608" y="2119754"/>
                </a:cubicBezTo>
                <a:cubicBezTo>
                  <a:pt x="11988608" y="2134161"/>
                  <a:pt x="11989637" y="2145479"/>
                  <a:pt x="11991181" y="2153197"/>
                </a:cubicBezTo>
                <a:lnTo>
                  <a:pt x="11993908" y="2158900"/>
                </a:lnTo>
                <a:lnTo>
                  <a:pt x="11993908" y="2156799"/>
                </a:lnTo>
                <a:cubicBezTo>
                  <a:pt x="11993908" y="2144454"/>
                  <a:pt x="11998023" y="2127989"/>
                  <a:pt x="11998023" y="2115639"/>
                </a:cubicBezTo>
                <a:lnTo>
                  <a:pt x="12010373" y="2115639"/>
                </a:lnTo>
                <a:cubicBezTo>
                  <a:pt x="12010373" y="2140334"/>
                  <a:pt x="12014490" y="2160917"/>
                  <a:pt x="12014490" y="2185614"/>
                </a:cubicBezTo>
                <a:cubicBezTo>
                  <a:pt x="12067997" y="2185614"/>
                  <a:pt x="12047415" y="2230888"/>
                  <a:pt x="12055650" y="2259703"/>
                </a:cubicBezTo>
                <a:cubicBezTo>
                  <a:pt x="12072110" y="2263816"/>
                  <a:pt x="12088575" y="2263816"/>
                  <a:pt x="12109157" y="2267933"/>
                </a:cubicBezTo>
                <a:cubicBezTo>
                  <a:pt x="12117389" y="2370833"/>
                  <a:pt x="12129735" y="2477849"/>
                  <a:pt x="12137972" y="2580753"/>
                </a:cubicBezTo>
                <a:lnTo>
                  <a:pt x="12150317" y="2580753"/>
                </a:lnTo>
                <a:cubicBezTo>
                  <a:pt x="12162664" y="2527242"/>
                  <a:pt x="12158549" y="2469617"/>
                  <a:pt x="12179132" y="2411992"/>
                </a:cubicBezTo>
                <a:cubicBezTo>
                  <a:pt x="12207942" y="2337905"/>
                  <a:pt x="12199709" y="2247351"/>
                  <a:pt x="12207942" y="2160917"/>
                </a:cubicBezTo>
                <a:lnTo>
                  <a:pt x="12216174" y="2152686"/>
                </a:lnTo>
                <a:lnTo>
                  <a:pt x="12331423" y="2152686"/>
                </a:lnTo>
                <a:lnTo>
                  <a:pt x="12331423" y="2317327"/>
                </a:lnTo>
                <a:cubicBezTo>
                  <a:pt x="12389048" y="2317327"/>
                  <a:pt x="12446672" y="2329673"/>
                  <a:pt x="12496064" y="2313208"/>
                </a:cubicBezTo>
                <a:cubicBezTo>
                  <a:pt x="12524874" y="2300863"/>
                  <a:pt x="12537224" y="2247351"/>
                  <a:pt x="12557802" y="2210310"/>
                </a:cubicBezTo>
                <a:cubicBezTo>
                  <a:pt x="12557802" y="2210310"/>
                  <a:pt x="12561920" y="2210310"/>
                  <a:pt x="12566034" y="2206191"/>
                </a:cubicBezTo>
                <a:cubicBezTo>
                  <a:pt x="12574267" y="2226773"/>
                  <a:pt x="12586617" y="2247351"/>
                  <a:pt x="12598962" y="2267933"/>
                </a:cubicBezTo>
                <a:cubicBezTo>
                  <a:pt x="12603081" y="2263816"/>
                  <a:pt x="12603081" y="2263816"/>
                  <a:pt x="12607194" y="2263816"/>
                </a:cubicBezTo>
                <a:lnTo>
                  <a:pt x="12607194" y="1461193"/>
                </a:lnTo>
                <a:cubicBezTo>
                  <a:pt x="12705979" y="1399449"/>
                  <a:pt x="12656586" y="1304784"/>
                  <a:pt x="12677169" y="1230695"/>
                </a:cubicBezTo>
                <a:lnTo>
                  <a:pt x="12920017" y="1230695"/>
                </a:lnTo>
                <a:cubicBezTo>
                  <a:pt x="12932362" y="1317129"/>
                  <a:pt x="12944709" y="1403568"/>
                  <a:pt x="12948827" y="1490003"/>
                </a:cubicBezTo>
                <a:cubicBezTo>
                  <a:pt x="12952941" y="1629947"/>
                  <a:pt x="12948827" y="1769892"/>
                  <a:pt x="12948827" y="1909838"/>
                </a:cubicBezTo>
                <a:lnTo>
                  <a:pt x="12948827" y="1975695"/>
                </a:lnTo>
                <a:cubicBezTo>
                  <a:pt x="12957059" y="1975695"/>
                  <a:pt x="12961177" y="1979812"/>
                  <a:pt x="12969405" y="1979812"/>
                </a:cubicBezTo>
                <a:cubicBezTo>
                  <a:pt x="12977637" y="1955115"/>
                  <a:pt x="12989987" y="1934533"/>
                  <a:pt x="12989987" y="1913955"/>
                </a:cubicBezTo>
                <a:lnTo>
                  <a:pt x="12989987" y="1469425"/>
                </a:lnTo>
                <a:lnTo>
                  <a:pt x="13064076" y="1395336"/>
                </a:lnTo>
                <a:lnTo>
                  <a:pt x="13146396" y="1395336"/>
                </a:lnTo>
                <a:lnTo>
                  <a:pt x="13146396" y="1111328"/>
                </a:lnTo>
                <a:cubicBezTo>
                  <a:pt x="13171093" y="1107213"/>
                  <a:pt x="13195788" y="1103096"/>
                  <a:pt x="13216366" y="1103096"/>
                </a:cubicBezTo>
                <a:cubicBezTo>
                  <a:pt x="13220485" y="1082518"/>
                  <a:pt x="13224598" y="1066053"/>
                  <a:pt x="13228716" y="1041358"/>
                </a:cubicBezTo>
                <a:lnTo>
                  <a:pt x="13368662" y="1041358"/>
                </a:lnTo>
                <a:lnTo>
                  <a:pt x="13368662" y="687379"/>
                </a:lnTo>
                <a:lnTo>
                  <a:pt x="13483911" y="687379"/>
                </a:lnTo>
                <a:lnTo>
                  <a:pt x="13483911" y="617404"/>
                </a:lnTo>
                <a:cubicBezTo>
                  <a:pt x="13483911" y="452763"/>
                  <a:pt x="13488024" y="292241"/>
                  <a:pt x="13483911" y="131714"/>
                </a:cubicBezTo>
                <a:cubicBezTo>
                  <a:pt x="13483911" y="90552"/>
                  <a:pt x="13492142" y="69975"/>
                  <a:pt x="13541534" y="74089"/>
                </a:cubicBezTo>
                <a:cubicBezTo>
                  <a:pt x="13590928" y="78207"/>
                  <a:pt x="13636201" y="78207"/>
                  <a:pt x="13685593" y="74089"/>
                </a:cubicBezTo>
                <a:cubicBezTo>
                  <a:pt x="13702062" y="74089"/>
                  <a:pt x="13722640" y="61742"/>
                  <a:pt x="13730872" y="49392"/>
                </a:cubicBezTo>
                <a:cubicBezTo>
                  <a:pt x="13734985" y="37047"/>
                  <a:pt x="13739104" y="16465"/>
                  <a:pt x="1373910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604" y="5522823"/>
            <a:ext cx="12190258" cy="1468742"/>
            <a:chOff x="1742" y="5389258"/>
            <a:chExt cx="12190258" cy="1468742"/>
          </a:xfrm>
          <a:solidFill>
            <a:schemeClr val="accent5">
              <a:lumMod val="20000"/>
              <a:lumOff val="80000"/>
            </a:schemeClr>
          </a:solidFill>
          <a:effectLst>
            <a:outerShdw blurRad="76200" dist="12700" dir="16200000" rotWithShape="0">
              <a:schemeClr val="accent4">
                <a:lumMod val="50000"/>
                <a:alpha val="40000"/>
              </a:schemeClr>
            </a:outerShdw>
          </a:effectLst>
        </p:grpSpPr>
        <p:grpSp>
          <p:nvGrpSpPr>
            <p:cNvPr id="18" name="Group 17"/>
            <p:cNvGrpSpPr/>
            <p:nvPr/>
          </p:nvGrpSpPr>
          <p:grpSpPr>
            <a:xfrm>
              <a:off x="5037541" y="5435629"/>
              <a:ext cx="3075791" cy="1422371"/>
              <a:chOff x="9116208" y="4547715"/>
              <a:chExt cx="3075791" cy="1422371"/>
            </a:xfrm>
            <a:grpFill/>
          </p:grpSpPr>
          <p:sp>
            <p:nvSpPr>
              <p:cNvPr id="61" name="Oval 60"/>
              <p:cNvSpPr/>
              <p:nvPr/>
            </p:nvSpPr>
            <p:spPr>
              <a:xfrm flipH="1">
                <a:off x="11405121" y="4811473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2" name="Oval 61"/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3" name="Oval 62"/>
              <p:cNvSpPr/>
              <p:nvPr/>
            </p:nvSpPr>
            <p:spPr>
              <a:xfrm flipH="1">
                <a:off x="10772446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4" name="Oval 63"/>
              <p:cNvSpPr/>
              <p:nvPr/>
            </p:nvSpPr>
            <p:spPr>
              <a:xfrm flipH="1">
                <a:off x="10318331" y="469211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5" name="Oval 64"/>
              <p:cNvSpPr/>
              <p:nvPr/>
            </p:nvSpPr>
            <p:spPr>
              <a:xfrm flipH="1">
                <a:off x="9828889" y="4547715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6" name="Oval 65"/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7" name="Rectangle 66"/>
              <p:cNvSpPr/>
              <p:nvPr/>
            </p:nvSpPr>
            <p:spPr>
              <a:xfrm flipH="1">
                <a:off x="9116208" y="5253027"/>
                <a:ext cx="3075791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8" name="Oval 67"/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9" name="Oval 68"/>
              <p:cNvSpPr/>
              <p:nvPr/>
            </p:nvSpPr>
            <p:spPr>
              <a:xfrm flipH="1">
                <a:off x="9440749" y="4805709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1742" y="5389258"/>
              <a:ext cx="5485937" cy="1468742"/>
              <a:chOff x="-51736" y="4638675"/>
              <a:chExt cx="4754749" cy="1418840"/>
            </a:xfrm>
            <a:grpFill/>
          </p:grpSpPr>
          <p:sp>
            <p:nvSpPr>
              <p:cNvPr id="49" name="Oval 48"/>
              <p:cNvSpPr/>
              <p:nvPr/>
            </p:nvSpPr>
            <p:spPr>
              <a:xfrm>
                <a:off x="2199705" y="465057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950125" y="502097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2772347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3188127" y="475790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610290" y="489745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1101781" y="50642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716510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982933" y="499072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-51736" y="5584841"/>
                <a:ext cx="4364607" cy="47267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2432439" y="487948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699964" y="530095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-47358" y="517767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0" name="Oval 19"/>
            <p:cNvSpPr/>
            <p:nvPr/>
          </p:nvSpPr>
          <p:spPr>
            <a:xfrm flipH="1">
              <a:off x="2696897" y="6099319"/>
              <a:ext cx="509632" cy="5246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1" name="현 96"/>
            <p:cNvSpPr/>
            <p:nvPr/>
          </p:nvSpPr>
          <p:spPr>
            <a:xfrm>
              <a:off x="3328527" y="6058687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현 97"/>
            <p:cNvSpPr/>
            <p:nvPr/>
          </p:nvSpPr>
          <p:spPr>
            <a:xfrm>
              <a:off x="4554915" y="6352929"/>
              <a:ext cx="492156" cy="492156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현 96"/>
            <p:cNvSpPr/>
            <p:nvPr/>
          </p:nvSpPr>
          <p:spPr>
            <a:xfrm>
              <a:off x="3972848" y="5984118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4" name="Group 23"/>
            <p:cNvGrpSpPr/>
            <p:nvPr/>
          </p:nvGrpSpPr>
          <p:grpSpPr>
            <a:xfrm flipH="1">
              <a:off x="7769092" y="5591016"/>
              <a:ext cx="4422908" cy="1266984"/>
              <a:chOff x="8005970" y="4483310"/>
              <a:chExt cx="4422908" cy="1266984"/>
            </a:xfrm>
            <a:grpFill/>
          </p:grpSpPr>
          <p:sp>
            <p:nvSpPr>
              <p:cNvPr id="35" name="Oval 34"/>
              <p:cNvSpPr/>
              <p:nvPr/>
            </p:nvSpPr>
            <p:spPr>
              <a:xfrm flipH="1">
                <a:off x="11642407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Oval 35"/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7" name="Oval 36"/>
              <p:cNvSpPr/>
              <p:nvPr/>
            </p:nvSpPr>
            <p:spPr>
              <a:xfrm flipH="1">
                <a:off x="10656333" y="4532227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8" name="Oval 37"/>
              <p:cNvSpPr/>
              <p:nvPr/>
            </p:nvSpPr>
            <p:spPr>
              <a:xfrm flipH="1">
                <a:off x="10227408" y="46304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9" name="Oval 38"/>
              <p:cNvSpPr/>
              <p:nvPr/>
            </p:nvSpPr>
            <p:spPr>
              <a:xfrm flipH="1">
                <a:off x="9634684" y="452333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0" name="Oval 39"/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1" name="Rectangle 40"/>
              <p:cNvSpPr/>
              <p:nvPr/>
            </p:nvSpPr>
            <p:spPr>
              <a:xfrm flipH="1">
                <a:off x="8007712" y="5033235"/>
                <a:ext cx="4159392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Oval 41"/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3" name="Oval 42"/>
              <p:cNvSpPr/>
              <p:nvPr/>
            </p:nvSpPr>
            <p:spPr>
              <a:xfrm flipH="1">
                <a:off x="9332942" y="4727306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 flipH="1">
                <a:off x="8736184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5" name="Oval 44"/>
              <p:cNvSpPr/>
              <p:nvPr/>
            </p:nvSpPr>
            <p:spPr>
              <a:xfrm flipH="1">
                <a:off x="8490456" y="4820098"/>
                <a:ext cx="393236" cy="3727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6" name="Oval 45"/>
              <p:cNvSpPr/>
              <p:nvPr/>
            </p:nvSpPr>
            <p:spPr>
              <a:xfrm flipH="1">
                <a:off x="8009669" y="4845022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7" name="Oval 46"/>
              <p:cNvSpPr/>
              <p:nvPr/>
            </p:nvSpPr>
            <p:spPr>
              <a:xfrm flipH="1">
                <a:off x="8104585" y="44833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8" name="Oval 47"/>
              <p:cNvSpPr/>
              <p:nvPr/>
            </p:nvSpPr>
            <p:spPr>
              <a:xfrm flipH="1">
                <a:off x="8005970" y="4772493"/>
                <a:ext cx="456127" cy="4323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70" name="Group 69"/>
          <p:cNvGrpSpPr/>
          <p:nvPr/>
        </p:nvGrpSpPr>
        <p:grpSpPr>
          <a:xfrm>
            <a:off x="-25526" y="5911865"/>
            <a:ext cx="12246880" cy="1096967"/>
            <a:chOff x="-37608" y="5771636"/>
            <a:chExt cx="12229608" cy="1095420"/>
          </a:xfrm>
          <a:solidFill>
            <a:schemeClr val="accent1">
              <a:lumMod val="20000"/>
              <a:lumOff val="80000"/>
            </a:schemeClr>
          </a:solidFill>
          <a:effectLst>
            <a:outerShdw blurRad="76200" dist="12700" dir="16200000" rotWithShape="0">
              <a:schemeClr val="accent5">
                <a:lumMod val="75000"/>
                <a:alpha val="40000"/>
              </a:schemeClr>
            </a:outerShdw>
          </a:effectLst>
        </p:grpSpPr>
        <p:grpSp>
          <p:nvGrpSpPr>
            <p:cNvPr id="71" name="Group 70"/>
            <p:cNvGrpSpPr/>
            <p:nvPr/>
          </p:nvGrpSpPr>
          <p:grpSpPr>
            <a:xfrm>
              <a:off x="-37608" y="6002404"/>
              <a:ext cx="2687458" cy="855594"/>
              <a:chOff x="5158198" y="5677120"/>
              <a:chExt cx="3931027" cy="1251508"/>
            </a:xfrm>
            <a:grpFill/>
          </p:grpSpPr>
          <p:sp>
            <p:nvSpPr>
              <p:cNvPr id="112" name="Oval 111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8369145" y="618281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5208276" y="6761949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5158198" y="6236524"/>
                <a:ext cx="595719" cy="59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2503359" y="5771636"/>
              <a:ext cx="3430784" cy="1086364"/>
              <a:chOff x="5096347" y="5677120"/>
              <a:chExt cx="3992878" cy="1264356"/>
            </a:xfrm>
            <a:grpFill/>
          </p:grpSpPr>
          <p:sp>
            <p:nvSpPr>
              <p:cNvPr id="99" name="Oval 98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096347" y="6288693"/>
                <a:ext cx="595719" cy="59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 flipH="1">
              <a:off x="5677557" y="5865298"/>
              <a:ext cx="3459076" cy="994002"/>
              <a:chOff x="5176824" y="5783050"/>
              <a:chExt cx="4025805" cy="1156862"/>
            </a:xfrm>
            <a:grpFill/>
          </p:grpSpPr>
          <p:sp>
            <p:nvSpPr>
              <p:cNvPr id="87" name="Oval 86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8482549" y="610077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5176824" y="6066471"/>
                <a:ext cx="849276" cy="8492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7541959" y="6181631"/>
                <a:ext cx="1213393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 flipH="1">
              <a:off x="8843757" y="5862656"/>
              <a:ext cx="3348243" cy="1004400"/>
              <a:chOff x="5192411" y="5783050"/>
              <a:chExt cx="3896814" cy="1168963"/>
            </a:xfrm>
            <a:grpFill/>
          </p:grpSpPr>
          <p:sp>
            <p:nvSpPr>
              <p:cNvPr id="75" name="Oval 74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5192411" y="6613640"/>
                <a:ext cx="3880949" cy="32379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5192411" y="6044347"/>
                <a:ext cx="907666" cy="90766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567204" y="1453805"/>
            <a:ext cx="11377829" cy="16155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1750" marR="25400" algn="ct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4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TÌM HIỂU CÔNG TY CỔ PHẦN TẬP ĐOÀN HOA SEN </a:t>
            </a:r>
            <a:endParaRPr lang="en-GB" sz="48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0" name="Freeform: Shape 169"/>
          <p:cNvSpPr/>
          <p:nvPr/>
        </p:nvSpPr>
        <p:spPr>
          <a:xfrm>
            <a:off x="974261" y="506508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1" name="Freeform: Shape 170"/>
          <p:cNvSpPr/>
          <p:nvPr/>
        </p:nvSpPr>
        <p:spPr>
          <a:xfrm>
            <a:off x="4281653" y="627580"/>
            <a:ext cx="806398" cy="489102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2" name="Freeform: Shape 171"/>
          <p:cNvSpPr/>
          <p:nvPr/>
        </p:nvSpPr>
        <p:spPr>
          <a:xfrm>
            <a:off x="10947513" y="575360"/>
            <a:ext cx="985697" cy="593435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3" name="Freeform: Shape 172"/>
          <p:cNvSpPr/>
          <p:nvPr/>
        </p:nvSpPr>
        <p:spPr>
          <a:xfrm>
            <a:off x="7727551" y="604051"/>
            <a:ext cx="1193109" cy="673905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5" name="Freeform: Shape 174"/>
          <p:cNvSpPr/>
          <p:nvPr/>
        </p:nvSpPr>
        <p:spPr>
          <a:xfrm rot="10800000">
            <a:off x="5758084" y="386799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6" name="Freeform: Shape 175"/>
          <p:cNvSpPr/>
          <p:nvPr/>
        </p:nvSpPr>
        <p:spPr>
          <a:xfrm>
            <a:off x="9372814" y="552710"/>
            <a:ext cx="681949" cy="423239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174" name="Group 69"/>
          <p:cNvGrpSpPr/>
          <p:nvPr/>
        </p:nvGrpSpPr>
        <p:grpSpPr>
          <a:xfrm>
            <a:off x="-32486" y="5911218"/>
            <a:ext cx="12246880" cy="1096967"/>
            <a:chOff x="-37608" y="5771636"/>
            <a:chExt cx="12229608" cy="1095420"/>
          </a:xfrm>
          <a:solidFill>
            <a:schemeClr val="accent1">
              <a:lumMod val="20000"/>
              <a:lumOff val="80000"/>
            </a:schemeClr>
          </a:solidFill>
          <a:effectLst>
            <a:outerShdw blurRad="76200" dist="12700" dir="16200000" rotWithShape="0">
              <a:schemeClr val="accent5">
                <a:lumMod val="75000"/>
                <a:alpha val="40000"/>
              </a:schemeClr>
            </a:outerShdw>
          </a:effectLst>
        </p:grpSpPr>
        <p:grpSp>
          <p:nvGrpSpPr>
            <p:cNvPr id="188" name="Group 70"/>
            <p:cNvGrpSpPr/>
            <p:nvPr/>
          </p:nvGrpSpPr>
          <p:grpSpPr>
            <a:xfrm>
              <a:off x="-37608" y="6002404"/>
              <a:ext cx="2687458" cy="855594"/>
              <a:chOff x="5158198" y="5677120"/>
              <a:chExt cx="3931027" cy="1251508"/>
            </a:xfrm>
            <a:grpFill/>
          </p:grpSpPr>
          <p:sp>
            <p:nvSpPr>
              <p:cNvPr id="231" name="Oval 111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2" name="Oval 112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3" name="Oval 113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4" name="Oval 114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5" name="Oval 115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6" name="Oval 116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37" name="Oval 117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38" name="Oval 118"/>
              <p:cNvSpPr/>
              <p:nvPr/>
            </p:nvSpPr>
            <p:spPr>
              <a:xfrm>
                <a:off x="8369145" y="618281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9" name="Rectangle 119"/>
              <p:cNvSpPr/>
              <p:nvPr/>
            </p:nvSpPr>
            <p:spPr>
              <a:xfrm>
                <a:off x="5208276" y="6761949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0" name="Oval 120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1" name="Oval 121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42" name="Oval 122"/>
              <p:cNvSpPr/>
              <p:nvPr/>
            </p:nvSpPr>
            <p:spPr>
              <a:xfrm>
                <a:off x="5158198" y="6236524"/>
                <a:ext cx="595719" cy="59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43" name="Oval 123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89" name="Group 71"/>
            <p:cNvGrpSpPr/>
            <p:nvPr/>
          </p:nvGrpSpPr>
          <p:grpSpPr>
            <a:xfrm>
              <a:off x="2503359" y="5771636"/>
              <a:ext cx="3430784" cy="1086364"/>
              <a:chOff x="5096347" y="5677120"/>
              <a:chExt cx="3992878" cy="1264356"/>
            </a:xfrm>
            <a:grpFill/>
          </p:grpSpPr>
          <p:sp>
            <p:nvSpPr>
              <p:cNvPr id="218" name="Oval 98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9" name="Oval 99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0" name="Oval 100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1" name="Oval 101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2" name="Oval 102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3" name="Oval 103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24" name="Oval 104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25" name="Oval 105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6" name="Rectangle 106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7" name="Oval 107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8" name="Oval 108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29" name="Oval 109"/>
              <p:cNvSpPr/>
              <p:nvPr/>
            </p:nvSpPr>
            <p:spPr>
              <a:xfrm>
                <a:off x="5096347" y="6288693"/>
                <a:ext cx="595719" cy="59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30" name="Oval 110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90" name="Group 72"/>
            <p:cNvGrpSpPr/>
            <p:nvPr/>
          </p:nvGrpSpPr>
          <p:grpSpPr>
            <a:xfrm flipH="1">
              <a:off x="5677557" y="5865298"/>
              <a:ext cx="3459076" cy="994002"/>
              <a:chOff x="5176824" y="5783050"/>
              <a:chExt cx="4025805" cy="1156862"/>
            </a:xfrm>
            <a:grpFill/>
          </p:grpSpPr>
          <p:sp>
            <p:nvSpPr>
              <p:cNvPr id="206" name="Oval 86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7" name="Oval 87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8" name="Oval 88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9" name="Oval 89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0" name="Oval 90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1" name="Oval 91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12" name="Oval 92"/>
              <p:cNvSpPr/>
              <p:nvPr/>
            </p:nvSpPr>
            <p:spPr>
              <a:xfrm>
                <a:off x="8482549" y="610077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3" name="Rectangle 93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4" name="Oval 94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5" name="Oval 95"/>
              <p:cNvSpPr/>
              <p:nvPr/>
            </p:nvSpPr>
            <p:spPr>
              <a:xfrm>
                <a:off x="5176824" y="6066471"/>
                <a:ext cx="849276" cy="8492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16" name="Oval 96"/>
              <p:cNvSpPr/>
              <p:nvPr/>
            </p:nvSpPr>
            <p:spPr>
              <a:xfrm>
                <a:off x="7541959" y="6181631"/>
                <a:ext cx="1213393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7" name="Oval 97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93" name="Group 73"/>
            <p:cNvGrpSpPr/>
            <p:nvPr/>
          </p:nvGrpSpPr>
          <p:grpSpPr>
            <a:xfrm flipH="1">
              <a:off x="8843757" y="5862656"/>
              <a:ext cx="3348243" cy="1004400"/>
              <a:chOff x="5192411" y="5783050"/>
              <a:chExt cx="3896814" cy="1168963"/>
            </a:xfrm>
            <a:grpFill/>
          </p:grpSpPr>
          <p:sp>
            <p:nvSpPr>
              <p:cNvPr id="194" name="Oval 74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5" name="Oval 75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6" name="Oval 76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7" name="Oval 77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8" name="Oval 78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9" name="Oval 79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00" name="Oval 80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1" name="Rectangle 81"/>
              <p:cNvSpPr/>
              <p:nvPr/>
            </p:nvSpPr>
            <p:spPr>
              <a:xfrm>
                <a:off x="5192411" y="6613640"/>
                <a:ext cx="3880949" cy="32379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2" name="Oval 82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3" name="Oval 83"/>
              <p:cNvSpPr/>
              <p:nvPr/>
            </p:nvSpPr>
            <p:spPr>
              <a:xfrm>
                <a:off x="5192411" y="6044347"/>
                <a:ext cx="907666" cy="90766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04" name="Oval 84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5" name="Oval 85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9790" y="2910576"/>
            <a:ext cx="1476581" cy="152421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0" name="Group 56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4724400" cy="6858000"/>
            <a:chOff x="7467600" y="0"/>
            <a:chExt cx="4724400" cy="6858000"/>
          </a:xfrm>
        </p:grpSpPr>
        <p:sp>
          <p:nvSpPr>
            <p:cNvPr id="81" name="Rectangle 57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Rectangle 58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3" name="Freeform: Shap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7244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84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95997" y="990600"/>
            <a:ext cx="6096003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798" y="1676400"/>
            <a:ext cx="4953000" cy="1216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b="1">
                <a:latin typeface="+mj-lt"/>
                <a:ea typeface="+mj-ea"/>
                <a:cs typeface="+mj-cs"/>
              </a:rPr>
              <a:t>NHÓM 6:</a:t>
            </a:r>
            <a:endParaRPr lang="en-US" altLang="ko-KR" sz="4000" b="1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b="1">
              <a:latin typeface="+mj-lt"/>
              <a:ea typeface="+mj-ea"/>
              <a:cs typeface="+mj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81798" y="3429000"/>
            <a:ext cx="4953000" cy="1752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55000"/>
                </a:schemeClr>
              </a:solidFill>
              <a:effectLst/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Nguyễn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Mỹ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Linh – 19442991 (NT)</a:t>
            </a:r>
            <a:endParaRPr lang="en-US" sz="2000" dirty="0">
              <a:solidFill>
                <a:schemeClr val="tx1">
                  <a:alpha val="55000"/>
                </a:schemeClr>
              </a:solidFill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Hà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Phú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Khương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– 19443181 </a:t>
            </a:r>
            <a:endParaRPr lang="en-US" sz="2000" dirty="0">
              <a:solidFill>
                <a:schemeClr val="tx1">
                  <a:alpha val="55000"/>
                </a:schemeClr>
              </a:solidFill>
              <a:effectLst/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Lê Thị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Ngọc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Trâm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– 19441621 </a:t>
            </a:r>
            <a:endParaRPr lang="en-US" sz="2000" dirty="0">
              <a:solidFill>
                <a:schemeClr val="tx1">
                  <a:alpha val="55000"/>
                </a:schemeClr>
              </a:solidFill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Ngô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Thị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Thúy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Hằng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– 19443311 </a:t>
            </a:r>
            <a:endParaRPr lang="en-US" sz="2000" dirty="0">
              <a:solidFill>
                <a:schemeClr val="tx1">
                  <a:alpha val="55000"/>
                </a:schemeClr>
              </a:solidFill>
              <a:effectLst/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Lê Thị Mộng Nương – 19442061 </a:t>
            </a:r>
            <a:endParaRPr lang="en-US" sz="2000" dirty="0">
              <a:solidFill>
                <a:schemeClr val="tx1">
                  <a:alpha val="55000"/>
                </a:schemeClr>
              </a:solidFill>
            </a:endParaRPr>
          </a:p>
          <a:p>
            <a:pPr marL="31750" marR="25400" indent="-2286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Nguyễn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Văn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tx1">
                    <a:alpha val="55000"/>
                  </a:schemeClr>
                </a:solidFill>
                <a:effectLst/>
              </a:rPr>
              <a:t>Phúc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  <a:effectLst/>
              </a:rPr>
              <a:t> – 19443131</a:t>
            </a:r>
            <a:endParaRPr lang="en-US" sz="2000" dirty="0">
              <a:solidFill>
                <a:schemeClr val="tx1">
                  <a:alpha val="55000"/>
                </a:schemeClr>
              </a:solidFill>
              <a:effectLst/>
            </a:endParaRPr>
          </a:p>
        </p:txBody>
      </p:sp>
      <p:sp useBgFill="1">
        <p:nvSpPr>
          <p:cNvPr id="85" name="Rectangl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7197" y="457199"/>
            <a:ext cx="5638800" cy="5943599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4399" y="990597"/>
            <a:ext cx="4724400" cy="487679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>
            <a:off x="5131501" y="814659"/>
            <a:ext cx="6367068" cy="831685"/>
            <a:chOff x="5347836" y="1729361"/>
            <a:chExt cx="6367068" cy="831685"/>
          </a:xfrm>
        </p:grpSpPr>
        <p:sp>
          <p:nvSpPr>
            <p:cNvPr id="74" name="Oval 73"/>
            <p:cNvSpPr/>
            <p:nvPr/>
          </p:nvSpPr>
          <p:spPr>
            <a:xfrm>
              <a:off x="5347836" y="1783838"/>
              <a:ext cx="777210" cy="777208"/>
            </a:xfrm>
            <a:prstGeom prst="ellipse">
              <a:avLst/>
            </a:prstGeom>
            <a:solidFill>
              <a:schemeClr val="accent6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6335206" y="1729361"/>
              <a:ext cx="5379698" cy="701496"/>
              <a:chOff x="6751979" y="1666120"/>
              <a:chExt cx="5379698" cy="701496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6751979" y="2090617"/>
                <a:ext cx="53796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751979" y="1666120"/>
                <a:ext cx="5379698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GIỚI THIỆU</a:t>
                </a:r>
                <a:endParaRPr lang="ko-KR" altLang="en-US" sz="27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5394696" y="191960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01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131501" y="2262166"/>
            <a:ext cx="6367068" cy="831685"/>
            <a:chOff x="5347836" y="2849321"/>
            <a:chExt cx="6367068" cy="831685"/>
          </a:xfrm>
        </p:grpSpPr>
        <p:sp>
          <p:nvSpPr>
            <p:cNvPr id="77" name="Oval 76"/>
            <p:cNvSpPr/>
            <p:nvPr/>
          </p:nvSpPr>
          <p:spPr>
            <a:xfrm>
              <a:off x="5347836" y="2903798"/>
              <a:ext cx="777210" cy="777208"/>
            </a:xfrm>
            <a:prstGeom prst="ellipse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335206" y="2849321"/>
              <a:ext cx="5379698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PHÒNG BAN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94696" y="303956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02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5131501" y="3764150"/>
            <a:ext cx="6344197" cy="777208"/>
            <a:chOff x="5347836" y="4023758"/>
            <a:chExt cx="6344197" cy="777208"/>
          </a:xfrm>
        </p:grpSpPr>
        <p:sp>
          <p:nvSpPr>
            <p:cNvPr id="76" name="Oval 75"/>
            <p:cNvSpPr/>
            <p:nvPr/>
          </p:nvSpPr>
          <p:spPr>
            <a:xfrm>
              <a:off x="5347836" y="4023758"/>
              <a:ext cx="777210" cy="777208"/>
            </a:xfrm>
            <a:prstGeom prst="ellipse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12335" y="4206230"/>
              <a:ext cx="5379698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QUI TRÌNH NGHIỆP VỤ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394696" y="415952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03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6" name="Freeform: Shape 65"/>
          <p:cNvSpPr/>
          <p:nvPr/>
        </p:nvSpPr>
        <p:spPr>
          <a:xfrm>
            <a:off x="4858116" y="5394129"/>
            <a:ext cx="1386288" cy="783018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7" name="Freeform: Shape 66"/>
          <p:cNvSpPr/>
          <p:nvPr/>
        </p:nvSpPr>
        <p:spPr>
          <a:xfrm rot="10800000">
            <a:off x="7171725" y="5622052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/>
          <p:cNvSpPr/>
          <p:nvPr/>
        </p:nvSpPr>
        <p:spPr>
          <a:xfrm>
            <a:off x="10308557" y="4918708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/>
          <p:cNvSpPr/>
          <p:nvPr/>
        </p:nvSpPr>
        <p:spPr>
          <a:xfrm>
            <a:off x="10474036" y="235656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1" name="Freeform: Shape 100"/>
          <p:cNvSpPr/>
          <p:nvPr/>
        </p:nvSpPr>
        <p:spPr>
          <a:xfrm>
            <a:off x="10612933" y="2943122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/>
          <p:cNvSpPr/>
          <p:nvPr/>
        </p:nvSpPr>
        <p:spPr>
          <a:xfrm rot="10800000">
            <a:off x="9244438" y="6121301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3" name="Freeform: Shape 102"/>
          <p:cNvSpPr/>
          <p:nvPr/>
        </p:nvSpPr>
        <p:spPr>
          <a:xfrm>
            <a:off x="11017821" y="1869442"/>
            <a:ext cx="681949" cy="423239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100" y="1058052"/>
            <a:ext cx="4028754" cy="5082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/>
          <p:cNvGrpSpPr/>
          <p:nvPr/>
        </p:nvGrpSpPr>
        <p:grpSpPr>
          <a:xfrm>
            <a:off x="4650753" y="2745289"/>
            <a:ext cx="6367068" cy="831685"/>
            <a:chOff x="5347836" y="1729361"/>
            <a:chExt cx="6367068" cy="831685"/>
          </a:xfrm>
        </p:grpSpPr>
        <p:sp>
          <p:nvSpPr>
            <p:cNvPr id="74" name="Oval 73"/>
            <p:cNvSpPr/>
            <p:nvPr/>
          </p:nvSpPr>
          <p:spPr>
            <a:xfrm>
              <a:off x="5347836" y="1783838"/>
              <a:ext cx="777210" cy="777208"/>
            </a:xfrm>
            <a:prstGeom prst="ellipse">
              <a:avLst/>
            </a:prstGeom>
            <a:solidFill>
              <a:schemeClr val="accent6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cs typeface="Arial" panose="020B0604020202020204" pitchFamily="34" charset="0"/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6335206" y="1729361"/>
              <a:ext cx="5379698" cy="769441"/>
              <a:chOff x="6751979" y="1666120"/>
              <a:chExt cx="5379698" cy="769441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6751979" y="2090617"/>
                <a:ext cx="53796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751979" y="1666120"/>
                <a:ext cx="5379698" cy="76944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GIỚI THIỆU</a:t>
                </a:r>
                <a:endParaRPr lang="ko-KR" altLang="en-US" sz="44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5394696" y="191960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01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6" name="Freeform: Shape 65"/>
          <p:cNvSpPr/>
          <p:nvPr/>
        </p:nvSpPr>
        <p:spPr>
          <a:xfrm>
            <a:off x="8100012" y="322521"/>
            <a:ext cx="1386288" cy="783018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7" name="Freeform: Shape 66"/>
          <p:cNvSpPr/>
          <p:nvPr/>
        </p:nvSpPr>
        <p:spPr>
          <a:xfrm rot="10800000">
            <a:off x="7171725" y="5622052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/>
          <p:cNvSpPr/>
          <p:nvPr/>
        </p:nvSpPr>
        <p:spPr>
          <a:xfrm>
            <a:off x="10308557" y="4918708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/>
          <p:cNvSpPr/>
          <p:nvPr/>
        </p:nvSpPr>
        <p:spPr>
          <a:xfrm>
            <a:off x="10474036" y="235656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1" name="Freeform: Shape 100"/>
          <p:cNvSpPr/>
          <p:nvPr/>
        </p:nvSpPr>
        <p:spPr>
          <a:xfrm>
            <a:off x="10612933" y="2943122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/>
          <p:cNvSpPr/>
          <p:nvPr/>
        </p:nvSpPr>
        <p:spPr>
          <a:xfrm rot="10800000">
            <a:off x="9244438" y="6121301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3" name="Freeform: Shape 102"/>
          <p:cNvSpPr/>
          <p:nvPr/>
        </p:nvSpPr>
        <p:spPr>
          <a:xfrm>
            <a:off x="11017821" y="1869442"/>
            <a:ext cx="681949" cy="423239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848" y="921184"/>
            <a:ext cx="4154985" cy="524151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</p:txBody>
      </p:sp>
      <p:sp>
        <p:nvSpPr>
          <p:cNvPr id="53" name="Freeform 55"/>
          <p:cNvSpPr/>
          <p:nvPr/>
        </p:nvSpPr>
        <p:spPr>
          <a:xfrm>
            <a:off x="4628" y="1276312"/>
            <a:ext cx="4890689" cy="5328278"/>
          </a:xfrm>
          <a:custGeom>
            <a:avLst/>
            <a:gdLst/>
            <a:ahLst/>
            <a:cxnLst/>
            <a:rect l="l" t="t" r="r" b="b"/>
            <a:pathLst>
              <a:path w="3294587" h="5795631">
                <a:moveTo>
                  <a:pt x="0" y="0"/>
                </a:moveTo>
                <a:lnTo>
                  <a:pt x="3294587" y="2889259"/>
                </a:lnTo>
                <a:lnTo>
                  <a:pt x="0" y="5795631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54" name="Group 53"/>
          <p:cNvGrpSpPr/>
          <p:nvPr/>
        </p:nvGrpSpPr>
        <p:grpSpPr>
          <a:xfrm>
            <a:off x="927161" y="1214402"/>
            <a:ext cx="2426195" cy="5081516"/>
            <a:chOff x="851030" y="1340768"/>
            <a:chExt cx="2426195" cy="5081516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55" name="Group 54"/>
            <p:cNvGrpSpPr/>
            <p:nvPr/>
          </p:nvGrpSpPr>
          <p:grpSpPr>
            <a:xfrm>
              <a:off x="851030" y="1340768"/>
              <a:ext cx="2426195" cy="5081516"/>
              <a:chOff x="3009901" y="1512649"/>
              <a:chExt cx="2426195" cy="5081516"/>
            </a:xfrm>
            <a:grpFill/>
          </p:grpSpPr>
          <p:sp>
            <p:nvSpPr>
              <p:cNvPr id="59" name="Freeform 9"/>
              <p:cNvSpPr/>
              <p:nvPr/>
            </p:nvSpPr>
            <p:spPr bwMode="auto">
              <a:xfrm>
                <a:off x="3009901" y="1671638"/>
                <a:ext cx="2426195" cy="4922527"/>
              </a:xfrm>
              <a:custGeom>
                <a:avLst/>
                <a:gdLst>
                  <a:gd name="T0" fmla="*/ 1787 w 1867"/>
                  <a:gd name="T1" fmla="*/ 46 h 3789"/>
                  <a:gd name="T2" fmla="*/ 1799 w 1867"/>
                  <a:gd name="T3" fmla="*/ 220 h 3789"/>
                  <a:gd name="T4" fmla="*/ 1827 w 1867"/>
                  <a:gd name="T5" fmla="*/ 371 h 3789"/>
                  <a:gd name="T6" fmla="*/ 1796 w 1867"/>
                  <a:gd name="T7" fmla="*/ 616 h 3789"/>
                  <a:gd name="T8" fmla="*/ 1687 w 1867"/>
                  <a:gd name="T9" fmla="*/ 819 h 3789"/>
                  <a:gd name="T10" fmla="*/ 1281 w 1867"/>
                  <a:gd name="T11" fmla="*/ 859 h 3789"/>
                  <a:gd name="T12" fmla="*/ 1365 w 1867"/>
                  <a:gd name="T13" fmla="*/ 1428 h 3789"/>
                  <a:gd name="T14" fmla="*/ 1428 w 1867"/>
                  <a:gd name="T15" fmla="*/ 1718 h 3789"/>
                  <a:gd name="T16" fmla="*/ 1310 w 1867"/>
                  <a:gd name="T17" fmla="*/ 1679 h 3789"/>
                  <a:gd name="T18" fmla="*/ 1227 w 1867"/>
                  <a:gd name="T19" fmla="*/ 1948 h 3789"/>
                  <a:gd name="T20" fmla="*/ 1199 w 1867"/>
                  <a:gd name="T21" fmla="*/ 2111 h 3789"/>
                  <a:gd name="T22" fmla="*/ 1152 w 1867"/>
                  <a:gd name="T23" fmla="*/ 2430 h 3789"/>
                  <a:gd name="T24" fmla="*/ 1095 w 1867"/>
                  <a:gd name="T25" fmla="*/ 3030 h 3789"/>
                  <a:gd name="T26" fmla="*/ 1120 w 1867"/>
                  <a:gd name="T27" fmla="*/ 3266 h 3789"/>
                  <a:gd name="T28" fmla="*/ 1207 w 1867"/>
                  <a:gd name="T29" fmla="*/ 3412 h 3789"/>
                  <a:gd name="T30" fmla="*/ 1371 w 1867"/>
                  <a:gd name="T31" fmla="*/ 3529 h 3789"/>
                  <a:gd name="T32" fmla="*/ 1274 w 1867"/>
                  <a:gd name="T33" fmla="*/ 3622 h 3789"/>
                  <a:gd name="T34" fmla="*/ 979 w 1867"/>
                  <a:gd name="T35" fmla="*/ 3503 h 3789"/>
                  <a:gd name="T36" fmla="*/ 856 w 1867"/>
                  <a:gd name="T37" fmla="*/ 3412 h 3789"/>
                  <a:gd name="T38" fmla="*/ 847 w 1867"/>
                  <a:gd name="T39" fmla="*/ 3221 h 3789"/>
                  <a:gd name="T40" fmla="*/ 860 w 1867"/>
                  <a:gd name="T41" fmla="*/ 3025 h 3789"/>
                  <a:gd name="T42" fmla="*/ 869 w 1867"/>
                  <a:gd name="T43" fmla="*/ 2597 h 3789"/>
                  <a:gd name="T44" fmla="*/ 871 w 1867"/>
                  <a:gd name="T45" fmla="*/ 2204 h 3789"/>
                  <a:gd name="T46" fmla="*/ 816 w 1867"/>
                  <a:gd name="T47" fmla="*/ 2256 h 3789"/>
                  <a:gd name="T48" fmla="*/ 672 w 1867"/>
                  <a:gd name="T49" fmla="*/ 2624 h 3789"/>
                  <a:gd name="T50" fmla="*/ 636 w 1867"/>
                  <a:gd name="T51" fmla="*/ 2709 h 3789"/>
                  <a:gd name="T52" fmla="*/ 580 w 1867"/>
                  <a:gd name="T53" fmla="*/ 2944 h 3789"/>
                  <a:gd name="T54" fmla="*/ 549 w 1867"/>
                  <a:gd name="T55" fmla="*/ 3219 h 3789"/>
                  <a:gd name="T56" fmla="*/ 560 w 1867"/>
                  <a:gd name="T57" fmla="*/ 3480 h 3789"/>
                  <a:gd name="T58" fmla="*/ 563 w 1867"/>
                  <a:gd name="T59" fmla="*/ 3786 h 3789"/>
                  <a:gd name="T60" fmla="*/ 343 w 1867"/>
                  <a:gd name="T61" fmla="*/ 3605 h 3789"/>
                  <a:gd name="T62" fmla="*/ 322 w 1867"/>
                  <a:gd name="T63" fmla="*/ 3392 h 3789"/>
                  <a:gd name="T64" fmla="*/ 422 w 1867"/>
                  <a:gd name="T65" fmla="*/ 2492 h 3789"/>
                  <a:gd name="T66" fmla="*/ 483 w 1867"/>
                  <a:gd name="T67" fmla="*/ 1917 h 3789"/>
                  <a:gd name="T68" fmla="*/ 479 w 1867"/>
                  <a:gd name="T69" fmla="*/ 1887 h 3789"/>
                  <a:gd name="T70" fmla="*/ 454 w 1867"/>
                  <a:gd name="T71" fmla="*/ 1443 h 3789"/>
                  <a:gd name="T72" fmla="*/ 432 w 1867"/>
                  <a:gd name="T73" fmla="*/ 1057 h 3789"/>
                  <a:gd name="T74" fmla="*/ 391 w 1867"/>
                  <a:gd name="T75" fmla="*/ 1184 h 3789"/>
                  <a:gd name="T76" fmla="*/ 223 w 1867"/>
                  <a:gd name="T77" fmla="*/ 1285 h 3789"/>
                  <a:gd name="T78" fmla="*/ 89 w 1867"/>
                  <a:gd name="T79" fmla="*/ 1149 h 3789"/>
                  <a:gd name="T80" fmla="*/ 44 w 1867"/>
                  <a:gd name="T81" fmla="*/ 832 h 3789"/>
                  <a:gd name="T82" fmla="*/ 77 w 1867"/>
                  <a:gd name="T83" fmla="*/ 584 h 3789"/>
                  <a:gd name="T84" fmla="*/ 203 w 1867"/>
                  <a:gd name="T85" fmla="*/ 642 h 3789"/>
                  <a:gd name="T86" fmla="*/ 171 w 1867"/>
                  <a:gd name="T87" fmla="*/ 782 h 3789"/>
                  <a:gd name="T88" fmla="*/ 211 w 1867"/>
                  <a:gd name="T89" fmla="*/ 879 h 3789"/>
                  <a:gd name="T90" fmla="*/ 248 w 1867"/>
                  <a:gd name="T91" fmla="*/ 709 h 3789"/>
                  <a:gd name="T92" fmla="*/ 273 w 1867"/>
                  <a:gd name="T93" fmla="*/ 611 h 3789"/>
                  <a:gd name="T94" fmla="*/ 504 w 1867"/>
                  <a:gd name="T95" fmla="*/ 505 h 3789"/>
                  <a:gd name="T96" fmla="*/ 615 w 1867"/>
                  <a:gd name="T97" fmla="*/ 462 h 3789"/>
                  <a:gd name="T98" fmla="*/ 788 w 1867"/>
                  <a:gd name="T99" fmla="*/ 963 h 3789"/>
                  <a:gd name="T100" fmla="*/ 962 w 1867"/>
                  <a:gd name="T101" fmla="*/ 1459 h 3789"/>
                  <a:gd name="T102" fmla="*/ 1113 w 1867"/>
                  <a:gd name="T103" fmla="*/ 1442 h 3789"/>
                  <a:gd name="T104" fmla="*/ 1143 w 1867"/>
                  <a:gd name="T105" fmla="*/ 1153 h 3789"/>
                  <a:gd name="T106" fmla="*/ 886 w 1867"/>
                  <a:gd name="T107" fmla="*/ 428 h 3789"/>
                  <a:gd name="T108" fmla="*/ 1059 w 1867"/>
                  <a:gd name="T109" fmla="*/ 485 h 3789"/>
                  <a:gd name="T110" fmla="*/ 1217 w 1867"/>
                  <a:gd name="T111" fmla="*/ 546 h 3789"/>
                  <a:gd name="T112" fmla="*/ 1314 w 1867"/>
                  <a:gd name="T113" fmla="*/ 597 h 3789"/>
                  <a:gd name="T114" fmla="*/ 1501 w 1867"/>
                  <a:gd name="T115" fmla="*/ 624 h 3789"/>
                  <a:gd name="T116" fmla="*/ 1595 w 1867"/>
                  <a:gd name="T117" fmla="*/ 560 h 3789"/>
                  <a:gd name="T118" fmla="*/ 1647 w 1867"/>
                  <a:gd name="T119" fmla="*/ 373 h 3789"/>
                  <a:gd name="T120" fmla="*/ 1681 w 1867"/>
                  <a:gd name="T121" fmla="*/ 239 h 3789"/>
                  <a:gd name="T122" fmla="*/ 1613 w 1867"/>
                  <a:gd name="T123" fmla="*/ 23 h 3789"/>
                  <a:gd name="connsiteX0" fmla="*/ 8779 w 10000"/>
                  <a:gd name="connsiteY0" fmla="*/ 0 h 10000"/>
                  <a:gd name="connsiteX1" fmla="*/ 8875 w 10000"/>
                  <a:gd name="connsiteY1" fmla="*/ 0 h 10000"/>
                  <a:gd name="connsiteX2" fmla="*/ 8993 w 10000"/>
                  <a:gd name="connsiteY2" fmla="*/ 3 h 10000"/>
                  <a:gd name="connsiteX3" fmla="*/ 9111 w 10000"/>
                  <a:gd name="connsiteY3" fmla="*/ 11 h 10000"/>
                  <a:gd name="connsiteX4" fmla="*/ 9239 w 10000"/>
                  <a:gd name="connsiteY4" fmla="*/ 24 h 10000"/>
                  <a:gd name="connsiteX5" fmla="*/ 9347 w 10000"/>
                  <a:gd name="connsiteY5" fmla="*/ 37 h 10000"/>
                  <a:gd name="connsiteX6" fmla="*/ 9448 w 10000"/>
                  <a:gd name="connsiteY6" fmla="*/ 58 h 10000"/>
                  <a:gd name="connsiteX7" fmla="*/ 9513 w 10000"/>
                  <a:gd name="connsiteY7" fmla="*/ 79 h 10000"/>
                  <a:gd name="connsiteX8" fmla="*/ 9555 w 10000"/>
                  <a:gd name="connsiteY8" fmla="*/ 106 h 10000"/>
                  <a:gd name="connsiteX9" fmla="*/ 9572 w 10000"/>
                  <a:gd name="connsiteY9" fmla="*/ 121 h 10000"/>
                  <a:gd name="connsiteX10" fmla="*/ 9577 w 10000"/>
                  <a:gd name="connsiteY10" fmla="*/ 156 h 10000"/>
                  <a:gd name="connsiteX11" fmla="*/ 9593 w 10000"/>
                  <a:gd name="connsiteY11" fmla="*/ 201 h 10000"/>
                  <a:gd name="connsiteX12" fmla="*/ 9604 w 10000"/>
                  <a:gd name="connsiteY12" fmla="*/ 248 h 10000"/>
                  <a:gd name="connsiteX13" fmla="*/ 9620 w 10000"/>
                  <a:gd name="connsiteY13" fmla="*/ 304 h 10000"/>
                  <a:gd name="connsiteX14" fmla="*/ 9625 w 10000"/>
                  <a:gd name="connsiteY14" fmla="*/ 351 h 10000"/>
                  <a:gd name="connsiteX15" fmla="*/ 9636 w 10000"/>
                  <a:gd name="connsiteY15" fmla="*/ 396 h 10000"/>
                  <a:gd name="connsiteX16" fmla="*/ 9636 w 10000"/>
                  <a:gd name="connsiteY16" fmla="*/ 428 h 10000"/>
                  <a:gd name="connsiteX17" fmla="*/ 9598 w 10000"/>
                  <a:gd name="connsiteY17" fmla="*/ 499 h 10000"/>
                  <a:gd name="connsiteX18" fmla="*/ 9614 w 10000"/>
                  <a:gd name="connsiteY18" fmla="*/ 533 h 10000"/>
                  <a:gd name="connsiteX19" fmla="*/ 9636 w 10000"/>
                  <a:gd name="connsiteY19" fmla="*/ 581 h 10000"/>
                  <a:gd name="connsiteX20" fmla="*/ 9663 w 10000"/>
                  <a:gd name="connsiteY20" fmla="*/ 628 h 10000"/>
                  <a:gd name="connsiteX21" fmla="*/ 9684 w 10000"/>
                  <a:gd name="connsiteY21" fmla="*/ 670 h 10000"/>
                  <a:gd name="connsiteX22" fmla="*/ 9695 w 10000"/>
                  <a:gd name="connsiteY22" fmla="*/ 718 h 10000"/>
                  <a:gd name="connsiteX23" fmla="*/ 9695 w 10000"/>
                  <a:gd name="connsiteY23" fmla="*/ 768 h 10000"/>
                  <a:gd name="connsiteX24" fmla="*/ 9689 w 10000"/>
                  <a:gd name="connsiteY24" fmla="*/ 816 h 10000"/>
                  <a:gd name="connsiteX25" fmla="*/ 9684 w 10000"/>
                  <a:gd name="connsiteY25" fmla="*/ 860 h 10000"/>
                  <a:gd name="connsiteX26" fmla="*/ 9684 w 10000"/>
                  <a:gd name="connsiteY26" fmla="*/ 903 h 10000"/>
                  <a:gd name="connsiteX27" fmla="*/ 9700 w 10000"/>
                  <a:gd name="connsiteY27" fmla="*/ 932 h 10000"/>
                  <a:gd name="connsiteX28" fmla="*/ 9738 w 10000"/>
                  <a:gd name="connsiteY28" fmla="*/ 955 h 10000"/>
                  <a:gd name="connsiteX29" fmla="*/ 9786 w 10000"/>
                  <a:gd name="connsiteY29" fmla="*/ 979 h 10000"/>
                  <a:gd name="connsiteX30" fmla="*/ 9839 w 10000"/>
                  <a:gd name="connsiteY30" fmla="*/ 1000 h 10000"/>
                  <a:gd name="connsiteX31" fmla="*/ 9888 w 10000"/>
                  <a:gd name="connsiteY31" fmla="*/ 1019 h 10000"/>
                  <a:gd name="connsiteX32" fmla="*/ 9936 w 10000"/>
                  <a:gd name="connsiteY32" fmla="*/ 1037 h 10000"/>
                  <a:gd name="connsiteX33" fmla="*/ 9979 w 10000"/>
                  <a:gd name="connsiteY33" fmla="*/ 1066 h 10000"/>
                  <a:gd name="connsiteX34" fmla="*/ 10000 w 10000"/>
                  <a:gd name="connsiteY34" fmla="*/ 1106 h 10000"/>
                  <a:gd name="connsiteX35" fmla="*/ 9898 w 10000"/>
                  <a:gd name="connsiteY35" fmla="*/ 1198 h 10000"/>
                  <a:gd name="connsiteX36" fmla="*/ 9818 w 10000"/>
                  <a:gd name="connsiteY36" fmla="*/ 1301 h 10000"/>
                  <a:gd name="connsiteX37" fmla="*/ 9754 w 10000"/>
                  <a:gd name="connsiteY37" fmla="*/ 1407 h 10000"/>
                  <a:gd name="connsiteX38" fmla="*/ 9689 w 10000"/>
                  <a:gd name="connsiteY38" fmla="*/ 1518 h 10000"/>
                  <a:gd name="connsiteX39" fmla="*/ 9620 w 10000"/>
                  <a:gd name="connsiteY39" fmla="*/ 1626 h 10000"/>
                  <a:gd name="connsiteX40" fmla="*/ 9545 w 10000"/>
                  <a:gd name="connsiteY40" fmla="*/ 1731 h 10000"/>
                  <a:gd name="connsiteX41" fmla="*/ 9507 w 10000"/>
                  <a:gd name="connsiteY41" fmla="*/ 1787 h 10000"/>
                  <a:gd name="connsiteX42" fmla="*/ 9475 w 10000"/>
                  <a:gd name="connsiteY42" fmla="*/ 1847 h 10000"/>
                  <a:gd name="connsiteX43" fmla="*/ 9454 w 10000"/>
                  <a:gd name="connsiteY43" fmla="*/ 1908 h 10000"/>
                  <a:gd name="connsiteX44" fmla="*/ 9416 w 10000"/>
                  <a:gd name="connsiteY44" fmla="*/ 1974 h 10000"/>
                  <a:gd name="connsiteX45" fmla="*/ 9379 w 10000"/>
                  <a:gd name="connsiteY45" fmla="*/ 2035 h 10000"/>
                  <a:gd name="connsiteX46" fmla="*/ 9314 w 10000"/>
                  <a:gd name="connsiteY46" fmla="*/ 2088 h 10000"/>
                  <a:gd name="connsiteX47" fmla="*/ 9239 w 10000"/>
                  <a:gd name="connsiteY47" fmla="*/ 2122 h 10000"/>
                  <a:gd name="connsiteX48" fmla="*/ 9143 w 10000"/>
                  <a:gd name="connsiteY48" fmla="*/ 2146 h 10000"/>
                  <a:gd name="connsiteX49" fmla="*/ 9036 w 10000"/>
                  <a:gd name="connsiteY49" fmla="*/ 2162 h 10000"/>
                  <a:gd name="connsiteX50" fmla="*/ 8918 w 10000"/>
                  <a:gd name="connsiteY50" fmla="*/ 2175 h 10000"/>
                  <a:gd name="connsiteX51" fmla="*/ 8795 w 10000"/>
                  <a:gd name="connsiteY51" fmla="*/ 2185 h 10000"/>
                  <a:gd name="connsiteX52" fmla="*/ 8677 w 10000"/>
                  <a:gd name="connsiteY52" fmla="*/ 2201 h 10000"/>
                  <a:gd name="connsiteX53" fmla="*/ 8468 w 10000"/>
                  <a:gd name="connsiteY53" fmla="*/ 2220 h 10000"/>
                  <a:gd name="connsiteX54" fmla="*/ 8232 w 10000"/>
                  <a:gd name="connsiteY54" fmla="*/ 2241 h 10000"/>
                  <a:gd name="connsiteX55" fmla="*/ 7975 w 10000"/>
                  <a:gd name="connsiteY55" fmla="*/ 2251 h 10000"/>
                  <a:gd name="connsiteX56" fmla="*/ 7702 w 10000"/>
                  <a:gd name="connsiteY56" fmla="*/ 2262 h 10000"/>
                  <a:gd name="connsiteX57" fmla="*/ 7429 w 10000"/>
                  <a:gd name="connsiteY57" fmla="*/ 2264 h 10000"/>
                  <a:gd name="connsiteX58" fmla="*/ 7145 w 10000"/>
                  <a:gd name="connsiteY58" fmla="*/ 2267 h 10000"/>
                  <a:gd name="connsiteX59" fmla="*/ 6861 w 10000"/>
                  <a:gd name="connsiteY59" fmla="*/ 2267 h 10000"/>
                  <a:gd name="connsiteX60" fmla="*/ 6867 w 10000"/>
                  <a:gd name="connsiteY60" fmla="*/ 2449 h 10000"/>
                  <a:gd name="connsiteX61" fmla="*/ 6893 w 10000"/>
                  <a:gd name="connsiteY61" fmla="*/ 2637 h 10000"/>
                  <a:gd name="connsiteX62" fmla="*/ 6936 w 10000"/>
                  <a:gd name="connsiteY62" fmla="*/ 2821 h 10000"/>
                  <a:gd name="connsiteX63" fmla="*/ 6990 w 10000"/>
                  <a:gd name="connsiteY63" fmla="*/ 2996 h 10000"/>
                  <a:gd name="connsiteX64" fmla="*/ 7059 w 10000"/>
                  <a:gd name="connsiteY64" fmla="*/ 3159 h 10000"/>
                  <a:gd name="connsiteX65" fmla="*/ 7129 w 10000"/>
                  <a:gd name="connsiteY65" fmla="*/ 3304 h 10000"/>
                  <a:gd name="connsiteX66" fmla="*/ 7177 w 10000"/>
                  <a:gd name="connsiteY66" fmla="*/ 3423 h 10000"/>
                  <a:gd name="connsiteX67" fmla="*/ 7225 w 10000"/>
                  <a:gd name="connsiteY67" fmla="*/ 3537 h 10000"/>
                  <a:gd name="connsiteX68" fmla="*/ 7263 w 10000"/>
                  <a:gd name="connsiteY68" fmla="*/ 3653 h 10000"/>
                  <a:gd name="connsiteX69" fmla="*/ 7311 w 10000"/>
                  <a:gd name="connsiteY69" fmla="*/ 3769 h 10000"/>
                  <a:gd name="connsiteX70" fmla="*/ 7370 w 10000"/>
                  <a:gd name="connsiteY70" fmla="*/ 3885 h 10000"/>
                  <a:gd name="connsiteX71" fmla="*/ 7450 w 10000"/>
                  <a:gd name="connsiteY71" fmla="*/ 3980 h 10000"/>
                  <a:gd name="connsiteX72" fmla="*/ 7531 w 10000"/>
                  <a:gd name="connsiteY72" fmla="*/ 4075 h 10000"/>
                  <a:gd name="connsiteX73" fmla="*/ 7622 w 10000"/>
                  <a:gd name="connsiteY73" fmla="*/ 4170 h 10000"/>
                  <a:gd name="connsiteX74" fmla="*/ 7702 w 10000"/>
                  <a:gd name="connsiteY74" fmla="*/ 4262 h 10000"/>
                  <a:gd name="connsiteX75" fmla="*/ 7766 w 10000"/>
                  <a:gd name="connsiteY75" fmla="*/ 4355 h 10000"/>
                  <a:gd name="connsiteX76" fmla="*/ 7793 w 10000"/>
                  <a:gd name="connsiteY76" fmla="*/ 4447 h 10000"/>
                  <a:gd name="connsiteX77" fmla="*/ 7745 w 10000"/>
                  <a:gd name="connsiteY77" fmla="*/ 4476 h 10000"/>
                  <a:gd name="connsiteX78" fmla="*/ 7697 w 10000"/>
                  <a:gd name="connsiteY78" fmla="*/ 4503 h 10000"/>
                  <a:gd name="connsiteX79" fmla="*/ 7649 w 10000"/>
                  <a:gd name="connsiteY79" fmla="*/ 4534 h 10000"/>
                  <a:gd name="connsiteX80" fmla="*/ 7606 w 10000"/>
                  <a:gd name="connsiteY80" fmla="*/ 4558 h 10000"/>
                  <a:gd name="connsiteX81" fmla="*/ 7568 w 10000"/>
                  <a:gd name="connsiteY81" fmla="*/ 4571 h 10000"/>
                  <a:gd name="connsiteX82" fmla="*/ 7488 w 10000"/>
                  <a:gd name="connsiteY82" fmla="*/ 4582 h 10000"/>
                  <a:gd name="connsiteX83" fmla="*/ 7413 w 10000"/>
                  <a:gd name="connsiteY83" fmla="*/ 4603 h 10000"/>
                  <a:gd name="connsiteX84" fmla="*/ 7322 w 10000"/>
                  <a:gd name="connsiteY84" fmla="*/ 4629 h 10000"/>
                  <a:gd name="connsiteX85" fmla="*/ 7242 w 10000"/>
                  <a:gd name="connsiteY85" fmla="*/ 4663 h 10000"/>
                  <a:gd name="connsiteX86" fmla="*/ 7172 w 10000"/>
                  <a:gd name="connsiteY86" fmla="*/ 4698 h 10000"/>
                  <a:gd name="connsiteX87" fmla="*/ 7108 w 10000"/>
                  <a:gd name="connsiteY87" fmla="*/ 4727 h 10000"/>
                  <a:gd name="connsiteX88" fmla="*/ 7054 w 10000"/>
                  <a:gd name="connsiteY88" fmla="*/ 4719 h 10000"/>
                  <a:gd name="connsiteX89" fmla="*/ 7017 w 10000"/>
                  <a:gd name="connsiteY89" fmla="*/ 4431 h 10000"/>
                  <a:gd name="connsiteX90" fmla="*/ 6947 w 10000"/>
                  <a:gd name="connsiteY90" fmla="*/ 4431 h 10000"/>
                  <a:gd name="connsiteX91" fmla="*/ 6893 w 10000"/>
                  <a:gd name="connsiteY91" fmla="*/ 4434 h 10000"/>
                  <a:gd name="connsiteX92" fmla="*/ 6840 w 10000"/>
                  <a:gd name="connsiteY92" fmla="*/ 4434 h 10000"/>
                  <a:gd name="connsiteX93" fmla="*/ 6770 w 10000"/>
                  <a:gd name="connsiteY93" fmla="*/ 4437 h 10000"/>
                  <a:gd name="connsiteX94" fmla="*/ 6663 w 10000"/>
                  <a:gd name="connsiteY94" fmla="*/ 4442 h 10000"/>
                  <a:gd name="connsiteX95" fmla="*/ 6652 w 10000"/>
                  <a:gd name="connsiteY95" fmla="*/ 4587 h 10000"/>
                  <a:gd name="connsiteX96" fmla="*/ 6642 w 10000"/>
                  <a:gd name="connsiteY96" fmla="*/ 4737 h 10000"/>
                  <a:gd name="connsiteX97" fmla="*/ 6636 w 10000"/>
                  <a:gd name="connsiteY97" fmla="*/ 4885 h 10000"/>
                  <a:gd name="connsiteX98" fmla="*/ 6615 w 10000"/>
                  <a:gd name="connsiteY98" fmla="*/ 5033 h 10000"/>
                  <a:gd name="connsiteX99" fmla="*/ 6572 w 10000"/>
                  <a:gd name="connsiteY99" fmla="*/ 5141 h 10000"/>
                  <a:gd name="connsiteX100" fmla="*/ 6524 w 10000"/>
                  <a:gd name="connsiteY100" fmla="*/ 5252 h 10000"/>
                  <a:gd name="connsiteX101" fmla="*/ 6476 w 10000"/>
                  <a:gd name="connsiteY101" fmla="*/ 5352 h 10000"/>
                  <a:gd name="connsiteX102" fmla="*/ 6449 w 10000"/>
                  <a:gd name="connsiteY102" fmla="*/ 5455 h 10000"/>
                  <a:gd name="connsiteX103" fmla="*/ 6454 w 10000"/>
                  <a:gd name="connsiteY103" fmla="*/ 5550 h 10000"/>
                  <a:gd name="connsiteX104" fmla="*/ 6443 w 10000"/>
                  <a:gd name="connsiteY104" fmla="*/ 5556 h 10000"/>
                  <a:gd name="connsiteX105" fmla="*/ 6427 w 10000"/>
                  <a:gd name="connsiteY105" fmla="*/ 5556 h 10000"/>
                  <a:gd name="connsiteX106" fmla="*/ 6427 w 10000"/>
                  <a:gd name="connsiteY106" fmla="*/ 5556 h 10000"/>
                  <a:gd name="connsiteX107" fmla="*/ 6422 w 10000"/>
                  <a:gd name="connsiteY107" fmla="*/ 5558 h 10000"/>
                  <a:gd name="connsiteX108" fmla="*/ 6422 w 10000"/>
                  <a:gd name="connsiteY108" fmla="*/ 5566 h 10000"/>
                  <a:gd name="connsiteX109" fmla="*/ 6422 w 10000"/>
                  <a:gd name="connsiteY109" fmla="*/ 5571 h 10000"/>
                  <a:gd name="connsiteX110" fmla="*/ 6422 w 10000"/>
                  <a:gd name="connsiteY110" fmla="*/ 5582 h 10000"/>
                  <a:gd name="connsiteX111" fmla="*/ 6422 w 10000"/>
                  <a:gd name="connsiteY111" fmla="*/ 5595 h 10000"/>
                  <a:gd name="connsiteX112" fmla="*/ 6347 w 10000"/>
                  <a:gd name="connsiteY112" fmla="*/ 5682 h 10000"/>
                  <a:gd name="connsiteX113" fmla="*/ 6288 w 10000"/>
                  <a:gd name="connsiteY113" fmla="*/ 5775 h 10000"/>
                  <a:gd name="connsiteX114" fmla="*/ 6261 w 10000"/>
                  <a:gd name="connsiteY114" fmla="*/ 5872 h 10000"/>
                  <a:gd name="connsiteX115" fmla="*/ 6251 w 10000"/>
                  <a:gd name="connsiteY115" fmla="*/ 5978 h 10000"/>
                  <a:gd name="connsiteX116" fmla="*/ 6235 w 10000"/>
                  <a:gd name="connsiteY116" fmla="*/ 6083 h 10000"/>
                  <a:gd name="connsiteX117" fmla="*/ 6229 w 10000"/>
                  <a:gd name="connsiteY117" fmla="*/ 6194 h 10000"/>
                  <a:gd name="connsiteX118" fmla="*/ 6208 w 10000"/>
                  <a:gd name="connsiteY118" fmla="*/ 6302 h 10000"/>
                  <a:gd name="connsiteX119" fmla="*/ 6170 w 10000"/>
                  <a:gd name="connsiteY119" fmla="*/ 6413 h 10000"/>
                  <a:gd name="connsiteX120" fmla="*/ 5978 w 10000"/>
                  <a:gd name="connsiteY120" fmla="*/ 7213 h 10000"/>
                  <a:gd name="connsiteX121" fmla="*/ 5951 w 10000"/>
                  <a:gd name="connsiteY121" fmla="*/ 7300 h 10000"/>
                  <a:gd name="connsiteX122" fmla="*/ 5935 w 10000"/>
                  <a:gd name="connsiteY122" fmla="*/ 7398 h 10000"/>
                  <a:gd name="connsiteX123" fmla="*/ 5929 w 10000"/>
                  <a:gd name="connsiteY123" fmla="*/ 7487 h 10000"/>
                  <a:gd name="connsiteX124" fmla="*/ 5929 w 10000"/>
                  <a:gd name="connsiteY124" fmla="*/ 7585 h 10000"/>
                  <a:gd name="connsiteX125" fmla="*/ 5929 w 10000"/>
                  <a:gd name="connsiteY125" fmla="*/ 7672 h 10000"/>
                  <a:gd name="connsiteX126" fmla="*/ 5913 w 10000"/>
                  <a:gd name="connsiteY126" fmla="*/ 7754 h 10000"/>
                  <a:gd name="connsiteX127" fmla="*/ 5897 w 10000"/>
                  <a:gd name="connsiteY127" fmla="*/ 7831 h 10000"/>
                  <a:gd name="connsiteX128" fmla="*/ 5865 w 10000"/>
                  <a:gd name="connsiteY128" fmla="*/ 7915 h 10000"/>
                  <a:gd name="connsiteX129" fmla="*/ 5865 w 10000"/>
                  <a:gd name="connsiteY129" fmla="*/ 7997 h 10000"/>
                  <a:gd name="connsiteX130" fmla="*/ 5886 w 10000"/>
                  <a:gd name="connsiteY130" fmla="*/ 8073 h 10000"/>
                  <a:gd name="connsiteX131" fmla="*/ 5924 w 10000"/>
                  <a:gd name="connsiteY131" fmla="*/ 8147 h 10000"/>
                  <a:gd name="connsiteX132" fmla="*/ 5972 w 10000"/>
                  <a:gd name="connsiteY132" fmla="*/ 8216 h 10000"/>
                  <a:gd name="connsiteX133" fmla="*/ 6020 w 10000"/>
                  <a:gd name="connsiteY133" fmla="*/ 8282 h 10000"/>
                  <a:gd name="connsiteX134" fmla="*/ 6069 w 10000"/>
                  <a:gd name="connsiteY134" fmla="*/ 8343 h 10000"/>
                  <a:gd name="connsiteX135" fmla="*/ 6138 w 10000"/>
                  <a:gd name="connsiteY135" fmla="*/ 8551 h 10000"/>
                  <a:gd name="connsiteX136" fmla="*/ 6111 w 10000"/>
                  <a:gd name="connsiteY136" fmla="*/ 8572 h 10000"/>
                  <a:gd name="connsiteX137" fmla="*/ 6069 w 10000"/>
                  <a:gd name="connsiteY137" fmla="*/ 8585 h 10000"/>
                  <a:gd name="connsiteX138" fmla="*/ 6031 w 10000"/>
                  <a:gd name="connsiteY138" fmla="*/ 8599 h 10000"/>
                  <a:gd name="connsiteX139" fmla="*/ 5999 w 10000"/>
                  <a:gd name="connsiteY139" fmla="*/ 8620 h 10000"/>
                  <a:gd name="connsiteX140" fmla="*/ 6069 w 10000"/>
                  <a:gd name="connsiteY140" fmla="*/ 8630 h 10000"/>
                  <a:gd name="connsiteX141" fmla="*/ 6117 w 10000"/>
                  <a:gd name="connsiteY141" fmla="*/ 8643 h 10000"/>
                  <a:gd name="connsiteX142" fmla="*/ 6160 w 10000"/>
                  <a:gd name="connsiteY142" fmla="*/ 8670 h 10000"/>
                  <a:gd name="connsiteX143" fmla="*/ 6138 w 10000"/>
                  <a:gd name="connsiteY143" fmla="*/ 8720 h 10000"/>
                  <a:gd name="connsiteX144" fmla="*/ 6144 w 10000"/>
                  <a:gd name="connsiteY144" fmla="*/ 8770 h 10000"/>
                  <a:gd name="connsiteX145" fmla="*/ 6181 w 10000"/>
                  <a:gd name="connsiteY145" fmla="*/ 8826 h 10000"/>
                  <a:gd name="connsiteX146" fmla="*/ 6235 w 10000"/>
                  <a:gd name="connsiteY146" fmla="*/ 8873 h 10000"/>
                  <a:gd name="connsiteX147" fmla="*/ 6288 w 10000"/>
                  <a:gd name="connsiteY147" fmla="*/ 8918 h 10000"/>
                  <a:gd name="connsiteX148" fmla="*/ 6352 w 10000"/>
                  <a:gd name="connsiteY148" fmla="*/ 8952 h 10000"/>
                  <a:gd name="connsiteX149" fmla="*/ 6465 w 10000"/>
                  <a:gd name="connsiteY149" fmla="*/ 9005 h 10000"/>
                  <a:gd name="connsiteX150" fmla="*/ 6583 w 10000"/>
                  <a:gd name="connsiteY150" fmla="*/ 9063 h 10000"/>
                  <a:gd name="connsiteX151" fmla="*/ 6706 w 10000"/>
                  <a:gd name="connsiteY151" fmla="*/ 9116 h 10000"/>
                  <a:gd name="connsiteX152" fmla="*/ 6781 w 10000"/>
                  <a:gd name="connsiteY152" fmla="*/ 9140 h 10000"/>
                  <a:gd name="connsiteX153" fmla="*/ 6867 w 10000"/>
                  <a:gd name="connsiteY153" fmla="*/ 9161 h 10000"/>
                  <a:gd name="connsiteX154" fmla="*/ 6958 w 10000"/>
                  <a:gd name="connsiteY154" fmla="*/ 9179 h 10000"/>
                  <a:gd name="connsiteX155" fmla="*/ 7043 w 10000"/>
                  <a:gd name="connsiteY155" fmla="*/ 9200 h 10000"/>
                  <a:gd name="connsiteX156" fmla="*/ 7134 w 10000"/>
                  <a:gd name="connsiteY156" fmla="*/ 9224 h 10000"/>
                  <a:gd name="connsiteX157" fmla="*/ 7220 w 10000"/>
                  <a:gd name="connsiteY157" fmla="*/ 9248 h 10000"/>
                  <a:gd name="connsiteX158" fmla="*/ 7290 w 10000"/>
                  <a:gd name="connsiteY158" fmla="*/ 9279 h 10000"/>
                  <a:gd name="connsiteX159" fmla="*/ 7343 w 10000"/>
                  <a:gd name="connsiteY159" fmla="*/ 9314 h 10000"/>
                  <a:gd name="connsiteX160" fmla="*/ 7386 w 10000"/>
                  <a:gd name="connsiteY160" fmla="*/ 9359 h 10000"/>
                  <a:gd name="connsiteX161" fmla="*/ 7408 w 10000"/>
                  <a:gd name="connsiteY161" fmla="*/ 9409 h 10000"/>
                  <a:gd name="connsiteX162" fmla="*/ 7381 w 10000"/>
                  <a:gd name="connsiteY162" fmla="*/ 9433 h 10000"/>
                  <a:gd name="connsiteX163" fmla="*/ 7359 w 10000"/>
                  <a:gd name="connsiteY163" fmla="*/ 9464 h 10000"/>
                  <a:gd name="connsiteX164" fmla="*/ 7333 w 10000"/>
                  <a:gd name="connsiteY164" fmla="*/ 9493 h 10000"/>
                  <a:gd name="connsiteX165" fmla="*/ 7284 w 10000"/>
                  <a:gd name="connsiteY165" fmla="*/ 9522 h 10000"/>
                  <a:gd name="connsiteX166" fmla="*/ 7193 w 10000"/>
                  <a:gd name="connsiteY166" fmla="*/ 9546 h 10000"/>
                  <a:gd name="connsiteX167" fmla="*/ 7081 w 10000"/>
                  <a:gd name="connsiteY167" fmla="*/ 9559 h 10000"/>
                  <a:gd name="connsiteX168" fmla="*/ 6958 w 10000"/>
                  <a:gd name="connsiteY168" fmla="*/ 9562 h 10000"/>
                  <a:gd name="connsiteX169" fmla="*/ 6824 w 10000"/>
                  <a:gd name="connsiteY169" fmla="*/ 9559 h 10000"/>
                  <a:gd name="connsiteX170" fmla="*/ 6690 w 10000"/>
                  <a:gd name="connsiteY170" fmla="*/ 9551 h 10000"/>
                  <a:gd name="connsiteX171" fmla="*/ 6567 w 10000"/>
                  <a:gd name="connsiteY171" fmla="*/ 9546 h 10000"/>
                  <a:gd name="connsiteX172" fmla="*/ 6454 w 10000"/>
                  <a:gd name="connsiteY172" fmla="*/ 9538 h 10000"/>
                  <a:gd name="connsiteX173" fmla="*/ 6261 w 10000"/>
                  <a:gd name="connsiteY173" fmla="*/ 9525 h 10000"/>
                  <a:gd name="connsiteX174" fmla="*/ 6074 w 10000"/>
                  <a:gd name="connsiteY174" fmla="*/ 9493 h 10000"/>
                  <a:gd name="connsiteX175" fmla="*/ 5903 w 10000"/>
                  <a:gd name="connsiteY175" fmla="*/ 9454 h 10000"/>
                  <a:gd name="connsiteX176" fmla="*/ 5726 w 10000"/>
                  <a:gd name="connsiteY176" fmla="*/ 9401 h 10000"/>
                  <a:gd name="connsiteX177" fmla="*/ 5560 w 10000"/>
                  <a:gd name="connsiteY177" fmla="*/ 9351 h 10000"/>
                  <a:gd name="connsiteX178" fmla="*/ 5404 w 10000"/>
                  <a:gd name="connsiteY178" fmla="*/ 9295 h 10000"/>
                  <a:gd name="connsiteX179" fmla="*/ 5244 w 10000"/>
                  <a:gd name="connsiteY179" fmla="*/ 9245 h 10000"/>
                  <a:gd name="connsiteX180" fmla="*/ 5083 w 10000"/>
                  <a:gd name="connsiteY180" fmla="*/ 9250 h 10000"/>
                  <a:gd name="connsiteX181" fmla="*/ 5019 w 10000"/>
                  <a:gd name="connsiteY181" fmla="*/ 9245 h 10000"/>
                  <a:gd name="connsiteX182" fmla="*/ 4944 w 10000"/>
                  <a:gd name="connsiteY182" fmla="*/ 9227 h 10000"/>
                  <a:gd name="connsiteX183" fmla="*/ 4853 w 10000"/>
                  <a:gd name="connsiteY183" fmla="*/ 9211 h 10000"/>
                  <a:gd name="connsiteX184" fmla="*/ 4762 w 10000"/>
                  <a:gd name="connsiteY184" fmla="*/ 9187 h 10000"/>
                  <a:gd name="connsiteX185" fmla="*/ 4681 w 10000"/>
                  <a:gd name="connsiteY185" fmla="*/ 9163 h 10000"/>
                  <a:gd name="connsiteX186" fmla="*/ 4617 w 10000"/>
                  <a:gd name="connsiteY186" fmla="*/ 9134 h 10000"/>
                  <a:gd name="connsiteX187" fmla="*/ 4585 w 10000"/>
                  <a:gd name="connsiteY187" fmla="*/ 9105 h 10000"/>
                  <a:gd name="connsiteX188" fmla="*/ 4574 w 10000"/>
                  <a:gd name="connsiteY188" fmla="*/ 9060 h 10000"/>
                  <a:gd name="connsiteX189" fmla="*/ 4585 w 10000"/>
                  <a:gd name="connsiteY189" fmla="*/ 9005 h 10000"/>
                  <a:gd name="connsiteX190" fmla="*/ 4606 w 10000"/>
                  <a:gd name="connsiteY190" fmla="*/ 8947 h 10000"/>
                  <a:gd name="connsiteX191" fmla="*/ 4638 w 10000"/>
                  <a:gd name="connsiteY191" fmla="*/ 8884 h 10000"/>
                  <a:gd name="connsiteX192" fmla="*/ 4681 w 10000"/>
                  <a:gd name="connsiteY192" fmla="*/ 8820 h 10000"/>
                  <a:gd name="connsiteX193" fmla="*/ 4724 w 10000"/>
                  <a:gd name="connsiteY193" fmla="*/ 8757 h 10000"/>
                  <a:gd name="connsiteX194" fmla="*/ 4756 w 10000"/>
                  <a:gd name="connsiteY194" fmla="*/ 8699 h 10000"/>
                  <a:gd name="connsiteX195" fmla="*/ 4783 w 10000"/>
                  <a:gd name="connsiteY195" fmla="*/ 8646 h 10000"/>
                  <a:gd name="connsiteX196" fmla="*/ 4799 w 10000"/>
                  <a:gd name="connsiteY196" fmla="*/ 8604 h 10000"/>
                  <a:gd name="connsiteX197" fmla="*/ 4676 w 10000"/>
                  <a:gd name="connsiteY197" fmla="*/ 8572 h 10000"/>
                  <a:gd name="connsiteX198" fmla="*/ 4590 w 10000"/>
                  <a:gd name="connsiteY198" fmla="*/ 8538 h 10000"/>
                  <a:gd name="connsiteX199" fmla="*/ 4537 w 10000"/>
                  <a:gd name="connsiteY199" fmla="*/ 8501 h 10000"/>
                  <a:gd name="connsiteX200" fmla="*/ 4499 w 10000"/>
                  <a:gd name="connsiteY200" fmla="*/ 8459 h 10000"/>
                  <a:gd name="connsiteX201" fmla="*/ 4488 w 10000"/>
                  <a:gd name="connsiteY201" fmla="*/ 8414 h 10000"/>
                  <a:gd name="connsiteX202" fmla="*/ 4494 w 10000"/>
                  <a:gd name="connsiteY202" fmla="*/ 8366 h 10000"/>
                  <a:gd name="connsiteX203" fmla="*/ 4510 w 10000"/>
                  <a:gd name="connsiteY203" fmla="*/ 8316 h 10000"/>
                  <a:gd name="connsiteX204" fmla="*/ 4537 w 10000"/>
                  <a:gd name="connsiteY204" fmla="*/ 8263 h 10000"/>
                  <a:gd name="connsiteX205" fmla="*/ 4563 w 10000"/>
                  <a:gd name="connsiteY205" fmla="*/ 8211 h 10000"/>
                  <a:gd name="connsiteX206" fmla="*/ 4585 w 10000"/>
                  <a:gd name="connsiteY206" fmla="*/ 8155 h 10000"/>
                  <a:gd name="connsiteX207" fmla="*/ 4606 w 10000"/>
                  <a:gd name="connsiteY207" fmla="*/ 8097 h 10000"/>
                  <a:gd name="connsiteX208" fmla="*/ 4612 w 10000"/>
                  <a:gd name="connsiteY208" fmla="*/ 8042 h 10000"/>
                  <a:gd name="connsiteX209" fmla="*/ 4606 w 10000"/>
                  <a:gd name="connsiteY209" fmla="*/ 7984 h 10000"/>
                  <a:gd name="connsiteX210" fmla="*/ 4590 w 10000"/>
                  <a:gd name="connsiteY210" fmla="*/ 7920 h 10000"/>
                  <a:gd name="connsiteX211" fmla="*/ 4585 w 10000"/>
                  <a:gd name="connsiteY211" fmla="*/ 7838 h 10000"/>
                  <a:gd name="connsiteX212" fmla="*/ 4585 w 10000"/>
                  <a:gd name="connsiteY212" fmla="*/ 7746 h 10000"/>
                  <a:gd name="connsiteX213" fmla="*/ 4590 w 10000"/>
                  <a:gd name="connsiteY213" fmla="*/ 7646 h 10000"/>
                  <a:gd name="connsiteX214" fmla="*/ 4606 w 10000"/>
                  <a:gd name="connsiteY214" fmla="*/ 7551 h 10000"/>
                  <a:gd name="connsiteX215" fmla="*/ 4628 w 10000"/>
                  <a:gd name="connsiteY215" fmla="*/ 7464 h 10000"/>
                  <a:gd name="connsiteX216" fmla="*/ 4644 w 10000"/>
                  <a:gd name="connsiteY216" fmla="*/ 7324 h 10000"/>
                  <a:gd name="connsiteX217" fmla="*/ 4660 w 10000"/>
                  <a:gd name="connsiteY217" fmla="*/ 7173 h 10000"/>
                  <a:gd name="connsiteX218" fmla="*/ 4660 w 10000"/>
                  <a:gd name="connsiteY218" fmla="*/ 7018 h 10000"/>
                  <a:gd name="connsiteX219" fmla="*/ 4655 w 10000"/>
                  <a:gd name="connsiteY219" fmla="*/ 6854 h 10000"/>
                  <a:gd name="connsiteX220" fmla="*/ 4638 w 10000"/>
                  <a:gd name="connsiteY220" fmla="*/ 6693 h 10000"/>
                  <a:gd name="connsiteX221" fmla="*/ 4633 w 10000"/>
                  <a:gd name="connsiteY221" fmla="*/ 6540 h 10000"/>
                  <a:gd name="connsiteX222" fmla="*/ 4628 w 10000"/>
                  <a:gd name="connsiteY222" fmla="*/ 6395 h 10000"/>
                  <a:gd name="connsiteX223" fmla="*/ 4628 w 10000"/>
                  <a:gd name="connsiteY223" fmla="*/ 6310 h 10000"/>
                  <a:gd name="connsiteX224" fmla="*/ 4633 w 10000"/>
                  <a:gd name="connsiteY224" fmla="*/ 6226 h 10000"/>
                  <a:gd name="connsiteX225" fmla="*/ 4644 w 10000"/>
                  <a:gd name="connsiteY225" fmla="*/ 6139 h 10000"/>
                  <a:gd name="connsiteX226" fmla="*/ 4660 w 10000"/>
                  <a:gd name="connsiteY226" fmla="*/ 6054 h 10000"/>
                  <a:gd name="connsiteX227" fmla="*/ 4676 w 10000"/>
                  <a:gd name="connsiteY227" fmla="*/ 5967 h 10000"/>
                  <a:gd name="connsiteX228" fmla="*/ 4676 w 10000"/>
                  <a:gd name="connsiteY228" fmla="*/ 5891 h 10000"/>
                  <a:gd name="connsiteX229" fmla="*/ 4665 w 10000"/>
                  <a:gd name="connsiteY229" fmla="*/ 5817 h 10000"/>
                  <a:gd name="connsiteX230" fmla="*/ 4638 w 10000"/>
                  <a:gd name="connsiteY230" fmla="*/ 5751 h 10000"/>
                  <a:gd name="connsiteX231" fmla="*/ 4585 w 10000"/>
                  <a:gd name="connsiteY231" fmla="*/ 5693 h 10000"/>
                  <a:gd name="connsiteX232" fmla="*/ 4585 w 10000"/>
                  <a:gd name="connsiteY232" fmla="*/ 5709 h 10000"/>
                  <a:gd name="connsiteX233" fmla="*/ 4547 w 10000"/>
                  <a:gd name="connsiteY233" fmla="*/ 5740 h 10000"/>
                  <a:gd name="connsiteX234" fmla="*/ 4510 w 10000"/>
                  <a:gd name="connsiteY234" fmla="*/ 5785 h 10000"/>
                  <a:gd name="connsiteX235" fmla="*/ 4488 w 10000"/>
                  <a:gd name="connsiteY235" fmla="*/ 5827 h 10000"/>
                  <a:gd name="connsiteX236" fmla="*/ 4478 w 10000"/>
                  <a:gd name="connsiteY236" fmla="*/ 5872 h 10000"/>
                  <a:gd name="connsiteX237" fmla="*/ 4446 w 10000"/>
                  <a:gd name="connsiteY237" fmla="*/ 5885 h 10000"/>
                  <a:gd name="connsiteX238" fmla="*/ 4408 w 10000"/>
                  <a:gd name="connsiteY238" fmla="*/ 5914 h 10000"/>
                  <a:gd name="connsiteX239" fmla="*/ 4371 w 10000"/>
                  <a:gd name="connsiteY239" fmla="*/ 5954 h 10000"/>
                  <a:gd name="connsiteX240" fmla="*/ 4328 w 10000"/>
                  <a:gd name="connsiteY240" fmla="*/ 6002 h 10000"/>
                  <a:gd name="connsiteX241" fmla="*/ 4280 w 10000"/>
                  <a:gd name="connsiteY241" fmla="*/ 6057 h 10000"/>
                  <a:gd name="connsiteX242" fmla="*/ 4237 w 10000"/>
                  <a:gd name="connsiteY242" fmla="*/ 6112 h 10000"/>
                  <a:gd name="connsiteX243" fmla="*/ 4205 w 10000"/>
                  <a:gd name="connsiteY243" fmla="*/ 6165 h 10000"/>
                  <a:gd name="connsiteX244" fmla="*/ 4162 w 10000"/>
                  <a:gd name="connsiteY244" fmla="*/ 6215 h 10000"/>
                  <a:gd name="connsiteX245" fmla="*/ 4044 w 10000"/>
                  <a:gd name="connsiteY245" fmla="*/ 6358 h 10000"/>
                  <a:gd name="connsiteX246" fmla="*/ 3910 w 10000"/>
                  <a:gd name="connsiteY246" fmla="*/ 6500 h 10000"/>
                  <a:gd name="connsiteX247" fmla="*/ 3787 w 10000"/>
                  <a:gd name="connsiteY247" fmla="*/ 6646 h 10000"/>
                  <a:gd name="connsiteX248" fmla="*/ 3680 w 10000"/>
                  <a:gd name="connsiteY248" fmla="*/ 6788 h 10000"/>
                  <a:gd name="connsiteX249" fmla="*/ 3599 w 10000"/>
                  <a:gd name="connsiteY249" fmla="*/ 6925 h 10000"/>
                  <a:gd name="connsiteX250" fmla="*/ 3599 w 10000"/>
                  <a:gd name="connsiteY250" fmla="*/ 6928 h 10000"/>
                  <a:gd name="connsiteX251" fmla="*/ 3599 w 10000"/>
                  <a:gd name="connsiteY251" fmla="*/ 6931 h 10000"/>
                  <a:gd name="connsiteX252" fmla="*/ 3605 w 10000"/>
                  <a:gd name="connsiteY252" fmla="*/ 6936 h 10000"/>
                  <a:gd name="connsiteX253" fmla="*/ 3605 w 10000"/>
                  <a:gd name="connsiteY253" fmla="*/ 6941 h 10000"/>
                  <a:gd name="connsiteX254" fmla="*/ 3621 w 10000"/>
                  <a:gd name="connsiteY254" fmla="*/ 6952 h 10000"/>
                  <a:gd name="connsiteX255" fmla="*/ 3562 w 10000"/>
                  <a:gd name="connsiteY255" fmla="*/ 6941 h 10000"/>
                  <a:gd name="connsiteX256" fmla="*/ 3535 w 10000"/>
                  <a:gd name="connsiteY256" fmla="*/ 6997 h 10000"/>
                  <a:gd name="connsiteX257" fmla="*/ 3492 w 10000"/>
                  <a:gd name="connsiteY257" fmla="*/ 7052 h 10000"/>
                  <a:gd name="connsiteX258" fmla="*/ 3455 w 10000"/>
                  <a:gd name="connsiteY258" fmla="*/ 7102 h 10000"/>
                  <a:gd name="connsiteX259" fmla="*/ 3407 w 10000"/>
                  <a:gd name="connsiteY259" fmla="*/ 7150 h 10000"/>
                  <a:gd name="connsiteX260" fmla="*/ 3369 w 10000"/>
                  <a:gd name="connsiteY260" fmla="*/ 7184 h 10000"/>
                  <a:gd name="connsiteX261" fmla="*/ 3348 w 10000"/>
                  <a:gd name="connsiteY261" fmla="*/ 7226 h 10000"/>
                  <a:gd name="connsiteX262" fmla="*/ 3348 w 10000"/>
                  <a:gd name="connsiteY262" fmla="*/ 7266 h 10000"/>
                  <a:gd name="connsiteX263" fmla="*/ 3348 w 10000"/>
                  <a:gd name="connsiteY263" fmla="*/ 7308 h 10000"/>
                  <a:gd name="connsiteX264" fmla="*/ 3358 w 10000"/>
                  <a:gd name="connsiteY264" fmla="*/ 7345 h 10000"/>
                  <a:gd name="connsiteX265" fmla="*/ 3348 w 10000"/>
                  <a:gd name="connsiteY265" fmla="*/ 7377 h 10000"/>
                  <a:gd name="connsiteX266" fmla="*/ 3294 w 10000"/>
                  <a:gd name="connsiteY266" fmla="*/ 7474 h 10000"/>
                  <a:gd name="connsiteX267" fmla="*/ 3224 w 10000"/>
                  <a:gd name="connsiteY267" fmla="*/ 7575 h 10000"/>
                  <a:gd name="connsiteX268" fmla="*/ 3160 w 10000"/>
                  <a:gd name="connsiteY268" fmla="*/ 7672 h 10000"/>
                  <a:gd name="connsiteX269" fmla="*/ 3107 w 10000"/>
                  <a:gd name="connsiteY269" fmla="*/ 7770 h 10000"/>
                  <a:gd name="connsiteX270" fmla="*/ 3064 w 10000"/>
                  <a:gd name="connsiteY270" fmla="*/ 7868 h 10000"/>
                  <a:gd name="connsiteX271" fmla="*/ 3037 w 10000"/>
                  <a:gd name="connsiteY271" fmla="*/ 7970 h 10000"/>
                  <a:gd name="connsiteX272" fmla="*/ 3037 w 10000"/>
                  <a:gd name="connsiteY272" fmla="*/ 8076 h 10000"/>
                  <a:gd name="connsiteX273" fmla="*/ 3069 w 10000"/>
                  <a:gd name="connsiteY273" fmla="*/ 8187 h 10000"/>
                  <a:gd name="connsiteX274" fmla="*/ 3080 w 10000"/>
                  <a:gd name="connsiteY274" fmla="*/ 8245 h 10000"/>
                  <a:gd name="connsiteX275" fmla="*/ 3064 w 10000"/>
                  <a:gd name="connsiteY275" fmla="*/ 8303 h 10000"/>
                  <a:gd name="connsiteX276" fmla="*/ 3032 w 10000"/>
                  <a:gd name="connsiteY276" fmla="*/ 8356 h 10000"/>
                  <a:gd name="connsiteX277" fmla="*/ 2989 w 10000"/>
                  <a:gd name="connsiteY277" fmla="*/ 8409 h 10000"/>
                  <a:gd name="connsiteX278" fmla="*/ 2962 w 10000"/>
                  <a:gd name="connsiteY278" fmla="*/ 8456 h 10000"/>
                  <a:gd name="connsiteX279" fmla="*/ 2941 w 10000"/>
                  <a:gd name="connsiteY279" fmla="*/ 8496 h 10000"/>
                  <a:gd name="connsiteX280" fmla="*/ 2946 w 10000"/>
                  <a:gd name="connsiteY280" fmla="*/ 8530 h 10000"/>
                  <a:gd name="connsiteX281" fmla="*/ 3198 w 10000"/>
                  <a:gd name="connsiteY281" fmla="*/ 8767 h 10000"/>
                  <a:gd name="connsiteX282" fmla="*/ 3198 w 10000"/>
                  <a:gd name="connsiteY282" fmla="*/ 8836 h 10000"/>
                  <a:gd name="connsiteX283" fmla="*/ 3171 w 10000"/>
                  <a:gd name="connsiteY283" fmla="*/ 8884 h 10000"/>
                  <a:gd name="connsiteX284" fmla="*/ 3133 w 10000"/>
                  <a:gd name="connsiteY284" fmla="*/ 8934 h 10000"/>
                  <a:gd name="connsiteX285" fmla="*/ 3091 w 10000"/>
                  <a:gd name="connsiteY285" fmla="*/ 8989 h 10000"/>
                  <a:gd name="connsiteX286" fmla="*/ 3053 w 10000"/>
                  <a:gd name="connsiteY286" fmla="*/ 9045 h 10000"/>
                  <a:gd name="connsiteX287" fmla="*/ 3016 w 10000"/>
                  <a:gd name="connsiteY287" fmla="*/ 9097 h 10000"/>
                  <a:gd name="connsiteX288" fmla="*/ 2994 w 10000"/>
                  <a:gd name="connsiteY288" fmla="*/ 9145 h 10000"/>
                  <a:gd name="connsiteX289" fmla="*/ 2999 w 10000"/>
                  <a:gd name="connsiteY289" fmla="*/ 9184 h 10000"/>
                  <a:gd name="connsiteX290" fmla="*/ 3042 w 10000"/>
                  <a:gd name="connsiteY290" fmla="*/ 9272 h 10000"/>
                  <a:gd name="connsiteX291" fmla="*/ 3107 w 10000"/>
                  <a:gd name="connsiteY291" fmla="*/ 9364 h 10000"/>
                  <a:gd name="connsiteX292" fmla="*/ 3176 w 10000"/>
                  <a:gd name="connsiteY292" fmla="*/ 9454 h 10000"/>
                  <a:gd name="connsiteX293" fmla="*/ 3240 w 10000"/>
                  <a:gd name="connsiteY293" fmla="*/ 9549 h 10000"/>
                  <a:gd name="connsiteX294" fmla="*/ 3289 w 10000"/>
                  <a:gd name="connsiteY294" fmla="*/ 9644 h 10000"/>
                  <a:gd name="connsiteX295" fmla="*/ 3321 w 10000"/>
                  <a:gd name="connsiteY295" fmla="*/ 9741 h 10000"/>
                  <a:gd name="connsiteX296" fmla="*/ 3326 w 10000"/>
                  <a:gd name="connsiteY296" fmla="*/ 9839 h 10000"/>
                  <a:gd name="connsiteX297" fmla="*/ 3299 w 10000"/>
                  <a:gd name="connsiteY297" fmla="*/ 9939 h 10000"/>
                  <a:gd name="connsiteX298" fmla="*/ 3160 w 10000"/>
                  <a:gd name="connsiteY298" fmla="*/ 9974 h 10000"/>
                  <a:gd name="connsiteX299" fmla="*/ 3016 w 10000"/>
                  <a:gd name="connsiteY299" fmla="*/ 9992 h 10000"/>
                  <a:gd name="connsiteX300" fmla="*/ 2855 w 10000"/>
                  <a:gd name="connsiteY300" fmla="*/ 10000 h 10000"/>
                  <a:gd name="connsiteX301" fmla="*/ 2700 w 10000"/>
                  <a:gd name="connsiteY301" fmla="*/ 9997 h 10000"/>
                  <a:gd name="connsiteX302" fmla="*/ 2539 w 10000"/>
                  <a:gd name="connsiteY302" fmla="*/ 9979 h 10000"/>
                  <a:gd name="connsiteX303" fmla="*/ 2384 w 10000"/>
                  <a:gd name="connsiteY303" fmla="*/ 9955 h 10000"/>
                  <a:gd name="connsiteX304" fmla="*/ 2239 w 10000"/>
                  <a:gd name="connsiteY304" fmla="*/ 9921 h 10000"/>
                  <a:gd name="connsiteX305" fmla="*/ 2105 w 10000"/>
                  <a:gd name="connsiteY305" fmla="*/ 9881 h 10000"/>
                  <a:gd name="connsiteX306" fmla="*/ 1987 w 10000"/>
                  <a:gd name="connsiteY306" fmla="*/ 9834 h 10000"/>
                  <a:gd name="connsiteX307" fmla="*/ 1901 w 10000"/>
                  <a:gd name="connsiteY307" fmla="*/ 9781 h 10000"/>
                  <a:gd name="connsiteX308" fmla="*/ 1837 w 10000"/>
                  <a:gd name="connsiteY308" fmla="*/ 9723 h 10000"/>
                  <a:gd name="connsiteX309" fmla="*/ 1837 w 10000"/>
                  <a:gd name="connsiteY309" fmla="*/ 9514 h 10000"/>
                  <a:gd name="connsiteX310" fmla="*/ 1810 w 10000"/>
                  <a:gd name="connsiteY310" fmla="*/ 9480 h 10000"/>
                  <a:gd name="connsiteX311" fmla="*/ 1773 w 10000"/>
                  <a:gd name="connsiteY311" fmla="*/ 9435 h 10000"/>
                  <a:gd name="connsiteX312" fmla="*/ 1746 w 10000"/>
                  <a:gd name="connsiteY312" fmla="*/ 9382 h 10000"/>
                  <a:gd name="connsiteX313" fmla="*/ 1725 w 10000"/>
                  <a:gd name="connsiteY313" fmla="*/ 9316 h 10000"/>
                  <a:gd name="connsiteX314" fmla="*/ 1725 w 10000"/>
                  <a:gd name="connsiteY314" fmla="*/ 9248 h 10000"/>
                  <a:gd name="connsiteX315" fmla="*/ 1746 w 10000"/>
                  <a:gd name="connsiteY315" fmla="*/ 9177 h 10000"/>
                  <a:gd name="connsiteX316" fmla="*/ 1762 w 10000"/>
                  <a:gd name="connsiteY316" fmla="*/ 9126 h 10000"/>
                  <a:gd name="connsiteX317" fmla="*/ 1762 w 10000"/>
                  <a:gd name="connsiteY317" fmla="*/ 9071 h 10000"/>
                  <a:gd name="connsiteX318" fmla="*/ 1741 w 10000"/>
                  <a:gd name="connsiteY318" fmla="*/ 9013 h 10000"/>
                  <a:gd name="connsiteX319" fmla="*/ 1725 w 10000"/>
                  <a:gd name="connsiteY319" fmla="*/ 8952 h 10000"/>
                  <a:gd name="connsiteX320" fmla="*/ 1714 w 10000"/>
                  <a:gd name="connsiteY320" fmla="*/ 8884 h 10000"/>
                  <a:gd name="connsiteX321" fmla="*/ 1714 w 10000"/>
                  <a:gd name="connsiteY321" fmla="*/ 8810 h 10000"/>
                  <a:gd name="connsiteX322" fmla="*/ 1735 w 10000"/>
                  <a:gd name="connsiteY322" fmla="*/ 8733 h 10000"/>
                  <a:gd name="connsiteX323" fmla="*/ 1762 w 10000"/>
                  <a:gd name="connsiteY323" fmla="*/ 8667 h 10000"/>
                  <a:gd name="connsiteX324" fmla="*/ 1800 w 10000"/>
                  <a:gd name="connsiteY324" fmla="*/ 8606 h 10000"/>
                  <a:gd name="connsiteX325" fmla="*/ 1837 w 10000"/>
                  <a:gd name="connsiteY325" fmla="*/ 8546 h 10000"/>
                  <a:gd name="connsiteX326" fmla="*/ 1869 w 10000"/>
                  <a:gd name="connsiteY326" fmla="*/ 8472 h 10000"/>
                  <a:gd name="connsiteX327" fmla="*/ 1869 w 10000"/>
                  <a:gd name="connsiteY327" fmla="*/ 7820 h 10000"/>
                  <a:gd name="connsiteX328" fmla="*/ 1998 w 10000"/>
                  <a:gd name="connsiteY328" fmla="*/ 7020 h 10000"/>
                  <a:gd name="connsiteX329" fmla="*/ 2260 w 10000"/>
                  <a:gd name="connsiteY329" fmla="*/ 6577 h 10000"/>
                  <a:gd name="connsiteX330" fmla="*/ 2276 w 10000"/>
                  <a:gd name="connsiteY330" fmla="*/ 6221 h 10000"/>
                  <a:gd name="connsiteX331" fmla="*/ 2453 w 10000"/>
                  <a:gd name="connsiteY331" fmla="*/ 5735 h 10000"/>
                  <a:gd name="connsiteX332" fmla="*/ 2501 w 10000"/>
                  <a:gd name="connsiteY332" fmla="*/ 5606 h 10000"/>
                  <a:gd name="connsiteX333" fmla="*/ 2539 w 10000"/>
                  <a:gd name="connsiteY333" fmla="*/ 5484 h 10000"/>
                  <a:gd name="connsiteX334" fmla="*/ 2560 w 10000"/>
                  <a:gd name="connsiteY334" fmla="*/ 5363 h 10000"/>
                  <a:gd name="connsiteX335" fmla="*/ 2592 w 10000"/>
                  <a:gd name="connsiteY335" fmla="*/ 5247 h 10000"/>
                  <a:gd name="connsiteX336" fmla="*/ 2598 w 10000"/>
                  <a:gd name="connsiteY336" fmla="*/ 5202 h 10000"/>
                  <a:gd name="connsiteX337" fmla="*/ 2592 w 10000"/>
                  <a:gd name="connsiteY337" fmla="*/ 5154 h 10000"/>
                  <a:gd name="connsiteX338" fmla="*/ 2587 w 10000"/>
                  <a:gd name="connsiteY338" fmla="*/ 5107 h 10000"/>
                  <a:gd name="connsiteX339" fmla="*/ 2587 w 10000"/>
                  <a:gd name="connsiteY339" fmla="*/ 5059 h 10000"/>
                  <a:gd name="connsiteX340" fmla="*/ 2614 w 10000"/>
                  <a:gd name="connsiteY340" fmla="*/ 5015 h 10000"/>
                  <a:gd name="connsiteX341" fmla="*/ 2592 w 10000"/>
                  <a:gd name="connsiteY341" fmla="*/ 5015 h 10000"/>
                  <a:gd name="connsiteX342" fmla="*/ 2587 w 10000"/>
                  <a:gd name="connsiteY342" fmla="*/ 5015 h 10000"/>
                  <a:gd name="connsiteX343" fmla="*/ 2582 w 10000"/>
                  <a:gd name="connsiteY343" fmla="*/ 5015 h 10000"/>
                  <a:gd name="connsiteX344" fmla="*/ 2582 w 10000"/>
                  <a:gd name="connsiteY344" fmla="*/ 5020 h 10000"/>
                  <a:gd name="connsiteX345" fmla="*/ 2571 w 10000"/>
                  <a:gd name="connsiteY345" fmla="*/ 5020 h 10000"/>
                  <a:gd name="connsiteX346" fmla="*/ 2571 w 10000"/>
                  <a:gd name="connsiteY346" fmla="*/ 5015 h 10000"/>
                  <a:gd name="connsiteX347" fmla="*/ 2566 w 10000"/>
                  <a:gd name="connsiteY347" fmla="*/ 5012 h 10000"/>
                  <a:gd name="connsiteX348" fmla="*/ 2560 w 10000"/>
                  <a:gd name="connsiteY348" fmla="*/ 5004 h 10000"/>
                  <a:gd name="connsiteX349" fmla="*/ 2566 w 10000"/>
                  <a:gd name="connsiteY349" fmla="*/ 4980 h 10000"/>
                  <a:gd name="connsiteX350" fmla="*/ 2544 w 10000"/>
                  <a:gd name="connsiteY350" fmla="*/ 4964 h 10000"/>
                  <a:gd name="connsiteX351" fmla="*/ 2517 w 10000"/>
                  <a:gd name="connsiteY351" fmla="*/ 4946 h 10000"/>
                  <a:gd name="connsiteX352" fmla="*/ 2475 w 10000"/>
                  <a:gd name="connsiteY352" fmla="*/ 4933 h 10000"/>
                  <a:gd name="connsiteX353" fmla="*/ 2442 w 10000"/>
                  <a:gd name="connsiteY353" fmla="*/ 4917 h 10000"/>
                  <a:gd name="connsiteX354" fmla="*/ 2421 w 10000"/>
                  <a:gd name="connsiteY354" fmla="*/ 4904 h 10000"/>
                  <a:gd name="connsiteX355" fmla="*/ 2421 w 10000"/>
                  <a:gd name="connsiteY355" fmla="*/ 4605 h 10000"/>
                  <a:gd name="connsiteX356" fmla="*/ 2432 w 10000"/>
                  <a:gd name="connsiteY356" fmla="*/ 4120 h 10000"/>
                  <a:gd name="connsiteX357" fmla="*/ 2453 w 10000"/>
                  <a:gd name="connsiteY357" fmla="*/ 4014 h 10000"/>
                  <a:gd name="connsiteX358" fmla="*/ 2448 w 10000"/>
                  <a:gd name="connsiteY358" fmla="*/ 3911 h 10000"/>
                  <a:gd name="connsiteX359" fmla="*/ 2432 w 10000"/>
                  <a:gd name="connsiteY359" fmla="*/ 3808 h 10000"/>
                  <a:gd name="connsiteX360" fmla="*/ 2410 w 10000"/>
                  <a:gd name="connsiteY360" fmla="*/ 3703 h 10000"/>
                  <a:gd name="connsiteX361" fmla="*/ 2421 w 10000"/>
                  <a:gd name="connsiteY361" fmla="*/ 3597 h 10000"/>
                  <a:gd name="connsiteX362" fmla="*/ 2432 w 10000"/>
                  <a:gd name="connsiteY362" fmla="*/ 3481 h 10000"/>
                  <a:gd name="connsiteX363" fmla="*/ 2448 w 10000"/>
                  <a:gd name="connsiteY363" fmla="*/ 3362 h 10000"/>
                  <a:gd name="connsiteX364" fmla="*/ 2453 w 10000"/>
                  <a:gd name="connsiteY364" fmla="*/ 3238 h 10000"/>
                  <a:gd name="connsiteX365" fmla="*/ 2448 w 10000"/>
                  <a:gd name="connsiteY365" fmla="*/ 3122 h 10000"/>
                  <a:gd name="connsiteX366" fmla="*/ 2421 w 10000"/>
                  <a:gd name="connsiteY366" fmla="*/ 3017 h 10000"/>
                  <a:gd name="connsiteX367" fmla="*/ 2362 w 10000"/>
                  <a:gd name="connsiteY367" fmla="*/ 2703 h 10000"/>
                  <a:gd name="connsiteX368" fmla="*/ 2351 w 10000"/>
                  <a:gd name="connsiteY368" fmla="*/ 2753 h 10000"/>
                  <a:gd name="connsiteX369" fmla="*/ 2314 w 10000"/>
                  <a:gd name="connsiteY369" fmla="*/ 2790 h 10000"/>
                  <a:gd name="connsiteX370" fmla="*/ 2282 w 10000"/>
                  <a:gd name="connsiteY370" fmla="*/ 2821 h 10000"/>
                  <a:gd name="connsiteX371" fmla="*/ 2255 w 10000"/>
                  <a:gd name="connsiteY371" fmla="*/ 2848 h 10000"/>
                  <a:gd name="connsiteX372" fmla="*/ 2239 w 10000"/>
                  <a:gd name="connsiteY372" fmla="*/ 2877 h 10000"/>
                  <a:gd name="connsiteX373" fmla="*/ 2236 w 10000"/>
                  <a:gd name="connsiteY373" fmla="*/ 2903 h 10000"/>
                  <a:gd name="connsiteX374" fmla="*/ 2217 w 10000"/>
                  <a:gd name="connsiteY374" fmla="*/ 2922 h 10000"/>
                  <a:gd name="connsiteX375" fmla="*/ 2185 w 10000"/>
                  <a:gd name="connsiteY375" fmla="*/ 2956 h 10000"/>
                  <a:gd name="connsiteX376" fmla="*/ 2148 w 10000"/>
                  <a:gd name="connsiteY376" fmla="*/ 2996 h 10000"/>
                  <a:gd name="connsiteX377" fmla="*/ 2126 w 10000"/>
                  <a:gd name="connsiteY377" fmla="*/ 3040 h 10000"/>
                  <a:gd name="connsiteX378" fmla="*/ 2105 w 10000"/>
                  <a:gd name="connsiteY378" fmla="*/ 3088 h 10000"/>
                  <a:gd name="connsiteX379" fmla="*/ 2094 w 10000"/>
                  <a:gd name="connsiteY379" fmla="*/ 3125 h 10000"/>
                  <a:gd name="connsiteX380" fmla="*/ 2089 w 10000"/>
                  <a:gd name="connsiteY380" fmla="*/ 3154 h 10000"/>
                  <a:gd name="connsiteX381" fmla="*/ 2078 w 10000"/>
                  <a:gd name="connsiteY381" fmla="*/ 3164 h 10000"/>
                  <a:gd name="connsiteX382" fmla="*/ 1971 w 10000"/>
                  <a:gd name="connsiteY382" fmla="*/ 3215 h 10000"/>
                  <a:gd name="connsiteX383" fmla="*/ 1869 w 10000"/>
                  <a:gd name="connsiteY383" fmla="*/ 3257 h 10000"/>
                  <a:gd name="connsiteX384" fmla="*/ 1773 w 10000"/>
                  <a:gd name="connsiteY384" fmla="*/ 3296 h 10000"/>
                  <a:gd name="connsiteX385" fmla="*/ 1676 w 10000"/>
                  <a:gd name="connsiteY385" fmla="*/ 3331 h 10000"/>
                  <a:gd name="connsiteX386" fmla="*/ 1559 w 10000"/>
                  <a:gd name="connsiteY386" fmla="*/ 3362 h 10000"/>
                  <a:gd name="connsiteX387" fmla="*/ 1414 w 10000"/>
                  <a:gd name="connsiteY387" fmla="*/ 3389 h 10000"/>
                  <a:gd name="connsiteX388" fmla="*/ 1296 w 10000"/>
                  <a:gd name="connsiteY388" fmla="*/ 3399 h 10000"/>
                  <a:gd name="connsiteX389" fmla="*/ 1194 w 10000"/>
                  <a:gd name="connsiteY389" fmla="*/ 3391 h 10000"/>
                  <a:gd name="connsiteX390" fmla="*/ 1093 w 10000"/>
                  <a:gd name="connsiteY390" fmla="*/ 3376 h 10000"/>
                  <a:gd name="connsiteX391" fmla="*/ 1007 w 10000"/>
                  <a:gd name="connsiteY391" fmla="*/ 3344 h 10000"/>
                  <a:gd name="connsiteX392" fmla="*/ 921 w 10000"/>
                  <a:gd name="connsiteY392" fmla="*/ 3310 h 10000"/>
                  <a:gd name="connsiteX393" fmla="*/ 846 w 10000"/>
                  <a:gd name="connsiteY393" fmla="*/ 3270 h 10000"/>
                  <a:gd name="connsiteX394" fmla="*/ 777 w 10000"/>
                  <a:gd name="connsiteY394" fmla="*/ 3225 h 10000"/>
                  <a:gd name="connsiteX395" fmla="*/ 718 w 10000"/>
                  <a:gd name="connsiteY395" fmla="*/ 3183 h 10000"/>
                  <a:gd name="connsiteX396" fmla="*/ 664 w 10000"/>
                  <a:gd name="connsiteY396" fmla="*/ 3146 h 10000"/>
                  <a:gd name="connsiteX397" fmla="*/ 621 w 10000"/>
                  <a:gd name="connsiteY397" fmla="*/ 3114 h 10000"/>
                  <a:gd name="connsiteX398" fmla="*/ 584 w 10000"/>
                  <a:gd name="connsiteY398" fmla="*/ 3096 h 10000"/>
                  <a:gd name="connsiteX399" fmla="*/ 477 w 10000"/>
                  <a:gd name="connsiteY399" fmla="*/ 3032 h 10000"/>
                  <a:gd name="connsiteX400" fmla="*/ 386 w 10000"/>
                  <a:gd name="connsiteY400" fmla="*/ 2959 h 10000"/>
                  <a:gd name="connsiteX401" fmla="*/ 311 w 10000"/>
                  <a:gd name="connsiteY401" fmla="*/ 2869 h 10000"/>
                  <a:gd name="connsiteX402" fmla="*/ 257 w 10000"/>
                  <a:gd name="connsiteY402" fmla="*/ 2774 h 10000"/>
                  <a:gd name="connsiteX403" fmla="*/ 214 w 10000"/>
                  <a:gd name="connsiteY403" fmla="*/ 2668 h 10000"/>
                  <a:gd name="connsiteX404" fmla="*/ 198 w 10000"/>
                  <a:gd name="connsiteY404" fmla="*/ 2557 h 10000"/>
                  <a:gd name="connsiteX405" fmla="*/ 198 w 10000"/>
                  <a:gd name="connsiteY405" fmla="*/ 2449 h 10000"/>
                  <a:gd name="connsiteX406" fmla="*/ 225 w 10000"/>
                  <a:gd name="connsiteY406" fmla="*/ 2341 h 10000"/>
                  <a:gd name="connsiteX407" fmla="*/ 241 w 10000"/>
                  <a:gd name="connsiteY407" fmla="*/ 2291 h 10000"/>
                  <a:gd name="connsiteX408" fmla="*/ 236 w 10000"/>
                  <a:gd name="connsiteY408" fmla="*/ 2243 h 10000"/>
                  <a:gd name="connsiteX409" fmla="*/ 236 w 10000"/>
                  <a:gd name="connsiteY409" fmla="*/ 2196 h 10000"/>
                  <a:gd name="connsiteX410" fmla="*/ 236 w 10000"/>
                  <a:gd name="connsiteY410" fmla="*/ 2151 h 10000"/>
                  <a:gd name="connsiteX411" fmla="*/ 246 w 10000"/>
                  <a:gd name="connsiteY411" fmla="*/ 2114 h 10000"/>
                  <a:gd name="connsiteX412" fmla="*/ 193 w 10000"/>
                  <a:gd name="connsiteY412" fmla="*/ 2032 h 10000"/>
                  <a:gd name="connsiteX413" fmla="*/ 129 w 10000"/>
                  <a:gd name="connsiteY413" fmla="*/ 1942 h 10000"/>
                  <a:gd name="connsiteX414" fmla="*/ 75 w 10000"/>
                  <a:gd name="connsiteY414" fmla="*/ 1850 h 10000"/>
                  <a:gd name="connsiteX415" fmla="*/ 27 w 10000"/>
                  <a:gd name="connsiteY415" fmla="*/ 1760 h 10000"/>
                  <a:gd name="connsiteX416" fmla="*/ 0 w 10000"/>
                  <a:gd name="connsiteY416" fmla="*/ 1671 h 10000"/>
                  <a:gd name="connsiteX417" fmla="*/ 107 w 10000"/>
                  <a:gd name="connsiteY417" fmla="*/ 1618 h 10000"/>
                  <a:gd name="connsiteX418" fmla="*/ 257 w 10000"/>
                  <a:gd name="connsiteY418" fmla="*/ 1576 h 10000"/>
                  <a:gd name="connsiteX419" fmla="*/ 412 w 10000"/>
                  <a:gd name="connsiteY419" fmla="*/ 1541 h 10000"/>
                  <a:gd name="connsiteX420" fmla="*/ 595 w 10000"/>
                  <a:gd name="connsiteY420" fmla="*/ 1518 h 10000"/>
                  <a:gd name="connsiteX421" fmla="*/ 777 w 10000"/>
                  <a:gd name="connsiteY421" fmla="*/ 1507 h 10000"/>
                  <a:gd name="connsiteX422" fmla="*/ 825 w 10000"/>
                  <a:gd name="connsiteY422" fmla="*/ 1523 h 10000"/>
                  <a:gd name="connsiteX423" fmla="*/ 878 w 10000"/>
                  <a:gd name="connsiteY423" fmla="*/ 1533 h 10000"/>
                  <a:gd name="connsiteX424" fmla="*/ 937 w 10000"/>
                  <a:gd name="connsiteY424" fmla="*/ 1541 h 10000"/>
                  <a:gd name="connsiteX425" fmla="*/ 991 w 10000"/>
                  <a:gd name="connsiteY425" fmla="*/ 1554 h 10000"/>
                  <a:gd name="connsiteX426" fmla="*/ 1039 w 10000"/>
                  <a:gd name="connsiteY426" fmla="*/ 1576 h 10000"/>
                  <a:gd name="connsiteX427" fmla="*/ 1093 w 10000"/>
                  <a:gd name="connsiteY427" fmla="*/ 1615 h 10000"/>
                  <a:gd name="connsiteX428" fmla="*/ 1130 w 10000"/>
                  <a:gd name="connsiteY428" fmla="*/ 1660 h 10000"/>
                  <a:gd name="connsiteX429" fmla="*/ 1087 w 10000"/>
                  <a:gd name="connsiteY429" fmla="*/ 1694 h 10000"/>
                  <a:gd name="connsiteX430" fmla="*/ 1071 w 10000"/>
                  <a:gd name="connsiteY430" fmla="*/ 1729 h 10000"/>
                  <a:gd name="connsiteX431" fmla="*/ 1087 w 10000"/>
                  <a:gd name="connsiteY431" fmla="*/ 1763 h 10000"/>
                  <a:gd name="connsiteX432" fmla="*/ 1103 w 10000"/>
                  <a:gd name="connsiteY432" fmla="*/ 1797 h 10000"/>
                  <a:gd name="connsiteX433" fmla="*/ 1114 w 10000"/>
                  <a:gd name="connsiteY433" fmla="*/ 1834 h 10000"/>
                  <a:gd name="connsiteX434" fmla="*/ 1109 w 10000"/>
                  <a:gd name="connsiteY434" fmla="*/ 1871 h 10000"/>
                  <a:gd name="connsiteX435" fmla="*/ 1071 w 10000"/>
                  <a:gd name="connsiteY435" fmla="*/ 1913 h 10000"/>
                  <a:gd name="connsiteX436" fmla="*/ 900 w 10000"/>
                  <a:gd name="connsiteY436" fmla="*/ 1948 h 10000"/>
                  <a:gd name="connsiteX437" fmla="*/ 900 w 10000"/>
                  <a:gd name="connsiteY437" fmla="*/ 1985 h 10000"/>
                  <a:gd name="connsiteX438" fmla="*/ 905 w 10000"/>
                  <a:gd name="connsiteY438" fmla="*/ 2022 h 10000"/>
                  <a:gd name="connsiteX439" fmla="*/ 916 w 10000"/>
                  <a:gd name="connsiteY439" fmla="*/ 2064 h 10000"/>
                  <a:gd name="connsiteX440" fmla="*/ 916 w 10000"/>
                  <a:gd name="connsiteY440" fmla="*/ 2103 h 10000"/>
                  <a:gd name="connsiteX441" fmla="*/ 905 w 10000"/>
                  <a:gd name="connsiteY441" fmla="*/ 2143 h 10000"/>
                  <a:gd name="connsiteX442" fmla="*/ 889 w 10000"/>
                  <a:gd name="connsiteY442" fmla="*/ 2175 h 10000"/>
                  <a:gd name="connsiteX443" fmla="*/ 846 w 10000"/>
                  <a:gd name="connsiteY443" fmla="*/ 2201 h 10000"/>
                  <a:gd name="connsiteX444" fmla="*/ 889 w 10000"/>
                  <a:gd name="connsiteY444" fmla="*/ 2241 h 10000"/>
                  <a:gd name="connsiteX445" fmla="*/ 937 w 10000"/>
                  <a:gd name="connsiteY445" fmla="*/ 2278 h 10000"/>
                  <a:gd name="connsiteX446" fmla="*/ 991 w 10000"/>
                  <a:gd name="connsiteY446" fmla="*/ 2312 h 10000"/>
                  <a:gd name="connsiteX447" fmla="*/ 1044 w 10000"/>
                  <a:gd name="connsiteY447" fmla="*/ 2336 h 10000"/>
                  <a:gd name="connsiteX448" fmla="*/ 1093 w 10000"/>
                  <a:gd name="connsiteY448" fmla="*/ 2346 h 10000"/>
                  <a:gd name="connsiteX449" fmla="*/ 1130 w 10000"/>
                  <a:gd name="connsiteY449" fmla="*/ 2320 h 10000"/>
                  <a:gd name="connsiteX450" fmla="*/ 1157 w 10000"/>
                  <a:gd name="connsiteY450" fmla="*/ 2275 h 10000"/>
                  <a:gd name="connsiteX451" fmla="*/ 1194 w 10000"/>
                  <a:gd name="connsiteY451" fmla="*/ 2220 h 10000"/>
                  <a:gd name="connsiteX452" fmla="*/ 1227 w 10000"/>
                  <a:gd name="connsiteY452" fmla="*/ 2156 h 10000"/>
                  <a:gd name="connsiteX453" fmla="*/ 1248 w 10000"/>
                  <a:gd name="connsiteY453" fmla="*/ 2088 h 10000"/>
                  <a:gd name="connsiteX454" fmla="*/ 1275 w 10000"/>
                  <a:gd name="connsiteY454" fmla="*/ 2022 h 10000"/>
                  <a:gd name="connsiteX455" fmla="*/ 1291 w 10000"/>
                  <a:gd name="connsiteY455" fmla="*/ 1961 h 10000"/>
                  <a:gd name="connsiteX456" fmla="*/ 1296 w 10000"/>
                  <a:gd name="connsiteY456" fmla="*/ 1913 h 10000"/>
                  <a:gd name="connsiteX457" fmla="*/ 1291 w 10000"/>
                  <a:gd name="connsiteY457" fmla="*/ 1879 h 10000"/>
                  <a:gd name="connsiteX458" fmla="*/ 1318 w 10000"/>
                  <a:gd name="connsiteY458" fmla="*/ 1876 h 10000"/>
                  <a:gd name="connsiteX459" fmla="*/ 1328 w 10000"/>
                  <a:gd name="connsiteY459" fmla="*/ 1871 h 10000"/>
                  <a:gd name="connsiteX460" fmla="*/ 1344 w 10000"/>
                  <a:gd name="connsiteY460" fmla="*/ 1866 h 10000"/>
                  <a:gd name="connsiteX461" fmla="*/ 1350 w 10000"/>
                  <a:gd name="connsiteY461" fmla="*/ 1861 h 10000"/>
                  <a:gd name="connsiteX462" fmla="*/ 1360 w 10000"/>
                  <a:gd name="connsiteY462" fmla="*/ 1855 h 10000"/>
                  <a:gd name="connsiteX463" fmla="*/ 1366 w 10000"/>
                  <a:gd name="connsiteY463" fmla="*/ 1847 h 10000"/>
                  <a:gd name="connsiteX464" fmla="*/ 1377 w 10000"/>
                  <a:gd name="connsiteY464" fmla="*/ 1834 h 10000"/>
                  <a:gd name="connsiteX465" fmla="*/ 1366 w 10000"/>
                  <a:gd name="connsiteY465" fmla="*/ 1800 h 10000"/>
                  <a:gd name="connsiteX466" fmla="*/ 1377 w 10000"/>
                  <a:gd name="connsiteY466" fmla="*/ 1752 h 10000"/>
                  <a:gd name="connsiteX467" fmla="*/ 1398 w 10000"/>
                  <a:gd name="connsiteY467" fmla="*/ 1702 h 10000"/>
                  <a:gd name="connsiteX468" fmla="*/ 1430 w 10000"/>
                  <a:gd name="connsiteY468" fmla="*/ 1652 h 10000"/>
                  <a:gd name="connsiteX469" fmla="*/ 1462 w 10000"/>
                  <a:gd name="connsiteY469" fmla="*/ 1613 h 10000"/>
                  <a:gd name="connsiteX470" fmla="*/ 1505 w 10000"/>
                  <a:gd name="connsiteY470" fmla="*/ 1581 h 10000"/>
                  <a:gd name="connsiteX471" fmla="*/ 1575 w 10000"/>
                  <a:gd name="connsiteY471" fmla="*/ 1554 h 10000"/>
                  <a:gd name="connsiteX472" fmla="*/ 1666 w 10000"/>
                  <a:gd name="connsiteY472" fmla="*/ 1536 h 10000"/>
                  <a:gd name="connsiteX473" fmla="*/ 1762 w 10000"/>
                  <a:gd name="connsiteY473" fmla="*/ 1528 h 10000"/>
                  <a:gd name="connsiteX474" fmla="*/ 1864 w 10000"/>
                  <a:gd name="connsiteY474" fmla="*/ 1518 h 10000"/>
                  <a:gd name="connsiteX475" fmla="*/ 1971 w 10000"/>
                  <a:gd name="connsiteY475" fmla="*/ 1507 h 10000"/>
                  <a:gd name="connsiteX476" fmla="*/ 2067 w 10000"/>
                  <a:gd name="connsiteY476" fmla="*/ 1486 h 10000"/>
                  <a:gd name="connsiteX477" fmla="*/ 2266 w 10000"/>
                  <a:gd name="connsiteY477" fmla="*/ 1438 h 10000"/>
                  <a:gd name="connsiteX478" fmla="*/ 2480 w 10000"/>
                  <a:gd name="connsiteY478" fmla="*/ 1386 h 10000"/>
                  <a:gd name="connsiteX479" fmla="*/ 2700 w 10000"/>
                  <a:gd name="connsiteY479" fmla="*/ 1333 h 10000"/>
                  <a:gd name="connsiteX480" fmla="*/ 2892 w 10000"/>
                  <a:gd name="connsiteY480" fmla="*/ 1277 h 10000"/>
                  <a:gd name="connsiteX481" fmla="*/ 2855 w 10000"/>
                  <a:gd name="connsiteY481" fmla="*/ 1262 h 10000"/>
                  <a:gd name="connsiteX482" fmla="*/ 2935 w 10000"/>
                  <a:gd name="connsiteY482" fmla="*/ 1246 h 10000"/>
                  <a:gd name="connsiteX483" fmla="*/ 2994 w 10000"/>
                  <a:gd name="connsiteY483" fmla="*/ 1222 h 10000"/>
                  <a:gd name="connsiteX484" fmla="*/ 3053 w 10000"/>
                  <a:gd name="connsiteY484" fmla="*/ 1193 h 10000"/>
                  <a:gd name="connsiteX485" fmla="*/ 3101 w 10000"/>
                  <a:gd name="connsiteY485" fmla="*/ 1161 h 10000"/>
                  <a:gd name="connsiteX486" fmla="*/ 3155 w 10000"/>
                  <a:gd name="connsiteY486" fmla="*/ 1130 h 10000"/>
                  <a:gd name="connsiteX487" fmla="*/ 3208 w 10000"/>
                  <a:gd name="connsiteY487" fmla="*/ 1106 h 10000"/>
                  <a:gd name="connsiteX488" fmla="*/ 3240 w 10000"/>
                  <a:gd name="connsiteY488" fmla="*/ 1164 h 10000"/>
                  <a:gd name="connsiteX489" fmla="*/ 3294 w 10000"/>
                  <a:gd name="connsiteY489" fmla="*/ 1219 h 10000"/>
                  <a:gd name="connsiteX490" fmla="*/ 3364 w 10000"/>
                  <a:gd name="connsiteY490" fmla="*/ 1269 h 10000"/>
                  <a:gd name="connsiteX491" fmla="*/ 3433 w 10000"/>
                  <a:gd name="connsiteY491" fmla="*/ 1320 h 10000"/>
                  <a:gd name="connsiteX492" fmla="*/ 3492 w 10000"/>
                  <a:gd name="connsiteY492" fmla="*/ 1367 h 10000"/>
                  <a:gd name="connsiteX493" fmla="*/ 3610 w 10000"/>
                  <a:gd name="connsiteY493" fmla="*/ 1478 h 10000"/>
                  <a:gd name="connsiteX494" fmla="*/ 3717 w 10000"/>
                  <a:gd name="connsiteY494" fmla="*/ 1599 h 10000"/>
                  <a:gd name="connsiteX495" fmla="*/ 3814 w 10000"/>
                  <a:gd name="connsiteY495" fmla="*/ 1721 h 10000"/>
                  <a:gd name="connsiteX496" fmla="*/ 3937 w 10000"/>
                  <a:gd name="connsiteY496" fmla="*/ 1919 h 10000"/>
                  <a:gd name="connsiteX497" fmla="*/ 4049 w 10000"/>
                  <a:gd name="connsiteY497" fmla="*/ 2125 h 10000"/>
                  <a:gd name="connsiteX498" fmla="*/ 4140 w 10000"/>
                  <a:gd name="connsiteY498" fmla="*/ 2330 h 10000"/>
                  <a:gd name="connsiteX499" fmla="*/ 4221 w 10000"/>
                  <a:gd name="connsiteY499" fmla="*/ 2542 h 10000"/>
                  <a:gd name="connsiteX500" fmla="*/ 4312 w 10000"/>
                  <a:gd name="connsiteY500" fmla="*/ 2761 h 10000"/>
                  <a:gd name="connsiteX501" fmla="*/ 4408 w 10000"/>
                  <a:gd name="connsiteY501" fmla="*/ 2982 h 10000"/>
                  <a:gd name="connsiteX502" fmla="*/ 4472 w 10000"/>
                  <a:gd name="connsiteY502" fmla="*/ 3114 h 10000"/>
                  <a:gd name="connsiteX503" fmla="*/ 4537 w 10000"/>
                  <a:gd name="connsiteY503" fmla="*/ 3249 h 10000"/>
                  <a:gd name="connsiteX504" fmla="*/ 4585 w 10000"/>
                  <a:gd name="connsiteY504" fmla="*/ 3386 h 10000"/>
                  <a:gd name="connsiteX505" fmla="*/ 4628 w 10000"/>
                  <a:gd name="connsiteY505" fmla="*/ 3526 h 10000"/>
                  <a:gd name="connsiteX506" fmla="*/ 4660 w 10000"/>
                  <a:gd name="connsiteY506" fmla="*/ 3676 h 10000"/>
                  <a:gd name="connsiteX507" fmla="*/ 4676 w 10000"/>
                  <a:gd name="connsiteY507" fmla="*/ 3832 h 10000"/>
                  <a:gd name="connsiteX508" fmla="*/ 5083 w 10000"/>
                  <a:gd name="connsiteY508" fmla="*/ 3861 h 10000"/>
                  <a:gd name="connsiteX509" fmla="*/ 5153 w 10000"/>
                  <a:gd name="connsiteY509" fmla="*/ 3851 h 10000"/>
                  <a:gd name="connsiteX510" fmla="*/ 5233 w 10000"/>
                  <a:gd name="connsiteY510" fmla="*/ 3837 h 10000"/>
                  <a:gd name="connsiteX511" fmla="*/ 5319 w 10000"/>
                  <a:gd name="connsiteY511" fmla="*/ 3830 h 10000"/>
                  <a:gd name="connsiteX512" fmla="*/ 5404 w 10000"/>
                  <a:gd name="connsiteY512" fmla="*/ 3827 h 10000"/>
                  <a:gd name="connsiteX513" fmla="*/ 5479 w 10000"/>
                  <a:gd name="connsiteY513" fmla="*/ 3837 h 10000"/>
                  <a:gd name="connsiteX514" fmla="*/ 5554 w 10000"/>
                  <a:gd name="connsiteY514" fmla="*/ 3861 h 10000"/>
                  <a:gd name="connsiteX515" fmla="*/ 5624 w 10000"/>
                  <a:gd name="connsiteY515" fmla="*/ 3840 h 10000"/>
                  <a:gd name="connsiteX516" fmla="*/ 5710 w 10000"/>
                  <a:gd name="connsiteY516" fmla="*/ 3830 h 10000"/>
                  <a:gd name="connsiteX517" fmla="*/ 5790 w 10000"/>
                  <a:gd name="connsiteY517" fmla="*/ 3827 h 10000"/>
                  <a:gd name="connsiteX518" fmla="*/ 5881 w 10000"/>
                  <a:gd name="connsiteY518" fmla="*/ 3819 h 10000"/>
                  <a:gd name="connsiteX519" fmla="*/ 5961 w 10000"/>
                  <a:gd name="connsiteY519" fmla="*/ 3806 h 10000"/>
                  <a:gd name="connsiteX520" fmla="*/ 6149 w 10000"/>
                  <a:gd name="connsiteY520" fmla="*/ 3758 h 10000"/>
                  <a:gd name="connsiteX521" fmla="*/ 6347 w 10000"/>
                  <a:gd name="connsiteY521" fmla="*/ 3703 h 10000"/>
                  <a:gd name="connsiteX522" fmla="*/ 6545 w 10000"/>
                  <a:gd name="connsiteY522" fmla="*/ 3653 h 10000"/>
                  <a:gd name="connsiteX523" fmla="*/ 6535 w 10000"/>
                  <a:gd name="connsiteY523" fmla="*/ 3560 h 10000"/>
                  <a:gd name="connsiteX524" fmla="*/ 6497 w 10000"/>
                  <a:gd name="connsiteY524" fmla="*/ 3471 h 10000"/>
                  <a:gd name="connsiteX525" fmla="*/ 6438 w 10000"/>
                  <a:gd name="connsiteY525" fmla="*/ 3378 h 10000"/>
                  <a:gd name="connsiteX526" fmla="*/ 6358 w 10000"/>
                  <a:gd name="connsiteY526" fmla="*/ 3288 h 10000"/>
                  <a:gd name="connsiteX527" fmla="*/ 6277 w 10000"/>
                  <a:gd name="connsiteY527" fmla="*/ 3204 h 10000"/>
                  <a:gd name="connsiteX528" fmla="*/ 6192 w 10000"/>
                  <a:gd name="connsiteY528" fmla="*/ 3120 h 10000"/>
                  <a:gd name="connsiteX529" fmla="*/ 6122 w 10000"/>
                  <a:gd name="connsiteY529" fmla="*/ 3043 h 10000"/>
                  <a:gd name="connsiteX530" fmla="*/ 5908 w 10000"/>
                  <a:gd name="connsiteY530" fmla="*/ 2784 h 10000"/>
                  <a:gd name="connsiteX531" fmla="*/ 5710 w 10000"/>
                  <a:gd name="connsiteY531" fmla="*/ 2531 h 10000"/>
                  <a:gd name="connsiteX532" fmla="*/ 5522 w 10000"/>
                  <a:gd name="connsiteY532" fmla="*/ 2267 h 10000"/>
                  <a:gd name="connsiteX533" fmla="*/ 5201 w 10000"/>
                  <a:gd name="connsiteY533" fmla="*/ 1705 h 10000"/>
                  <a:gd name="connsiteX534" fmla="*/ 5104 w 10000"/>
                  <a:gd name="connsiteY534" fmla="*/ 1602 h 10000"/>
                  <a:gd name="connsiteX535" fmla="*/ 4992 w 10000"/>
                  <a:gd name="connsiteY535" fmla="*/ 1496 h 10000"/>
                  <a:gd name="connsiteX536" fmla="*/ 4879 w 10000"/>
                  <a:gd name="connsiteY536" fmla="*/ 1394 h 10000"/>
                  <a:gd name="connsiteX537" fmla="*/ 4778 w 10000"/>
                  <a:gd name="connsiteY537" fmla="*/ 1298 h 10000"/>
                  <a:gd name="connsiteX538" fmla="*/ 4692 w 10000"/>
                  <a:gd name="connsiteY538" fmla="*/ 1148 h 10000"/>
                  <a:gd name="connsiteX539" fmla="*/ 4746 w 10000"/>
                  <a:gd name="connsiteY539" fmla="*/ 1130 h 10000"/>
                  <a:gd name="connsiteX540" fmla="*/ 4783 w 10000"/>
                  <a:gd name="connsiteY540" fmla="*/ 1153 h 10000"/>
                  <a:gd name="connsiteX541" fmla="*/ 4847 w 10000"/>
                  <a:gd name="connsiteY541" fmla="*/ 1174 h 10000"/>
                  <a:gd name="connsiteX542" fmla="*/ 4901 w 10000"/>
                  <a:gd name="connsiteY542" fmla="*/ 1193 h 10000"/>
                  <a:gd name="connsiteX543" fmla="*/ 4960 w 10000"/>
                  <a:gd name="connsiteY543" fmla="*/ 1209 h 10000"/>
                  <a:gd name="connsiteX544" fmla="*/ 4938 w 10000"/>
                  <a:gd name="connsiteY544" fmla="*/ 1235 h 10000"/>
                  <a:gd name="connsiteX545" fmla="*/ 5099 w 10000"/>
                  <a:gd name="connsiteY545" fmla="*/ 1288 h 10000"/>
                  <a:gd name="connsiteX546" fmla="*/ 5206 w 10000"/>
                  <a:gd name="connsiteY546" fmla="*/ 1288 h 10000"/>
                  <a:gd name="connsiteX547" fmla="*/ 5345 w 10000"/>
                  <a:gd name="connsiteY547" fmla="*/ 1285 h 10000"/>
                  <a:gd name="connsiteX548" fmla="*/ 5506 w 10000"/>
                  <a:gd name="connsiteY548" fmla="*/ 1280 h 10000"/>
                  <a:gd name="connsiteX549" fmla="*/ 5672 w 10000"/>
                  <a:gd name="connsiteY549" fmla="*/ 1280 h 10000"/>
                  <a:gd name="connsiteX550" fmla="*/ 5838 w 10000"/>
                  <a:gd name="connsiteY550" fmla="*/ 1280 h 10000"/>
                  <a:gd name="connsiteX551" fmla="*/ 5994 w 10000"/>
                  <a:gd name="connsiteY551" fmla="*/ 1280 h 10000"/>
                  <a:gd name="connsiteX552" fmla="*/ 6133 w 10000"/>
                  <a:gd name="connsiteY552" fmla="*/ 1288 h 10000"/>
                  <a:gd name="connsiteX553" fmla="*/ 6240 w 10000"/>
                  <a:gd name="connsiteY553" fmla="*/ 1293 h 10000"/>
                  <a:gd name="connsiteX554" fmla="*/ 6315 w 10000"/>
                  <a:gd name="connsiteY554" fmla="*/ 1304 h 10000"/>
                  <a:gd name="connsiteX555" fmla="*/ 6395 w 10000"/>
                  <a:gd name="connsiteY555" fmla="*/ 1328 h 10000"/>
                  <a:gd name="connsiteX556" fmla="*/ 6443 w 10000"/>
                  <a:gd name="connsiteY556" fmla="*/ 1357 h 10000"/>
                  <a:gd name="connsiteX557" fmla="*/ 6470 w 10000"/>
                  <a:gd name="connsiteY557" fmla="*/ 1380 h 10000"/>
                  <a:gd name="connsiteX558" fmla="*/ 6492 w 10000"/>
                  <a:gd name="connsiteY558" fmla="*/ 1409 h 10000"/>
                  <a:gd name="connsiteX559" fmla="*/ 6518 w 10000"/>
                  <a:gd name="connsiteY559" fmla="*/ 1441 h 10000"/>
                  <a:gd name="connsiteX560" fmla="*/ 6561 w 10000"/>
                  <a:gd name="connsiteY560" fmla="*/ 1478 h 10000"/>
                  <a:gd name="connsiteX561" fmla="*/ 6593 w 10000"/>
                  <a:gd name="connsiteY561" fmla="*/ 1494 h 10000"/>
                  <a:gd name="connsiteX562" fmla="*/ 6636 w 10000"/>
                  <a:gd name="connsiteY562" fmla="*/ 1499 h 10000"/>
                  <a:gd name="connsiteX563" fmla="*/ 6685 w 10000"/>
                  <a:gd name="connsiteY563" fmla="*/ 1502 h 10000"/>
                  <a:gd name="connsiteX564" fmla="*/ 6738 w 10000"/>
                  <a:gd name="connsiteY564" fmla="*/ 1507 h 10000"/>
                  <a:gd name="connsiteX565" fmla="*/ 6792 w 10000"/>
                  <a:gd name="connsiteY565" fmla="*/ 1512 h 10000"/>
                  <a:gd name="connsiteX566" fmla="*/ 6845 w 10000"/>
                  <a:gd name="connsiteY566" fmla="*/ 1565 h 10000"/>
                  <a:gd name="connsiteX567" fmla="*/ 6877 w 10000"/>
                  <a:gd name="connsiteY567" fmla="*/ 1570 h 10000"/>
                  <a:gd name="connsiteX568" fmla="*/ 6947 w 10000"/>
                  <a:gd name="connsiteY568" fmla="*/ 1570 h 10000"/>
                  <a:gd name="connsiteX569" fmla="*/ 7038 w 10000"/>
                  <a:gd name="connsiteY569" fmla="*/ 1576 h 10000"/>
                  <a:gd name="connsiteX570" fmla="*/ 7134 w 10000"/>
                  <a:gd name="connsiteY570" fmla="*/ 1576 h 10000"/>
                  <a:gd name="connsiteX571" fmla="*/ 7225 w 10000"/>
                  <a:gd name="connsiteY571" fmla="*/ 1578 h 10000"/>
                  <a:gd name="connsiteX572" fmla="*/ 7300 w 10000"/>
                  <a:gd name="connsiteY572" fmla="*/ 1581 h 10000"/>
                  <a:gd name="connsiteX573" fmla="*/ 7392 w 10000"/>
                  <a:gd name="connsiteY573" fmla="*/ 1594 h 10000"/>
                  <a:gd name="connsiteX574" fmla="*/ 7504 w 10000"/>
                  <a:gd name="connsiteY574" fmla="*/ 1610 h 10000"/>
                  <a:gd name="connsiteX575" fmla="*/ 7616 w 10000"/>
                  <a:gd name="connsiteY575" fmla="*/ 1623 h 10000"/>
                  <a:gd name="connsiteX576" fmla="*/ 7724 w 10000"/>
                  <a:gd name="connsiteY576" fmla="*/ 1636 h 10000"/>
                  <a:gd name="connsiteX577" fmla="*/ 7815 w 10000"/>
                  <a:gd name="connsiteY577" fmla="*/ 1644 h 10000"/>
                  <a:gd name="connsiteX578" fmla="*/ 7922 w 10000"/>
                  <a:gd name="connsiteY578" fmla="*/ 1647 h 10000"/>
                  <a:gd name="connsiteX579" fmla="*/ 8040 w 10000"/>
                  <a:gd name="connsiteY579" fmla="*/ 1647 h 10000"/>
                  <a:gd name="connsiteX580" fmla="*/ 8163 w 10000"/>
                  <a:gd name="connsiteY580" fmla="*/ 1644 h 10000"/>
                  <a:gd name="connsiteX581" fmla="*/ 8275 w 10000"/>
                  <a:gd name="connsiteY581" fmla="*/ 1644 h 10000"/>
                  <a:gd name="connsiteX582" fmla="*/ 8377 w 10000"/>
                  <a:gd name="connsiteY582" fmla="*/ 1652 h 10000"/>
                  <a:gd name="connsiteX583" fmla="*/ 8404 w 10000"/>
                  <a:gd name="connsiteY583" fmla="*/ 1623 h 10000"/>
                  <a:gd name="connsiteX584" fmla="*/ 8447 w 10000"/>
                  <a:gd name="connsiteY584" fmla="*/ 1602 h 10000"/>
                  <a:gd name="connsiteX585" fmla="*/ 8490 w 10000"/>
                  <a:gd name="connsiteY585" fmla="*/ 1578 h 10000"/>
                  <a:gd name="connsiteX586" fmla="*/ 8516 w 10000"/>
                  <a:gd name="connsiteY586" fmla="*/ 1557 h 10000"/>
                  <a:gd name="connsiteX587" fmla="*/ 8543 w 10000"/>
                  <a:gd name="connsiteY587" fmla="*/ 1528 h 10000"/>
                  <a:gd name="connsiteX588" fmla="*/ 8548 w 10000"/>
                  <a:gd name="connsiteY588" fmla="*/ 1499 h 10000"/>
                  <a:gd name="connsiteX589" fmla="*/ 8543 w 10000"/>
                  <a:gd name="connsiteY589" fmla="*/ 1478 h 10000"/>
                  <a:gd name="connsiteX590" fmla="*/ 8543 w 10000"/>
                  <a:gd name="connsiteY590" fmla="*/ 1454 h 10000"/>
                  <a:gd name="connsiteX591" fmla="*/ 8548 w 10000"/>
                  <a:gd name="connsiteY591" fmla="*/ 1425 h 10000"/>
                  <a:gd name="connsiteX592" fmla="*/ 8570 w 10000"/>
                  <a:gd name="connsiteY592" fmla="*/ 1383 h 10000"/>
                  <a:gd name="connsiteX593" fmla="*/ 8629 w 10000"/>
                  <a:gd name="connsiteY593" fmla="*/ 1320 h 10000"/>
                  <a:gd name="connsiteX594" fmla="*/ 8698 w 10000"/>
                  <a:gd name="connsiteY594" fmla="*/ 1256 h 10000"/>
                  <a:gd name="connsiteX595" fmla="*/ 8747 w 10000"/>
                  <a:gd name="connsiteY595" fmla="*/ 1193 h 10000"/>
                  <a:gd name="connsiteX596" fmla="*/ 8768 w 10000"/>
                  <a:gd name="connsiteY596" fmla="*/ 1148 h 10000"/>
                  <a:gd name="connsiteX597" fmla="*/ 8790 w 10000"/>
                  <a:gd name="connsiteY597" fmla="*/ 1093 h 10000"/>
                  <a:gd name="connsiteX598" fmla="*/ 8800 w 10000"/>
                  <a:gd name="connsiteY598" fmla="*/ 1037 h 10000"/>
                  <a:gd name="connsiteX599" fmla="*/ 8822 w 10000"/>
                  <a:gd name="connsiteY599" fmla="*/ 984 h 10000"/>
                  <a:gd name="connsiteX600" fmla="*/ 8843 w 10000"/>
                  <a:gd name="connsiteY600" fmla="*/ 937 h 10000"/>
                  <a:gd name="connsiteX601" fmla="*/ 8870 w 10000"/>
                  <a:gd name="connsiteY601" fmla="*/ 897 h 10000"/>
                  <a:gd name="connsiteX602" fmla="*/ 8913 w 10000"/>
                  <a:gd name="connsiteY602" fmla="*/ 868 h 10000"/>
                  <a:gd name="connsiteX603" fmla="*/ 8961 w 10000"/>
                  <a:gd name="connsiteY603" fmla="*/ 837 h 10000"/>
                  <a:gd name="connsiteX604" fmla="*/ 8993 w 10000"/>
                  <a:gd name="connsiteY604" fmla="*/ 802 h 10000"/>
                  <a:gd name="connsiteX605" fmla="*/ 9014 w 10000"/>
                  <a:gd name="connsiteY605" fmla="*/ 757 h 10000"/>
                  <a:gd name="connsiteX606" fmla="*/ 9014 w 10000"/>
                  <a:gd name="connsiteY606" fmla="*/ 723 h 10000"/>
                  <a:gd name="connsiteX607" fmla="*/ 9014 w 10000"/>
                  <a:gd name="connsiteY607" fmla="*/ 694 h 10000"/>
                  <a:gd name="connsiteX608" fmla="*/ 9009 w 10000"/>
                  <a:gd name="connsiteY608" fmla="*/ 662 h 10000"/>
                  <a:gd name="connsiteX609" fmla="*/ 9004 w 10000"/>
                  <a:gd name="connsiteY609" fmla="*/ 631 h 10000"/>
                  <a:gd name="connsiteX610" fmla="*/ 9014 w 10000"/>
                  <a:gd name="connsiteY610" fmla="*/ 594 h 10000"/>
                  <a:gd name="connsiteX611" fmla="*/ 8886 w 10000"/>
                  <a:gd name="connsiteY611" fmla="*/ 538 h 10000"/>
                  <a:gd name="connsiteX612" fmla="*/ 8757 w 10000"/>
                  <a:gd name="connsiteY612" fmla="*/ 478 h 10000"/>
                  <a:gd name="connsiteX613" fmla="*/ 8650 w 10000"/>
                  <a:gd name="connsiteY613" fmla="*/ 412 h 10000"/>
                  <a:gd name="connsiteX614" fmla="*/ 8559 w 10000"/>
                  <a:gd name="connsiteY614" fmla="*/ 338 h 10000"/>
                  <a:gd name="connsiteX615" fmla="*/ 8484 w 10000"/>
                  <a:gd name="connsiteY615" fmla="*/ 253 h 10000"/>
                  <a:gd name="connsiteX616" fmla="*/ 8399 w 10000"/>
                  <a:gd name="connsiteY616" fmla="*/ 116 h 10000"/>
                  <a:gd name="connsiteX617" fmla="*/ 8468 w 10000"/>
                  <a:gd name="connsiteY617" fmla="*/ 92 h 10000"/>
                  <a:gd name="connsiteX618" fmla="*/ 8548 w 10000"/>
                  <a:gd name="connsiteY618" fmla="*/ 82 h 10000"/>
                  <a:gd name="connsiteX619" fmla="*/ 8640 w 10000"/>
                  <a:gd name="connsiteY619" fmla="*/ 61 h 10000"/>
                  <a:gd name="connsiteX620" fmla="*/ 8698 w 10000"/>
                  <a:gd name="connsiteY620" fmla="*/ 3 h 10000"/>
                  <a:gd name="connsiteX621" fmla="*/ 8779 w 10000"/>
                  <a:gd name="connsiteY621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</a:cxnLst>
                <a:rect l="l" t="t" r="r" b="b"/>
                <a:pathLst>
                  <a:path w="10000" h="10000">
                    <a:moveTo>
                      <a:pt x="8779" y="0"/>
                    </a:moveTo>
                    <a:lnTo>
                      <a:pt x="8875" y="0"/>
                    </a:lnTo>
                    <a:lnTo>
                      <a:pt x="8993" y="3"/>
                    </a:lnTo>
                    <a:lnTo>
                      <a:pt x="9111" y="11"/>
                    </a:lnTo>
                    <a:lnTo>
                      <a:pt x="9239" y="24"/>
                    </a:lnTo>
                    <a:lnTo>
                      <a:pt x="9347" y="37"/>
                    </a:lnTo>
                    <a:lnTo>
                      <a:pt x="9448" y="58"/>
                    </a:lnTo>
                    <a:lnTo>
                      <a:pt x="9513" y="79"/>
                    </a:lnTo>
                    <a:lnTo>
                      <a:pt x="9555" y="106"/>
                    </a:lnTo>
                    <a:cubicBezTo>
                      <a:pt x="9561" y="111"/>
                      <a:pt x="9566" y="116"/>
                      <a:pt x="9572" y="121"/>
                    </a:cubicBezTo>
                    <a:cubicBezTo>
                      <a:pt x="9574" y="133"/>
                      <a:pt x="9575" y="144"/>
                      <a:pt x="9577" y="156"/>
                    </a:cubicBezTo>
                    <a:cubicBezTo>
                      <a:pt x="9582" y="171"/>
                      <a:pt x="9588" y="186"/>
                      <a:pt x="9593" y="201"/>
                    </a:cubicBezTo>
                    <a:cubicBezTo>
                      <a:pt x="9597" y="217"/>
                      <a:pt x="9600" y="232"/>
                      <a:pt x="9604" y="248"/>
                    </a:cubicBezTo>
                    <a:cubicBezTo>
                      <a:pt x="9609" y="267"/>
                      <a:pt x="9615" y="285"/>
                      <a:pt x="9620" y="304"/>
                    </a:cubicBezTo>
                    <a:cubicBezTo>
                      <a:pt x="9622" y="320"/>
                      <a:pt x="9623" y="335"/>
                      <a:pt x="9625" y="351"/>
                    </a:cubicBezTo>
                    <a:cubicBezTo>
                      <a:pt x="9629" y="366"/>
                      <a:pt x="9632" y="381"/>
                      <a:pt x="9636" y="396"/>
                    </a:cubicBezTo>
                    <a:lnTo>
                      <a:pt x="9636" y="428"/>
                    </a:lnTo>
                    <a:cubicBezTo>
                      <a:pt x="9623" y="452"/>
                      <a:pt x="9611" y="475"/>
                      <a:pt x="9598" y="499"/>
                    </a:cubicBezTo>
                    <a:cubicBezTo>
                      <a:pt x="9603" y="510"/>
                      <a:pt x="9609" y="522"/>
                      <a:pt x="9614" y="533"/>
                    </a:cubicBezTo>
                    <a:cubicBezTo>
                      <a:pt x="9621" y="549"/>
                      <a:pt x="9629" y="565"/>
                      <a:pt x="9636" y="581"/>
                    </a:cubicBezTo>
                    <a:cubicBezTo>
                      <a:pt x="9645" y="597"/>
                      <a:pt x="9654" y="612"/>
                      <a:pt x="9663" y="628"/>
                    </a:cubicBezTo>
                    <a:lnTo>
                      <a:pt x="9684" y="670"/>
                    </a:lnTo>
                    <a:cubicBezTo>
                      <a:pt x="9688" y="686"/>
                      <a:pt x="9691" y="702"/>
                      <a:pt x="9695" y="718"/>
                    </a:cubicBezTo>
                    <a:lnTo>
                      <a:pt x="9695" y="768"/>
                    </a:lnTo>
                    <a:lnTo>
                      <a:pt x="9689" y="816"/>
                    </a:lnTo>
                    <a:cubicBezTo>
                      <a:pt x="9687" y="831"/>
                      <a:pt x="9686" y="845"/>
                      <a:pt x="9684" y="860"/>
                    </a:cubicBezTo>
                    <a:lnTo>
                      <a:pt x="9684" y="903"/>
                    </a:lnTo>
                    <a:cubicBezTo>
                      <a:pt x="9689" y="913"/>
                      <a:pt x="9695" y="922"/>
                      <a:pt x="9700" y="932"/>
                    </a:cubicBezTo>
                    <a:cubicBezTo>
                      <a:pt x="9713" y="940"/>
                      <a:pt x="9725" y="947"/>
                      <a:pt x="9738" y="955"/>
                    </a:cubicBezTo>
                    <a:lnTo>
                      <a:pt x="9786" y="979"/>
                    </a:lnTo>
                    <a:lnTo>
                      <a:pt x="9839" y="1000"/>
                    </a:lnTo>
                    <a:cubicBezTo>
                      <a:pt x="9855" y="1006"/>
                      <a:pt x="9872" y="1013"/>
                      <a:pt x="9888" y="1019"/>
                    </a:cubicBezTo>
                    <a:lnTo>
                      <a:pt x="9936" y="1037"/>
                    </a:lnTo>
                    <a:cubicBezTo>
                      <a:pt x="9950" y="1047"/>
                      <a:pt x="9965" y="1056"/>
                      <a:pt x="9979" y="1066"/>
                    </a:cubicBezTo>
                    <a:cubicBezTo>
                      <a:pt x="9986" y="1079"/>
                      <a:pt x="9993" y="1093"/>
                      <a:pt x="10000" y="1106"/>
                    </a:cubicBezTo>
                    <a:lnTo>
                      <a:pt x="9898" y="1198"/>
                    </a:lnTo>
                    <a:cubicBezTo>
                      <a:pt x="9871" y="1232"/>
                      <a:pt x="9845" y="1267"/>
                      <a:pt x="9818" y="1301"/>
                    </a:cubicBezTo>
                    <a:cubicBezTo>
                      <a:pt x="9797" y="1336"/>
                      <a:pt x="9775" y="1372"/>
                      <a:pt x="9754" y="1407"/>
                    </a:cubicBezTo>
                    <a:cubicBezTo>
                      <a:pt x="9732" y="1444"/>
                      <a:pt x="9711" y="1481"/>
                      <a:pt x="9689" y="1518"/>
                    </a:cubicBezTo>
                    <a:lnTo>
                      <a:pt x="9620" y="1626"/>
                    </a:lnTo>
                    <a:lnTo>
                      <a:pt x="9545" y="1731"/>
                    </a:lnTo>
                    <a:cubicBezTo>
                      <a:pt x="9532" y="1750"/>
                      <a:pt x="9520" y="1768"/>
                      <a:pt x="9507" y="1787"/>
                    </a:cubicBezTo>
                    <a:cubicBezTo>
                      <a:pt x="9496" y="1807"/>
                      <a:pt x="9486" y="1827"/>
                      <a:pt x="9475" y="1847"/>
                    </a:cubicBezTo>
                    <a:cubicBezTo>
                      <a:pt x="9468" y="1867"/>
                      <a:pt x="9461" y="1888"/>
                      <a:pt x="9454" y="1908"/>
                    </a:cubicBezTo>
                    <a:cubicBezTo>
                      <a:pt x="9441" y="1930"/>
                      <a:pt x="9429" y="1952"/>
                      <a:pt x="9416" y="1974"/>
                    </a:cubicBezTo>
                    <a:cubicBezTo>
                      <a:pt x="9404" y="1994"/>
                      <a:pt x="9391" y="2015"/>
                      <a:pt x="9379" y="2035"/>
                    </a:cubicBezTo>
                    <a:lnTo>
                      <a:pt x="9314" y="2088"/>
                    </a:lnTo>
                    <a:cubicBezTo>
                      <a:pt x="9289" y="2099"/>
                      <a:pt x="9264" y="2111"/>
                      <a:pt x="9239" y="2122"/>
                    </a:cubicBezTo>
                    <a:lnTo>
                      <a:pt x="9143" y="2146"/>
                    </a:lnTo>
                    <a:cubicBezTo>
                      <a:pt x="9107" y="2151"/>
                      <a:pt x="9072" y="2157"/>
                      <a:pt x="9036" y="2162"/>
                    </a:cubicBezTo>
                    <a:lnTo>
                      <a:pt x="8918" y="2175"/>
                    </a:lnTo>
                    <a:lnTo>
                      <a:pt x="8795" y="2185"/>
                    </a:lnTo>
                    <a:lnTo>
                      <a:pt x="8677" y="2201"/>
                    </a:lnTo>
                    <a:lnTo>
                      <a:pt x="8468" y="2220"/>
                    </a:lnTo>
                    <a:lnTo>
                      <a:pt x="8232" y="2241"/>
                    </a:lnTo>
                    <a:lnTo>
                      <a:pt x="7975" y="2251"/>
                    </a:lnTo>
                    <a:lnTo>
                      <a:pt x="7702" y="2262"/>
                    </a:lnTo>
                    <a:lnTo>
                      <a:pt x="7429" y="2264"/>
                    </a:lnTo>
                    <a:lnTo>
                      <a:pt x="7145" y="2267"/>
                    </a:lnTo>
                    <a:lnTo>
                      <a:pt x="6861" y="2267"/>
                    </a:lnTo>
                    <a:cubicBezTo>
                      <a:pt x="6863" y="2328"/>
                      <a:pt x="6865" y="2388"/>
                      <a:pt x="6867" y="2449"/>
                    </a:cubicBezTo>
                    <a:cubicBezTo>
                      <a:pt x="6876" y="2512"/>
                      <a:pt x="6884" y="2574"/>
                      <a:pt x="6893" y="2637"/>
                    </a:cubicBezTo>
                    <a:cubicBezTo>
                      <a:pt x="6907" y="2698"/>
                      <a:pt x="6922" y="2760"/>
                      <a:pt x="6936" y="2821"/>
                    </a:cubicBezTo>
                    <a:cubicBezTo>
                      <a:pt x="6954" y="2879"/>
                      <a:pt x="6972" y="2938"/>
                      <a:pt x="6990" y="2996"/>
                    </a:cubicBezTo>
                    <a:cubicBezTo>
                      <a:pt x="7013" y="3050"/>
                      <a:pt x="7036" y="3105"/>
                      <a:pt x="7059" y="3159"/>
                    </a:cubicBezTo>
                    <a:cubicBezTo>
                      <a:pt x="7082" y="3207"/>
                      <a:pt x="7106" y="3256"/>
                      <a:pt x="7129" y="3304"/>
                    </a:cubicBezTo>
                    <a:cubicBezTo>
                      <a:pt x="7145" y="3344"/>
                      <a:pt x="7161" y="3383"/>
                      <a:pt x="7177" y="3423"/>
                    </a:cubicBezTo>
                    <a:lnTo>
                      <a:pt x="7225" y="3537"/>
                    </a:lnTo>
                    <a:cubicBezTo>
                      <a:pt x="7238" y="3576"/>
                      <a:pt x="7250" y="3614"/>
                      <a:pt x="7263" y="3653"/>
                    </a:cubicBezTo>
                    <a:cubicBezTo>
                      <a:pt x="7279" y="3692"/>
                      <a:pt x="7295" y="3730"/>
                      <a:pt x="7311" y="3769"/>
                    </a:cubicBezTo>
                    <a:cubicBezTo>
                      <a:pt x="7331" y="3808"/>
                      <a:pt x="7350" y="3846"/>
                      <a:pt x="7370" y="3885"/>
                    </a:cubicBezTo>
                    <a:lnTo>
                      <a:pt x="7450" y="3980"/>
                    </a:lnTo>
                    <a:cubicBezTo>
                      <a:pt x="7477" y="4012"/>
                      <a:pt x="7504" y="4043"/>
                      <a:pt x="7531" y="4075"/>
                    </a:cubicBezTo>
                    <a:cubicBezTo>
                      <a:pt x="7561" y="4107"/>
                      <a:pt x="7592" y="4138"/>
                      <a:pt x="7622" y="4170"/>
                    </a:cubicBezTo>
                    <a:lnTo>
                      <a:pt x="7702" y="4262"/>
                    </a:lnTo>
                    <a:cubicBezTo>
                      <a:pt x="7723" y="4293"/>
                      <a:pt x="7745" y="4324"/>
                      <a:pt x="7766" y="4355"/>
                    </a:cubicBezTo>
                    <a:cubicBezTo>
                      <a:pt x="7775" y="4386"/>
                      <a:pt x="7784" y="4416"/>
                      <a:pt x="7793" y="4447"/>
                    </a:cubicBezTo>
                    <a:cubicBezTo>
                      <a:pt x="7777" y="4457"/>
                      <a:pt x="7761" y="4466"/>
                      <a:pt x="7745" y="4476"/>
                    </a:cubicBezTo>
                    <a:lnTo>
                      <a:pt x="7697" y="4503"/>
                    </a:lnTo>
                    <a:cubicBezTo>
                      <a:pt x="7681" y="4513"/>
                      <a:pt x="7665" y="4524"/>
                      <a:pt x="7649" y="4534"/>
                    </a:cubicBezTo>
                    <a:cubicBezTo>
                      <a:pt x="7635" y="4542"/>
                      <a:pt x="7620" y="4550"/>
                      <a:pt x="7606" y="4558"/>
                    </a:cubicBezTo>
                    <a:cubicBezTo>
                      <a:pt x="7593" y="4562"/>
                      <a:pt x="7581" y="4567"/>
                      <a:pt x="7568" y="4571"/>
                    </a:cubicBezTo>
                    <a:cubicBezTo>
                      <a:pt x="7541" y="4575"/>
                      <a:pt x="7515" y="4578"/>
                      <a:pt x="7488" y="4582"/>
                    </a:cubicBezTo>
                    <a:lnTo>
                      <a:pt x="7413" y="4603"/>
                    </a:lnTo>
                    <a:cubicBezTo>
                      <a:pt x="7383" y="4612"/>
                      <a:pt x="7352" y="4620"/>
                      <a:pt x="7322" y="4629"/>
                    </a:cubicBezTo>
                    <a:cubicBezTo>
                      <a:pt x="7295" y="4640"/>
                      <a:pt x="7269" y="4652"/>
                      <a:pt x="7242" y="4663"/>
                    </a:cubicBezTo>
                    <a:cubicBezTo>
                      <a:pt x="7219" y="4675"/>
                      <a:pt x="7195" y="4686"/>
                      <a:pt x="7172" y="4698"/>
                    </a:cubicBezTo>
                    <a:cubicBezTo>
                      <a:pt x="7151" y="4708"/>
                      <a:pt x="7129" y="4717"/>
                      <a:pt x="7108" y="4727"/>
                    </a:cubicBezTo>
                    <a:cubicBezTo>
                      <a:pt x="7090" y="4724"/>
                      <a:pt x="7072" y="4722"/>
                      <a:pt x="7054" y="4719"/>
                    </a:cubicBezTo>
                    <a:cubicBezTo>
                      <a:pt x="7042" y="4623"/>
                      <a:pt x="7029" y="4527"/>
                      <a:pt x="7017" y="4431"/>
                    </a:cubicBezTo>
                    <a:lnTo>
                      <a:pt x="6947" y="4431"/>
                    </a:lnTo>
                    <a:lnTo>
                      <a:pt x="6893" y="4434"/>
                    </a:lnTo>
                    <a:lnTo>
                      <a:pt x="6840" y="4434"/>
                    </a:lnTo>
                    <a:lnTo>
                      <a:pt x="6770" y="4437"/>
                    </a:lnTo>
                    <a:lnTo>
                      <a:pt x="6663" y="4442"/>
                    </a:lnTo>
                    <a:cubicBezTo>
                      <a:pt x="6659" y="4490"/>
                      <a:pt x="6656" y="4539"/>
                      <a:pt x="6652" y="4587"/>
                    </a:cubicBezTo>
                    <a:cubicBezTo>
                      <a:pt x="6649" y="4637"/>
                      <a:pt x="6645" y="4687"/>
                      <a:pt x="6642" y="4737"/>
                    </a:cubicBezTo>
                    <a:cubicBezTo>
                      <a:pt x="6640" y="4786"/>
                      <a:pt x="6638" y="4836"/>
                      <a:pt x="6636" y="4885"/>
                    </a:cubicBezTo>
                    <a:cubicBezTo>
                      <a:pt x="6629" y="4934"/>
                      <a:pt x="6622" y="4984"/>
                      <a:pt x="6615" y="5033"/>
                    </a:cubicBezTo>
                    <a:cubicBezTo>
                      <a:pt x="6601" y="5069"/>
                      <a:pt x="6586" y="5105"/>
                      <a:pt x="6572" y="5141"/>
                    </a:cubicBezTo>
                    <a:lnTo>
                      <a:pt x="6524" y="5252"/>
                    </a:lnTo>
                    <a:cubicBezTo>
                      <a:pt x="6508" y="5285"/>
                      <a:pt x="6492" y="5319"/>
                      <a:pt x="6476" y="5352"/>
                    </a:cubicBezTo>
                    <a:cubicBezTo>
                      <a:pt x="6467" y="5386"/>
                      <a:pt x="6458" y="5421"/>
                      <a:pt x="6449" y="5455"/>
                    </a:cubicBezTo>
                    <a:cubicBezTo>
                      <a:pt x="6451" y="5487"/>
                      <a:pt x="6452" y="5518"/>
                      <a:pt x="6454" y="5550"/>
                    </a:cubicBezTo>
                    <a:cubicBezTo>
                      <a:pt x="6450" y="5552"/>
                      <a:pt x="6447" y="5554"/>
                      <a:pt x="6443" y="5556"/>
                    </a:cubicBezTo>
                    <a:lnTo>
                      <a:pt x="6427" y="5556"/>
                    </a:lnTo>
                    <a:lnTo>
                      <a:pt x="6427" y="5556"/>
                    </a:lnTo>
                    <a:cubicBezTo>
                      <a:pt x="6425" y="5557"/>
                      <a:pt x="6424" y="5557"/>
                      <a:pt x="6422" y="5558"/>
                    </a:cubicBezTo>
                    <a:lnTo>
                      <a:pt x="6422" y="5566"/>
                    </a:lnTo>
                    <a:lnTo>
                      <a:pt x="6422" y="5571"/>
                    </a:lnTo>
                    <a:lnTo>
                      <a:pt x="6422" y="5582"/>
                    </a:lnTo>
                    <a:lnTo>
                      <a:pt x="6422" y="5595"/>
                    </a:lnTo>
                    <a:lnTo>
                      <a:pt x="6347" y="5682"/>
                    </a:lnTo>
                    <a:cubicBezTo>
                      <a:pt x="6327" y="5713"/>
                      <a:pt x="6308" y="5744"/>
                      <a:pt x="6288" y="5775"/>
                    </a:cubicBezTo>
                    <a:cubicBezTo>
                      <a:pt x="6279" y="5807"/>
                      <a:pt x="6270" y="5840"/>
                      <a:pt x="6261" y="5872"/>
                    </a:cubicBezTo>
                    <a:cubicBezTo>
                      <a:pt x="6258" y="5907"/>
                      <a:pt x="6254" y="5943"/>
                      <a:pt x="6251" y="5978"/>
                    </a:cubicBezTo>
                    <a:cubicBezTo>
                      <a:pt x="6246" y="6013"/>
                      <a:pt x="6240" y="6048"/>
                      <a:pt x="6235" y="6083"/>
                    </a:cubicBezTo>
                    <a:lnTo>
                      <a:pt x="6229" y="6194"/>
                    </a:lnTo>
                    <a:lnTo>
                      <a:pt x="6208" y="6302"/>
                    </a:lnTo>
                    <a:cubicBezTo>
                      <a:pt x="6195" y="6339"/>
                      <a:pt x="6183" y="6376"/>
                      <a:pt x="6170" y="6413"/>
                    </a:cubicBezTo>
                    <a:lnTo>
                      <a:pt x="5978" y="7213"/>
                    </a:lnTo>
                    <a:lnTo>
                      <a:pt x="5951" y="7300"/>
                    </a:lnTo>
                    <a:cubicBezTo>
                      <a:pt x="5946" y="7333"/>
                      <a:pt x="5940" y="7365"/>
                      <a:pt x="5935" y="7398"/>
                    </a:cubicBezTo>
                    <a:cubicBezTo>
                      <a:pt x="5933" y="7428"/>
                      <a:pt x="5931" y="7457"/>
                      <a:pt x="5929" y="7487"/>
                    </a:cubicBezTo>
                    <a:lnTo>
                      <a:pt x="5929" y="7585"/>
                    </a:lnTo>
                    <a:lnTo>
                      <a:pt x="5929" y="7672"/>
                    </a:lnTo>
                    <a:cubicBezTo>
                      <a:pt x="5924" y="7699"/>
                      <a:pt x="5918" y="7727"/>
                      <a:pt x="5913" y="7754"/>
                    </a:cubicBezTo>
                    <a:cubicBezTo>
                      <a:pt x="5908" y="7780"/>
                      <a:pt x="5902" y="7805"/>
                      <a:pt x="5897" y="7831"/>
                    </a:cubicBezTo>
                    <a:cubicBezTo>
                      <a:pt x="5886" y="7859"/>
                      <a:pt x="5876" y="7887"/>
                      <a:pt x="5865" y="7915"/>
                    </a:cubicBezTo>
                    <a:lnTo>
                      <a:pt x="5865" y="7997"/>
                    </a:lnTo>
                    <a:cubicBezTo>
                      <a:pt x="5872" y="8022"/>
                      <a:pt x="5879" y="8048"/>
                      <a:pt x="5886" y="8073"/>
                    </a:cubicBezTo>
                    <a:cubicBezTo>
                      <a:pt x="5899" y="8098"/>
                      <a:pt x="5911" y="8122"/>
                      <a:pt x="5924" y="8147"/>
                    </a:cubicBezTo>
                    <a:lnTo>
                      <a:pt x="5972" y="8216"/>
                    </a:lnTo>
                    <a:lnTo>
                      <a:pt x="6020" y="8282"/>
                    </a:lnTo>
                    <a:lnTo>
                      <a:pt x="6069" y="8343"/>
                    </a:lnTo>
                    <a:cubicBezTo>
                      <a:pt x="6092" y="8412"/>
                      <a:pt x="6115" y="8482"/>
                      <a:pt x="6138" y="8551"/>
                    </a:cubicBezTo>
                    <a:lnTo>
                      <a:pt x="6111" y="8572"/>
                    </a:lnTo>
                    <a:cubicBezTo>
                      <a:pt x="6097" y="8576"/>
                      <a:pt x="6083" y="8581"/>
                      <a:pt x="6069" y="8585"/>
                    </a:cubicBezTo>
                    <a:cubicBezTo>
                      <a:pt x="6056" y="8590"/>
                      <a:pt x="6044" y="8594"/>
                      <a:pt x="6031" y="8599"/>
                    </a:cubicBezTo>
                    <a:cubicBezTo>
                      <a:pt x="6020" y="8606"/>
                      <a:pt x="6010" y="8613"/>
                      <a:pt x="5999" y="8620"/>
                    </a:cubicBezTo>
                    <a:cubicBezTo>
                      <a:pt x="6022" y="8623"/>
                      <a:pt x="6046" y="8627"/>
                      <a:pt x="6069" y="8630"/>
                    </a:cubicBezTo>
                    <a:cubicBezTo>
                      <a:pt x="6085" y="8634"/>
                      <a:pt x="6101" y="8639"/>
                      <a:pt x="6117" y="8643"/>
                    </a:cubicBezTo>
                    <a:cubicBezTo>
                      <a:pt x="6131" y="8652"/>
                      <a:pt x="6146" y="8661"/>
                      <a:pt x="6160" y="8670"/>
                    </a:cubicBezTo>
                    <a:cubicBezTo>
                      <a:pt x="6153" y="8687"/>
                      <a:pt x="6145" y="8703"/>
                      <a:pt x="6138" y="8720"/>
                    </a:cubicBezTo>
                    <a:cubicBezTo>
                      <a:pt x="6140" y="8737"/>
                      <a:pt x="6142" y="8753"/>
                      <a:pt x="6144" y="8770"/>
                    </a:cubicBezTo>
                    <a:cubicBezTo>
                      <a:pt x="6156" y="8789"/>
                      <a:pt x="6169" y="8807"/>
                      <a:pt x="6181" y="8826"/>
                    </a:cubicBezTo>
                    <a:cubicBezTo>
                      <a:pt x="6199" y="8842"/>
                      <a:pt x="6217" y="8857"/>
                      <a:pt x="6235" y="8873"/>
                    </a:cubicBezTo>
                    <a:cubicBezTo>
                      <a:pt x="6253" y="8888"/>
                      <a:pt x="6270" y="8903"/>
                      <a:pt x="6288" y="8918"/>
                    </a:cubicBezTo>
                    <a:lnTo>
                      <a:pt x="6352" y="8952"/>
                    </a:lnTo>
                    <a:lnTo>
                      <a:pt x="6465" y="9005"/>
                    </a:lnTo>
                    <a:lnTo>
                      <a:pt x="6583" y="9063"/>
                    </a:lnTo>
                    <a:lnTo>
                      <a:pt x="6706" y="9116"/>
                    </a:lnTo>
                    <a:lnTo>
                      <a:pt x="6781" y="9140"/>
                    </a:lnTo>
                    <a:lnTo>
                      <a:pt x="6867" y="9161"/>
                    </a:lnTo>
                    <a:lnTo>
                      <a:pt x="6958" y="9179"/>
                    </a:lnTo>
                    <a:lnTo>
                      <a:pt x="7043" y="9200"/>
                    </a:lnTo>
                    <a:lnTo>
                      <a:pt x="7134" y="9224"/>
                    </a:lnTo>
                    <a:lnTo>
                      <a:pt x="7220" y="9248"/>
                    </a:lnTo>
                    <a:lnTo>
                      <a:pt x="7290" y="9279"/>
                    </a:lnTo>
                    <a:lnTo>
                      <a:pt x="7343" y="9314"/>
                    </a:lnTo>
                    <a:cubicBezTo>
                      <a:pt x="7357" y="9329"/>
                      <a:pt x="7372" y="9344"/>
                      <a:pt x="7386" y="9359"/>
                    </a:cubicBezTo>
                    <a:cubicBezTo>
                      <a:pt x="7393" y="9376"/>
                      <a:pt x="7401" y="9392"/>
                      <a:pt x="7408" y="9409"/>
                    </a:cubicBezTo>
                    <a:lnTo>
                      <a:pt x="7381" y="9433"/>
                    </a:lnTo>
                    <a:cubicBezTo>
                      <a:pt x="7374" y="9443"/>
                      <a:pt x="7366" y="9454"/>
                      <a:pt x="7359" y="9464"/>
                    </a:cubicBezTo>
                    <a:lnTo>
                      <a:pt x="7333" y="9493"/>
                    </a:lnTo>
                    <a:cubicBezTo>
                      <a:pt x="7317" y="9503"/>
                      <a:pt x="7300" y="9512"/>
                      <a:pt x="7284" y="9522"/>
                    </a:cubicBezTo>
                    <a:lnTo>
                      <a:pt x="7193" y="9546"/>
                    </a:lnTo>
                    <a:lnTo>
                      <a:pt x="7081" y="9559"/>
                    </a:lnTo>
                    <a:lnTo>
                      <a:pt x="6958" y="9562"/>
                    </a:lnTo>
                    <a:lnTo>
                      <a:pt x="6824" y="9559"/>
                    </a:lnTo>
                    <a:lnTo>
                      <a:pt x="6690" y="9551"/>
                    </a:lnTo>
                    <a:lnTo>
                      <a:pt x="6567" y="9546"/>
                    </a:lnTo>
                    <a:lnTo>
                      <a:pt x="6454" y="9538"/>
                    </a:lnTo>
                    <a:lnTo>
                      <a:pt x="6261" y="9525"/>
                    </a:lnTo>
                    <a:lnTo>
                      <a:pt x="6074" y="9493"/>
                    </a:lnTo>
                    <a:lnTo>
                      <a:pt x="5903" y="9454"/>
                    </a:lnTo>
                    <a:lnTo>
                      <a:pt x="5726" y="9401"/>
                    </a:lnTo>
                    <a:lnTo>
                      <a:pt x="5560" y="9351"/>
                    </a:lnTo>
                    <a:lnTo>
                      <a:pt x="5404" y="9295"/>
                    </a:lnTo>
                    <a:lnTo>
                      <a:pt x="5244" y="9245"/>
                    </a:lnTo>
                    <a:lnTo>
                      <a:pt x="5083" y="9250"/>
                    </a:lnTo>
                    <a:cubicBezTo>
                      <a:pt x="5062" y="9248"/>
                      <a:pt x="5040" y="9247"/>
                      <a:pt x="5019" y="9245"/>
                    </a:cubicBezTo>
                    <a:lnTo>
                      <a:pt x="4944" y="9227"/>
                    </a:lnTo>
                    <a:lnTo>
                      <a:pt x="4853" y="9211"/>
                    </a:lnTo>
                    <a:lnTo>
                      <a:pt x="4762" y="9187"/>
                    </a:lnTo>
                    <a:lnTo>
                      <a:pt x="4681" y="9163"/>
                    </a:lnTo>
                    <a:cubicBezTo>
                      <a:pt x="4660" y="9153"/>
                      <a:pt x="4638" y="9144"/>
                      <a:pt x="4617" y="9134"/>
                    </a:cubicBezTo>
                    <a:lnTo>
                      <a:pt x="4585" y="9105"/>
                    </a:lnTo>
                    <a:cubicBezTo>
                      <a:pt x="4581" y="9090"/>
                      <a:pt x="4578" y="9075"/>
                      <a:pt x="4574" y="9060"/>
                    </a:cubicBezTo>
                    <a:cubicBezTo>
                      <a:pt x="4578" y="9042"/>
                      <a:pt x="4581" y="9023"/>
                      <a:pt x="4585" y="9005"/>
                    </a:cubicBezTo>
                    <a:cubicBezTo>
                      <a:pt x="4592" y="8986"/>
                      <a:pt x="4599" y="8966"/>
                      <a:pt x="4606" y="8947"/>
                    </a:cubicBezTo>
                    <a:cubicBezTo>
                      <a:pt x="4617" y="8926"/>
                      <a:pt x="4627" y="8905"/>
                      <a:pt x="4638" y="8884"/>
                    </a:cubicBezTo>
                    <a:cubicBezTo>
                      <a:pt x="4652" y="8863"/>
                      <a:pt x="4667" y="8841"/>
                      <a:pt x="4681" y="8820"/>
                    </a:cubicBezTo>
                    <a:cubicBezTo>
                      <a:pt x="4695" y="8799"/>
                      <a:pt x="4710" y="8778"/>
                      <a:pt x="4724" y="8757"/>
                    </a:cubicBezTo>
                    <a:cubicBezTo>
                      <a:pt x="4735" y="8738"/>
                      <a:pt x="4745" y="8718"/>
                      <a:pt x="4756" y="8699"/>
                    </a:cubicBezTo>
                    <a:cubicBezTo>
                      <a:pt x="4765" y="8681"/>
                      <a:pt x="4774" y="8664"/>
                      <a:pt x="4783" y="8646"/>
                    </a:cubicBezTo>
                    <a:cubicBezTo>
                      <a:pt x="4788" y="8632"/>
                      <a:pt x="4794" y="8618"/>
                      <a:pt x="4799" y="8604"/>
                    </a:cubicBezTo>
                    <a:lnTo>
                      <a:pt x="4676" y="8572"/>
                    </a:lnTo>
                    <a:cubicBezTo>
                      <a:pt x="4647" y="8561"/>
                      <a:pt x="4619" y="8549"/>
                      <a:pt x="4590" y="8538"/>
                    </a:cubicBezTo>
                    <a:cubicBezTo>
                      <a:pt x="4572" y="8526"/>
                      <a:pt x="4555" y="8513"/>
                      <a:pt x="4537" y="8501"/>
                    </a:cubicBezTo>
                    <a:cubicBezTo>
                      <a:pt x="4524" y="8487"/>
                      <a:pt x="4512" y="8473"/>
                      <a:pt x="4499" y="8459"/>
                    </a:cubicBezTo>
                    <a:cubicBezTo>
                      <a:pt x="4495" y="8444"/>
                      <a:pt x="4492" y="8429"/>
                      <a:pt x="4488" y="8414"/>
                    </a:cubicBezTo>
                    <a:lnTo>
                      <a:pt x="4494" y="8366"/>
                    </a:lnTo>
                    <a:cubicBezTo>
                      <a:pt x="4499" y="8349"/>
                      <a:pt x="4505" y="8333"/>
                      <a:pt x="4510" y="8316"/>
                    </a:cubicBezTo>
                    <a:cubicBezTo>
                      <a:pt x="4519" y="8298"/>
                      <a:pt x="4528" y="8281"/>
                      <a:pt x="4537" y="8263"/>
                    </a:cubicBezTo>
                    <a:cubicBezTo>
                      <a:pt x="4546" y="8246"/>
                      <a:pt x="4554" y="8228"/>
                      <a:pt x="4563" y="8211"/>
                    </a:cubicBezTo>
                    <a:cubicBezTo>
                      <a:pt x="4570" y="8192"/>
                      <a:pt x="4578" y="8174"/>
                      <a:pt x="4585" y="8155"/>
                    </a:cubicBezTo>
                    <a:cubicBezTo>
                      <a:pt x="4592" y="8136"/>
                      <a:pt x="4599" y="8116"/>
                      <a:pt x="4606" y="8097"/>
                    </a:cubicBezTo>
                    <a:cubicBezTo>
                      <a:pt x="4608" y="8079"/>
                      <a:pt x="4610" y="8060"/>
                      <a:pt x="4612" y="8042"/>
                    </a:cubicBezTo>
                    <a:cubicBezTo>
                      <a:pt x="4610" y="8023"/>
                      <a:pt x="4608" y="8003"/>
                      <a:pt x="4606" y="7984"/>
                    </a:cubicBezTo>
                    <a:cubicBezTo>
                      <a:pt x="4601" y="7963"/>
                      <a:pt x="4595" y="7941"/>
                      <a:pt x="4590" y="7920"/>
                    </a:cubicBezTo>
                    <a:cubicBezTo>
                      <a:pt x="4588" y="7893"/>
                      <a:pt x="4587" y="7865"/>
                      <a:pt x="4585" y="7838"/>
                    </a:cubicBezTo>
                    <a:lnTo>
                      <a:pt x="4585" y="7746"/>
                    </a:lnTo>
                    <a:cubicBezTo>
                      <a:pt x="4587" y="7713"/>
                      <a:pt x="4588" y="7679"/>
                      <a:pt x="4590" y="7646"/>
                    </a:cubicBezTo>
                    <a:cubicBezTo>
                      <a:pt x="4595" y="7614"/>
                      <a:pt x="4601" y="7583"/>
                      <a:pt x="4606" y="7551"/>
                    </a:cubicBezTo>
                    <a:cubicBezTo>
                      <a:pt x="4613" y="7522"/>
                      <a:pt x="4621" y="7493"/>
                      <a:pt x="4628" y="7464"/>
                    </a:cubicBezTo>
                    <a:cubicBezTo>
                      <a:pt x="4633" y="7417"/>
                      <a:pt x="4639" y="7371"/>
                      <a:pt x="4644" y="7324"/>
                    </a:cubicBezTo>
                    <a:cubicBezTo>
                      <a:pt x="4649" y="7274"/>
                      <a:pt x="4655" y="7223"/>
                      <a:pt x="4660" y="7173"/>
                    </a:cubicBezTo>
                    <a:lnTo>
                      <a:pt x="4660" y="7018"/>
                    </a:lnTo>
                    <a:cubicBezTo>
                      <a:pt x="4658" y="6963"/>
                      <a:pt x="4657" y="6909"/>
                      <a:pt x="4655" y="6854"/>
                    </a:cubicBezTo>
                    <a:cubicBezTo>
                      <a:pt x="4649" y="6800"/>
                      <a:pt x="4644" y="6747"/>
                      <a:pt x="4638" y="6693"/>
                    </a:cubicBezTo>
                    <a:cubicBezTo>
                      <a:pt x="4636" y="6642"/>
                      <a:pt x="4635" y="6591"/>
                      <a:pt x="4633" y="6540"/>
                    </a:cubicBezTo>
                    <a:cubicBezTo>
                      <a:pt x="4631" y="6492"/>
                      <a:pt x="4630" y="6443"/>
                      <a:pt x="4628" y="6395"/>
                    </a:cubicBezTo>
                    <a:lnTo>
                      <a:pt x="4628" y="6310"/>
                    </a:lnTo>
                    <a:cubicBezTo>
                      <a:pt x="4630" y="6282"/>
                      <a:pt x="4631" y="6254"/>
                      <a:pt x="4633" y="6226"/>
                    </a:cubicBezTo>
                    <a:cubicBezTo>
                      <a:pt x="4637" y="6197"/>
                      <a:pt x="4640" y="6168"/>
                      <a:pt x="4644" y="6139"/>
                    </a:cubicBezTo>
                    <a:cubicBezTo>
                      <a:pt x="4649" y="6111"/>
                      <a:pt x="4655" y="6082"/>
                      <a:pt x="4660" y="6054"/>
                    </a:cubicBezTo>
                    <a:cubicBezTo>
                      <a:pt x="4665" y="6025"/>
                      <a:pt x="4671" y="5996"/>
                      <a:pt x="4676" y="5967"/>
                    </a:cubicBezTo>
                    <a:lnTo>
                      <a:pt x="4676" y="5891"/>
                    </a:lnTo>
                    <a:cubicBezTo>
                      <a:pt x="4672" y="5866"/>
                      <a:pt x="4669" y="5842"/>
                      <a:pt x="4665" y="5817"/>
                    </a:cubicBezTo>
                    <a:lnTo>
                      <a:pt x="4638" y="5751"/>
                    </a:lnTo>
                    <a:cubicBezTo>
                      <a:pt x="4620" y="5732"/>
                      <a:pt x="4603" y="5712"/>
                      <a:pt x="4585" y="5693"/>
                    </a:cubicBezTo>
                    <a:lnTo>
                      <a:pt x="4585" y="5709"/>
                    </a:lnTo>
                    <a:cubicBezTo>
                      <a:pt x="4572" y="5719"/>
                      <a:pt x="4560" y="5730"/>
                      <a:pt x="4547" y="5740"/>
                    </a:cubicBezTo>
                    <a:cubicBezTo>
                      <a:pt x="4535" y="5755"/>
                      <a:pt x="4522" y="5770"/>
                      <a:pt x="4510" y="5785"/>
                    </a:cubicBezTo>
                    <a:cubicBezTo>
                      <a:pt x="4503" y="5799"/>
                      <a:pt x="4495" y="5813"/>
                      <a:pt x="4488" y="5827"/>
                    </a:cubicBezTo>
                    <a:cubicBezTo>
                      <a:pt x="4485" y="5842"/>
                      <a:pt x="4481" y="5857"/>
                      <a:pt x="4478" y="5872"/>
                    </a:cubicBezTo>
                    <a:cubicBezTo>
                      <a:pt x="4467" y="5876"/>
                      <a:pt x="4457" y="5881"/>
                      <a:pt x="4446" y="5885"/>
                    </a:cubicBezTo>
                    <a:lnTo>
                      <a:pt x="4408" y="5914"/>
                    </a:lnTo>
                    <a:lnTo>
                      <a:pt x="4371" y="5954"/>
                    </a:lnTo>
                    <a:cubicBezTo>
                      <a:pt x="4357" y="5970"/>
                      <a:pt x="4342" y="5986"/>
                      <a:pt x="4328" y="6002"/>
                    </a:cubicBezTo>
                    <a:cubicBezTo>
                      <a:pt x="4312" y="6020"/>
                      <a:pt x="4296" y="6039"/>
                      <a:pt x="4280" y="6057"/>
                    </a:cubicBezTo>
                    <a:lnTo>
                      <a:pt x="4237" y="6112"/>
                    </a:lnTo>
                    <a:cubicBezTo>
                      <a:pt x="4226" y="6130"/>
                      <a:pt x="4216" y="6147"/>
                      <a:pt x="4205" y="6165"/>
                    </a:cubicBezTo>
                    <a:cubicBezTo>
                      <a:pt x="4191" y="6182"/>
                      <a:pt x="4176" y="6198"/>
                      <a:pt x="4162" y="6215"/>
                    </a:cubicBezTo>
                    <a:cubicBezTo>
                      <a:pt x="4123" y="6263"/>
                      <a:pt x="4083" y="6310"/>
                      <a:pt x="4044" y="6358"/>
                    </a:cubicBezTo>
                    <a:cubicBezTo>
                      <a:pt x="3999" y="6405"/>
                      <a:pt x="3955" y="6453"/>
                      <a:pt x="3910" y="6500"/>
                    </a:cubicBezTo>
                    <a:lnTo>
                      <a:pt x="3787" y="6646"/>
                    </a:lnTo>
                    <a:cubicBezTo>
                      <a:pt x="3751" y="6693"/>
                      <a:pt x="3716" y="6741"/>
                      <a:pt x="3680" y="6788"/>
                    </a:cubicBezTo>
                    <a:cubicBezTo>
                      <a:pt x="3653" y="6834"/>
                      <a:pt x="3626" y="6879"/>
                      <a:pt x="3599" y="6925"/>
                    </a:cubicBezTo>
                    <a:lnTo>
                      <a:pt x="3599" y="6928"/>
                    </a:lnTo>
                    <a:lnTo>
                      <a:pt x="3599" y="6931"/>
                    </a:lnTo>
                    <a:cubicBezTo>
                      <a:pt x="3601" y="6933"/>
                      <a:pt x="3603" y="6934"/>
                      <a:pt x="3605" y="6936"/>
                    </a:cubicBezTo>
                    <a:lnTo>
                      <a:pt x="3605" y="6941"/>
                    </a:lnTo>
                    <a:cubicBezTo>
                      <a:pt x="3610" y="6945"/>
                      <a:pt x="3616" y="6948"/>
                      <a:pt x="3621" y="6952"/>
                    </a:cubicBezTo>
                    <a:cubicBezTo>
                      <a:pt x="3601" y="6948"/>
                      <a:pt x="3582" y="6945"/>
                      <a:pt x="3562" y="6941"/>
                    </a:cubicBezTo>
                    <a:cubicBezTo>
                      <a:pt x="3553" y="6960"/>
                      <a:pt x="3544" y="6978"/>
                      <a:pt x="3535" y="6997"/>
                    </a:cubicBezTo>
                    <a:lnTo>
                      <a:pt x="3492" y="7052"/>
                    </a:lnTo>
                    <a:cubicBezTo>
                      <a:pt x="3480" y="7069"/>
                      <a:pt x="3467" y="7085"/>
                      <a:pt x="3455" y="7102"/>
                    </a:cubicBezTo>
                    <a:lnTo>
                      <a:pt x="3407" y="7150"/>
                    </a:lnTo>
                    <a:cubicBezTo>
                      <a:pt x="3394" y="7161"/>
                      <a:pt x="3382" y="7173"/>
                      <a:pt x="3369" y="7184"/>
                    </a:cubicBezTo>
                    <a:lnTo>
                      <a:pt x="3348" y="7226"/>
                    </a:lnTo>
                    <a:lnTo>
                      <a:pt x="3348" y="7266"/>
                    </a:lnTo>
                    <a:lnTo>
                      <a:pt x="3348" y="7308"/>
                    </a:lnTo>
                    <a:cubicBezTo>
                      <a:pt x="3351" y="7320"/>
                      <a:pt x="3355" y="7333"/>
                      <a:pt x="3358" y="7345"/>
                    </a:cubicBezTo>
                    <a:cubicBezTo>
                      <a:pt x="3355" y="7356"/>
                      <a:pt x="3351" y="7366"/>
                      <a:pt x="3348" y="7377"/>
                    </a:cubicBezTo>
                    <a:cubicBezTo>
                      <a:pt x="3330" y="7409"/>
                      <a:pt x="3312" y="7442"/>
                      <a:pt x="3294" y="7474"/>
                    </a:cubicBezTo>
                    <a:cubicBezTo>
                      <a:pt x="3271" y="7508"/>
                      <a:pt x="3247" y="7541"/>
                      <a:pt x="3224" y="7575"/>
                    </a:cubicBezTo>
                    <a:lnTo>
                      <a:pt x="3160" y="7672"/>
                    </a:lnTo>
                    <a:cubicBezTo>
                      <a:pt x="3142" y="7705"/>
                      <a:pt x="3125" y="7737"/>
                      <a:pt x="3107" y="7770"/>
                    </a:cubicBezTo>
                    <a:cubicBezTo>
                      <a:pt x="3093" y="7803"/>
                      <a:pt x="3078" y="7835"/>
                      <a:pt x="3064" y="7868"/>
                    </a:cubicBezTo>
                    <a:lnTo>
                      <a:pt x="3037" y="7970"/>
                    </a:lnTo>
                    <a:lnTo>
                      <a:pt x="3037" y="8076"/>
                    </a:lnTo>
                    <a:cubicBezTo>
                      <a:pt x="3048" y="8113"/>
                      <a:pt x="3058" y="8150"/>
                      <a:pt x="3069" y="8187"/>
                    </a:cubicBezTo>
                    <a:cubicBezTo>
                      <a:pt x="3073" y="8206"/>
                      <a:pt x="3076" y="8226"/>
                      <a:pt x="3080" y="8245"/>
                    </a:cubicBezTo>
                    <a:cubicBezTo>
                      <a:pt x="3075" y="8264"/>
                      <a:pt x="3069" y="8284"/>
                      <a:pt x="3064" y="8303"/>
                    </a:cubicBezTo>
                    <a:cubicBezTo>
                      <a:pt x="3053" y="8321"/>
                      <a:pt x="3043" y="8338"/>
                      <a:pt x="3032" y="8356"/>
                    </a:cubicBezTo>
                    <a:cubicBezTo>
                      <a:pt x="3018" y="8374"/>
                      <a:pt x="3003" y="8391"/>
                      <a:pt x="2989" y="8409"/>
                    </a:cubicBezTo>
                    <a:cubicBezTo>
                      <a:pt x="2980" y="8425"/>
                      <a:pt x="2971" y="8440"/>
                      <a:pt x="2962" y="8456"/>
                    </a:cubicBezTo>
                    <a:cubicBezTo>
                      <a:pt x="2955" y="8469"/>
                      <a:pt x="2948" y="8483"/>
                      <a:pt x="2941" y="8496"/>
                    </a:cubicBezTo>
                    <a:cubicBezTo>
                      <a:pt x="2943" y="8507"/>
                      <a:pt x="2944" y="8519"/>
                      <a:pt x="2946" y="8530"/>
                    </a:cubicBezTo>
                    <a:lnTo>
                      <a:pt x="3198" y="8767"/>
                    </a:lnTo>
                    <a:lnTo>
                      <a:pt x="3198" y="8836"/>
                    </a:lnTo>
                    <a:lnTo>
                      <a:pt x="3171" y="8884"/>
                    </a:lnTo>
                    <a:lnTo>
                      <a:pt x="3133" y="8934"/>
                    </a:lnTo>
                    <a:cubicBezTo>
                      <a:pt x="3119" y="8952"/>
                      <a:pt x="3105" y="8971"/>
                      <a:pt x="3091" y="8989"/>
                    </a:cubicBezTo>
                    <a:cubicBezTo>
                      <a:pt x="3078" y="9008"/>
                      <a:pt x="3066" y="9026"/>
                      <a:pt x="3053" y="9045"/>
                    </a:cubicBezTo>
                    <a:cubicBezTo>
                      <a:pt x="3041" y="9062"/>
                      <a:pt x="3028" y="9080"/>
                      <a:pt x="3016" y="9097"/>
                    </a:cubicBezTo>
                    <a:cubicBezTo>
                      <a:pt x="3009" y="9113"/>
                      <a:pt x="3001" y="9129"/>
                      <a:pt x="2994" y="9145"/>
                    </a:cubicBezTo>
                    <a:cubicBezTo>
                      <a:pt x="2996" y="9158"/>
                      <a:pt x="2997" y="9171"/>
                      <a:pt x="2999" y="9184"/>
                    </a:cubicBezTo>
                    <a:cubicBezTo>
                      <a:pt x="3013" y="9213"/>
                      <a:pt x="3028" y="9243"/>
                      <a:pt x="3042" y="9272"/>
                    </a:cubicBezTo>
                    <a:lnTo>
                      <a:pt x="3107" y="9364"/>
                    </a:lnTo>
                    <a:lnTo>
                      <a:pt x="3176" y="9454"/>
                    </a:lnTo>
                    <a:cubicBezTo>
                      <a:pt x="3197" y="9486"/>
                      <a:pt x="3219" y="9517"/>
                      <a:pt x="3240" y="9549"/>
                    </a:cubicBezTo>
                    <a:cubicBezTo>
                      <a:pt x="3256" y="9581"/>
                      <a:pt x="3273" y="9612"/>
                      <a:pt x="3289" y="9644"/>
                    </a:cubicBezTo>
                    <a:cubicBezTo>
                      <a:pt x="3300" y="9676"/>
                      <a:pt x="3310" y="9709"/>
                      <a:pt x="3321" y="9741"/>
                    </a:cubicBezTo>
                    <a:cubicBezTo>
                      <a:pt x="3323" y="9774"/>
                      <a:pt x="3324" y="9806"/>
                      <a:pt x="3326" y="9839"/>
                    </a:cubicBezTo>
                    <a:cubicBezTo>
                      <a:pt x="3317" y="9872"/>
                      <a:pt x="3308" y="9906"/>
                      <a:pt x="3299" y="9939"/>
                    </a:cubicBezTo>
                    <a:lnTo>
                      <a:pt x="3160" y="9974"/>
                    </a:lnTo>
                    <a:lnTo>
                      <a:pt x="3016" y="9992"/>
                    </a:lnTo>
                    <a:lnTo>
                      <a:pt x="2855" y="10000"/>
                    </a:lnTo>
                    <a:lnTo>
                      <a:pt x="2700" y="9997"/>
                    </a:lnTo>
                    <a:lnTo>
                      <a:pt x="2539" y="9979"/>
                    </a:lnTo>
                    <a:lnTo>
                      <a:pt x="2384" y="9955"/>
                    </a:lnTo>
                    <a:lnTo>
                      <a:pt x="2239" y="9921"/>
                    </a:lnTo>
                    <a:lnTo>
                      <a:pt x="2105" y="9881"/>
                    </a:lnTo>
                    <a:cubicBezTo>
                      <a:pt x="2066" y="9865"/>
                      <a:pt x="2026" y="9850"/>
                      <a:pt x="1987" y="9834"/>
                    </a:cubicBezTo>
                    <a:lnTo>
                      <a:pt x="1901" y="9781"/>
                    </a:lnTo>
                    <a:lnTo>
                      <a:pt x="1837" y="9723"/>
                    </a:lnTo>
                    <a:lnTo>
                      <a:pt x="1837" y="9514"/>
                    </a:lnTo>
                    <a:cubicBezTo>
                      <a:pt x="1828" y="9503"/>
                      <a:pt x="1819" y="9491"/>
                      <a:pt x="1810" y="9480"/>
                    </a:cubicBezTo>
                    <a:cubicBezTo>
                      <a:pt x="1798" y="9465"/>
                      <a:pt x="1785" y="9450"/>
                      <a:pt x="1773" y="9435"/>
                    </a:cubicBezTo>
                    <a:cubicBezTo>
                      <a:pt x="1764" y="9417"/>
                      <a:pt x="1755" y="9400"/>
                      <a:pt x="1746" y="9382"/>
                    </a:cubicBezTo>
                    <a:lnTo>
                      <a:pt x="1725" y="9316"/>
                    </a:lnTo>
                    <a:lnTo>
                      <a:pt x="1725" y="9248"/>
                    </a:lnTo>
                    <a:cubicBezTo>
                      <a:pt x="1732" y="9224"/>
                      <a:pt x="1739" y="9201"/>
                      <a:pt x="1746" y="9177"/>
                    </a:cubicBezTo>
                    <a:cubicBezTo>
                      <a:pt x="1751" y="9160"/>
                      <a:pt x="1757" y="9143"/>
                      <a:pt x="1762" y="9126"/>
                    </a:cubicBezTo>
                    <a:lnTo>
                      <a:pt x="1762" y="9071"/>
                    </a:lnTo>
                    <a:cubicBezTo>
                      <a:pt x="1755" y="9052"/>
                      <a:pt x="1748" y="9032"/>
                      <a:pt x="1741" y="9013"/>
                    </a:cubicBezTo>
                    <a:cubicBezTo>
                      <a:pt x="1736" y="8993"/>
                      <a:pt x="1730" y="8972"/>
                      <a:pt x="1725" y="8952"/>
                    </a:cubicBezTo>
                    <a:cubicBezTo>
                      <a:pt x="1721" y="8929"/>
                      <a:pt x="1718" y="8907"/>
                      <a:pt x="1714" y="8884"/>
                    </a:cubicBezTo>
                    <a:lnTo>
                      <a:pt x="1714" y="8810"/>
                    </a:lnTo>
                    <a:cubicBezTo>
                      <a:pt x="1721" y="8784"/>
                      <a:pt x="1728" y="8759"/>
                      <a:pt x="1735" y="8733"/>
                    </a:cubicBezTo>
                    <a:lnTo>
                      <a:pt x="1762" y="8667"/>
                    </a:lnTo>
                    <a:cubicBezTo>
                      <a:pt x="1775" y="8647"/>
                      <a:pt x="1787" y="8626"/>
                      <a:pt x="1800" y="8606"/>
                    </a:cubicBezTo>
                    <a:cubicBezTo>
                      <a:pt x="1812" y="8586"/>
                      <a:pt x="1825" y="8566"/>
                      <a:pt x="1837" y="8546"/>
                    </a:cubicBezTo>
                    <a:cubicBezTo>
                      <a:pt x="1848" y="8521"/>
                      <a:pt x="1858" y="8497"/>
                      <a:pt x="1869" y="8472"/>
                    </a:cubicBezTo>
                    <a:lnTo>
                      <a:pt x="1869" y="7820"/>
                    </a:lnTo>
                    <a:lnTo>
                      <a:pt x="1998" y="7020"/>
                    </a:lnTo>
                    <a:cubicBezTo>
                      <a:pt x="2085" y="6872"/>
                      <a:pt x="2173" y="6725"/>
                      <a:pt x="2260" y="6577"/>
                    </a:cubicBezTo>
                    <a:cubicBezTo>
                      <a:pt x="2265" y="6458"/>
                      <a:pt x="2271" y="6340"/>
                      <a:pt x="2276" y="6221"/>
                    </a:cubicBezTo>
                    <a:lnTo>
                      <a:pt x="2453" y="5735"/>
                    </a:lnTo>
                    <a:lnTo>
                      <a:pt x="2501" y="5606"/>
                    </a:lnTo>
                    <a:cubicBezTo>
                      <a:pt x="2514" y="5565"/>
                      <a:pt x="2526" y="5525"/>
                      <a:pt x="2539" y="5484"/>
                    </a:cubicBezTo>
                    <a:cubicBezTo>
                      <a:pt x="2546" y="5444"/>
                      <a:pt x="2553" y="5403"/>
                      <a:pt x="2560" y="5363"/>
                    </a:cubicBezTo>
                    <a:cubicBezTo>
                      <a:pt x="2571" y="5324"/>
                      <a:pt x="2581" y="5286"/>
                      <a:pt x="2592" y="5247"/>
                    </a:cubicBezTo>
                    <a:lnTo>
                      <a:pt x="2598" y="5202"/>
                    </a:lnTo>
                    <a:lnTo>
                      <a:pt x="2592" y="5154"/>
                    </a:lnTo>
                    <a:cubicBezTo>
                      <a:pt x="2590" y="5138"/>
                      <a:pt x="2589" y="5123"/>
                      <a:pt x="2587" y="5107"/>
                    </a:cubicBezTo>
                    <a:lnTo>
                      <a:pt x="2587" y="5059"/>
                    </a:lnTo>
                    <a:cubicBezTo>
                      <a:pt x="2596" y="5044"/>
                      <a:pt x="2605" y="5030"/>
                      <a:pt x="2614" y="5015"/>
                    </a:cubicBezTo>
                    <a:lnTo>
                      <a:pt x="2592" y="5015"/>
                    </a:lnTo>
                    <a:lnTo>
                      <a:pt x="2587" y="5015"/>
                    </a:lnTo>
                    <a:lnTo>
                      <a:pt x="2582" y="5015"/>
                    </a:lnTo>
                    <a:lnTo>
                      <a:pt x="2582" y="5020"/>
                    </a:lnTo>
                    <a:lnTo>
                      <a:pt x="2571" y="5020"/>
                    </a:lnTo>
                    <a:lnTo>
                      <a:pt x="2571" y="5015"/>
                    </a:lnTo>
                    <a:cubicBezTo>
                      <a:pt x="2569" y="5014"/>
                      <a:pt x="2568" y="5013"/>
                      <a:pt x="2566" y="5012"/>
                    </a:cubicBezTo>
                    <a:cubicBezTo>
                      <a:pt x="2564" y="5009"/>
                      <a:pt x="2562" y="5007"/>
                      <a:pt x="2560" y="5004"/>
                    </a:cubicBezTo>
                    <a:lnTo>
                      <a:pt x="2566" y="4980"/>
                    </a:lnTo>
                    <a:cubicBezTo>
                      <a:pt x="2559" y="4975"/>
                      <a:pt x="2551" y="4969"/>
                      <a:pt x="2544" y="4964"/>
                    </a:cubicBezTo>
                    <a:lnTo>
                      <a:pt x="2517" y="4946"/>
                    </a:lnTo>
                    <a:cubicBezTo>
                      <a:pt x="2503" y="4942"/>
                      <a:pt x="2489" y="4937"/>
                      <a:pt x="2475" y="4933"/>
                    </a:cubicBezTo>
                    <a:cubicBezTo>
                      <a:pt x="2464" y="4928"/>
                      <a:pt x="2453" y="4922"/>
                      <a:pt x="2442" y="4917"/>
                    </a:cubicBezTo>
                    <a:cubicBezTo>
                      <a:pt x="2435" y="4913"/>
                      <a:pt x="2428" y="4908"/>
                      <a:pt x="2421" y="4904"/>
                    </a:cubicBezTo>
                    <a:lnTo>
                      <a:pt x="2421" y="4605"/>
                    </a:lnTo>
                    <a:cubicBezTo>
                      <a:pt x="2425" y="4443"/>
                      <a:pt x="2428" y="4282"/>
                      <a:pt x="2432" y="4120"/>
                    </a:cubicBezTo>
                    <a:cubicBezTo>
                      <a:pt x="2439" y="4085"/>
                      <a:pt x="2446" y="4049"/>
                      <a:pt x="2453" y="4014"/>
                    </a:cubicBezTo>
                    <a:cubicBezTo>
                      <a:pt x="2451" y="3980"/>
                      <a:pt x="2450" y="3945"/>
                      <a:pt x="2448" y="3911"/>
                    </a:cubicBezTo>
                    <a:cubicBezTo>
                      <a:pt x="2443" y="3877"/>
                      <a:pt x="2437" y="3842"/>
                      <a:pt x="2432" y="3808"/>
                    </a:cubicBezTo>
                    <a:cubicBezTo>
                      <a:pt x="2425" y="3773"/>
                      <a:pt x="2417" y="3738"/>
                      <a:pt x="2410" y="3703"/>
                    </a:cubicBezTo>
                    <a:cubicBezTo>
                      <a:pt x="2414" y="3668"/>
                      <a:pt x="2417" y="3632"/>
                      <a:pt x="2421" y="3597"/>
                    </a:cubicBezTo>
                    <a:cubicBezTo>
                      <a:pt x="2425" y="3558"/>
                      <a:pt x="2428" y="3520"/>
                      <a:pt x="2432" y="3481"/>
                    </a:cubicBezTo>
                    <a:cubicBezTo>
                      <a:pt x="2437" y="3441"/>
                      <a:pt x="2443" y="3402"/>
                      <a:pt x="2448" y="3362"/>
                    </a:cubicBezTo>
                    <a:cubicBezTo>
                      <a:pt x="2450" y="3321"/>
                      <a:pt x="2451" y="3279"/>
                      <a:pt x="2453" y="3238"/>
                    </a:cubicBezTo>
                    <a:cubicBezTo>
                      <a:pt x="2451" y="3199"/>
                      <a:pt x="2450" y="3161"/>
                      <a:pt x="2448" y="3122"/>
                    </a:cubicBezTo>
                    <a:lnTo>
                      <a:pt x="2421" y="3017"/>
                    </a:lnTo>
                    <a:cubicBezTo>
                      <a:pt x="2401" y="2912"/>
                      <a:pt x="2382" y="2808"/>
                      <a:pt x="2362" y="2703"/>
                    </a:cubicBezTo>
                    <a:cubicBezTo>
                      <a:pt x="2358" y="2720"/>
                      <a:pt x="2355" y="2736"/>
                      <a:pt x="2351" y="2753"/>
                    </a:cubicBezTo>
                    <a:lnTo>
                      <a:pt x="2314" y="2790"/>
                    </a:lnTo>
                    <a:cubicBezTo>
                      <a:pt x="2303" y="2800"/>
                      <a:pt x="2293" y="2811"/>
                      <a:pt x="2282" y="2821"/>
                    </a:cubicBezTo>
                    <a:lnTo>
                      <a:pt x="2255" y="2848"/>
                    </a:lnTo>
                    <a:cubicBezTo>
                      <a:pt x="2250" y="2858"/>
                      <a:pt x="2244" y="2867"/>
                      <a:pt x="2239" y="2877"/>
                    </a:cubicBezTo>
                    <a:cubicBezTo>
                      <a:pt x="2238" y="2886"/>
                      <a:pt x="2237" y="2894"/>
                      <a:pt x="2236" y="2903"/>
                    </a:cubicBezTo>
                    <a:lnTo>
                      <a:pt x="2217" y="2922"/>
                    </a:lnTo>
                    <a:cubicBezTo>
                      <a:pt x="2206" y="2933"/>
                      <a:pt x="2196" y="2945"/>
                      <a:pt x="2185" y="2956"/>
                    </a:cubicBezTo>
                    <a:lnTo>
                      <a:pt x="2148" y="2996"/>
                    </a:lnTo>
                    <a:cubicBezTo>
                      <a:pt x="2141" y="3011"/>
                      <a:pt x="2133" y="3025"/>
                      <a:pt x="2126" y="3040"/>
                    </a:cubicBezTo>
                    <a:lnTo>
                      <a:pt x="2105" y="3088"/>
                    </a:lnTo>
                    <a:cubicBezTo>
                      <a:pt x="2101" y="3100"/>
                      <a:pt x="2098" y="3113"/>
                      <a:pt x="2094" y="3125"/>
                    </a:cubicBezTo>
                    <a:cubicBezTo>
                      <a:pt x="2092" y="3135"/>
                      <a:pt x="2091" y="3144"/>
                      <a:pt x="2089" y="3154"/>
                    </a:cubicBezTo>
                    <a:cubicBezTo>
                      <a:pt x="2085" y="3157"/>
                      <a:pt x="2082" y="3161"/>
                      <a:pt x="2078" y="3164"/>
                    </a:cubicBezTo>
                    <a:lnTo>
                      <a:pt x="1971" y="3215"/>
                    </a:lnTo>
                    <a:lnTo>
                      <a:pt x="1869" y="3257"/>
                    </a:lnTo>
                    <a:lnTo>
                      <a:pt x="1773" y="3296"/>
                    </a:lnTo>
                    <a:cubicBezTo>
                      <a:pt x="1741" y="3308"/>
                      <a:pt x="1708" y="3319"/>
                      <a:pt x="1676" y="3331"/>
                    </a:cubicBezTo>
                    <a:lnTo>
                      <a:pt x="1559" y="3362"/>
                    </a:lnTo>
                    <a:lnTo>
                      <a:pt x="1414" y="3389"/>
                    </a:lnTo>
                    <a:lnTo>
                      <a:pt x="1296" y="3399"/>
                    </a:lnTo>
                    <a:lnTo>
                      <a:pt x="1194" y="3391"/>
                    </a:lnTo>
                    <a:lnTo>
                      <a:pt x="1093" y="3376"/>
                    </a:lnTo>
                    <a:lnTo>
                      <a:pt x="1007" y="3344"/>
                    </a:lnTo>
                    <a:cubicBezTo>
                      <a:pt x="978" y="3333"/>
                      <a:pt x="950" y="3321"/>
                      <a:pt x="921" y="3310"/>
                    </a:cubicBezTo>
                    <a:cubicBezTo>
                      <a:pt x="896" y="3297"/>
                      <a:pt x="871" y="3283"/>
                      <a:pt x="846" y="3270"/>
                    </a:cubicBezTo>
                    <a:lnTo>
                      <a:pt x="777" y="3225"/>
                    </a:lnTo>
                    <a:cubicBezTo>
                      <a:pt x="757" y="3211"/>
                      <a:pt x="738" y="3197"/>
                      <a:pt x="718" y="3183"/>
                    </a:cubicBezTo>
                    <a:cubicBezTo>
                      <a:pt x="700" y="3171"/>
                      <a:pt x="682" y="3158"/>
                      <a:pt x="664" y="3146"/>
                    </a:cubicBezTo>
                    <a:cubicBezTo>
                      <a:pt x="650" y="3135"/>
                      <a:pt x="635" y="3125"/>
                      <a:pt x="621" y="3114"/>
                    </a:cubicBezTo>
                    <a:cubicBezTo>
                      <a:pt x="609" y="3108"/>
                      <a:pt x="596" y="3102"/>
                      <a:pt x="584" y="3096"/>
                    </a:cubicBezTo>
                    <a:cubicBezTo>
                      <a:pt x="548" y="3075"/>
                      <a:pt x="513" y="3053"/>
                      <a:pt x="477" y="3032"/>
                    </a:cubicBezTo>
                    <a:lnTo>
                      <a:pt x="386" y="2959"/>
                    </a:lnTo>
                    <a:lnTo>
                      <a:pt x="311" y="2869"/>
                    </a:lnTo>
                    <a:cubicBezTo>
                      <a:pt x="293" y="2837"/>
                      <a:pt x="275" y="2806"/>
                      <a:pt x="257" y="2774"/>
                    </a:cubicBezTo>
                    <a:cubicBezTo>
                      <a:pt x="243" y="2739"/>
                      <a:pt x="228" y="2703"/>
                      <a:pt x="214" y="2668"/>
                    </a:cubicBezTo>
                    <a:cubicBezTo>
                      <a:pt x="209" y="2631"/>
                      <a:pt x="203" y="2594"/>
                      <a:pt x="198" y="2557"/>
                    </a:cubicBezTo>
                    <a:lnTo>
                      <a:pt x="198" y="2449"/>
                    </a:lnTo>
                    <a:lnTo>
                      <a:pt x="225" y="2341"/>
                    </a:lnTo>
                    <a:cubicBezTo>
                      <a:pt x="230" y="2324"/>
                      <a:pt x="236" y="2308"/>
                      <a:pt x="241" y="2291"/>
                    </a:cubicBezTo>
                    <a:cubicBezTo>
                      <a:pt x="239" y="2275"/>
                      <a:pt x="238" y="2259"/>
                      <a:pt x="236" y="2243"/>
                    </a:cubicBezTo>
                    <a:lnTo>
                      <a:pt x="236" y="2196"/>
                    </a:lnTo>
                    <a:lnTo>
                      <a:pt x="236" y="2151"/>
                    </a:lnTo>
                    <a:cubicBezTo>
                      <a:pt x="239" y="2139"/>
                      <a:pt x="243" y="2126"/>
                      <a:pt x="246" y="2114"/>
                    </a:cubicBezTo>
                    <a:cubicBezTo>
                      <a:pt x="228" y="2087"/>
                      <a:pt x="211" y="2059"/>
                      <a:pt x="193" y="2032"/>
                    </a:cubicBezTo>
                    <a:cubicBezTo>
                      <a:pt x="172" y="2002"/>
                      <a:pt x="150" y="1972"/>
                      <a:pt x="129" y="1942"/>
                    </a:cubicBezTo>
                    <a:cubicBezTo>
                      <a:pt x="111" y="1911"/>
                      <a:pt x="93" y="1881"/>
                      <a:pt x="75" y="1850"/>
                    </a:cubicBezTo>
                    <a:lnTo>
                      <a:pt x="27" y="1760"/>
                    </a:lnTo>
                    <a:cubicBezTo>
                      <a:pt x="18" y="1730"/>
                      <a:pt x="9" y="1701"/>
                      <a:pt x="0" y="1671"/>
                    </a:cubicBezTo>
                    <a:lnTo>
                      <a:pt x="107" y="1618"/>
                    </a:lnTo>
                    <a:lnTo>
                      <a:pt x="257" y="1576"/>
                    </a:lnTo>
                    <a:lnTo>
                      <a:pt x="412" y="1541"/>
                    </a:lnTo>
                    <a:lnTo>
                      <a:pt x="595" y="1518"/>
                    </a:lnTo>
                    <a:lnTo>
                      <a:pt x="777" y="1507"/>
                    </a:lnTo>
                    <a:cubicBezTo>
                      <a:pt x="793" y="1512"/>
                      <a:pt x="809" y="1518"/>
                      <a:pt x="825" y="1523"/>
                    </a:cubicBezTo>
                    <a:cubicBezTo>
                      <a:pt x="843" y="1526"/>
                      <a:pt x="860" y="1530"/>
                      <a:pt x="878" y="1533"/>
                    </a:cubicBezTo>
                    <a:cubicBezTo>
                      <a:pt x="898" y="1536"/>
                      <a:pt x="917" y="1538"/>
                      <a:pt x="937" y="1541"/>
                    </a:cubicBezTo>
                    <a:cubicBezTo>
                      <a:pt x="955" y="1545"/>
                      <a:pt x="973" y="1550"/>
                      <a:pt x="991" y="1554"/>
                    </a:cubicBezTo>
                    <a:cubicBezTo>
                      <a:pt x="1007" y="1561"/>
                      <a:pt x="1023" y="1569"/>
                      <a:pt x="1039" y="1576"/>
                    </a:cubicBezTo>
                    <a:lnTo>
                      <a:pt x="1093" y="1615"/>
                    </a:lnTo>
                    <a:cubicBezTo>
                      <a:pt x="1105" y="1630"/>
                      <a:pt x="1118" y="1645"/>
                      <a:pt x="1130" y="1660"/>
                    </a:cubicBezTo>
                    <a:lnTo>
                      <a:pt x="1087" y="1694"/>
                    </a:lnTo>
                    <a:cubicBezTo>
                      <a:pt x="1082" y="1706"/>
                      <a:pt x="1076" y="1717"/>
                      <a:pt x="1071" y="1729"/>
                    </a:cubicBezTo>
                    <a:cubicBezTo>
                      <a:pt x="1076" y="1740"/>
                      <a:pt x="1082" y="1752"/>
                      <a:pt x="1087" y="1763"/>
                    </a:cubicBezTo>
                    <a:cubicBezTo>
                      <a:pt x="1092" y="1774"/>
                      <a:pt x="1098" y="1786"/>
                      <a:pt x="1103" y="1797"/>
                    </a:cubicBezTo>
                    <a:cubicBezTo>
                      <a:pt x="1107" y="1809"/>
                      <a:pt x="1110" y="1822"/>
                      <a:pt x="1114" y="1834"/>
                    </a:cubicBezTo>
                    <a:cubicBezTo>
                      <a:pt x="1112" y="1846"/>
                      <a:pt x="1111" y="1859"/>
                      <a:pt x="1109" y="1871"/>
                    </a:cubicBezTo>
                    <a:cubicBezTo>
                      <a:pt x="1096" y="1885"/>
                      <a:pt x="1084" y="1899"/>
                      <a:pt x="1071" y="1913"/>
                    </a:cubicBezTo>
                    <a:lnTo>
                      <a:pt x="900" y="1948"/>
                    </a:lnTo>
                    <a:lnTo>
                      <a:pt x="900" y="1985"/>
                    </a:lnTo>
                    <a:cubicBezTo>
                      <a:pt x="902" y="1997"/>
                      <a:pt x="903" y="2010"/>
                      <a:pt x="905" y="2022"/>
                    </a:cubicBezTo>
                    <a:cubicBezTo>
                      <a:pt x="909" y="2036"/>
                      <a:pt x="912" y="2050"/>
                      <a:pt x="916" y="2064"/>
                    </a:cubicBezTo>
                    <a:lnTo>
                      <a:pt x="916" y="2103"/>
                    </a:lnTo>
                    <a:cubicBezTo>
                      <a:pt x="912" y="2116"/>
                      <a:pt x="909" y="2130"/>
                      <a:pt x="905" y="2143"/>
                    </a:cubicBezTo>
                    <a:cubicBezTo>
                      <a:pt x="900" y="2154"/>
                      <a:pt x="894" y="2164"/>
                      <a:pt x="889" y="2175"/>
                    </a:cubicBezTo>
                    <a:cubicBezTo>
                      <a:pt x="875" y="2184"/>
                      <a:pt x="860" y="2192"/>
                      <a:pt x="846" y="2201"/>
                    </a:cubicBezTo>
                    <a:lnTo>
                      <a:pt x="889" y="2241"/>
                    </a:lnTo>
                    <a:cubicBezTo>
                      <a:pt x="905" y="2253"/>
                      <a:pt x="921" y="2266"/>
                      <a:pt x="937" y="2278"/>
                    </a:cubicBezTo>
                    <a:cubicBezTo>
                      <a:pt x="955" y="2289"/>
                      <a:pt x="973" y="2301"/>
                      <a:pt x="991" y="2312"/>
                    </a:cubicBezTo>
                    <a:lnTo>
                      <a:pt x="1044" y="2336"/>
                    </a:lnTo>
                    <a:cubicBezTo>
                      <a:pt x="1060" y="2339"/>
                      <a:pt x="1077" y="2343"/>
                      <a:pt x="1093" y="2346"/>
                    </a:cubicBezTo>
                    <a:cubicBezTo>
                      <a:pt x="1105" y="2337"/>
                      <a:pt x="1118" y="2329"/>
                      <a:pt x="1130" y="2320"/>
                    </a:cubicBezTo>
                    <a:lnTo>
                      <a:pt x="1157" y="2275"/>
                    </a:lnTo>
                    <a:cubicBezTo>
                      <a:pt x="1169" y="2257"/>
                      <a:pt x="1182" y="2238"/>
                      <a:pt x="1194" y="2220"/>
                    </a:cubicBezTo>
                    <a:cubicBezTo>
                      <a:pt x="1205" y="2199"/>
                      <a:pt x="1216" y="2177"/>
                      <a:pt x="1227" y="2156"/>
                    </a:cubicBezTo>
                    <a:cubicBezTo>
                      <a:pt x="1234" y="2133"/>
                      <a:pt x="1241" y="2111"/>
                      <a:pt x="1248" y="2088"/>
                    </a:cubicBezTo>
                    <a:lnTo>
                      <a:pt x="1275" y="2022"/>
                    </a:lnTo>
                    <a:cubicBezTo>
                      <a:pt x="1280" y="2002"/>
                      <a:pt x="1286" y="1981"/>
                      <a:pt x="1291" y="1961"/>
                    </a:cubicBezTo>
                    <a:cubicBezTo>
                      <a:pt x="1293" y="1945"/>
                      <a:pt x="1294" y="1929"/>
                      <a:pt x="1296" y="1913"/>
                    </a:cubicBezTo>
                    <a:cubicBezTo>
                      <a:pt x="1294" y="1902"/>
                      <a:pt x="1293" y="1890"/>
                      <a:pt x="1291" y="1879"/>
                    </a:cubicBezTo>
                    <a:lnTo>
                      <a:pt x="1318" y="1876"/>
                    </a:lnTo>
                    <a:cubicBezTo>
                      <a:pt x="1321" y="1874"/>
                      <a:pt x="1325" y="1873"/>
                      <a:pt x="1328" y="1871"/>
                    </a:cubicBezTo>
                    <a:cubicBezTo>
                      <a:pt x="1333" y="1869"/>
                      <a:pt x="1339" y="1868"/>
                      <a:pt x="1344" y="1866"/>
                    </a:cubicBezTo>
                    <a:cubicBezTo>
                      <a:pt x="1346" y="1864"/>
                      <a:pt x="1348" y="1863"/>
                      <a:pt x="1350" y="1861"/>
                    </a:cubicBezTo>
                    <a:cubicBezTo>
                      <a:pt x="1353" y="1859"/>
                      <a:pt x="1357" y="1857"/>
                      <a:pt x="1360" y="1855"/>
                    </a:cubicBezTo>
                    <a:cubicBezTo>
                      <a:pt x="1362" y="1852"/>
                      <a:pt x="1364" y="1850"/>
                      <a:pt x="1366" y="1847"/>
                    </a:cubicBezTo>
                    <a:cubicBezTo>
                      <a:pt x="1370" y="1843"/>
                      <a:pt x="1373" y="1838"/>
                      <a:pt x="1377" y="1834"/>
                    </a:cubicBezTo>
                    <a:cubicBezTo>
                      <a:pt x="1373" y="1823"/>
                      <a:pt x="1370" y="1811"/>
                      <a:pt x="1366" y="1800"/>
                    </a:cubicBezTo>
                    <a:cubicBezTo>
                      <a:pt x="1370" y="1784"/>
                      <a:pt x="1373" y="1768"/>
                      <a:pt x="1377" y="1752"/>
                    </a:cubicBezTo>
                    <a:cubicBezTo>
                      <a:pt x="1384" y="1735"/>
                      <a:pt x="1391" y="1719"/>
                      <a:pt x="1398" y="1702"/>
                    </a:cubicBezTo>
                    <a:cubicBezTo>
                      <a:pt x="1409" y="1685"/>
                      <a:pt x="1419" y="1669"/>
                      <a:pt x="1430" y="1652"/>
                    </a:cubicBezTo>
                    <a:cubicBezTo>
                      <a:pt x="1441" y="1639"/>
                      <a:pt x="1451" y="1626"/>
                      <a:pt x="1462" y="1613"/>
                    </a:cubicBezTo>
                    <a:cubicBezTo>
                      <a:pt x="1476" y="1602"/>
                      <a:pt x="1491" y="1592"/>
                      <a:pt x="1505" y="1581"/>
                    </a:cubicBezTo>
                    <a:lnTo>
                      <a:pt x="1575" y="1554"/>
                    </a:lnTo>
                    <a:lnTo>
                      <a:pt x="1666" y="1536"/>
                    </a:lnTo>
                    <a:cubicBezTo>
                      <a:pt x="1698" y="1533"/>
                      <a:pt x="1730" y="1531"/>
                      <a:pt x="1762" y="1528"/>
                    </a:cubicBezTo>
                    <a:lnTo>
                      <a:pt x="1864" y="1518"/>
                    </a:lnTo>
                    <a:lnTo>
                      <a:pt x="1971" y="1507"/>
                    </a:lnTo>
                    <a:lnTo>
                      <a:pt x="2067" y="1486"/>
                    </a:lnTo>
                    <a:lnTo>
                      <a:pt x="2266" y="1438"/>
                    </a:lnTo>
                    <a:lnTo>
                      <a:pt x="2480" y="1386"/>
                    </a:lnTo>
                    <a:lnTo>
                      <a:pt x="2700" y="1333"/>
                    </a:lnTo>
                    <a:lnTo>
                      <a:pt x="2892" y="1277"/>
                    </a:lnTo>
                    <a:cubicBezTo>
                      <a:pt x="2880" y="1272"/>
                      <a:pt x="2867" y="1267"/>
                      <a:pt x="2855" y="1262"/>
                    </a:cubicBezTo>
                    <a:cubicBezTo>
                      <a:pt x="2882" y="1257"/>
                      <a:pt x="2908" y="1251"/>
                      <a:pt x="2935" y="1246"/>
                    </a:cubicBezTo>
                    <a:lnTo>
                      <a:pt x="2994" y="1222"/>
                    </a:lnTo>
                    <a:lnTo>
                      <a:pt x="3053" y="1193"/>
                    </a:lnTo>
                    <a:cubicBezTo>
                      <a:pt x="3069" y="1182"/>
                      <a:pt x="3085" y="1172"/>
                      <a:pt x="3101" y="1161"/>
                    </a:cubicBezTo>
                    <a:cubicBezTo>
                      <a:pt x="3119" y="1151"/>
                      <a:pt x="3137" y="1140"/>
                      <a:pt x="3155" y="1130"/>
                    </a:cubicBezTo>
                    <a:lnTo>
                      <a:pt x="3208" y="1106"/>
                    </a:lnTo>
                    <a:cubicBezTo>
                      <a:pt x="3219" y="1125"/>
                      <a:pt x="3229" y="1145"/>
                      <a:pt x="3240" y="1164"/>
                    </a:cubicBezTo>
                    <a:cubicBezTo>
                      <a:pt x="3258" y="1182"/>
                      <a:pt x="3276" y="1201"/>
                      <a:pt x="3294" y="1219"/>
                    </a:cubicBezTo>
                    <a:cubicBezTo>
                      <a:pt x="3317" y="1236"/>
                      <a:pt x="3341" y="1252"/>
                      <a:pt x="3364" y="1269"/>
                    </a:cubicBezTo>
                    <a:lnTo>
                      <a:pt x="3433" y="1320"/>
                    </a:lnTo>
                    <a:lnTo>
                      <a:pt x="3492" y="1367"/>
                    </a:lnTo>
                    <a:lnTo>
                      <a:pt x="3610" y="1478"/>
                    </a:lnTo>
                    <a:cubicBezTo>
                      <a:pt x="3646" y="1518"/>
                      <a:pt x="3681" y="1559"/>
                      <a:pt x="3717" y="1599"/>
                    </a:cubicBezTo>
                    <a:cubicBezTo>
                      <a:pt x="3749" y="1640"/>
                      <a:pt x="3782" y="1680"/>
                      <a:pt x="3814" y="1721"/>
                    </a:cubicBezTo>
                    <a:lnTo>
                      <a:pt x="3937" y="1919"/>
                    </a:lnTo>
                    <a:cubicBezTo>
                      <a:pt x="3974" y="1988"/>
                      <a:pt x="4012" y="2056"/>
                      <a:pt x="4049" y="2125"/>
                    </a:cubicBezTo>
                    <a:cubicBezTo>
                      <a:pt x="4079" y="2193"/>
                      <a:pt x="4110" y="2262"/>
                      <a:pt x="4140" y="2330"/>
                    </a:cubicBezTo>
                    <a:cubicBezTo>
                      <a:pt x="4167" y="2401"/>
                      <a:pt x="4194" y="2471"/>
                      <a:pt x="4221" y="2542"/>
                    </a:cubicBezTo>
                    <a:cubicBezTo>
                      <a:pt x="4251" y="2615"/>
                      <a:pt x="4282" y="2688"/>
                      <a:pt x="4312" y="2761"/>
                    </a:cubicBezTo>
                    <a:cubicBezTo>
                      <a:pt x="4344" y="2835"/>
                      <a:pt x="4376" y="2908"/>
                      <a:pt x="4408" y="2982"/>
                    </a:cubicBezTo>
                    <a:cubicBezTo>
                      <a:pt x="4429" y="3026"/>
                      <a:pt x="4451" y="3070"/>
                      <a:pt x="4472" y="3114"/>
                    </a:cubicBezTo>
                    <a:cubicBezTo>
                      <a:pt x="4494" y="3159"/>
                      <a:pt x="4515" y="3204"/>
                      <a:pt x="4537" y="3249"/>
                    </a:cubicBezTo>
                    <a:cubicBezTo>
                      <a:pt x="4553" y="3295"/>
                      <a:pt x="4569" y="3340"/>
                      <a:pt x="4585" y="3386"/>
                    </a:cubicBezTo>
                    <a:cubicBezTo>
                      <a:pt x="4599" y="3433"/>
                      <a:pt x="4614" y="3479"/>
                      <a:pt x="4628" y="3526"/>
                    </a:cubicBezTo>
                    <a:cubicBezTo>
                      <a:pt x="4639" y="3576"/>
                      <a:pt x="4649" y="3626"/>
                      <a:pt x="4660" y="3676"/>
                    </a:cubicBezTo>
                    <a:cubicBezTo>
                      <a:pt x="4665" y="3728"/>
                      <a:pt x="4671" y="3780"/>
                      <a:pt x="4676" y="3832"/>
                    </a:cubicBezTo>
                    <a:lnTo>
                      <a:pt x="5083" y="3861"/>
                    </a:lnTo>
                    <a:cubicBezTo>
                      <a:pt x="5106" y="3858"/>
                      <a:pt x="5130" y="3854"/>
                      <a:pt x="5153" y="3851"/>
                    </a:cubicBezTo>
                    <a:cubicBezTo>
                      <a:pt x="5180" y="3846"/>
                      <a:pt x="5206" y="3842"/>
                      <a:pt x="5233" y="3837"/>
                    </a:cubicBezTo>
                    <a:cubicBezTo>
                      <a:pt x="5262" y="3835"/>
                      <a:pt x="5290" y="3832"/>
                      <a:pt x="5319" y="3830"/>
                    </a:cubicBezTo>
                    <a:lnTo>
                      <a:pt x="5404" y="3827"/>
                    </a:lnTo>
                    <a:cubicBezTo>
                      <a:pt x="5429" y="3830"/>
                      <a:pt x="5454" y="3834"/>
                      <a:pt x="5479" y="3837"/>
                    </a:cubicBezTo>
                    <a:lnTo>
                      <a:pt x="5554" y="3861"/>
                    </a:lnTo>
                    <a:lnTo>
                      <a:pt x="5624" y="3840"/>
                    </a:lnTo>
                    <a:cubicBezTo>
                      <a:pt x="5653" y="3837"/>
                      <a:pt x="5681" y="3833"/>
                      <a:pt x="5710" y="3830"/>
                    </a:cubicBezTo>
                    <a:lnTo>
                      <a:pt x="5790" y="3827"/>
                    </a:lnTo>
                    <a:cubicBezTo>
                      <a:pt x="5820" y="3824"/>
                      <a:pt x="5851" y="3822"/>
                      <a:pt x="5881" y="3819"/>
                    </a:cubicBezTo>
                    <a:cubicBezTo>
                      <a:pt x="5908" y="3815"/>
                      <a:pt x="5934" y="3810"/>
                      <a:pt x="5961" y="3806"/>
                    </a:cubicBezTo>
                    <a:lnTo>
                      <a:pt x="6149" y="3758"/>
                    </a:lnTo>
                    <a:lnTo>
                      <a:pt x="6347" y="3703"/>
                    </a:lnTo>
                    <a:lnTo>
                      <a:pt x="6545" y="3653"/>
                    </a:lnTo>
                    <a:cubicBezTo>
                      <a:pt x="6542" y="3622"/>
                      <a:pt x="6538" y="3591"/>
                      <a:pt x="6535" y="3560"/>
                    </a:cubicBezTo>
                    <a:cubicBezTo>
                      <a:pt x="6522" y="3530"/>
                      <a:pt x="6510" y="3501"/>
                      <a:pt x="6497" y="3471"/>
                    </a:cubicBezTo>
                    <a:cubicBezTo>
                      <a:pt x="6477" y="3440"/>
                      <a:pt x="6458" y="3409"/>
                      <a:pt x="6438" y="3378"/>
                    </a:cubicBezTo>
                    <a:cubicBezTo>
                      <a:pt x="6411" y="3348"/>
                      <a:pt x="6385" y="3318"/>
                      <a:pt x="6358" y="3288"/>
                    </a:cubicBezTo>
                    <a:lnTo>
                      <a:pt x="6277" y="3204"/>
                    </a:lnTo>
                    <a:cubicBezTo>
                      <a:pt x="6249" y="3176"/>
                      <a:pt x="6220" y="3148"/>
                      <a:pt x="6192" y="3120"/>
                    </a:cubicBezTo>
                    <a:cubicBezTo>
                      <a:pt x="6169" y="3094"/>
                      <a:pt x="6145" y="3069"/>
                      <a:pt x="6122" y="3043"/>
                    </a:cubicBezTo>
                    <a:lnTo>
                      <a:pt x="5908" y="2784"/>
                    </a:lnTo>
                    <a:lnTo>
                      <a:pt x="5710" y="2531"/>
                    </a:lnTo>
                    <a:lnTo>
                      <a:pt x="5522" y="2267"/>
                    </a:lnTo>
                    <a:lnTo>
                      <a:pt x="5201" y="1705"/>
                    </a:lnTo>
                    <a:lnTo>
                      <a:pt x="5104" y="1602"/>
                    </a:lnTo>
                    <a:lnTo>
                      <a:pt x="4992" y="1496"/>
                    </a:lnTo>
                    <a:lnTo>
                      <a:pt x="4879" y="1394"/>
                    </a:lnTo>
                    <a:lnTo>
                      <a:pt x="4778" y="1298"/>
                    </a:lnTo>
                    <a:cubicBezTo>
                      <a:pt x="4749" y="1248"/>
                      <a:pt x="4721" y="1198"/>
                      <a:pt x="4692" y="1148"/>
                    </a:cubicBezTo>
                    <a:lnTo>
                      <a:pt x="4746" y="1130"/>
                    </a:lnTo>
                    <a:cubicBezTo>
                      <a:pt x="4758" y="1138"/>
                      <a:pt x="4771" y="1145"/>
                      <a:pt x="4783" y="1153"/>
                    </a:cubicBezTo>
                    <a:lnTo>
                      <a:pt x="4847" y="1174"/>
                    </a:lnTo>
                    <a:cubicBezTo>
                      <a:pt x="4865" y="1180"/>
                      <a:pt x="4883" y="1187"/>
                      <a:pt x="4901" y="1193"/>
                    </a:cubicBezTo>
                    <a:cubicBezTo>
                      <a:pt x="4921" y="1198"/>
                      <a:pt x="4940" y="1204"/>
                      <a:pt x="4960" y="1209"/>
                    </a:cubicBezTo>
                    <a:cubicBezTo>
                      <a:pt x="4953" y="1218"/>
                      <a:pt x="4945" y="1226"/>
                      <a:pt x="4938" y="1235"/>
                    </a:cubicBezTo>
                    <a:lnTo>
                      <a:pt x="5099" y="1288"/>
                    </a:lnTo>
                    <a:lnTo>
                      <a:pt x="5206" y="1288"/>
                    </a:lnTo>
                    <a:lnTo>
                      <a:pt x="5345" y="1285"/>
                    </a:lnTo>
                    <a:lnTo>
                      <a:pt x="5506" y="1280"/>
                    </a:lnTo>
                    <a:lnTo>
                      <a:pt x="5672" y="1280"/>
                    </a:lnTo>
                    <a:lnTo>
                      <a:pt x="5838" y="1280"/>
                    </a:lnTo>
                    <a:lnTo>
                      <a:pt x="5994" y="1280"/>
                    </a:lnTo>
                    <a:lnTo>
                      <a:pt x="6133" y="1288"/>
                    </a:lnTo>
                    <a:lnTo>
                      <a:pt x="6240" y="1293"/>
                    </a:lnTo>
                    <a:cubicBezTo>
                      <a:pt x="6265" y="1297"/>
                      <a:pt x="6290" y="1300"/>
                      <a:pt x="6315" y="1304"/>
                    </a:cubicBezTo>
                    <a:lnTo>
                      <a:pt x="6395" y="1328"/>
                    </a:lnTo>
                    <a:cubicBezTo>
                      <a:pt x="6411" y="1338"/>
                      <a:pt x="6427" y="1347"/>
                      <a:pt x="6443" y="1357"/>
                    </a:cubicBezTo>
                    <a:cubicBezTo>
                      <a:pt x="6452" y="1365"/>
                      <a:pt x="6461" y="1372"/>
                      <a:pt x="6470" y="1380"/>
                    </a:cubicBezTo>
                    <a:cubicBezTo>
                      <a:pt x="6477" y="1390"/>
                      <a:pt x="6485" y="1399"/>
                      <a:pt x="6492" y="1409"/>
                    </a:cubicBezTo>
                    <a:lnTo>
                      <a:pt x="6518" y="1441"/>
                    </a:lnTo>
                    <a:lnTo>
                      <a:pt x="6561" y="1478"/>
                    </a:lnTo>
                    <a:cubicBezTo>
                      <a:pt x="6572" y="1483"/>
                      <a:pt x="6582" y="1489"/>
                      <a:pt x="6593" y="1494"/>
                    </a:cubicBezTo>
                    <a:cubicBezTo>
                      <a:pt x="6607" y="1496"/>
                      <a:pt x="6622" y="1497"/>
                      <a:pt x="6636" y="1499"/>
                    </a:cubicBezTo>
                    <a:lnTo>
                      <a:pt x="6685" y="1502"/>
                    </a:lnTo>
                    <a:cubicBezTo>
                      <a:pt x="6703" y="1504"/>
                      <a:pt x="6720" y="1505"/>
                      <a:pt x="6738" y="1507"/>
                    </a:cubicBezTo>
                    <a:cubicBezTo>
                      <a:pt x="6756" y="1509"/>
                      <a:pt x="6774" y="1510"/>
                      <a:pt x="6792" y="1512"/>
                    </a:cubicBezTo>
                    <a:lnTo>
                      <a:pt x="6845" y="1565"/>
                    </a:lnTo>
                    <a:cubicBezTo>
                      <a:pt x="6856" y="1567"/>
                      <a:pt x="6866" y="1568"/>
                      <a:pt x="6877" y="1570"/>
                    </a:cubicBezTo>
                    <a:lnTo>
                      <a:pt x="6947" y="1570"/>
                    </a:lnTo>
                    <a:lnTo>
                      <a:pt x="7038" y="1576"/>
                    </a:lnTo>
                    <a:lnTo>
                      <a:pt x="7134" y="1576"/>
                    </a:lnTo>
                    <a:cubicBezTo>
                      <a:pt x="7164" y="1577"/>
                      <a:pt x="7195" y="1577"/>
                      <a:pt x="7225" y="1578"/>
                    </a:cubicBezTo>
                    <a:lnTo>
                      <a:pt x="7300" y="1581"/>
                    </a:lnTo>
                    <a:cubicBezTo>
                      <a:pt x="7331" y="1585"/>
                      <a:pt x="7361" y="1590"/>
                      <a:pt x="7392" y="1594"/>
                    </a:cubicBezTo>
                    <a:lnTo>
                      <a:pt x="7504" y="1610"/>
                    </a:lnTo>
                    <a:lnTo>
                      <a:pt x="7616" y="1623"/>
                    </a:lnTo>
                    <a:lnTo>
                      <a:pt x="7724" y="1636"/>
                    </a:lnTo>
                    <a:cubicBezTo>
                      <a:pt x="7754" y="1639"/>
                      <a:pt x="7785" y="1641"/>
                      <a:pt x="7815" y="1644"/>
                    </a:cubicBezTo>
                    <a:lnTo>
                      <a:pt x="7922" y="1647"/>
                    </a:lnTo>
                    <a:lnTo>
                      <a:pt x="8040" y="1647"/>
                    </a:lnTo>
                    <a:lnTo>
                      <a:pt x="8163" y="1644"/>
                    </a:lnTo>
                    <a:lnTo>
                      <a:pt x="8275" y="1644"/>
                    </a:lnTo>
                    <a:lnTo>
                      <a:pt x="8377" y="1652"/>
                    </a:lnTo>
                    <a:cubicBezTo>
                      <a:pt x="8386" y="1642"/>
                      <a:pt x="8395" y="1633"/>
                      <a:pt x="8404" y="1623"/>
                    </a:cubicBezTo>
                    <a:cubicBezTo>
                      <a:pt x="8418" y="1616"/>
                      <a:pt x="8433" y="1609"/>
                      <a:pt x="8447" y="1602"/>
                    </a:cubicBezTo>
                    <a:cubicBezTo>
                      <a:pt x="8461" y="1594"/>
                      <a:pt x="8476" y="1586"/>
                      <a:pt x="8490" y="1578"/>
                    </a:cubicBezTo>
                    <a:cubicBezTo>
                      <a:pt x="8499" y="1571"/>
                      <a:pt x="8507" y="1564"/>
                      <a:pt x="8516" y="1557"/>
                    </a:cubicBezTo>
                    <a:cubicBezTo>
                      <a:pt x="8525" y="1547"/>
                      <a:pt x="8534" y="1538"/>
                      <a:pt x="8543" y="1528"/>
                    </a:cubicBezTo>
                    <a:cubicBezTo>
                      <a:pt x="8545" y="1518"/>
                      <a:pt x="8546" y="1509"/>
                      <a:pt x="8548" y="1499"/>
                    </a:cubicBezTo>
                    <a:cubicBezTo>
                      <a:pt x="8546" y="1492"/>
                      <a:pt x="8545" y="1485"/>
                      <a:pt x="8543" y="1478"/>
                    </a:cubicBezTo>
                    <a:lnTo>
                      <a:pt x="8543" y="1454"/>
                    </a:lnTo>
                    <a:cubicBezTo>
                      <a:pt x="8545" y="1444"/>
                      <a:pt x="8546" y="1435"/>
                      <a:pt x="8548" y="1425"/>
                    </a:cubicBezTo>
                    <a:cubicBezTo>
                      <a:pt x="8555" y="1411"/>
                      <a:pt x="8563" y="1397"/>
                      <a:pt x="8570" y="1383"/>
                    </a:cubicBezTo>
                    <a:cubicBezTo>
                      <a:pt x="8590" y="1362"/>
                      <a:pt x="8609" y="1341"/>
                      <a:pt x="8629" y="1320"/>
                    </a:cubicBezTo>
                    <a:cubicBezTo>
                      <a:pt x="8652" y="1299"/>
                      <a:pt x="8675" y="1277"/>
                      <a:pt x="8698" y="1256"/>
                    </a:cubicBezTo>
                    <a:cubicBezTo>
                      <a:pt x="8714" y="1235"/>
                      <a:pt x="8731" y="1214"/>
                      <a:pt x="8747" y="1193"/>
                    </a:cubicBezTo>
                    <a:lnTo>
                      <a:pt x="8768" y="1148"/>
                    </a:lnTo>
                    <a:cubicBezTo>
                      <a:pt x="8775" y="1130"/>
                      <a:pt x="8783" y="1111"/>
                      <a:pt x="8790" y="1093"/>
                    </a:cubicBezTo>
                    <a:cubicBezTo>
                      <a:pt x="8793" y="1074"/>
                      <a:pt x="8797" y="1056"/>
                      <a:pt x="8800" y="1037"/>
                    </a:cubicBezTo>
                    <a:cubicBezTo>
                      <a:pt x="8807" y="1019"/>
                      <a:pt x="8815" y="1002"/>
                      <a:pt x="8822" y="984"/>
                    </a:cubicBezTo>
                    <a:cubicBezTo>
                      <a:pt x="8829" y="968"/>
                      <a:pt x="8836" y="953"/>
                      <a:pt x="8843" y="937"/>
                    </a:cubicBezTo>
                    <a:cubicBezTo>
                      <a:pt x="8852" y="924"/>
                      <a:pt x="8861" y="910"/>
                      <a:pt x="8870" y="897"/>
                    </a:cubicBezTo>
                    <a:cubicBezTo>
                      <a:pt x="8884" y="887"/>
                      <a:pt x="8899" y="878"/>
                      <a:pt x="8913" y="868"/>
                    </a:cubicBezTo>
                    <a:cubicBezTo>
                      <a:pt x="8929" y="858"/>
                      <a:pt x="8945" y="847"/>
                      <a:pt x="8961" y="837"/>
                    </a:cubicBezTo>
                    <a:lnTo>
                      <a:pt x="8993" y="802"/>
                    </a:lnTo>
                    <a:lnTo>
                      <a:pt x="9014" y="757"/>
                    </a:lnTo>
                    <a:lnTo>
                      <a:pt x="9014" y="723"/>
                    </a:lnTo>
                    <a:lnTo>
                      <a:pt x="9014" y="694"/>
                    </a:lnTo>
                    <a:cubicBezTo>
                      <a:pt x="9012" y="683"/>
                      <a:pt x="9011" y="673"/>
                      <a:pt x="9009" y="662"/>
                    </a:cubicBezTo>
                    <a:cubicBezTo>
                      <a:pt x="9007" y="652"/>
                      <a:pt x="9006" y="641"/>
                      <a:pt x="9004" y="631"/>
                    </a:cubicBezTo>
                    <a:cubicBezTo>
                      <a:pt x="9007" y="619"/>
                      <a:pt x="9011" y="606"/>
                      <a:pt x="9014" y="594"/>
                    </a:cubicBezTo>
                    <a:lnTo>
                      <a:pt x="8886" y="538"/>
                    </a:lnTo>
                    <a:lnTo>
                      <a:pt x="8757" y="478"/>
                    </a:lnTo>
                    <a:lnTo>
                      <a:pt x="8650" y="412"/>
                    </a:lnTo>
                    <a:cubicBezTo>
                      <a:pt x="8620" y="387"/>
                      <a:pt x="8589" y="363"/>
                      <a:pt x="8559" y="338"/>
                    </a:cubicBezTo>
                    <a:cubicBezTo>
                      <a:pt x="8534" y="310"/>
                      <a:pt x="8509" y="281"/>
                      <a:pt x="8484" y="253"/>
                    </a:cubicBezTo>
                    <a:cubicBezTo>
                      <a:pt x="8456" y="207"/>
                      <a:pt x="8427" y="162"/>
                      <a:pt x="8399" y="116"/>
                    </a:cubicBezTo>
                    <a:lnTo>
                      <a:pt x="8468" y="92"/>
                    </a:lnTo>
                    <a:cubicBezTo>
                      <a:pt x="8495" y="89"/>
                      <a:pt x="8521" y="85"/>
                      <a:pt x="8548" y="82"/>
                    </a:cubicBezTo>
                    <a:lnTo>
                      <a:pt x="8640" y="61"/>
                    </a:lnTo>
                    <a:lnTo>
                      <a:pt x="8698" y="3"/>
                    </a:lnTo>
                    <a:lnTo>
                      <a:pt x="877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 dirty="0"/>
              </a:p>
            </p:txBody>
          </p:sp>
          <p:sp>
            <p:nvSpPr>
              <p:cNvPr id="60" name="Freeform 19"/>
              <p:cNvSpPr/>
              <p:nvPr/>
            </p:nvSpPr>
            <p:spPr bwMode="auto">
              <a:xfrm>
                <a:off x="3618318" y="1512649"/>
                <a:ext cx="554512" cy="743794"/>
              </a:xfrm>
              <a:custGeom>
                <a:avLst/>
                <a:gdLst>
                  <a:gd name="T0" fmla="*/ 273 w 417"/>
                  <a:gd name="T1" fmla="*/ 17 h 560"/>
                  <a:gd name="T2" fmla="*/ 290 w 417"/>
                  <a:gd name="T3" fmla="*/ 37 h 560"/>
                  <a:gd name="T4" fmla="*/ 301 w 417"/>
                  <a:gd name="T5" fmla="*/ 61 h 560"/>
                  <a:gd name="T6" fmla="*/ 339 w 417"/>
                  <a:gd name="T7" fmla="*/ 92 h 560"/>
                  <a:gd name="T8" fmla="*/ 364 w 417"/>
                  <a:gd name="T9" fmla="*/ 121 h 560"/>
                  <a:gd name="T10" fmla="*/ 385 w 417"/>
                  <a:gd name="T11" fmla="*/ 160 h 560"/>
                  <a:gd name="T12" fmla="*/ 393 w 417"/>
                  <a:gd name="T13" fmla="*/ 224 h 560"/>
                  <a:gd name="T14" fmla="*/ 402 w 417"/>
                  <a:gd name="T15" fmla="*/ 251 h 560"/>
                  <a:gd name="T16" fmla="*/ 411 w 417"/>
                  <a:gd name="T17" fmla="*/ 272 h 560"/>
                  <a:gd name="T18" fmla="*/ 417 w 417"/>
                  <a:gd name="T19" fmla="*/ 292 h 560"/>
                  <a:gd name="T20" fmla="*/ 416 w 417"/>
                  <a:gd name="T21" fmla="*/ 321 h 560"/>
                  <a:gd name="T22" fmla="*/ 408 w 417"/>
                  <a:gd name="T23" fmla="*/ 365 h 560"/>
                  <a:gd name="T24" fmla="*/ 408 w 417"/>
                  <a:gd name="T25" fmla="*/ 400 h 560"/>
                  <a:gd name="T26" fmla="*/ 409 w 417"/>
                  <a:gd name="T27" fmla="*/ 426 h 560"/>
                  <a:gd name="T28" fmla="*/ 402 w 417"/>
                  <a:gd name="T29" fmla="*/ 448 h 560"/>
                  <a:gd name="T30" fmla="*/ 372 w 417"/>
                  <a:gd name="T31" fmla="*/ 474 h 560"/>
                  <a:gd name="T32" fmla="*/ 380 w 417"/>
                  <a:gd name="T33" fmla="*/ 510 h 560"/>
                  <a:gd name="T34" fmla="*/ 382 w 417"/>
                  <a:gd name="T35" fmla="*/ 521 h 560"/>
                  <a:gd name="T36" fmla="*/ 374 w 417"/>
                  <a:gd name="T37" fmla="*/ 539 h 560"/>
                  <a:gd name="T38" fmla="*/ 361 w 417"/>
                  <a:gd name="T39" fmla="*/ 554 h 560"/>
                  <a:gd name="T40" fmla="*/ 336 w 417"/>
                  <a:gd name="T41" fmla="*/ 552 h 560"/>
                  <a:gd name="T42" fmla="*/ 288 w 417"/>
                  <a:gd name="T43" fmla="*/ 539 h 560"/>
                  <a:gd name="T44" fmla="*/ 232 w 417"/>
                  <a:gd name="T45" fmla="*/ 526 h 560"/>
                  <a:gd name="T46" fmla="*/ 179 w 417"/>
                  <a:gd name="T47" fmla="*/ 512 h 560"/>
                  <a:gd name="T48" fmla="*/ 141 w 417"/>
                  <a:gd name="T49" fmla="*/ 494 h 560"/>
                  <a:gd name="T50" fmla="*/ 130 w 417"/>
                  <a:gd name="T51" fmla="*/ 474 h 560"/>
                  <a:gd name="T52" fmla="*/ 130 w 417"/>
                  <a:gd name="T53" fmla="*/ 457 h 560"/>
                  <a:gd name="T54" fmla="*/ 115 w 417"/>
                  <a:gd name="T55" fmla="*/ 431 h 560"/>
                  <a:gd name="T56" fmla="*/ 75 w 417"/>
                  <a:gd name="T57" fmla="*/ 390 h 560"/>
                  <a:gd name="T58" fmla="*/ 36 w 417"/>
                  <a:gd name="T59" fmla="*/ 352 h 560"/>
                  <a:gd name="T60" fmla="*/ 12 w 417"/>
                  <a:gd name="T61" fmla="*/ 307 h 560"/>
                  <a:gd name="T62" fmla="*/ 0 w 417"/>
                  <a:gd name="T63" fmla="*/ 248 h 560"/>
                  <a:gd name="T64" fmla="*/ 4 w 417"/>
                  <a:gd name="T65" fmla="*/ 187 h 560"/>
                  <a:gd name="T66" fmla="*/ 20 w 417"/>
                  <a:gd name="T67" fmla="*/ 135 h 560"/>
                  <a:gd name="T68" fmla="*/ 26 w 417"/>
                  <a:gd name="T69" fmla="*/ 105 h 560"/>
                  <a:gd name="T70" fmla="*/ 39 w 417"/>
                  <a:gd name="T71" fmla="*/ 101 h 560"/>
                  <a:gd name="T72" fmla="*/ 51 w 417"/>
                  <a:gd name="T73" fmla="*/ 84 h 560"/>
                  <a:gd name="T74" fmla="*/ 62 w 417"/>
                  <a:gd name="T75" fmla="*/ 70 h 560"/>
                  <a:gd name="T76" fmla="*/ 104 w 417"/>
                  <a:gd name="T77" fmla="*/ 51 h 560"/>
                  <a:gd name="T78" fmla="*/ 128 w 417"/>
                  <a:gd name="T79" fmla="*/ 40 h 560"/>
                  <a:gd name="T80" fmla="*/ 141 w 417"/>
                  <a:gd name="T81" fmla="*/ 25 h 560"/>
                  <a:gd name="T82" fmla="*/ 154 w 417"/>
                  <a:gd name="T83" fmla="*/ 27 h 560"/>
                  <a:gd name="T84" fmla="*/ 163 w 417"/>
                  <a:gd name="T85" fmla="*/ 25 h 560"/>
                  <a:gd name="T86" fmla="*/ 166 w 417"/>
                  <a:gd name="T87" fmla="*/ 18 h 560"/>
                  <a:gd name="T88" fmla="*/ 171 w 417"/>
                  <a:gd name="T89" fmla="*/ 16 h 560"/>
                  <a:gd name="T90" fmla="*/ 181 w 417"/>
                  <a:gd name="T91" fmla="*/ 13 h 560"/>
                  <a:gd name="T92" fmla="*/ 207 w 417"/>
                  <a:gd name="T93" fmla="*/ 5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17" h="560">
                    <a:moveTo>
                      <a:pt x="220" y="0"/>
                    </a:moveTo>
                    <a:lnTo>
                      <a:pt x="273" y="17"/>
                    </a:lnTo>
                    <a:lnTo>
                      <a:pt x="284" y="25"/>
                    </a:lnTo>
                    <a:lnTo>
                      <a:pt x="290" y="37"/>
                    </a:lnTo>
                    <a:lnTo>
                      <a:pt x="295" y="48"/>
                    </a:lnTo>
                    <a:lnTo>
                      <a:pt x="301" y="61"/>
                    </a:lnTo>
                    <a:lnTo>
                      <a:pt x="306" y="73"/>
                    </a:lnTo>
                    <a:lnTo>
                      <a:pt x="339" y="92"/>
                    </a:lnTo>
                    <a:lnTo>
                      <a:pt x="351" y="104"/>
                    </a:lnTo>
                    <a:lnTo>
                      <a:pt x="364" y="121"/>
                    </a:lnTo>
                    <a:lnTo>
                      <a:pt x="376" y="140"/>
                    </a:lnTo>
                    <a:lnTo>
                      <a:pt x="385" y="160"/>
                    </a:lnTo>
                    <a:lnTo>
                      <a:pt x="393" y="175"/>
                    </a:lnTo>
                    <a:lnTo>
                      <a:pt x="393" y="224"/>
                    </a:lnTo>
                    <a:lnTo>
                      <a:pt x="396" y="240"/>
                    </a:lnTo>
                    <a:lnTo>
                      <a:pt x="402" y="251"/>
                    </a:lnTo>
                    <a:lnTo>
                      <a:pt x="407" y="262"/>
                    </a:lnTo>
                    <a:lnTo>
                      <a:pt x="411" y="272"/>
                    </a:lnTo>
                    <a:lnTo>
                      <a:pt x="415" y="281"/>
                    </a:lnTo>
                    <a:lnTo>
                      <a:pt x="417" y="292"/>
                    </a:lnTo>
                    <a:lnTo>
                      <a:pt x="417" y="305"/>
                    </a:lnTo>
                    <a:lnTo>
                      <a:pt x="416" y="321"/>
                    </a:lnTo>
                    <a:lnTo>
                      <a:pt x="412" y="343"/>
                    </a:lnTo>
                    <a:lnTo>
                      <a:pt x="408" y="365"/>
                    </a:lnTo>
                    <a:lnTo>
                      <a:pt x="408" y="385"/>
                    </a:lnTo>
                    <a:lnTo>
                      <a:pt x="408" y="400"/>
                    </a:lnTo>
                    <a:lnTo>
                      <a:pt x="409" y="413"/>
                    </a:lnTo>
                    <a:lnTo>
                      <a:pt x="409" y="426"/>
                    </a:lnTo>
                    <a:lnTo>
                      <a:pt x="407" y="437"/>
                    </a:lnTo>
                    <a:lnTo>
                      <a:pt x="402" y="448"/>
                    </a:lnTo>
                    <a:lnTo>
                      <a:pt x="390" y="460"/>
                    </a:lnTo>
                    <a:lnTo>
                      <a:pt x="372" y="474"/>
                    </a:lnTo>
                    <a:lnTo>
                      <a:pt x="372" y="508"/>
                    </a:lnTo>
                    <a:lnTo>
                      <a:pt x="380" y="510"/>
                    </a:lnTo>
                    <a:lnTo>
                      <a:pt x="382" y="514"/>
                    </a:lnTo>
                    <a:lnTo>
                      <a:pt x="382" y="521"/>
                    </a:lnTo>
                    <a:lnTo>
                      <a:pt x="382" y="530"/>
                    </a:lnTo>
                    <a:lnTo>
                      <a:pt x="374" y="539"/>
                    </a:lnTo>
                    <a:lnTo>
                      <a:pt x="369" y="547"/>
                    </a:lnTo>
                    <a:lnTo>
                      <a:pt x="361" y="554"/>
                    </a:lnTo>
                    <a:lnTo>
                      <a:pt x="352" y="560"/>
                    </a:lnTo>
                    <a:lnTo>
                      <a:pt x="336" y="552"/>
                    </a:lnTo>
                    <a:lnTo>
                      <a:pt x="314" y="545"/>
                    </a:lnTo>
                    <a:lnTo>
                      <a:pt x="288" y="539"/>
                    </a:lnTo>
                    <a:lnTo>
                      <a:pt x="260" y="532"/>
                    </a:lnTo>
                    <a:lnTo>
                      <a:pt x="232" y="526"/>
                    </a:lnTo>
                    <a:lnTo>
                      <a:pt x="205" y="519"/>
                    </a:lnTo>
                    <a:lnTo>
                      <a:pt x="179" y="512"/>
                    </a:lnTo>
                    <a:lnTo>
                      <a:pt x="158" y="503"/>
                    </a:lnTo>
                    <a:lnTo>
                      <a:pt x="141" y="494"/>
                    </a:lnTo>
                    <a:lnTo>
                      <a:pt x="132" y="481"/>
                    </a:lnTo>
                    <a:lnTo>
                      <a:pt x="130" y="474"/>
                    </a:lnTo>
                    <a:lnTo>
                      <a:pt x="130" y="465"/>
                    </a:lnTo>
                    <a:lnTo>
                      <a:pt x="130" y="457"/>
                    </a:lnTo>
                    <a:lnTo>
                      <a:pt x="128" y="451"/>
                    </a:lnTo>
                    <a:lnTo>
                      <a:pt x="115" y="431"/>
                    </a:lnTo>
                    <a:lnTo>
                      <a:pt x="96" y="411"/>
                    </a:lnTo>
                    <a:lnTo>
                      <a:pt x="75" y="390"/>
                    </a:lnTo>
                    <a:lnTo>
                      <a:pt x="53" y="371"/>
                    </a:lnTo>
                    <a:lnTo>
                      <a:pt x="36" y="352"/>
                    </a:lnTo>
                    <a:lnTo>
                      <a:pt x="22" y="332"/>
                    </a:lnTo>
                    <a:lnTo>
                      <a:pt x="12" y="307"/>
                    </a:lnTo>
                    <a:lnTo>
                      <a:pt x="4" y="279"/>
                    </a:lnTo>
                    <a:lnTo>
                      <a:pt x="0" y="248"/>
                    </a:lnTo>
                    <a:lnTo>
                      <a:pt x="0" y="216"/>
                    </a:lnTo>
                    <a:lnTo>
                      <a:pt x="4" y="187"/>
                    </a:lnTo>
                    <a:lnTo>
                      <a:pt x="11" y="158"/>
                    </a:lnTo>
                    <a:lnTo>
                      <a:pt x="20" y="135"/>
                    </a:lnTo>
                    <a:lnTo>
                      <a:pt x="33" y="116"/>
                    </a:lnTo>
                    <a:lnTo>
                      <a:pt x="26" y="105"/>
                    </a:lnTo>
                    <a:lnTo>
                      <a:pt x="30" y="105"/>
                    </a:lnTo>
                    <a:lnTo>
                      <a:pt x="39" y="101"/>
                    </a:lnTo>
                    <a:lnTo>
                      <a:pt x="45" y="93"/>
                    </a:lnTo>
                    <a:lnTo>
                      <a:pt x="51" y="84"/>
                    </a:lnTo>
                    <a:lnTo>
                      <a:pt x="56" y="77"/>
                    </a:lnTo>
                    <a:lnTo>
                      <a:pt x="62" y="70"/>
                    </a:lnTo>
                    <a:lnTo>
                      <a:pt x="83" y="59"/>
                    </a:lnTo>
                    <a:lnTo>
                      <a:pt x="104" y="51"/>
                    </a:lnTo>
                    <a:lnTo>
                      <a:pt x="126" y="40"/>
                    </a:lnTo>
                    <a:lnTo>
                      <a:pt x="128" y="40"/>
                    </a:lnTo>
                    <a:lnTo>
                      <a:pt x="132" y="24"/>
                    </a:lnTo>
                    <a:lnTo>
                      <a:pt x="141" y="25"/>
                    </a:lnTo>
                    <a:lnTo>
                      <a:pt x="148" y="26"/>
                    </a:lnTo>
                    <a:lnTo>
                      <a:pt x="154" y="27"/>
                    </a:lnTo>
                    <a:lnTo>
                      <a:pt x="162" y="30"/>
                    </a:lnTo>
                    <a:lnTo>
                      <a:pt x="163" y="25"/>
                    </a:lnTo>
                    <a:lnTo>
                      <a:pt x="165" y="21"/>
                    </a:lnTo>
                    <a:lnTo>
                      <a:pt x="166" y="18"/>
                    </a:lnTo>
                    <a:lnTo>
                      <a:pt x="168" y="17"/>
                    </a:lnTo>
                    <a:lnTo>
                      <a:pt x="171" y="16"/>
                    </a:lnTo>
                    <a:lnTo>
                      <a:pt x="175" y="15"/>
                    </a:lnTo>
                    <a:lnTo>
                      <a:pt x="181" y="13"/>
                    </a:lnTo>
                    <a:lnTo>
                      <a:pt x="194" y="9"/>
                    </a:lnTo>
                    <a:lnTo>
                      <a:pt x="207" y="5"/>
                    </a:lnTo>
                    <a:lnTo>
                      <a:pt x="2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/>
              </a:p>
            </p:txBody>
          </p:sp>
          <p:sp>
            <p:nvSpPr>
              <p:cNvPr id="61" name="Freeform 28"/>
              <p:cNvSpPr/>
              <p:nvPr/>
            </p:nvSpPr>
            <p:spPr bwMode="auto">
              <a:xfrm>
                <a:off x="3996221" y="2265968"/>
                <a:ext cx="449091" cy="1324957"/>
              </a:xfrm>
              <a:custGeom>
                <a:avLst/>
                <a:gdLst>
                  <a:gd name="T0" fmla="*/ 83 w 323"/>
                  <a:gd name="T1" fmla="*/ 8 h 952"/>
                  <a:gd name="T2" fmla="*/ 95 w 323"/>
                  <a:gd name="T3" fmla="*/ 19 h 952"/>
                  <a:gd name="T4" fmla="*/ 91 w 323"/>
                  <a:gd name="T5" fmla="*/ 37 h 952"/>
                  <a:gd name="T6" fmla="*/ 88 w 323"/>
                  <a:gd name="T7" fmla="*/ 55 h 952"/>
                  <a:gd name="T8" fmla="*/ 88 w 323"/>
                  <a:gd name="T9" fmla="*/ 60 h 952"/>
                  <a:gd name="T10" fmla="*/ 96 w 323"/>
                  <a:gd name="T11" fmla="*/ 90 h 952"/>
                  <a:gd name="T12" fmla="*/ 110 w 323"/>
                  <a:gd name="T13" fmla="*/ 113 h 952"/>
                  <a:gd name="T14" fmla="*/ 118 w 323"/>
                  <a:gd name="T15" fmla="*/ 122 h 952"/>
                  <a:gd name="T16" fmla="*/ 141 w 323"/>
                  <a:gd name="T17" fmla="*/ 148 h 952"/>
                  <a:gd name="T18" fmla="*/ 148 w 323"/>
                  <a:gd name="T19" fmla="*/ 158 h 952"/>
                  <a:gd name="T20" fmla="*/ 174 w 323"/>
                  <a:gd name="T21" fmla="*/ 215 h 952"/>
                  <a:gd name="T22" fmla="*/ 198 w 323"/>
                  <a:gd name="T23" fmla="*/ 275 h 952"/>
                  <a:gd name="T24" fmla="*/ 219 w 323"/>
                  <a:gd name="T25" fmla="*/ 333 h 952"/>
                  <a:gd name="T26" fmla="*/ 236 w 323"/>
                  <a:gd name="T27" fmla="*/ 382 h 952"/>
                  <a:gd name="T28" fmla="*/ 246 w 323"/>
                  <a:gd name="T29" fmla="*/ 416 h 952"/>
                  <a:gd name="T30" fmla="*/ 250 w 323"/>
                  <a:gd name="T31" fmla="*/ 429 h 952"/>
                  <a:gd name="T32" fmla="*/ 264 w 323"/>
                  <a:gd name="T33" fmla="*/ 481 h 952"/>
                  <a:gd name="T34" fmla="*/ 279 w 323"/>
                  <a:gd name="T35" fmla="*/ 548 h 952"/>
                  <a:gd name="T36" fmla="*/ 292 w 323"/>
                  <a:gd name="T37" fmla="*/ 623 h 952"/>
                  <a:gd name="T38" fmla="*/ 302 w 323"/>
                  <a:gd name="T39" fmla="*/ 698 h 952"/>
                  <a:gd name="T40" fmla="*/ 312 w 323"/>
                  <a:gd name="T41" fmla="*/ 767 h 952"/>
                  <a:gd name="T42" fmla="*/ 319 w 323"/>
                  <a:gd name="T43" fmla="*/ 820 h 952"/>
                  <a:gd name="T44" fmla="*/ 323 w 323"/>
                  <a:gd name="T45" fmla="*/ 850 h 952"/>
                  <a:gd name="T46" fmla="*/ 273 w 323"/>
                  <a:gd name="T47" fmla="*/ 952 h 952"/>
                  <a:gd name="T48" fmla="*/ 178 w 323"/>
                  <a:gd name="T49" fmla="*/ 860 h 952"/>
                  <a:gd name="T50" fmla="*/ 165 w 323"/>
                  <a:gd name="T51" fmla="*/ 709 h 952"/>
                  <a:gd name="T52" fmla="*/ 158 w 323"/>
                  <a:gd name="T53" fmla="*/ 630 h 952"/>
                  <a:gd name="T54" fmla="*/ 152 w 323"/>
                  <a:gd name="T55" fmla="*/ 565 h 952"/>
                  <a:gd name="T56" fmla="*/ 147 w 323"/>
                  <a:gd name="T57" fmla="*/ 521 h 952"/>
                  <a:gd name="T58" fmla="*/ 145 w 323"/>
                  <a:gd name="T59" fmla="*/ 504 h 952"/>
                  <a:gd name="T60" fmla="*/ 137 w 323"/>
                  <a:gd name="T61" fmla="*/ 461 h 952"/>
                  <a:gd name="T62" fmla="*/ 127 w 323"/>
                  <a:gd name="T63" fmla="*/ 420 h 952"/>
                  <a:gd name="T64" fmla="*/ 118 w 323"/>
                  <a:gd name="T65" fmla="*/ 389 h 952"/>
                  <a:gd name="T66" fmla="*/ 115 w 323"/>
                  <a:gd name="T67" fmla="*/ 376 h 952"/>
                  <a:gd name="T68" fmla="*/ 58 w 323"/>
                  <a:gd name="T69" fmla="*/ 209 h 952"/>
                  <a:gd name="T70" fmla="*/ 48 w 323"/>
                  <a:gd name="T71" fmla="*/ 169 h 952"/>
                  <a:gd name="T72" fmla="*/ 46 w 323"/>
                  <a:gd name="T73" fmla="*/ 129 h 952"/>
                  <a:gd name="T74" fmla="*/ 48 w 323"/>
                  <a:gd name="T75" fmla="*/ 96 h 952"/>
                  <a:gd name="T76" fmla="*/ 49 w 323"/>
                  <a:gd name="T77" fmla="*/ 83 h 952"/>
                  <a:gd name="T78" fmla="*/ 26 w 323"/>
                  <a:gd name="T79" fmla="*/ 63 h 952"/>
                  <a:gd name="T80" fmla="*/ 8 w 323"/>
                  <a:gd name="T81" fmla="*/ 45 h 952"/>
                  <a:gd name="T82" fmla="*/ 0 w 323"/>
                  <a:gd name="T83" fmla="*/ 37 h 952"/>
                  <a:gd name="T84" fmla="*/ 17 w 323"/>
                  <a:gd name="T85" fmla="*/ 13 h 952"/>
                  <a:gd name="T86" fmla="*/ 24 w 323"/>
                  <a:gd name="T87" fmla="*/ 7 h 952"/>
                  <a:gd name="T88" fmla="*/ 53 w 323"/>
                  <a:gd name="T89" fmla="*/ 7 h 952"/>
                  <a:gd name="T90" fmla="*/ 66 w 323"/>
                  <a:gd name="T91" fmla="*/ 3 h 952"/>
                  <a:gd name="T92" fmla="*/ 69 w 323"/>
                  <a:gd name="T93" fmla="*/ 0 h 9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23" h="952">
                    <a:moveTo>
                      <a:pt x="69" y="0"/>
                    </a:moveTo>
                    <a:lnTo>
                      <a:pt x="83" y="8"/>
                    </a:lnTo>
                    <a:lnTo>
                      <a:pt x="91" y="15"/>
                    </a:lnTo>
                    <a:lnTo>
                      <a:pt x="95" y="19"/>
                    </a:lnTo>
                    <a:lnTo>
                      <a:pt x="95" y="21"/>
                    </a:lnTo>
                    <a:lnTo>
                      <a:pt x="91" y="37"/>
                    </a:lnTo>
                    <a:lnTo>
                      <a:pt x="90" y="48"/>
                    </a:lnTo>
                    <a:lnTo>
                      <a:pt x="88" y="55"/>
                    </a:lnTo>
                    <a:lnTo>
                      <a:pt x="88" y="59"/>
                    </a:lnTo>
                    <a:lnTo>
                      <a:pt x="88" y="60"/>
                    </a:lnTo>
                    <a:lnTo>
                      <a:pt x="92" y="73"/>
                    </a:lnTo>
                    <a:lnTo>
                      <a:pt x="96" y="90"/>
                    </a:lnTo>
                    <a:lnTo>
                      <a:pt x="104" y="103"/>
                    </a:lnTo>
                    <a:lnTo>
                      <a:pt x="110" y="113"/>
                    </a:lnTo>
                    <a:lnTo>
                      <a:pt x="115" y="121"/>
                    </a:lnTo>
                    <a:lnTo>
                      <a:pt x="118" y="122"/>
                    </a:lnTo>
                    <a:lnTo>
                      <a:pt x="132" y="138"/>
                    </a:lnTo>
                    <a:lnTo>
                      <a:pt x="141" y="148"/>
                    </a:lnTo>
                    <a:lnTo>
                      <a:pt x="147" y="156"/>
                    </a:lnTo>
                    <a:lnTo>
                      <a:pt x="148" y="158"/>
                    </a:lnTo>
                    <a:lnTo>
                      <a:pt x="161" y="186"/>
                    </a:lnTo>
                    <a:lnTo>
                      <a:pt x="174" y="215"/>
                    </a:lnTo>
                    <a:lnTo>
                      <a:pt x="187" y="245"/>
                    </a:lnTo>
                    <a:lnTo>
                      <a:pt x="198" y="275"/>
                    </a:lnTo>
                    <a:lnTo>
                      <a:pt x="209" y="305"/>
                    </a:lnTo>
                    <a:lnTo>
                      <a:pt x="219" y="333"/>
                    </a:lnTo>
                    <a:lnTo>
                      <a:pt x="228" y="359"/>
                    </a:lnTo>
                    <a:lnTo>
                      <a:pt x="236" y="382"/>
                    </a:lnTo>
                    <a:lnTo>
                      <a:pt x="241" y="402"/>
                    </a:lnTo>
                    <a:lnTo>
                      <a:pt x="246" y="416"/>
                    </a:lnTo>
                    <a:lnTo>
                      <a:pt x="249" y="425"/>
                    </a:lnTo>
                    <a:lnTo>
                      <a:pt x="250" y="429"/>
                    </a:lnTo>
                    <a:lnTo>
                      <a:pt x="258" y="452"/>
                    </a:lnTo>
                    <a:lnTo>
                      <a:pt x="264" y="481"/>
                    </a:lnTo>
                    <a:lnTo>
                      <a:pt x="272" y="513"/>
                    </a:lnTo>
                    <a:lnTo>
                      <a:pt x="279" y="548"/>
                    </a:lnTo>
                    <a:lnTo>
                      <a:pt x="285" y="586"/>
                    </a:lnTo>
                    <a:lnTo>
                      <a:pt x="292" y="623"/>
                    </a:lnTo>
                    <a:lnTo>
                      <a:pt x="297" y="662"/>
                    </a:lnTo>
                    <a:lnTo>
                      <a:pt x="302" y="698"/>
                    </a:lnTo>
                    <a:lnTo>
                      <a:pt x="307" y="735"/>
                    </a:lnTo>
                    <a:lnTo>
                      <a:pt x="312" y="767"/>
                    </a:lnTo>
                    <a:lnTo>
                      <a:pt x="315" y="795"/>
                    </a:lnTo>
                    <a:lnTo>
                      <a:pt x="319" y="820"/>
                    </a:lnTo>
                    <a:lnTo>
                      <a:pt x="320" y="838"/>
                    </a:lnTo>
                    <a:lnTo>
                      <a:pt x="323" y="850"/>
                    </a:lnTo>
                    <a:lnTo>
                      <a:pt x="323" y="854"/>
                    </a:lnTo>
                    <a:lnTo>
                      <a:pt x="273" y="952"/>
                    </a:lnTo>
                    <a:lnTo>
                      <a:pt x="182" y="879"/>
                    </a:lnTo>
                    <a:lnTo>
                      <a:pt x="178" y="860"/>
                    </a:lnTo>
                    <a:lnTo>
                      <a:pt x="171" y="798"/>
                    </a:lnTo>
                    <a:lnTo>
                      <a:pt x="165" y="709"/>
                    </a:lnTo>
                    <a:lnTo>
                      <a:pt x="162" y="668"/>
                    </a:lnTo>
                    <a:lnTo>
                      <a:pt x="158" y="630"/>
                    </a:lnTo>
                    <a:lnTo>
                      <a:pt x="156" y="596"/>
                    </a:lnTo>
                    <a:lnTo>
                      <a:pt x="152" y="565"/>
                    </a:lnTo>
                    <a:lnTo>
                      <a:pt x="149" y="540"/>
                    </a:lnTo>
                    <a:lnTo>
                      <a:pt x="147" y="521"/>
                    </a:lnTo>
                    <a:lnTo>
                      <a:pt x="145" y="509"/>
                    </a:lnTo>
                    <a:lnTo>
                      <a:pt x="145" y="504"/>
                    </a:lnTo>
                    <a:lnTo>
                      <a:pt x="141" y="483"/>
                    </a:lnTo>
                    <a:lnTo>
                      <a:pt x="137" y="461"/>
                    </a:lnTo>
                    <a:lnTo>
                      <a:pt x="132" y="439"/>
                    </a:lnTo>
                    <a:lnTo>
                      <a:pt x="127" y="420"/>
                    </a:lnTo>
                    <a:lnTo>
                      <a:pt x="122" y="402"/>
                    </a:lnTo>
                    <a:lnTo>
                      <a:pt x="118" y="389"/>
                    </a:lnTo>
                    <a:lnTo>
                      <a:pt x="115" y="380"/>
                    </a:lnTo>
                    <a:lnTo>
                      <a:pt x="115" y="376"/>
                    </a:lnTo>
                    <a:lnTo>
                      <a:pt x="86" y="288"/>
                    </a:lnTo>
                    <a:lnTo>
                      <a:pt x="58" y="209"/>
                    </a:lnTo>
                    <a:lnTo>
                      <a:pt x="52" y="190"/>
                    </a:lnTo>
                    <a:lnTo>
                      <a:pt x="48" y="169"/>
                    </a:lnTo>
                    <a:lnTo>
                      <a:pt x="47" y="148"/>
                    </a:lnTo>
                    <a:lnTo>
                      <a:pt x="46" y="129"/>
                    </a:lnTo>
                    <a:lnTo>
                      <a:pt x="47" y="111"/>
                    </a:lnTo>
                    <a:lnTo>
                      <a:pt x="48" y="96"/>
                    </a:lnTo>
                    <a:lnTo>
                      <a:pt x="48" y="87"/>
                    </a:lnTo>
                    <a:lnTo>
                      <a:pt x="49" y="83"/>
                    </a:lnTo>
                    <a:lnTo>
                      <a:pt x="38" y="73"/>
                    </a:lnTo>
                    <a:lnTo>
                      <a:pt x="26" y="63"/>
                    </a:lnTo>
                    <a:lnTo>
                      <a:pt x="16" y="52"/>
                    </a:lnTo>
                    <a:lnTo>
                      <a:pt x="8" y="45"/>
                    </a:lnTo>
                    <a:lnTo>
                      <a:pt x="2" y="39"/>
                    </a:lnTo>
                    <a:lnTo>
                      <a:pt x="0" y="37"/>
                    </a:lnTo>
                    <a:lnTo>
                      <a:pt x="9" y="24"/>
                    </a:lnTo>
                    <a:lnTo>
                      <a:pt x="17" y="13"/>
                    </a:lnTo>
                    <a:lnTo>
                      <a:pt x="21" y="10"/>
                    </a:lnTo>
                    <a:lnTo>
                      <a:pt x="24" y="7"/>
                    </a:lnTo>
                    <a:lnTo>
                      <a:pt x="40" y="8"/>
                    </a:lnTo>
                    <a:lnTo>
                      <a:pt x="53" y="7"/>
                    </a:lnTo>
                    <a:lnTo>
                      <a:pt x="61" y="6"/>
                    </a:lnTo>
                    <a:lnTo>
                      <a:pt x="66" y="3"/>
                    </a:lnTo>
                    <a:lnTo>
                      <a:pt x="69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911314" y="1822937"/>
              <a:ext cx="2306669" cy="1009826"/>
              <a:chOff x="911314" y="1822937"/>
              <a:chExt cx="2306669" cy="1009826"/>
            </a:xfrm>
            <a:grpFill/>
          </p:grpSpPr>
          <p:sp>
            <p:nvSpPr>
              <p:cNvPr id="57" name="Freeform 46"/>
              <p:cNvSpPr/>
              <p:nvPr/>
            </p:nvSpPr>
            <p:spPr bwMode="auto">
              <a:xfrm>
                <a:off x="911314" y="2573932"/>
                <a:ext cx="184880" cy="258831"/>
              </a:xfrm>
              <a:custGeom>
                <a:avLst/>
                <a:gdLst>
                  <a:gd name="T0" fmla="*/ 115 w 149"/>
                  <a:gd name="T1" fmla="*/ 0 h 209"/>
                  <a:gd name="T2" fmla="*/ 128 w 149"/>
                  <a:gd name="T3" fmla="*/ 19 h 209"/>
                  <a:gd name="T4" fmla="*/ 137 w 149"/>
                  <a:gd name="T5" fmla="*/ 39 h 209"/>
                  <a:gd name="T6" fmla="*/ 142 w 149"/>
                  <a:gd name="T7" fmla="*/ 55 h 209"/>
                  <a:gd name="T8" fmla="*/ 146 w 149"/>
                  <a:gd name="T9" fmla="*/ 70 h 209"/>
                  <a:gd name="T10" fmla="*/ 147 w 149"/>
                  <a:gd name="T11" fmla="*/ 79 h 209"/>
                  <a:gd name="T12" fmla="*/ 149 w 149"/>
                  <a:gd name="T13" fmla="*/ 83 h 209"/>
                  <a:gd name="T14" fmla="*/ 146 w 149"/>
                  <a:gd name="T15" fmla="*/ 99 h 209"/>
                  <a:gd name="T16" fmla="*/ 142 w 149"/>
                  <a:gd name="T17" fmla="*/ 117 h 209"/>
                  <a:gd name="T18" fmla="*/ 138 w 149"/>
                  <a:gd name="T19" fmla="*/ 133 h 209"/>
                  <a:gd name="T20" fmla="*/ 133 w 149"/>
                  <a:gd name="T21" fmla="*/ 146 h 209"/>
                  <a:gd name="T22" fmla="*/ 131 w 149"/>
                  <a:gd name="T23" fmla="*/ 155 h 209"/>
                  <a:gd name="T24" fmla="*/ 129 w 149"/>
                  <a:gd name="T25" fmla="*/ 158 h 209"/>
                  <a:gd name="T26" fmla="*/ 118 w 149"/>
                  <a:gd name="T27" fmla="*/ 178 h 209"/>
                  <a:gd name="T28" fmla="*/ 107 w 149"/>
                  <a:gd name="T29" fmla="*/ 193 h 209"/>
                  <a:gd name="T30" fmla="*/ 97 w 149"/>
                  <a:gd name="T31" fmla="*/ 202 h 209"/>
                  <a:gd name="T32" fmla="*/ 88 w 149"/>
                  <a:gd name="T33" fmla="*/ 207 h 209"/>
                  <a:gd name="T34" fmla="*/ 79 w 149"/>
                  <a:gd name="T35" fmla="*/ 209 h 209"/>
                  <a:gd name="T36" fmla="*/ 72 w 149"/>
                  <a:gd name="T37" fmla="*/ 209 h 209"/>
                  <a:gd name="T38" fmla="*/ 67 w 149"/>
                  <a:gd name="T39" fmla="*/ 208 h 209"/>
                  <a:gd name="T40" fmla="*/ 66 w 149"/>
                  <a:gd name="T41" fmla="*/ 207 h 209"/>
                  <a:gd name="T42" fmla="*/ 42 w 149"/>
                  <a:gd name="T43" fmla="*/ 185 h 209"/>
                  <a:gd name="T44" fmla="*/ 26 w 149"/>
                  <a:gd name="T45" fmla="*/ 163 h 209"/>
                  <a:gd name="T46" fmla="*/ 14 w 149"/>
                  <a:gd name="T47" fmla="*/ 139 h 209"/>
                  <a:gd name="T48" fmla="*/ 8 w 149"/>
                  <a:gd name="T49" fmla="*/ 119 h 209"/>
                  <a:gd name="T50" fmla="*/ 4 w 149"/>
                  <a:gd name="T51" fmla="*/ 101 h 209"/>
                  <a:gd name="T52" fmla="*/ 4 w 149"/>
                  <a:gd name="T53" fmla="*/ 85 h 209"/>
                  <a:gd name="T54" fmla="*/ 4 w 149"/>
                  <a:gd name="T55" fmla="*/ 76 h 209"/>
                  <a:gd name="T56" fmla="*/ 4 w 149"/>
                  <a:gd name="T57" fmla="*/ 72 h 209"/>
                  <a:gd name="T58" fmla="*/ 0 w 149"/>
                  <a:gd name="T59" fmla="*/ 6 h 209"/>
                  <a:gd name="T60" fmla="*/ 6 w 149"/>
                  <a:gd name="T61" fmla="*/ 32 h 209"/>
                  <a:gd name="T62" fmla="*/ 13 w 149"/>
                  <a:gd name="T63" fmla="*/ 50 h 209"/>
                  <a:gd name="T64" fmla="*/ 19 w 149"/>
                  <a:gd name="T65" fmla="*/ 63 h 209"/>
                  <a:gd name="T66" fmla="*/ 26 w 149"/>
                  <a:gd name="T67" fmla="*/ 70 h 209"/>
                  <a:gd name="T68" fmla="*/ 31 w 149"/>
                  <a:gd name="T69" fmla="*/ 73 h 209"/>
                  <a:gd name="T70" fmla="*/ 35 w 149"/>
                  <a:gd name="T71" fmla="*/ 76 h 209"/>
                  <a:gd name="T72" fmla="*/ 36 w 149"/>
                  <a:gd name="T73" fmla="*/ 76 h 209"/>
                  <a:gd name="T74" fmla="*/ 36 w 149"/>
                  <a:gd name="T75" fmla="*/ 85 h 209"/>
                  <a:gd name="T76" fmla="*/ 42 w 149"/>
                  <a:gd name="T77" fmla="*/ 88 h 209"/>
                  <a:gd name="T78" fmla="*/ 52 w 149"/>
                  <a:gd name="T79" fmla="*/ 89 h 209"/>
                  <a:gd name="T80" fmla="*/ 62 w 149"/>
                  <a:gd name="T81" fmla="*/ 89 h 209"/>
                  <a:gd name="T82" fmla="*/ 70 w 149"/>
                  <a:gd name="T83" fmla="*/ 89 h 209"/>
                  <a:gd name="T84" fmla="*/ 72 w 149"/>
                  <a:gd name="T85" fmla="*/ 89 h 209"/>
                  <a:gd name="T86" fmla="*/ 88 w 149"/>
                  <a:gd name="T87" fmla="*/ 86 h 209"/>
                  <a:gd name="T88" fmla="*/ 98 w 149"/>
                  <a:gd name="T89" fmla="*/ 80 h 209"/>
                  <a:gd name="T90" fmla="*/ 107 w 149"/>
                  <a:gd name="T91" fmla="*/ 70 h 209"/>
                  <a:gd name="T92" fmla="*/ 112 w 149"/>
                  <a:gd name="T93" fmla="*/ 57 h 209"/>
                  <a:gd name="T94" fmla="*/ 115 w 149"/>
                  <a:gd name="T95" fmla="*/ 44 h 209"/>
                  <a:gd name="T96" fmla="*/ 116 w 149"/>
                  <a:gd name="T97" fmla="*/ 31 h 209"/>
                  <a:gd name="T98" fmla="*/ 116 w 149"/>
                  <a:gd name="T99" fmla="*/ 19 h 209"/>
                  <a:gd name="T100" fmla="*/ 116 w 149"/>
                  <a:gd name="T101" fmla="*/ 9 h 209"/>
                  <a:gd name="T102" fmla="*/ 116 w 149"/>
                  <a:gd name="T103" fmla="*/ 2 h 209"/>
                  <a:gd name="T104" fmla="*/ 115 w 149"/>
                  <a:gd name="T105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9" h="209">
                    <a:moveTo>
                      <a:pt x="115" y="0"/>
                    </a:moveTo>
                    <a:lnTo>
                      <a:pt x="128" y="19"/>
                    </a:lnTo>
                    <a:lnTo>
                      <a:pt x="137" y="39"/>
                    </a:lnTo>
                    <a:lnTo>
                      <a:pt x="142" y="55"/>
                    </a:lnTo>
                    <a:lnTo>
                      <a:pt x="146" y="70"/>
                    </a:lnTo>
                    <a:lnTo>
                      <a:pt x="147" y="79"/>
                    </a:lnTo>
                    <a:lnTo>
                      <a:pt x="149" y="83"/>
                    </a:lnTo>
                    <a:lnTo>
                      <a:pt x="146" y="99"/>
                    </a:lnTo>
                    <a:lnTo>
                      <a:pt x="142" y="117"/>
                    </a:lnTo>
                    <a:lnTo>
                      <a:pt x="138" y="133"/>
                    </a:lnTo>
                    <a:lnTo>
                      <a:pt x="133" y="146"/>
                    </a:lnTo>
                    <a:lnTo>
                      <a:pt x="131" y="155"/>
                    </a:lnTo>
                    <a:lnTo>
                      <a:pt x="129" y="158"/>
                    </a:lnTo>
                    <a:lnTo>
                      <a:pt x="118" y="178"/>
                    </a:lnTo>
                    <a:lnTo>
                      <a:pt x="107" y="193"/>
                    </a:lnTo>
                    <a:lnTo>
                      <a:pt x="97" y="202"/>
                    </a:lnTo>
                    <a:lnTo>
                      <a:pt x="88" y="207"/>
                    </a:lnTo>
                    <a:lnTo>
                      <a:pt x="79" y="209"/>
                    </a:lnTo>
                    <a:lnTo>
                      <a:pt x="72" y="209"/>
                    </a:lnTo>
                    <a:lnTo>
                      <a:pt x="67" y="208"/>
                    </a:lnTo>
                    <a:lnTo>
                      <a:pt x="66" y="207"/>
                    </a:lnTo>
                    <a:lnTo>
                      <a:pt x="42" y="185"/>
                    </a:lnTo>
                    <a:lnTo>
                      <a:pt x="26" y="163"/>
                    </a:lnTo>
                    <a:lnTo>
                      <a:pt x="14" y="139"/>
                    </a:lnTo>
                    <a:lnTo>
                      <a:pt x="8" y="119"/>
                    </a:lnTo>
                    <a:lnTo>
                      <a:pt x="4" y="101"/>
                    </a:lnTo>
                    <a:lnTo>
                      <a:pt x="4" y="85"/>
                    </a:lnTo>
                    <a:lnTo>
                      <a:pt x="4" y="76"/>
                    </a:lnTo>
                    <a:lnTo>
                      <a:pt x="4" y="72"/>
                    </a:lnTo>
                    <a:lnTo>
                      <a:pt x="0" y="6"/>
                    </a:lnTo>
                    <a:lnTo>
                      <a:pt x="6" y="32"/>
                    </a:lnTo>
                    <a:lnTo>
                      <a:pt x="13" y="50"/>
                    </a:lnTo>
                    <a:lnTo>
                      <a:pt x="19" y="63"/>
                    </a:lnTo>
                    <a:lnTo>
                      <a:pt x="26" y="70"/>
                    </a:lnTo>
                    <a:lnTo>
                      <a:pt x="31" y="73"/>
                    </a:lnTo>
                    <a:lnTo>
                      <a:pt x="35" y="76"/>
                    </a:lnTo>
                    <a:lnTo>
                      <a:pt x="36" y="76"/>
                    </a:lnTo>
                    <a:lnTo>
                      <a:pt x="36" y="85"/>
                    </a:lnTo>
                    <a:lnTo>
                      <a:pt x="42" y="88"/>
                    </a:lnTo>
                    <a:lnTo>
                      <a:pt x="52" y="89"/>
                    </a:lnTo>
                    <a:lnTo>
                      <a:pt x="62" y="89"/>
                    </a:lnTo>
                    <a:lnTo>
                      <a:pt x="70" y="89"/>
                    </a:lnTo>
                    <a:lnTo>
                      <a:pt x="72" y="89"/>
                    </a:lnTo>
                    <a:lnTo>
                      <a:pt x="88" y="86"/>
                    </a:lnTo>
                    <a:lnTo>
                      <a:pt x="98" y="80"/>
                    </a:lnTo>
                    <a:lnTo>
                      <a:pt x="107" y="70"/>
                    </a:lnTo>
                    <a:lnTo>
                      <a:pt x="112" y="57"/>
                    </a:lnTo>
                    <a:lnTo>
                      <a:pt x="115" y="44"/>
                    </a:lnTo>
                    <a:lnTo>
                      <a:pt x="116" y="31"/>
                    </a:lnTo>
                    <a:lnTo>
                      <a:pt x="116" y="19"/>
                    </a:lnTo>
                    <a:lnTo>
                      <a:pt x="116" y="9"/>
                    </a:lnTo>
                    <a:lnTo>
                      <a:pt x="116" y="2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/>
              </a:p>
            </p:txBody>
          </p:sp>
          <p:sp>
            <p:nvSpPr>
              <p:cNvPr id="58" name="Freeform 55"/>
              <p:cNvSpPr/>
              <p:nvPr/>
            </p:nvSpPr>
            <p:spPr bwMode="auto">
              <a:xfrm>
                <a:off x="3014447" y="1822937"/>
                <a:ext cx="203536" cy="186807"/>
              </a:xfrm>
              <a:custGeom>
                <a:avLst/>
                <a:gdLst>
                  <a:gd name="T0" fmla="*/ 11 w 145"/>
                  <a:gd name="T1" fmla="*/ 0 h 134"/>
                  <a:gd name="T2" fmla="*/ 30 w 145"/>
                  <a:gd name="T3" fmla="*/ 14 h 134"/>
                  <a:gd name="T4" fmla="*/ 51 w 145"/>
                  <a:gd name="T5" fmla="*/ 24 h 134"/>
                  <a:gd name="T6" fmla="*/ 71 w 145"/>
                  <a:gd name="T7" fmla="*/ 29 h 134"/>
                  <a:gd name="T8" fmla="*/ 92 w 145"/>
                  <a:gd name="T9" fmla="*/ 32 h 134"/>
                  <a:gd name="T10" fmla="*/ 110 w 145"/>
                  <a:gd name="T11" fmla="*/ 32 h 134"/>
                  <a:gd name="T12" fmla="*/ 126 w 145"/>
                  <a:gd name="T13" fmla="*/ 31 h 134"/>
                  <a:gd name="T14" fmla="*/ 135 w 145"/>
                  <a:gd name="T15" fmla="*/ 29 h 134"/>
                  <a:gd name="T16" fmla="*/ 139 w 145"/>
                  <a:gd name="T17" fmla="*/ 29 h 134"/>
                  <a:gd name="T18" fmla="*/ 138 w 145"/>
                  <a:gd name="T19" fmla="*/ 58 h 134"/>
                  <a:gd name="T20" fmla="*/ 139 w 145"/>
                  <a:gd name="T21" fmla="*/ 82 h 134"/>
                  <a:gd name="T22" fmla="*/ 141 w 145"/>
                  <a:gd name="T23" fmla="*/ 104 h 134"/>
                  <a:gd name="T24" fmla="*/ 143 w 145"/>
                  <a:gd name="T25" fmla="*/ 120 h 134"/>
                  <a:gd name="T26" fmla="*/ 145 w 145"/>
                  <a:gd name="T27" fmla="*/ 130 h 134"/>
                  <a:gd name="T28" fmla="*/ 145 w 145"/>
                  <a:gd name="T29" fmla="*/ 134 h 134"/>
                  <a:gd name="T30" fmla="*/ 106 w 145"/>
                  <a:gd name="T31" fmla="*/ 125 h 134"/>
                  <a:gd name="T32" fmla="*/ 75 w 145"/>
                  <a:gd name="T33" fmla="*/ 115 h 134"/>
                  <a:gd name="T34" fmla="*/ 51 w 145"/>
                  <a:gd name="T35" fmla="*/ 103 h 134"/>
                  <a:gd name="T36" fmla="*/ 33 w 145"/>
                  <a:gd name="T37" fmla="*/ 91 h 134"/>
                  <a:gd name="T38" fmla="*/ 20 w 145"/>
                  <a:gd name="T39" fmla="*/ 81 h 134"/>
                  <a:gd name="T40" fmla="*/ 11 w 145"/>
                  <a:gd name="T41" fmla="*/ 72 h 134"/>
                  <a:gd name="T42" fmla="*/ 4 w 145"/>
                  <a:gd name="T43" fmla="*/ 66 h 134"/>
                  <a:gd name="T44" fmla="*/ 2 w 145"/>
                  <a:gd name="T45" fmla="*/ 60 h 134"/>
                  <a:gd name="T46" fmla="*/ 0 w 145"/>
                  <a:gd name="T47" fmla="*/ 58 h 134"/>
                  <a:gd name="T48" fmla="*/ 11 w 145"/>
                  <a:gd name="T49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5" h="134">
                    <a:moveTo>
                      <a:pt x="11" y="0"/>
                    </a:moveTo>
                    <a:lnTo>
                      <a:pt x="30" y="14"/>
                    </a:lnTo>
                    <a:lnTo>
                      <a:pt x="51" y="24"/>
                    </a:lnTo>
                    <a:lnTo>
                      <a:pt x="71" y="29"/>
                    </a:lnTo>
                    <a:lnTo>
                      <a:pt x="92" y="32"/>
                    </a:lnTo>
                    <a:lnTo>
                      <a:pt x="110" y="32"/>
                    </a:lnTo>
                    <a:lnTo>
                      <a:pt x="126" y="31"/>
                    </a:lnTo>
                    <a:lnTo>
                      <a:pt x="135" y="29"/>
                    </a:lnTo>
                    <a:lnTo>
                      <a:pt x="139" y="29"/>
                    </a:lnTo>
                    <a:lnTo>
                      <a:pt x="138" y="58"/>
                    </a:lnTo>
                    <a:lnTo>
                      <a:pt x="139" y="82"/>
                    </a:lnTo>
                    <a:lnTo>
                      <a:pt x="141" y="104"/>
                    </a:lnTo>
                    <a:lnTo>
                      <a:pt x="143" y="120"/>
                    </a:lnTo>
                    <a:lnTo>
                      <a:pt x="145" y="130"/>
                    </a:lnTo>
                    <a:lnTo>
                      <a:pt x="145" y="134"/>
                    </a:lnTo>
                    <a:lnTo>
                      <a:pt x="106" y="125"/>
                    </a:lnTo>
                    <a:lnTo>
                      <a:pt x="75" y="115"/>
                    </a:lnTo>
                    <a:lnTo>
                      <a:pt x="51" y="103"/>
                    </a:lnTo>
                    <a:lnTo>
                      <a:pt x="33" y="91"/>
                    </a:lnTo>
                    <a:lnTo>
                      <a:pt x="20" y="81"/>
                    </a:lnTo>
                    <a:lnTo>
                      <a:pt x="11" y="72"/>
                    </a:lnTo>
                    <a:lnTo>
                      <a:pt x="4" y="66"/>
                    </a:lnTo>
                    <a:lnTo>
                      <a:pt x="2" y="60"/>
                    </a:lnTo>
                    <a:lnTo>
                      <a:pt x="0" y="58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/>
              </a:p>
            </p:txBody>
          </p:sp>
        </p:grpSp>
      </p:grpSp>
      <p:grpSp>
        <p:nvGrpSpPr>
          <p:cNvPr id="62" name="Group 61"/>
          <p:cNvGrpSpPr/>
          <p:nvPr/>
        </p:nvGrpSpPr>
        <p:grpSpPr>
          <a:xfrm>
            <a:off x="3961015" y="1820492"/>
            <a:ext cx="3390951" cy="4253166"/>
            <a:chOff x="2437014" y="1820491"/>
            <a:chExt cx="3390951" cy="4253166"/>
          </a:xfrm>
        </p:grpSpPr>
        <p:cxnSp>
          <p:nvCxnSpPr>
            <p:cNvPr id="63" name="Straight Connector 62"/>
            <p:cNvCxnSpPr>
              <a:endCxn id="69" idx="2"/>
            </p:cNvCxnSpPr>
            <p:nvPr/>
          </p:nvCxnSpPr>
          <p:spPr>
            <a:xfrm>
              <a:off x="3442025" y="3947878"/>
              <a:ext cx="1469475" cy="555314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endCxn id="70" idx="1"/>
            </p:cNvCxnSpPr>
            <p:nvPr/>
          </p:nvCxnSpPr>
          <p:spPr>
            <a:xfrm>
              <a:off x="3398758" y="3938428"/>
              <a:ext cx="1049096" cy="1352977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endCxn id="68" idx="2"/>
            </p:cNvCxnSpPr>
            <p:nvPr/>
          </p:nvCxnSpPr>
          <p:spPr>
            <a:xfrm flipV="1">
              <a:off x="3442025" y="3390958"/>
              <a:ext cx="1469475" cy="542866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endCxn id="71" idx="3"/>
            </p:cNvCxnSpPr>
            <p:nvPr/>
          </p:nvCxnSpPr>
          <p:spPr>
            <a:xfrm flipV="1">
              <a:off x="3430198" y="2602743"/>
              <a:ext cx="1017656" cy="1331082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2437014" y="3108606"/>
              <a:ext cx="1676936" cy="1676936"/>
            </a:xfrm>
            <a:prstGeom prst="ellipse">
              <a:avLst/>
            </a:prstGeom>
            <a:solidFill>
              <a:schemeClr val="accent6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4911500" y="2932725"/>
              <a:ext cx="916465" cy="916465"/>
            </a:xfrm>
            <a:prstGeom prst="ellipse">
              <a:avLst/>
            </a:prstGeom>
            <a:solidFill>
              <a:schemeClr val="accent3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911500" y="4044959"/>
              <a:ext cx="916465" cy="916465"/>
            </a:xfrm>
            <a:prstGeom prst="ellipse">
              <a:avLst/>
            </a:prstGeom>
            <a:solidFill>
              <a:schemeClr val="accent2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4313641" y="5157192"/>
              <a:ext cx="916465" cy="916465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4313641" y="1820491"/>
              <a:ext cx="916465" cy="916465"/>
            </a:xfrm>
            <a:prstGeom prst="ellipse">
              <a:avLst/>
            </a:prstGeom>
            <a:solidFill>
              <a:schemeClr val="accent4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6893733" y="1742901"/>
            <a:ext cx="3871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đoàn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Hoa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Sen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Lê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Phước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Vũ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CT HĐQT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Hoa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Sen Group)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08/08/2001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589941" y="3230438"/>
            <a:ext cx="387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Hoa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Sen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393617" y="4011255"/>
            <a:ext cx="3871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ố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ban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30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tỷ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22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3 chi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nhánh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032238" y="5220313"/>
            <a:ext cx="3871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2003,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34 (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miền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Tây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Nam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Đông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Nam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Duyên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hải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Miền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.)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01284" y="3980919"/>
            <a:ext cx="14163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HoaSen</a:t>
            </a:r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9"/>
          <p:cNvSpPr/>
          <p:nvPr/>
        </p:nvSpPr>
        <p:spPr>
          <a:xfrm>
            <a:off x="4552638" y="3368938"/>
            <a:ext cx="512324" cy="511492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8" name="Round Same Side Corner Rectangle 11"/>
          <p:cNvSpPr>
            <a:spLocks noChangeAspect="1"/>
          </p:cNvSpPr>
          <p:nvPr/>
        </p:nvSpPr>
        <p:spPr>
          <a:xfrm rot="9900000">
            <a:off x="6710254" y="3254218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9" name="Block Arc 10"/>
          <p:cNvSpPr/>
          <p:nvPr/>
        </p:nvSpPr>
        <p:spPr>
          <a:xfrm>
            <a:off x="6089057" y="2132586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Round Same Side Corner Rectangle 36"/>
          <p:cNvSpPr>
            <a:spLocks noChangeAspect="1"/>
          </p:cNvSpPr>
          <p:nvPr/>
        </p:nvSpPr>
        <p:spPr>
          <a:xfrm>
            <a:off x="6115773" y="5462227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1" name="Oval 21"/>
          <p:cNvSpPr>
            <a:spLocks noChangeAspect="1"/>
          </p:cNvSpPr>
          <p:nvPr/>
        </p:nvSpPr>
        <p:spPr>
          <a:xfrm>
            <a:off x="6708194" y="4303848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2" grpId="0"/>
      <p:bldP spid="73" grpId="0"/>
      <p:bldP spid="74" grpId="0"/>
      <p:bldP spid="75" grpId="0"/>
      <p:bldP spid="76" grpId="0"/>
      <p:bldP spid="7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/>
          <p:cNvSpPr>
            <a:spLocks noGrp="1"/>
          </p:cNvSpPr>
          <p:nvPr>
            <p:ph type="body" sz="quarter" idx="10"/>
          </p:nvPr>
        </p:nvSpPr>
        <p:spPr>
          <a:xfrm>
            <a:off x="309401" y="587346"/>
            <a:ext cx="11573197" cy="724247"/>
          </a:xfrm>
        </p:spPr>
        <p:txBody>
          <a:bodyPr/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  <a:endParaRPr lang="en-US" dirty="0"/>
          </a:p>
          <a:p>
            <a:endParaRPr lang="en-GB" dirty="0"/>
          </a:p>
        </p:txBody>
      </p:sp>
      <p:pic>
        <p:nvPicPr>
          <p:cNvPr id="52" name="Picture 51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61" y="1311593"/>
            <a:ext cx="11289516" cy="53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4596012" y="2829596"/>
            <a:ext cx="6367068" cy="831685"/>
            <a:chOff x="5347836" y="2849321"/>
            <a:chExt cx="6367068" cy="831685"/>
          </a:xfrm>
        </p:grpSpPr>
        <p:sp>
          <p:nvSpPr>
            <p:cNvPr id="77" name="Oval 76"/>
            <p:cNvSpPr/>
            <p:nvPr/>
          </p:nvSpPr>
          <p:spPr>
            <a:xfrm>
              <a:off x="5347836" y="2903798"/>
              <a:ext cx="777210" cy="777208"/>
            </a:xfrm>
            <a:prstGeom prst="ellipse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cs typeface="Arial" panose="020B0604020202020204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335206" y="2849321"/>
              <a:ext cx="5379698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4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PHÒNG BAN</a:t>
              </a:r>
              <a:endParaRPr lang="ko-KR" altLang="en-US" sz="4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94696" y="303956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6" name="Freeform: Shape 65"/>
          <p:cNvSpPr/>
          <p:nvPr/>
        </p:nvSpPr>
        <p:spPr>
          <a:xfrm>
            <a:off x="7406868" y="235656"/>
            <a:ext cx="1386288" cy="783018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7" name="Freeform: Shape 66"/>
          <p:cNvSpPr/>
          <p:nvPr/>
        </p:nvSpPr>
        <p:spPr>
          <a:xfrm rot="10800000">
            <a:off x="7171725" y="5622052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/>
          <p:cNvSpPr/>
          <p:nvPr/>
        </p:nvSpPr>
        <p:spPr>
          <a:xfrm>
            <a:off x="10308557" y="4918708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/>
          <p:cNvSpPr/>
          <p:nvPr/>
        </p:nvSpPr>
        <p:spPr>
          <a:xfrm>
            <a:off x="10474036" y="235656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1" name="Freeform: Shape 100"/>
          <p:cNvSpPr/>
          <p:nvPr/>
        </p:nvSpPr>
        <p:spPr>
          <a:xfrm>
            <a:off x="10612933" y="2943122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/>
          <p:cNvSpPr/>
          <p:nvPr/>
        </p:nvSpPr>
        <p:spPr>
          <a:xfrm rot="10800000">
            <a:off x="9244438" y="6121301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3" name="Freeform: Shape 102"/>
          <p:cNvSpPr/>
          <p:nvPr/>
        </p:nvSpPr>
        <p:spPr>
          <a:xfrm>
            <a:off x="11017821" y="1869442"/>
            <a:ext cx="681949" cy="423239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848" y="921184"/>
            <a:ext cx="4154985" cy="5241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7000306" y="1807037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3</a:t>
            </a:r>
            <a:endParaRPr lang="en-US" sz="2700" b="1" dirty="0"/>
          </a:p>
        </p:txBody>
      </p:sp>
      <p:sp>
        <p:nvSpPr>
          <p:cNvPr id="5" name="Rectangle 4"/>
          <p:cNvSpPr/>
          <p:nvPr/>
        </p:nvSpPr>
        <p:spPr>
          <a:xfrm>
            <a:off x="6208240" y="2832004"/>
            <a:ext cx="2454918" cy="457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effectLst/>
                <a:ea typeface="Calibri" panose="020F0502020204030204" pitchFamily="34" charset="0"/>
              </a:rPr>
              <a:t>Ban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Tổng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giám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đốc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000306" y="4025996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7</a:t>
            </a:r>
            <a:endParaRPr lang="en-US" sz="2700" b="1" dirty="0"/>
          </a:p>
        </p:txBody>
      </p:sp>
      <p:sp>
        <p:nvSpPr>
          <p:cNvPr id="8" name="Rectangle 7"/>
          <p:cNvSpPr/>
          <p:nvPr/>
        </p:nvSpPr>
        <p:spPr>
          <a:xfrm>
            <a:off x="6412638" y="5117767"/>
            <a:ext cx="2183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335014" y="1807037"/>
            <a:ext cx="1008112" cy="1008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</a:t>
            </a:r>
            <a:endParaRPr lang="en-US" sz="2700" b="1" dirty="0"/>
          </a:p>
        </p:txBody>
      </p:sp>
      <p:sp>
        <p:nvSpPr>
          <p:cNvPr id="11" name="Rectangle 10"/>
          <p:cNvSpPr/>
          <p:nvPr/>
        </p:nvSpPr>
        <p:spPr>
          <a:xfrm>
            <a:off x="623594" y="2736003"/>
            <a:ext cx="4231942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effectLst/>
                <a:ea typeface="Calibri" panose="020F0502020204030204" pitchFamily="34" charset="0"/>
              </a:rPr>
              <a:t>Đại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hội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đồng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cổ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đông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35014" y="4025996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5</a:t>
            </a:r>
            <a:endParaRPr lang="en-US" sz="2700" b="1" dirty="0"/>
          </a:p>
        </p:txBody>
      </p:sp>
      <p:sp>
        <p:nvSpPr>
          <p:cNvPr id="14" name="Rectangle 13"/>
          <p:cNvSpPr/>
          <p:nvPr/>
        </p:nvSpPr>
        <p:spPr>
          <a:xfrm>
            <a:off x="323529" y="5117767"/>
            <a:ext cx="260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Ban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832951" y="1807037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4</a:t>
            </a:r>
            <a:endParaRPr lang="en-US" sz="2700" b="1" dirty="0"/>
          </a:p>
        </p:txBody>
      </p:sp>
      <p:sp>
        <p:nvSpPr>
          <p:cNvPr id="17" name="Rectangle 16"/>
          <p:cNvSpPr/>
          <p:nvPr/>
        </p:nvSpPr>
        <p:spPr>
          <a:xfrm>
            <a:off x="9245282" y="2948580"/>
            <a:ext cx="2627454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Ban/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Tiểu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ban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thuộc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HĐQT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832951" y="4025996"/>
            <a:ext cx="1008112" cy="1008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8</a:t>
            </a:r>
            <a:endParaRPr lang="en-US" sz="2700" b="1" dirty="0"/>
          </a:p>
        </p:txBody>
      </p:sp>
      <p:sp>
        <p:nvSpPr>
          <p:cNvPr id="20" name="Rectangle 19"/>
          <p:cNvSpPr/>
          <p:nvPr/>
        </p:nvSpPr>
        <p:spPr>
          <a:xfrm>
            <a:off x="9245282" y="5117767"/>
            <a:ext cx="2183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67660" y="1807037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2</a:t>
            </a:r>
            <a:endParaRPr lang="en-US" sz="2700" b="1" dirty="0"/>
          </a:p>
        </p:txBody>
      </p:sp>
      <p:sp>
        <p:nvSpPr>
          <p:cNvPr id="23" name="Rectangle 22"/>
          <p:cNvSpPr/>
          <p:nvPr/>
        </p:nvSpPr>
        <p:spPr>
          <a:xfrm>
            <a:off x="3312885" y="2766237"/>
            <a:ext cx="2454918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67660" y="4025996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6</a:t>
            </a:r>
            <a:endParaRPr lang="en-US" sz="2700" b="1" dirty="0"/>
          </a:p>
        </p:txBody>
      </p:sp>
      <p:sp>
        <p:nvSpPr>
          <p:cNvPr id="26" name="Rectangle 25"/>
          <p:cNvSpPr/>
          <p:nvPr/>
        </p:nvSpPr>
        <p:spPr>
          <a:xfrm>
            <a:off x="3579992" y="5117767"/>
            <a:ext cx="2183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HĐQT &amp;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tịch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HĐQT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  <p:bldP spid="5" grpId="0"/>
      <p:bldP spid="6" grpId="0" animBg="1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7000306" y="1807037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11</a:t>
            </a:r>
            <a:endParaRPr lang="en-US" sz="2700" b="1" dirty="0"/>
          </a:p>
        </p:txBody>
      </p:sp>
      <p:sp>
        <p:nvSpPr>
          <p:cNvPr id="5" name="Rectangle 4"/>
          <p:cNvSpPr/>
          <p:nvPr/>
        </p:nvSpPr>
        <p:spPr>
          <a:xfrm>
            <a:off x="6648675" y="2832004"/>
            <a:ext cx="2454918" cy="463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khẩu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000306" y="4025996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15</a:t>
            </a:r>
            <a:endParaRPr lang="en-US" sz="2700" b="1" dirty="0"/>
          </a:p>
        </p:txBody>
      </p:sp>
      <p:sp>
        <p:nvSpPr>
          <p:cNvPr id="8" name="Rectangle 7"/>
          <p:cNvSpPr/>
          <p:nvPr/>
        </p:nvSpPr>
        <p:spPr>
          <a:xfrm>
            <a:off x="6412638" y="5117767"/>
            <a:ext cx="2183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Kinh doanh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nhự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335014" y="1807037"/>
            <a:ext cx="1008112" cy="1008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9</a:t>
            </a:r>
            <a:endParaRPr lang="en-US" sz="2700" b="1" dirty="0"/>
          </a:p>
        </p:txBody>
      </p:sp>
      <p:sp>
        <p:nvSpPr>
          <p:cNvPr id="11" name="Rectangle 10"/>
          <p:cNvSpPr/>
          <p:nvPr/>
        </p:nvSpPr>
        <p:spPr>
          <a:xfrm>
            <a:off x="623594" y="2736003"/>
            <a:ext cx="2248854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Mua h</a:t>
            </a:r>
            <a:r>
              <a:rPr lang="vi-V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35014" y="4025996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13</a:t>
            </a:r>
            <a:endParaRPr lang="en-US" sz="2700" b="1" dirty="0"/>
          </a:p>
        </p:txBody>
      </p:sp>
      <p:sp>
        <p:nvSpPr>
          <p:cNvPr id="14" name="Rectangle 13"/>
          <p:cNvSpPr/>
          <p:nvPr/>
        </p:nvSpPr>
        <p:spPr>
          <a:xfrm>
            <a:off x="323529" y="5117767"/>
            <a:ext cx="260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phân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832951" y="1807037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12</a:t>
            </a:r>
            <a:endParaRPr lang="en-US" sz="2700" b="1" dirty="0"/>
          </a:p>
        </p:txBody>
      </p:sp>
      <p:sp>
        <p:nvSpPr>
          <p:cNvPr id="17" name="Rectangle 16"/>
          <p:cNvSpPr/>
          <p:nvPr/>
        </p:nvSpPr>
        <p:spPr>
          <a:xfrm>
            <a:off x="9245282" y="2948580"/>
            <a:ext cx="2627454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vi-V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Nhập</a:t>
            </a:r>
            <a:r>
              <a:rPr lang="vi-V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khẩu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832951" y="4025996"/>
            <a:ext cx="1008112" cy="1008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16</a:t>
            </a:r>
            <a:endParaRPr lang="en-US" sz="2700" b="1" dirty="0"/>
          </a:p>
        </p:txBody>
      </p:sp>
      <p:sp>
        <p:nvSpPr>
          <p:cNvPr id="20" name="Rectangle 19"/>
          <p:cNvSpPr/>
          <p:nvPr/>
        </p:nvSpPr>
        <p:spPr>
          <a:xfrm>
            <a:off x="9245282" y="5117767"/>
            <a:ext cx="2183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Kinh doanh tôn –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thép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67660" y="1807037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10</a:t>
            </a:r>
            <a:endParaRPr lang="en-US" sz="2700" b="1" dirty="0"/>
          </a:p>
        </p:txBody>
      </p:sp>
      <p:sp>
        <p:nvSpPr>
          <p:cNvPr id="23" name="Rectangle 22"/>
          <p:cNvSpPr/>
          <p:nvPr/>
        </p:nvSpPr>
        <p:spPr>
          <a:xfrm>
            <a:off x="3312884" y="2766237"/>
            <a:ext cx="2895355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 </a:t>
            </a:r>
            <a:r>
              <a:rPr lang="vi-V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 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67660" y="4025996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14</a:t>
            </a:r>
            <a:endParaRPr lang="en-US" sz="2700" b="1" dirty="0"/>
          </a:p>
        </p:txBody>
      </p:sp>
      <p:sp>
        <p:nvSpPr>
          <p:cNvPr id="26" name="Rectangle 25"/>
          <p:cNvSpPr/>
          <p:nvPr/>
        </p:nvSpPr>
        <p:spPr>
          <a:xfrm>
            <a:off x="3579992" y="5117767"/>
            <a:ext cx="2183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sách</a:t>
            </a:r>
            <a:r>
              <a:rPr lang="vi-V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KD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  <p:bldP spid="5" grpId="0"/>
      <p:bldP spid="6" grpId="0" animBg="1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7000306" y="1807037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19</a:t>
            </a:r>
            <a:endParaRPr lang="en-US" sz="2700" b="1" dirty="0"/>
          </a:p>
        </p:txBody>
      </p:sp>
      <p:sp>
        <p:nvSpPr>
          <p:cNvPr id="5" name="Rectangle 4"/>
          <p:cNvSpPr/>
          <p:nvPr/>
        </p:nvSpPr>
        <p:spPr>
          <a:xfrm>
            <a:off x="6412639" y="2832004"/>
            <a:ext cx="2335562" cy="87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Công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thông tin &amp; ERP</a:t>
            </a:r>
            <a:endParaRPr lang="en-GB" sz="1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342969" y="4275120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23</a:t>
            </a:r>
            <a:endParaRPr lang="en-US" sz="2700" b="1" dirty="0"/>
          </a:p>
        </p:txBody>
      </p:sp>
      <p:sp>
        <p:nvSpPr>
          <p:cNvPr id="8" name="Rectangle 7"/>
          <p:cNvSpPr/>
          <p:nvPr/>
        </p:nvSpPr>
        <p:spPr>
          <a:xfrm>
            <a:off x="7755300" y="5491453"/>
            <a:ext cx="2183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335014" y="1807037"/>
            <a:ext cx="1008112" cy="1008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17</a:t>
            </a:r>
            <a:endParaRPr lang="en-US" sz="2700" b="1" dirty="0"/>
          </a:p>
        </p:txBody>
      </p:sp>
      <p:sp>
        <p:nvSpPr>
          <p:cNvPr id="11" name="Rectangle 10"/>
          <p:cNvSpPr/>
          <p:nvPr/>
        </p:nvSpPr>
        <p:spPr>
          <a:xfrm>
            <a:off x="1004901" y="2885351"/>
            <a:ext cx="1698656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Phòng</a:t>
            </a:r>
            <a:r>
              <a:rPr lang="vi-VN" sz="1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Hành</a:t>
            </a:r>
            <a:r>
              <a:rPr lang="vi-VN" sz="1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 ch</a:t>
            </a: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í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nh</a:t>
            </a:r>
            <a:r>
              <a:rPr lang="vi-VN" sz="1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 &amp; Nhân </a:t>
            </a:r>
            <a:r>
              <a:rPr lang="vi-VN" sz="1800" b="1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sự</a:t>
            </a:r>
            <a:endParaRPr lang="en-GB" sz="1800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17920" y="4275120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21</a:t>
            </a:r>
            <a:endParaRPr lang="en-US" sz="2700" b="1" dirty="0"/>
          </a:p>
        </p:txBody>
      </p:sp>
      <p:sp>
        <p:nvSpPr>
          <p:cNvPr id="14" name="Rectangle 13"/>
          <p:cNvSpPr/>
          <p:nvPr/>
        </p:nvSpPr>
        <p:spPr>
          <a:xfrm>
            <a:off x="1039492" y="5379561"/>
            <a:ext cx="2607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ch</a:t>
            </a: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thương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mại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832951" y="1807037"/>
            <a:ext cx="1008112" cy="1008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20</a:t>
            </a:r>
            <a:endParaRPr lang="en-US" sz="2700" b="1" dirty="0"/>
          </a:p>
        </p:txBody>
      </p:sp>
      <p:sp>
        <p:nvSpPr>
          <p:cNvPr id="17" name="Rectangle 16"/>
          <p:cNvSpPr/>
          <p:nvPr/>
        </p:nvSpPr>
        <p:spPr>
          <a:xfrm>
            <a:off x="9245282" y="2948580"/>
            <a:ext cx="2627454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endParaRPr lang="en-GB" sz="1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67660" y="1807037"/>
            <a:ext cx="1008112" cy="1008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18</a:t>
            </a:r>
            <a:endParaRPr lang="en-US" sz="2700" b="1" dirty="0"/>
          </a:p>
        </p:txBody>
      </p:sp>
      <p:sp>
        <p:nvSpPr>
          <p:cNvPr id="23" name="Rectangle 22"/>
          <p:cNvSpPr/>
          <p:nvPr/>
        </p:nvSpPr>
        <p:spPr>
          <a:xfrm>
            <a:off x="3573020" y="2885351"/>
            <a:ext cx="2335562" cy="87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Tuyển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Đào</a:t>
            </a:r>
            <a:r>
              <a:rPr lang="vi-VN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endParaRPr lang="en-GB" sz="1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404526" y="4275120"/>
            <a:ext cx="1008112" cy="1008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22</a:t>
            </a:r>
            <a:endParaRPr lang="en-US" sz="2700" b="1" dirty="0"/>
          </a:p>
        </p:txBody>
      </p:sp>
      <p:sp>
        <p:nvSpPr>
          <p:cNvPr id="26" name="Rectangle 25"/>
          <p:cNvSpPr/>
          <p:nvPr/>
        </p:nvSpPr>
        <p:spPr>
          <a:xfrm>
            <a:off x="4816857" y="5379561"/>
            <a:ext cx="2183450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18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Phòng</a:t>
            </a:r>
            <a:r>
              <a:rPr lang="vi-VN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18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Marketing</a:t>
            </a:r>
            <a:endParaRPr lang="en-GB" sz="1800" dirty="0">
              <a:effectLst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  <p:bldP spid="5" grpId="0"/>
      <p:bldP spid="6" grpId="0" animBg="1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21" grpId="0" animBg="1"/>
      <p:bldP spid="23" grpId="0"/>
      <p:bldP spid="24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>
          <a:xfrm>
            <a:off x="4055382" y="2724222"/>
            <a:ext cx="7578270" cy="806311"/>
            <a:chOff x="5347836" y="4023758"/>
            <a:chExt cx="6337629" cy="806311"/>
          </a:xfrm>
        </p:grpSpPr>
        <p:sp>
          <p:nvSpPr>
            <p:cNvPr id="76" name="Oval 75"/>
            <p:cNvSpPr/>
            <p:nvPr/>
          </p:nvSpPr>
          <p:spPr>
            <a:xfrm>
              <a:off x="5347836" y="4023758"/>
              <a:ext cx="777210" cy="777208"/>
            </a:xfrm>
            <a:prstGeom prst="ellipse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cs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05767" y="4060628"/>
              <a:ext cx="5379698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4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QUI TRÌNH NGHIỆP VỤ</a:t>
              </a:r>
              <a:endParaRPr lang="ko-KR" altLang="en-US" sz="4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394696" y="4159525"/>
              <a:ext cx="682192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03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7" name="Freeform: Shape 66"/>
          <p:cNvSpPr/>
          <p:nvPr/>
        </p:nvSpPr>
        <p:spPr>
          <a:xfrm rot="10800000">
            <a:off x="7953100" y="5712819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/>
          <p:cNvSpPr/>
          <p:nvPr/>
        </p:nvSpPr>
        <p:spPr>
          <a:xfrm>
            <a:off x="10434651" y="4207642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/>
          <p:cNvSpPr/>
          <p:nvPr/>
        </p:nvSpPr>
        <p:spPr>
          <a:xfrm>
            <a:off x="10474036" y="235656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1" name="Freeform: Shape 100"/>
          <p:cNvSpPr/>
          <p:nvPr/>
        </p:nvSpPr>
        <p:spPr>
          <a:xfrm>
            <a:off x="8417244" y="436235"/>
            <a:ext cx="1325095" cy="82239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/>
          <p:cNvSpPr/>
          <p:nvPr/>
        </p:nvSpPr>
        <p:spPr>
          <a:xfrm rot="10800000">
            <a:off x="10009892" y="5622053"/>
            <a:ext cx="928287" cy="521917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3" name="Freeform: Shape 102"/>
          <p:cNvSpPr/>
          <p:nvPr/>
        </p:nvSpPr>
        <p:spPr>
          <a:xfrm>
            <a:off x="11017821" y="1869442"/>
            <a:ext cx="681949" cy="423239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50800" dist="38100" dir="16200000" rotWithShape="0">
              <a:schemeClr val="accent4">
                <a:lumMod val="50000"/>
                <a:alpha val="4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849" y="921184"/>
            <a:ext cx="3664948" cy="4472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" y="154530"/>
            <a:ext cx="11977748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1.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Quy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trị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quan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hệ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khách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hàng</a:t>
            </a: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CRM</a:t>
            </a:r>
            <a:endParaRPr lang="en-GB" sz="40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5607" y="1337405"/>
            <a:ext cx="8538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ea typeface="Calibri" panose="020F0502020204030204" pitchFamily="34" charset="0"/>
              </a:rPr>
              <a:t>Sơ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đồ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BPMN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quy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trình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quản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trị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quan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hệ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khách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hàng</a:t>
            </a:r>
            <a:endParaRPr lang="en-GB" dirty="0"/>
          </a:p>
        </p:txBody>
      </p:sp>
      <p:pic>
        <p:nvPicPr>
          <p:cNvPr id="18" name="Picture 17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607" y="1955482"/>
            <a:ext cx="11592142" cy="4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2"/>
          <p:cNvSpPr>
            <a:spLocks noChangeAspect="1"/>
          </p:cNvSpPr>
          <p:nvPr/>
        </p:nvSpPr>
        <p:spPr>
          <a:xfrm rot="5400000">
            <a:off x="867570" y="2413453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" name="Chevron 2"/>
          <p:cNvSpPr>
            <a:spLocks noChangeAspect="1"/>
          </p:cNvSpPr>
          <p:nvPr/>
        </p:nvSpPr>
        <p:spPr>
          <a:xfrm rot="5400000">
            <a:off x="867570" y="2862203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" name="Chevron 2"/>
          <p:cNvSpPr>
            <a:spLocks noChangeAspect="1"/>
          </p:cNvSpPr>
          <p:nvPr/>
        </p:nvSpPr>
        <p:spPr>
          <a:xfrm rot="5400000">
            <a:off x="867570" y="3310953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" name="Chevron 2"/>
          <p:cNvSpPr>
            <a:spLocks noChangeAspect="1"/>
          </p:cNvSpPr>
          <p:nvPr/>
        </p:nvSpPr>
        <p:spPr>
          <a:xfrm rot="5400000">
            <a:off x="867570" y="4208453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9384" y="2334066"/>
            <a:ext cx="4716000" cy="38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marketing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455" y="2726723"/>
            <a:ext cx="4716000" cy="38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chiến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9384" y="3188151"/>
            <a:ext cx="4716000" cy="38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email marketing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9384" y="4085651"/>
            <a:ext cx="4716000" cy="38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kho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516314" y="5262292"/>
            <a:ext cx="768198" cy="768198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Oval 12"/>
          <p:cNvSpPr/>
          <p:nvPr/>
        </p:nvSpPr>
        <p:spPr>
          <a:xfrm>
            <a:off x="3658554" y="5262292"/>
            <a:ext cx="768198" cy="768198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Oval 13"/>
          <p:cNvSpPr/>
          <p:nvPr/>
        </p:nvSpPr>
        <p:spPr>
          <a:xfrm>
            <a:off x="5800795" y="5262292"/>
            <a:ext cx="768198" cy="768198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" name="Oval 14"/>
          <p:cNvSpPr/>
          <p:nvPr/>
        </p:nvSpPr>
        <p:spPr>
          <a:xfrm>
            <a:off x="7986162" y="5262292"/>
            <a:ext cx="768198" cy="76819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Oval 15"/>
          <p:cNvSpPr/>
          <p:nvPr/>
        </p:nvSpPr>
        <p:spPr>
          <a:xfrm>
            <a:off x="10128402" y="5262292"/>
            <a:ext cx="768198" cy="76819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/>
          <p:cNvSpPr txBox="1"/>
          <p:nvPr/>
        </p:nvSpPr>
        <p:spPr>
          <a:xfrm>
            <a:off x="1173253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Ứng</a:t>
            </a:r>
            <a:r>
              <a:rPr lang="en-GB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dụng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13724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Marketing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7323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Kênh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37792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Kho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78261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Truyền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thông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2" name="Rectangle 16"/>
          <p:cNvSpPr/>
          <p:nvPr/>
        </p:nvSpPr>
        <p:spPr>
          <a:xfrm rot="2700000">
            <a:off x="3918770" y="5417813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9"/>
          <p:cNvSpPr/>
          <p:nvPr/>
        </p:nvSpPr>
        <p:spPr>
          <a:xfrm>
            <a:off x="1751156" y="5481840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36"/>
          <p:cNvSpPr/>
          <p:nvPr/>
        </p:nvSpPr>
        <p:spPr>
          <a:xfrm>
            <a:off x="6004634" y="5481840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ound Same Side Corner Rectangle 36"/>
          <p:cNvSpPr>
            <a:spLocks noChangeAspect="1"/>
          </p:cNvSpPr>
          <p:nvPr/>
        </p:nvSpPr>
        <p:spPr>
          <a:xfrm>
            <a:off x="10314501" y="5494238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Oval 21"/>
          <p:cNvSpPr>
            <a:spLocks noChangeAspect="1"/>
          </p:cNvSpPr>
          <p:nvPr/>
        </p:nvSpPr>
        <p:spPr>
          <a:xfrm>
            <a:off x="8173999" y="5452034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985702" cy="724247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1.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Quy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trình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quản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trị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quan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hệ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khách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hàng</a:t>
            </a:r>
            <a:r>
              <a:rPr lang="en-US" sz="40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CRM</a:t>
            </a:r>
            <a:endParaRPr lang="en-GB" sz="4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9" name="Chevron 2"/>
          <p:cNvSpPr>
            <a:spLocks noChangeAspect="1"/>
          </p:cNvSpPr>
          <p:nvPr/>
        </p:nvSpPr>
        <p:spPr>
          <a:xfrm rot="5400000">
            <a:off x="867570" y="3759703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9384" y="3660921"/>
            <a:ext cx="4257929" cy="38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1519" y="4434917"/>
            <a:ext cx="6094070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khách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endParaRPr lang="en-GB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5850" y="1999898"/>
            <a:ext cx="609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Tự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động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hóa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dịch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vụ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được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ứng</a:t>
            </a:r>
            <a:r>
              <a:rPr lang="en-US" sz="14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effectLst/>
                <a:latin typeface="+mj-lt"/>
                <a:ea typeface="Calibri" panose="020F0502020204030204" pitchFamily="34" charset="0"/>
              </a:rPr>
              <a:t>dụng</a:t>
            </a:r>
            <a:endParaRPr lang="en-GB" sz="1400" dirty="0">
              <a:latin typeface="+mj-lt"/>
            </a:endParaRPr>
          </a:p>
        </p:txBody>
      </p:sp>
      <p:sp>
        <p:nvSpPr>
          <p:cNvPr id="33" name="Chevron 2"/>
          <p:cNvSpPr>
            <a:spLocks noChangeAspect="1"/>
          </p:cNvSpPr>
          <p:nvPr/>
        </p:nvSpPr>
        <p:spPr>
          <a:xfrm rot="5400000">
            <a:off x="879174" y="2025984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34" name="Chevron 2"/>
          <p:cNvSpPr>
            <a:spLocks noChangeAspect="1"/>
          </p:cNvSpPr>
          <p:nvPr/>
        </p:nvSpPr>
        <p:spPr>
          <a:xfrm rot="5400000">
            <a:off x="867570" y="4556575"/>
            <a:ext cx="219666" cy="2168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pic>
        <p:nvPicPr>
          <p:cNvPr id="1026" name="Picture 2" descr="Phần Mềm Quản Lý Chăm Sóc Khách Hàng CRM | EPAL Solution"/>
          <p:cNvPicPr>
            <a:picLocks noGrp="1" noChangeAspect="1" noChangeArrowheads="1"/>
          </p:cNvPicPr>
          <p:nvPr>
            <p:ph type="pic" idx="1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82" b="1958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4225" y="1337405"/>
            <a:ext cx="8249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latin typeface="+mj-lt"/>
                <a:ea typeface="Calibri" panose="020F0502020204030204" pitchFamily="34" charset="0"/>
              </a:rPr>
              <a:t>Các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+mj-lt"/>
                <a:ea typeface="Calibri" panose="020F0502020204030204" pitchFamily="34" charset="0"/>
              </a:rPr>
              <a:t>chức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+mj-lt"/>
                <a:ea typeface="Calibri" panose="020F0502020204030204" pitchFamily="34" charset="0"/>
              </a:rPr>
              <a:t>năng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+mj-lt"/>
                <a:ea typeface="Calibri" panose="020F0502020204030204" pitchFamily="34" charset="0"/>
              </a:rPr>
              <a:t>cần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+mj-lt"/>
                <a:ea typeface="Calibri" panose="020F0502020204030204" pitchFamily="34" charset="0"/>
              </a:rPr>
              <a:t>thiết</a:t>
            </a:r>
            <a:r>
              <a:rPr lang="en-US" sz="1800" b="1" dirty="0">
                <a:effectLst/>
                <a:latin typeface="+mj-lt"/>
                <a:ea typeface="Calibri" panose="020F0502020204030204" pitchFamily="34" charset="0"/>
              </a:rPr>
              <a:t>:</a:t>
            </a:r>
            <a:endParaRPr lang="en-GB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build="p"/>
      <p:bldP spid="29" grpId="0" animBg="1"/>
      <p:bldP spid="30" grpId="0"/>
      <p:bldP spid="28" grpId="0"/>
      <p:bldP spid="32" grpId="0"/>
      <p:bldP spid="33" grpId="0" animBg="1"/>
      <p:bldP spid="34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2. Qui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bán</a:t>
            </a:r>
            <a:r>
              <a:rPr lang="en-US" sz="44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hàng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2" name="Picture 1" descr="Timelin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195" y="1702192"/>
            <a:ext cx="11751610" cy="49936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195" y="1091243"/>
            <a:ext cx="4862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cho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bán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hàng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 rot="5400000" flipH="1">
            <a:off x="4600286" y="1550112"/>
            <a:ext cx="651000" cy="738079"/>
          </a:xfrm>
          <a:custGeom>
            <a:avLst/>
            <a:gdLst>
              <a:gd name="connsiteX0" fmla="*/ 2 w 203039"/>
              <a:gd name="connsiteY0" fmla="*/ 56251 h 230198"/>
              <a:gd name="connsiteX1" fmla="*/ 31210 w 203039"/>
              <a:gd name="connsiteY1" fmla="*/ 80222 h 230198"/>
              <a:gd name="connsiteX2" fmla="*/ 94394 w 203039"/>
              <a:gd name="connsiteY2" fmla="*/ 55491 h 230198"/>
              <a:gd name="connsiteX3" fmla="*/ 94395 w 203039"/>
              <a:gd name="connsiteY3" fmla="*/ 84740 h 230198"/>
              <a:gd name="connsiteX4" fmla="*/ 107696 w 203039"/>
              <a:gd name="connsiteY4" fmla="*/ 98041 h 230198"/>
              <a:gd name="connsiteX5" fmla="*/ 189738 w 203039"/>
              <a:gd name="connsiteY5" fmla="*/ 98041 h 230198"/>
              <a:gd name="connsiteX6" fmla="*/ 203039 w 203039"/>
              <a:gd name="connsiteY6" fmla="*/ 84740 h 230198"/>
              <a:gd name="connsiteX7" fmla="*/ 203039 w 203039"/>
              <a:gd name="connsiteY7" fmla="*/ 14443 h 230198"/>
              <a:gd name="connsiteX8" fmla="*/ 189738 w 203039"/>
              <a:gd name="connsiteY8" fmla="*/ 1142 h 230198"/>
              <a:gd name="connsiteX9" fmla="*/ 120252 w 203039"/>
              <a:gd name="connsiteY9" fmla="*/ 0 h 230198"/>
              <a:gd name="connsiteX10" fmla="*/ 105837 w 203039"/>
              <a:gd name="connsiteY10" fmla="*/ 1911 h 230198"/>
              <a:gd name="connsiteX11" fmla="*/ 2 w 203039"/>
              <a:gd name="connsiteY11" fmla="*/ 56251 h 230198"/>
              <a:gd name="connsiteX12" fmla="*/ 0 w 203039"/>
              <a:gd name="connsiteY12" fmla="*/ 188408 h 230198"/>
              <a:gd name="connsiteX13" fmla="*/ 31209 w 203039"/>
              <a:gd name="connsiteY13" fmla="*/ 212379 h 230198"/>
              <a:gd name="connsiteX14" fmla="*/ 94393 w 203039"/>
              <a:gd name="connsiteY14" fmla="*/ 187648 h 230198"/>
              <a:gd name="connsiteX15" fmla="*/ 94394 w 203039"/>
              <a:gd name="connsiteY15" fmla="*/ 216896 h 230198"/>
              <a:gd name="connsiteX16" fmla="*/ 107695 w 203039"/>
              <a:gd name="connsiteY16" fmla="*/ 230198 h 230198"/>
              <a:gd name="connsiteX17" fmla="*/ 189737 w 203039"/>
              <a:gd name="connsiteY17" fmla="*/ 230198 h 230198"/>
              <a:gd name="connsiteX18" fmla="*/ 203039 w 203039"/>
              <a:gd name="connsiteY18" fmla="*/ 216896 h 230198"/>
              <a:gd name="connsiteX19" fmla="*/ 203039 w 203039"/>
              <a:gd name="connsiteY19" fmla="*/ 146599 h 230198"/>
              <a:gd name="connsiteX20" fmla="*/ 189737 w 203039"/>
              <a:gd name="connsiteY20" fmla="*/ 133298 h 230198"/>
              <a:gd name="connsiteX21" fmla="*/ 120251 w 203039"/>
              <a:gd name="connsiteY21" fmla="*/ 132157 h 230198"/>
              <a:gd name="connsiteX22" fmla="*/ 105837 w 203039"/>
              <a:gd name="connsiteY22" fmla="*/ 134068 h 230198"/>
              <a:gd name="connsiteX23" fmla="*/ 0 w 203039"/>
              <a:gd name="connsiteY23" fmla="*/ 188408 h 2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03039" h="230198">
                <a:moveTo>
                  <a:pt x="2" y="56251"/>
                </a:moveTo>
                <a:lnTo>
                  <a:pt x="31210" y="80222"/>
                </a:lnTo>
                <a:cubicBezTo>
                  <a:pt x="54742" y="58789"/>
                  <a:pt x="68074" y="57973"/>
                  <a:pt x="94394" y="55491"/>
                </a:cubicBezTo>
                <a:cubicBezTo>
                  <a:pt x="94394" y="65241"/>
                  <a:pt x="94395" y="74990"/>
                  <a:pt x="94395" y="84740"/>
                </a:cubicBezTo>
                <a:cubicBezTo>
                  <a:pt x="94395" y="92086"/>
                  <a:pt x="100350" y="98041"/>
                  <a:pt x="107696" y="98041"/>
                </a:cubicBezTo>
                <a:lnTo>
                  <a:pt x="189738" y="98041"/>
                </a:lnTo>
                <a:cubicBezTo>
                  <a:pt x="197084" y="98041"/>
                  <a:pt x="203039" y="92086"/>
                  <a:pt x="203039" y="84740"/>
                </a:cubicBezTo>
                <a:lnTo>
                  <a:pt x="203039" y="14443"/>
                </a:lnTo>
                <a:cubicBezTo>
                  <a:pt x="203039" y="7097"/>
                  <a:pt x="197084" y="1142"/>
                  <a:pt x="189738" y="1142"/>
                </a:cubicBezTo>
                <a:lnTo>
                  <a:pt x="120252" y="0"/>
                </a:lnTo>
                <a:cubicBezTo>
                  <a:pt x="119589" y="0"/>
                  <a:pt x="106382" y="1190"/>
                  <a:pt x="105837" y="1911"/>
                </a:cubicBezTo>
                <a:cubicBezTo>
                  <a:pt x="73240" y="4628"/>
                  <a:pt x="22522" y="11429"/>
                  <a:pt x="2" y="56251"/>
                </a:cubicBezTo>
                <a:close/>
                <a:moveTo>
                  <a:pt x="0" y="188408"/>
                </a:moveTo>
                <a:lnTo>
                  <a:pt x="31209" y="212379"/>
                </a:lnTo>
                <a:cubicBezTo>
                  <a:pt x="54741" y="190946"/>
                  <a:pt x="68072" y="190129"/>
                  <a:pt x="94393" y="187648"/>
                </a:cubicBezTo>
                <a:cubicBezTo>
                  <a:pt x="94393" y="197397"/>
                  <a:pt x="94394" y="207147"/>
                  <a:pt x="94394" y="216896"/>
                </a:cubicBezTo>
                <a:cubicBezTo>
                  <a:pt x="94394" y="224242"/>
                  <a:pt x="100349" y="230198"/>
                  <a:pt x="107695" y="230198"/>
                </a:cubicBezTo>
                <a:lnTo>
                  <a:pt x="189737" y="230198"/>
                </a:lnTo>
                <a:cubicBezTo>
                  <a:pt x="197083" y="230198"/>
                  <a:pt x="203039" y="224242"/>
                  <a:pt x="203039" y="216896"/>
                </a:cubicBezTo>
                <a:lnTo>
                  <a:pt x="203039" y="146599"/>
                </a:lnTo>
                <a:cubicBezTo>
                  <a:pt x="203039" y="139253"/>
                  <a:pt x="197083" y="133298"/>
                  <a:pt x="189737" y="133298"/>
                </a:cubicBezTo>
                <a:lnTo>
                  <a:pt x="120251" y="132157"/>
                </a:lnTo>
                <a:cubicBezTo>
                  <a:pt x="119588" y="132157"/>
                  <a:pt x="106381" y="133346"/>
                  <a:pt x="105837" y="134068"/>
                </a:cubicBezTo>
                <a:cubicBezTo>
                  <a:pt x="73239" y="136784"/>
                  <a:pt x="22521" y="143586"/>
                  <a:pt x="0" y="188408"/>
                </a:cubicBezTo>
                <a:close/>
              </a:path>
            </a:pathLst>
          </a:custGeom>
          <a:solidFill>
            <a:schemeClr val="accent3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79" y="95012"/>
            <a:ext cx="7447467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2. Qui </a:t>
            </a:r>
            <a:r>
              <a:rPr lang="en-US" altLang="ko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trình</a:t>
            </a:r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ko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bán</a:t>
            </a:r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ko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hàng</a:t>
            </a:r>
            <a:endParaRPr lang="en-US" altLang="ko-KR" sz="4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319" y="1716509"/>
            <a:ext cx="54967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Bao </a:t>
            </a:r>
            <a:r>
              <a:rPr lang="en-GB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gồm</a:t>
            </a:r>
            <a:r>
              <a:rPr lang="en-GB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5319" y="1082932"/>
            <a:ext cx="3650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chức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năng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cần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thiết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8" name="Rounded Rectangle 9"/>
          <p:cNvSpPr/>
          <p:nvPr/>
        </p:nvSpPr>
        <p:spPr>
          <a:xfrm>
            <a:off x="522218" y="2491423"/>
            <a:ext cx="6209047" cy="118206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TextBox 10"/>
          <p:cNvSpPr txBox="1"/>
          <p:nvPr/>
        </p:nvSpPr>
        <p:spPr>
          <a:xfrm>
            <a:off x="741617" y="2859032"/>
            <a:ext cx="2258975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Quản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</a:rPr>
              <a:t>lý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</a:rPr>
              <a:t>khách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</a:rPr>
              <a:t>hàng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49234" y="2582034"/>
            <a:ext cx="2258974" cy="802808"/>
            <a:chOff x="3667070" y="1998365"/>
            <a:chExt cx="1937450" cy="688543"/>
          </a:xfrm>
        </p:grpSpPr>
        <p:sp>
          <p:nvSpPr>
            <p:cNvPr id="13" name="TextBox 12"/>
            <p:cNvSpPr txBox="1"/>
            <p:nvPr/>
          </p:nvSpPr>
          <p:spPr>
            <a:xfrm>
              <a:off x="3667070" y="2087641"/>
              <a:ext cx="1937450" cy="599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0215">
                <a:lnSpc>
                  <a:spcPct val="150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lý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giao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dịch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kinh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doanh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GB" sz="1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39952" y="1998365"/>
              <a:ext cx="1296144" cy="23757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420262" y="2859033"/>
            <a:ext cx="2448841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215">
              <a:lnSpc>
                <a:spcPct val="150000"/>
              </a:lnSpc>
              <a:spcAft>
                <a:spcPts val="800"/>
              </a:spcAft>
            </a:pPr>
            <a:r>
              <a:rPr lang="en-US" sz="14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sz="1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đơn</a:t>
            </a:r>
            <a:r>
              <a:rPr lang="en-US" sz="1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bán</a:t>
            </a:r>
            <a:r>
              <a:rPr lang="en-US" sz="1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4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724914" y="2739248"/>
            <a:ext cx="0" cy="733004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803144" y="2749948"/>
            <a:ext cx="0" cy="733004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82366" y="3843813"/>
            <a:ext cx="6448899" cy="1182063"/>
            <a:chOff x="282366" y="4018021"/>
            <a:chExt cx="6448899" cy="1182063"/>
          </a:xfrm>
        </p:grpSpPr>
        <p:sp>
          <p:nvSpPr>
            <p:cNvPr id="20" name="Rounded Rectangle 9"/>
            <p:cNvSpPr/>
            <p:nvPr/>
          </p:nvSpPr>
          <p:spPr>
            <a:xfrm>
              <a:off x="522218" y="4018021"/>
              <a:ext cx="6209047" cy="1182063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2366" y="4246312"/>
              <a:ext cx="2217741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0215">
                <a:lnSpc>
                  <a:spcPct val="150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Kiểm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tra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công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nợ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-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hạn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mức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tín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dụng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GB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22317" y="4395441"/>
              <a:ext cx="2078231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0215">
                <a:lnSpc>
                  <a:spcPct val="150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Kiểm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tra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tồn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kho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GB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22758" y="4259124"/>
              <a:ext cx="1982936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0215">
                <a:lnSpc>
                  <a:spcPct val="150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Lập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đề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nghị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giao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hàng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GB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2724914" y="4265846"/>
              <a:ext cx="0" cy="733004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803144" y="4276546"/>
              <a:ext cx="0" cy="733004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500010" y="5196204"/>
            <a:ext cx="6231255" cy="1182063"/>
            <a:chOff x="500010" y="5257375"/>
            <a:chExt cx="6231255" cy="1182063"/>
          </a:xfrm>
        </p:grpSpPr>
        <p:sp>
          <p:nvSpPr>
            <p:cNvPr id="32" name="Rounded Rectangle 9"/>
            <p:cNvSpPr/>
            <p:nvPr/>
          </p:nvSpPr>
          <p:spPr>
            <a:xfrm>
              <a:off x="522218" y="5257375"/>
              <a:ext cx="6209047" cy="1182063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0010" y="5405258"/>
              <a:ext cx="1927016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0215">
                <a:lnSpc>
                  <a:spcPct val="150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Duyệt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đề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nghị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giao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hàng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GB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829437" y="5624984"/>
              <a:ext cx="18247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Lập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phiếu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xuất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kho</a:t>
              </a:r>
              <a:r>
                <a:rPr lang="en-US" sz="14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 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01031" y="5601750"/>
              <a:ext cx="1504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Vận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chuyển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và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lập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hóa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đơn</a:t>
              </a:r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2724914" y="5505200"/>
              <a:ext cx="0" cy="733004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803144" y="5515900"/>
              <a:ext cx="0" cy="733004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11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3606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3.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mua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hàng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7963" y="929419"/>
            <a:ext cx="553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cho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mua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hàng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Diagram, schematic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192" y="1460664"/>
            <a:ext cx="11269683" cy="5073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215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3.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mua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hàng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8129" y="949103"/>
            <a:ext cx="247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sở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dữ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liệu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A picture containing tabl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15" y="1318435"/>
            <a:ext cx="11329060" cy="5517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2264608" y="90550"/>
            <a:ext cx="11573197" cy="716523"/>
          </a:xfrm>
        </p:spPr>
        <p:txBody>
          <a:bodyPr/>
          <a:lstStyle/>
          <a:p>
            <a:r>
              <a:rPr lang="en-US" dirty="0"/>
              <a:t>3. Qui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2579974"/>
            <a:ext cx="12192000" cy="42780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4" name="Group 3"/>
          <p:cNvGrpSpPr/>
          <p:nvPr/>
        </p:nvGrpSpPr>
        <p:grpSpPr>
          <a:xfrm>
            <a:off x="3120383" y="1461063"/>
            <a:ext cx="5927951" cy="1160647"/>
            <a:chOff x="1596377" y="3238221"/>
            <a:chExt cx="5927951" cy="1160647"/>
          </a:xfrm>
          <a:solidFill>
            <a:schemeClr val="accent4"/>
          </a:solidFill>
        </p:grpSpPr>
        <p:sp>
          <p:nvSpPr>
            <p:cNvPr id="5" name="Freeform 8"/>
            <p:cNvSpPr/>
            <p:nvPr/>
          </p:nvSpPr>
          <p:spPr bwMode="auto">
            <a:xfrm>
              <a:off x="1596377" y="3942017"/>
              <a:ext cx="1373612" cy="423086"/>
            </a:xfrm>
            <a:custGeom>
              <a:avLst/>
              <a:gdLst/>
              <a:ahLst/>
              <a:cxnLst/>
              <a:rect l="l" t="t" r="r" b="b"/>
              <a:pathLst>
                <a:path w="1373612" h="423086">
                  <a:moveTo>
                    <a:pt x="582313" y="0"/>
                  </a:moveTo>
                  <a:cubicBezTo>
                    <a:pt x="595687" y="4649"/>
                    <a:pt x="606832" y="9299"/>
                    <a:pt x="620206" y="11623"/>
                  </a:cubicBezTo>
                  <a:cubicBezTo>
                    <a:pt x="622435" y="13948"/>
                    <a:pt x="624664" y="16273"/>
                    <a:pt x="626893" y="18597"/>
                  </a:cubicBezTo>
                  <a:cubicBezTo>
                    <a:pt x="626893" y="123206"/>
                    <a:pt x="626893" y="227816"/>
                    <a:pt x="626893" y="330100"/>
                  </a:cubicBezTo>
                  <a:cubicBezTo>
                    <a:pt x="631351" y="330100"/>
                    <a:pt x="635809" y="330100"/>
                    <a:pt x="642496" y="330100"/>
                  </a:cubicBezTo>
                  <a:cubicBezTo>
                    <a:pt x="642496" y="288257"/>
                    <a:pt x="642496" y="246413"/>
                    <a:pt x="642496" y="204569"/>
                  </a:cubicBezTo>
                  <a:cubicBezTo>
                    <a:pt x="646954" y="204569"/>
                    <a:pt x="651412" y="204569"/>
                    <a:pt x="655870" y="204569"/>
                  </a:cubicBezTo>
                  <a:cubicBezTo>
                    <a:pt x="655870" y="199920"/>
                    <a:pt x="655870" y="197595"/>
                    <a:pt x="655870" y="192946"/>
                  </a:cubicBezTo>
                  <a:cubicBezTo>
                    <a:pt x="660328" y="190621"/>
                    <a:pt x="664786" y="188297"/>
                    <a:pt x="669244" y="185972"/>
                  </a:cubicBezTo>
                  <a:lnTo>
                    <a:pt x="680389" y="185972"/>
                  </a:lnTo>
                  <a:cubicBezTo>
                    <a:pt x="680389" y="181323"/>
                    <a:pt x="680389" y="178998"/>
                    <a:pt x="680389" y="174349"/>
                  </a:cubicBezTo>
                  <a:cubicBezTo>
                    <a:pt x="682618" y="172024"/>
                    <a:pt x="687076" y="169699"/>
                    <a:pt x="689305" y="167375"/>
                  </a:cubicBezTo>
                  <a:cubicBezTo>
                    <a:pt x="695993" y="167375"/>
                    <a:pt x="704909" y="167375"/>
                    <a:pt x="711596" y="167375"/>
                  </a:cubicBezTo>
                  <a:cubicBezTo>
                    <a:pt x="711596" y="178998"/>
                    <a:pt x="711596" y="192946"/>
                    <a:pt x="711596" y="204569"/>
                  </a:cubicBezTo>
                  <a:cubicBezTo>
                    <a:pt x="727199" y="204569"/>
                    <a:pt x="742802" y="204569"/>
                    <a:pt x="758405" y="204569"/>
                  </a:cubicBezTo>
                  <a:cubicBezTo>
                    <a:pt x="758405" y="248738"/>
                    <a:pt x="758405" y="290581"/>
                    <a:pt x="758405" y="334750"/>
                  </a:cubicBezTo>
                  <a:cubicBezTo>
                    <a:pt x="765092" y="334750"/>
                    <a:pt x="771779" y="334750"/>
                    <a:pt x="776237" y="334750"/>
                  </a:cubicBezTo>
                  <a:cubicBezTo>
                    <a:pt x="782924" y="332425"/>
                    <a:pt x="787382" y="330100"/>
                    <a:pt x="794069" y="327776"/>
                  </a:cubicBezTo>
                  <a:cubicBezTo>
                    <a:pt x="794069" y="323126"/>
                    <a:pt x="794069" y="320802"/>
                    <a:pt x="794069" y="318477"/>
                  </a:cubicBezTo>
                  <a:cubicBezTo>
                    <a:pt x="791840" y="318477"/>
                    <a:pt x="789611" y="316152"/>
                    <a:pt x="787382" y="316152"/>
                  </a:cubicBezTo>
                  <a:cubicBezTo>
                    <a:pt x="787382" y="313828"/>
                    <a:pt x="787382" y="311503"/>
                    <a:pt x="787382" y="309178"/>
                  </a:cubicBezTo>
                  <a:cubicBezTo>
                    <a:pt x="789611" y="306854"/>
                    <a:pt x="791840" y="306854"/>
                    <a:pt x="794069" y="304529"/>
                  </a:cubicBezTo>
                  <a:cubicBezTo>
                    <a:pt x="794069" y="288257"/>
                    <a:pt x="794069" y="269659"/>
                    <a:pt x="794069" y="253387"/>
                  </a:cubicBezTo>
                  <a:cubicBezTo>
                    <a:pt x="791840" y="253387"/>
                    <a:pt x="789611" y="251062"/>
                    <a:pt x="787382" y="251062"/>
                  </a:cubicBezTo>
                  <a:cubicBezTo>
                    <a:pt x="787382" y="248738"/>
                    <a:pt x="787382" y="246413"/>
                    <a:pt x="787382" y="244088"/>
                  </a:cubicBezTo>
                  <a:cubicBezTo>
                    <a:pt x="789611" y="241764"/>
                    <a:pt x="791840" y="241764"/>
                    <a:pt x="794069" y="239439"/>
                  </a:cubicBezTo>
                  <a:lnTo>
                    <a:pt x="798527" y="234790"/>
                  </a:lnTo>
                  <a:lnTo>
                    <a:pt x="798527" y="225491"/>
                  </a:lnTo>
                  <a:cubicBezTo>
                    <a:pt x="796298" y="225491"/>
                    <a:pt x="796298" y="225491"/>
                    <a:pt x="794069" y="225491"/>
                  </a:cubicBezTo>
                  <a:cubicBezTo>
                    <a:pt x="794069" y="223166"/>
                    <a:pt x="794069" y="220842"/>
                    <a:pt x="794069" y="218517"/>
                  </a:cubicBezTo>
                  <a:cubicBezTo>
                    <a:pt x="796298" y="218517"/>
                    <a:pt x="798527" y="216192"/>
                    <a:pt x="800756" y="213868"/>
                  </a:cubicBezTo>
                  <a:cubicBezTo>
                    <a:pt x="802985" y="185972"/>
                    <a:pt x="809672" y="162726"/>
                    <a:pt x="836420" y="148778"/>
                  </a:cubicBezTo>
                  <a:cubicBezTo>
                    <a:pt x="834191" y="148778"/>
                    <a:pt x="834191" y="146453"/>
                    <a:pt x="831962" y="146453"/>
                  </a:cubicBezTo>
                  <a:cubicBezTo>
                    <a:pt x="831962" y="144128"/>
                    <a:pt x="831962" y="141804"/>
                    <a:pt x="831962" y="139479"/>
                  </a:cubicBezTo>
                  <a:cubicBezTo>
                    <a:pt x="834191" y="139479"/>
                    <a:pt x="836420" y="137154"/>
                    <a:pt x="838649" y="137154"/>
                  </a:cubicBezTo>
                  <a:cubicBezTo>
                    <a:pt x="838649" y="132505"/>
                    <a:pt x="838649" y="130180"/>
                    <a:pt x="838649" y="127856"/>
                  </a:cubicBezTo>
                  <a:cubicBezTo>
                    <a:pt x="840878" y="127856"/>
                    <a:pt x="840878" y="127856"/>
                    <a:pt x="843107" y="127856"/>
                  </a:cubicBezTo>
                  <a:cubicBezTo>
                    <a:pt x="843107" y="120882"/>
                    <a:pt x="843107" y="113908"/>
                    <a:pt x="843107" y="106934"/>
                  </a:cubicBezTo>
                  <a:cubicBezTo>
                    <a:pt x="840878" y="106934"/>
                    <a:pt x="840878" y="106934"/>
                    <a:pt x="838649" y="106934"/>
                  </a:cubicBezTo>
                  <a:cubicBezTo>
                    <a:pt x="838649" y="104609"/>
                    <a:pt x="838649" y="104609"/>
                    <a:pt x="838649" y="102285"/>
                  </a:cubicBezTo>
                  <a:lnTo>
                    <a:pt x="843107" y="99960"/>
                  </a:lnTo>
                  <a:cubicBezTo>
                    <a:pt x="847565" y="95311"/>
                    <a:pt x="849794" y="90661"/>
                    <a:pt x="854252" y="83687"/>
                  </a:cubicBezTo>
                  <a:cubicBezTo>
                    <a:pt x="856481" y="79038"/>
                    <a:pt x="856481" y="76714"/>
                    <a:pt x="856481" y="74389"/>
                  </a:cubicBezTo>
                  <a:cubicBezTo>
                    <a:pt x="852023" y="67415"/>
                    <a:pt x="852023" y="55792"/>
                    <a:pt x="856481" y="48818"/>
                  </a:cubicBezTo>
                  <a:cubicBezTo>
                    <a:pt x="856482" y="48815"/>
                    <a:pt x="856497" y="48769"/>
                    <a:pt x="856760" y="47946"/>
                  </a:cubicBezTo>
                  <a:lnTo>
                    <a:pt x="858710" y="41844"/>
                  </a:lnTo>
                  <a:cubicBezTo>
                    <a:pt x="858711" y="41847"/>
                    <a:pt x="858726" y="41893"/>
                    <a:pt x="858989" y="42716"/>
                  </a:cubicBezTo>
                  <a:lnTo>
                    <a:pt x="860939" y="48818"/>
                  </a:lnTo>
                  <a:cubicBezTo>
                    <a:pt x="865397" y="55792"/>
                    <a:pt x="867626" y="67415"/>
                    <a:pt x="863168" y="74389"/>
                  </a:cubicBezTo>
                  <a:cubicBezTo>
                    <a:pt x="863168" y="76714"/>
                    <a:pt x="863168" y="79038"/>
                    <a:pt x="863168" y="81363"/>
                  </a:cubicBezTo>
                  <a:cubicBezTo>
                    <a:pt x="867626" y="88337"/>
                    <a:pt x="872084" y="95311"/>
                    <a:pt x="874314" y="99960"/>
                  </a:cubicBezTo>
                  <a:cubicBezTo>
                    <a:pt x="876543" y="99960"/>
                    <a:pt x="876543" y="102285"/>
                    <a:pt x="878772" y="102285"/>
                  </a:cubicBezTo>
                  <a:cubicBezTo>
                    <a:pt x="878772" y="104609"/>
                    <a:pt x="878772" y="104609"/>
                    <a:pt x="878772" y="106934"/>
                  </a:cubicBezTo>
                  <a:cubicBezTo>
                    <a:pt x="876543" y="113908"/>
                    <a:pt x="876543" y="120882"/>
                    <a:pt x="876543" y="127856"/>
                  </a:cubicBezTo>
                  <a:cubicBezTo>
                    <a:pt x="881001" y="130180"/>
                    <a:pt x="881001" y="132505"/>
                    <a:pt x="881001" y="137154"/>
                  </a:cubicBezTo>
                  <a:lnTo>
                    <a:pt x="885459" y="139479"/>
                  </a:lnTo>
                  <a:cubicBezTo>
                    <a:pt x="885459" y="141804"/>
                    <a:pt x="885459" y="144128"/>
                    <a:pt x="885459" y="146453"/>
                  </a:cubicBezTo>
                  <a:cubicBezTo>
                    <a:pt x="883230" y="148778"/>
                    <a:pt x="883230" y="148778"/>
                    <a:pt x="881001" y="148778"/>
                  </a:cubicBezTo>
                  <a:cubicBezTo>
                    <a:pt x="907749" y="162726"/>
                    <a:pt x="912207" y="185972"/>
                    <a:pt x="916665" y="213868"/>
                  </a:cubicBezTo>
                  <a:cubicBezTo>
                    <a:pt x="918894" y="216192"/>
                    <a:pt x="921123" y="216192"/>
                    <a:pt x="923352" y="218517"/>
                  </a:cubicBezTo>
                  <a:cubicBezTo>
                    <a:pt x="923352" y="220842"/>
                    <a:pt x="923352" y="223166"/>
                    <a:pt x="923352" y="225491"/>
                  </a:cubicBezTo>
                  <a:cubicBezTo>
                    <a:pt x="921123" y="225491"/>
                    <a:pt x="921123" y="225491"/>
                    <a:pt x="918894" y="225491"/>
                  </a:cubicBezTo>
                  <a:cubicBezTo>
                    <a:pt x="918894" y="230140"/>
                    <a:pt x="918894" y="232465"/>
                    <a:pt x="918894" y="234790"/>
                  </a:cubicBezTo>
                  <a:cubicBezTo>
                    <a:pt x="921123" y="234790"/>
                    <a:pt x="921123" y="234790"/>
                    <a:pt x="923352" y="234790"/>
                  </a:cubicBezTo>
                  <a:cubicBezTo>
                    <a:pt x="925581" y="241764"/>
                    <a:pt x="927810" y="244088"/>
                    <a:pt x="930039" y="244088"/>
                  </a:cubicBezTo>
                  <a:cubicBezTo>
                    <a:pt x="930039" y="246413"/>
                    <a:pt x="930039" y="248738"/>
                    <a:pt x="930039" y="251062"/>
                  </a:cubicBezTo>
                  <a:cubicBezTo>
                    <a:pt x="927810" y="251062"/>
                    <a:pt x="925581" y="253387"/>
                    <a:pt x="923352" y="253387"/>
                  </a:cubicBezTo>
                  <a:cubicBezTo>
                    <a:pt x="923352" y="271984"/>
                    <a:pt x="923352" y="288257"/>
                    <a:pt x="923352" y="304529"/>
                  </a:cubicBezTo>
                  <a:cubicBezTo>
                    <a:pt x="925581" y="306854"/>
                    <a:pt x="927810" y="306854"/>
                    <a:pt x="930039" y="309178"/>
                  </a:cubicBezTo>
                  <a:cubicBezTo>
                    <a:pt x="930039" y="311503"/>
                    <a:pt x="930039" y="313828"/>
                    <a:pt x="930039" y="316152"/>
                  </a:cubicBezTo>
                  <a:cubicBezTo>
                    <a:pt x="927810" y="316152"/>
                    <a:pt x="925581" y="318477"/>
                    <a:pt x="923352" y="318477"/>
                  </a:cubicBezTo>
                  <a:cubicBezTo>
                    <a:pt x="923352" y="320802"/>
                    <a:pt x="923352" y="323126"/>
                    <a:pt x="923352" y="325451"/>
                  </a:cubicBezTo>
                  <a:lnTo>
                    <a:pt x="932268" y="325451"/>
                  </a:lnTo>
                  <a:cubicBezTo>
                    <a:pt x="932268" y="330100"/>
                    <a:pt x="932268" y="332425"/>
                    <a:pt x="932268" y="334750"/>
                  </a:cubicBezTo>
                  <a:cubicBezTo>
                    <a:pt x="938955" y="334750"/>
                    <a:pt x="943413" y="334750"/>
                    <a:pt x="947871" y="334750"/>
                  </a:cubicBezTo>
                  <a:cubicBezTo>
                    <a:pt x="947871" y="283607"/>
                    <a:pt x="947871" y="230140"/>
                    <a:pt x="947871" y="178998"/>
                  </a:cubicBezTo>
                  <a:cubicBezTo>
                    <a:pt x="967932" y="174349"/>
                    <a:pt x="985764" y="172024"/>
                    <a:pt x="1005825" y="167375"/>
                  </a:cubicBezTo>
                  <a:cubicBezTo>
                    <a:pt x="1016970" y="167375"/>
                    <a:pt x="1028115" y="167375"/>
                    <a:pt x="1037031" y="167375"/>
                  </a:cubicBezTo>
                  <a:cubicBezTo>
                    <a:pt x="1037031" y="137154"/>
                    <a:pt x="1037031" y="104609"/>
                    <a:pt x="1037031" y="74389"/>
                  </a:cubicBezTo>
                  <a:cubicBezTo>
                    <a:pt x="1059322" y="53467"/>
                    <a:pt x="1103902" y="53467"/>
                    <a:pt x="1123963" y="74389"/>
                  </a:cubicBezTo>
                  <a:cubicBezTo>
                    <a:pt x="1123963" y="153427"/>
                    <a:pt x="1123963" y="232465"/>
                    <a:pt x="1123963" y="313828"/>
                  </a:cubicBezTo>
                  <a:cubicBezTo>
                    <a:pt x="1135108" y="313828"/>
                    <a:pt x="1146253" y="313828"/>
                    <a:pt x="1155169" y="313828"/>
                  </a:cubicBezTo>
                  <a:cubicBezTo>
                    <a:pt x="1155169" y="271984"/>
                    <a:pt x="1155169" y="232465"/>
                    <a:pt x="1155169" y="192946"/>
                  </a:cubicBezTo>
                  <a:cubicBezTo>
                    <a:pt x="1179688" y="192946"/>
                    <a:pt x="1204207" y="192946"/>
                    <a:pt x="1228726" y="192946"/>
                  </a:cubicBezTo>
                  <a:cubicBezTo>
                    <a:pt x="1233185" y="199920"/>
                    <a:pt x="1237643" y="206894"/>
                    <a:pt x="1242101" y="213868"/>
                  </a:cubicBezTo>
                  <a:cubicBezTo>
                    <a:pt x="1242101" y="248738"/>
                    <a:pt x="1242101" y="281283"/>
                    <a:pt x="1242101" y="313828"/>
                  </a:cubicBezTo>
                  <a:cubicBezTo>
                    <a:pt x="1246559" y="313828"/>
                    <a:pt x="1248788" y="313828"/>
                    <a:pt x="1253246" y="313828"/>
                  </a:cubicBezTo>
                  <a:lnTo>
                    <a:pt x="1264391" y="323126"/>
                  </a:lnTo>
                  <a:cubicBezTo>
                    <a:pt x="1266620" y="323126"/>
                    <a:pt x="1268849" y="323126"/>
                    <a:pt x="1271078" y="323126"/>
                  </a:cubicBezTo>
                  <a:cubicBezTo>
                    <a:pt x="1271078" y="327776"/>
                    <a:pt x="1271078" y="330100"/>
                    <a:pt x="1271078" y="334750"/>
                  </a:cubicBezTo>
                  <a:cubicBezTo>
                    <a:pt x="1273307" y="334750"/>
                    <a:pt x="1275536" y="334750"/>
                    <a:pt x="1277765" y="334750"/>
                  </a:cubicBezTo>
                  <a:cubicBezTo>
                    <a:pt x="1277765" y="327776"/>
                    <a:pt x="1277765" y="320802"/>
                    <a:pt x="1277765" y="313828"/>
                  </a:cubicBezTo>
                  <a:lnTo>
                    <a:pt x="1286681" y="313828"/>
                  </a:lnTo>
                  <a:lnTo>
                    <a:pt x="1286681" y="304529"/>
                  </a:lnTo>
                  <a:cubicBezTo>
                    <a:pt x="1293368" y="304529"/>
                    <a:pt x="1297826" y="304529"/>
                    <a:pt x="1302284" y="304529"/>
                  </a:cubicBezTo>
                  <a:lnTo>
                    <a:pt x="1302284" y="313828"/>
                  </a:lnTo>
                  <a:cubicBezTo>
                    <a:pt x="1306742" y="313828"/>
                    <a:pt x="1313429" y="313828"/>
                    <a:pt x="1320116" y="313828"/>
                  </a:cubicBezTo>
                  <a:cubicBezTo>
                    <a:pt x="1322345" y="311503"/>
                    <a:pt x="1324574" y="306854"/>
                    <a:pt x="1326803" y="304529"/>
                  </a:cubicBezTo>
                  <a:cubicBezTo>
                    <a:pt x="1337948" y="304529"/>
                    <a:pt x="1349093" y="304529"/>
                    <a:pt x="1360238" y="304529"/>
                  </a:cubicBezTo>
                  <a:cubicBezTo>
                    <a:pt x="1360238" y="309178"/>
                    <a:pt x="1360238" y="316152"/>
                    <a:pt x="1360238" y="320802"/>
                  </a:cubicBezTo>
                  <a:cubicBezTo>
                    <a:pt x="1364696" y="320802"/>
                    <a:pt x="1369154" y="320802"/>
                    <a:pt x="1373612" y="320802"/>
                  </a:cubicBezTo>
                  <a:cubicBezTo>
                    <a:pt x="1373612" y="320809"/>
                    <a:pt x="1373612" y="321634"/>
                    <a:pt x="1373612" y="423086"/>
                  </a:cubicBezTo>
                  <a:cubicBezTo>
                    <a:pt x="1373597" y="423086"/>
                    <a:pt x="1368914" y="423086"/>
                    <a:pt x="0" y="423086"/>
                  </a:cubicBezTo>
                  <a:lnTo>
                    <a:pt x="45065" y="345031"/>
                  </a:lnTo>
                  <a:cubicBezTo>
                    <a:pt x="58273" y="343927"/>
                    <a:pt x="71508" y="342825"/>
                    <a:pt x="85243" y="341723"/>
                  </a:cubicBezTo>
                  <a:cubicBezTo>
                    <a:pt x="85243" y="330100"/>
                    <a:pt x="85243" y="320802"/>
                    <a:pt x="85243" y="309178"/>
                  </a:cubicBezTo>
                  <a:cubicBezTo>
                    <a:pt x="100846" y="309178"/>
                    <a:pt x="116449" y="309178"/>
                    <a:pt x="129823" y="309178"/>
                  </a:cubicBezTo>
                  <a:cubicBezTo>
                    <a:pt x="129823" y="302204"/>
                    <a:pt x="129823" y="297555"/>
                    <a:pt x="129823" y="290581"/>
                  </a:cubicBezTo>
                  <a:cubicBezTo>
                    <a:pt x="161030" y="290581"/>
                    <a:pt x="192236" y="290581"/>
                    <a:pt x="223442" y="290581"/>
                  </a:cubicBezTo>
                  <a:cubicBezTo>
                    <a:pt x="223442" y="295230"/>
                    <a:pt x="223442" y="297555"/>
                    <a:pt x="223442" y="302204"/>
                  </a:cubicBezTo>
                  <a:cubicBezTo>
                    <a:pt x="243503" y="302204"/>
                    <a:pt x="263564" y="302204"/>
                    <a:pt x="283625" y="302204"/>
                  </a:cubicBezTo>
                  <a:cubicBezTo>
                    <a:pt x="283625" y="304529"/>
                    <a:pt x="283625" y="306854"/>
                    <a:pt x="283625" y="309178"/>
                  </a:cubicBezTo>
                  <a:cubicBezTo>
                    <a:pt x="288083" y="309178"/>
                    <a:pt x="294770" y="309178"/>
                    <a:pt x="301457" y="309178"/>
                  </a:cubicBezTo>
                  <a:cubicBezTo>
                    <a:pt x="301457" y="311503"/>
                    <a:pt x="301457" y="313828"/>
                    <a:pt x="301457" y="316152"/>
                  </a:cubicBezTo>
                  <a:cubicBezTo>
                    <a:pt x="305915" y="316152"/>
                    <a:pt x="312602" y="316152"/>
                    <a:pt x="317060" y="316152"/>
                  </a:cubicBezTo>
                  <a:cubicBezTo>
                    <a:pt x="317060" y="281283"/>
                    <a:pt x="317060" y="246413"/>
                    <a:pt x="317060" y="211543"/>
                  </a:cubicBezTo>
                  <a:cubicBezTo>
                    <a:pt x="332663" y="206894"/>
                    <a:pt x="348267" y="202245"/>
                    <a:pt x="363870" y="197595"/>
                  </a:cubicBezTo>
                  <a:cubicBezTo>
                    <a:pt x="392847" y="197595"/>
                    <a:pt x="421824" y="197595"/>
                    <a:pt x="450801" y="197595"/>
                  </a:cubicBezTo>
                  <a:cubicBezTo>
                    <a:pt x="450801" y="141804"/>
                    <a:pt x="450801" y="86012"/>
                    <a:pt x="450801" y="30221"/>
                  </a:cubicBezTo>
                  <a:cubicBezTo>
                    <a:pt x="457488" y="25571"/>
                    <a:pt x="466404" y="23247"/>
                    <a:pt x="475320" y="18597"/>
                  </a:cubicBezTo>
                  <a:cubicBezTo>
                    <a:pt x="510984" y="13948"/>
                    <a:pt x="546649" y="6974"/>
                    <a:pt x="5823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700"/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5255462" y="3960615"/>
              <a:ext cx="2268866" cy="404489"/>
            </a:xfrm>
            <a:custGeom>
              <a:avLst/>
              <a:gdLst/>
              <a:ahLst/>
              <a:cxnLst/>
              <a:rect l="l" t="t" r="r" b="b"/>
              <a:pathLst>
                <a:path w="2268866" h="404489">
                  <a:moveTo>
                    <a:pt x="1486751" y="0"/>
                  </a:moveTo>
                  <a:cubicBezTo>
                    <a:pt x="1486751" y="0"/>
                    <a:pt x="1486751" y="0"/>
                    <a:pt x="1524645" y="0"/>
                  </a:cubicBezTo>
                  <a:cubicBezTo>
                    <a:pt x="1524645" y="0"/>
                    <a:pt x="1524645" y="0"/>
                    <a:pt x="1524645" y="1744"/>
                  </a:cubicBezTo>
                  <a:lnTo>
                    <a:pt x="1524645" y="13948"/>
                  </a:lnTo>
                  <a:cubicBezTo>
                    <a:pt x="1524645" y="13948"/>
                    <a:pt x="1524645" y="13948"/>
                    <a:pt x="1562538" y="13948"/>
                  </a:cubicBezTo>
                  <a:cubicBezTo>
                    <a:pt x="1562538" y="13948"/>
                    <a:pt x="1562538" y="13948"/>
                    <a:pt x="1562538" y="104609"/>
                  </a:cubicBezTo>
                  <a:cubicBezTo>
                    <a:pt x="1562538" y="104609"/>
                    <a:pt x="1562538" y="104609"/>
                    <a:pt x="1563931" y="104609"/>
                  </a:cubicBezTo>
                  <a:lnTo>
                    <a:pt x="1573683" y="104609"/>
                  </a:lnTo>
                  <a:cubicBezTo>
                    <a:pt x="1573683" y="104609"/>
                    <a:pt x="1573683" y="104609"/>
                    <a:pt x="1573683" y="237114"/>
                  </a:cubicBezTo>
                  <a:cubicBezTo>
                    <a:pt x="1573683" y="237114"/>
                    <a:pt x="1573683" y="237114"/>
                    <a:pt x="1575912" y="237114"/>
                  </a:cubicBezTo>
                  <a:lnTo>
                    <a:pt x="1591515" y="237114"/>
                  </a:lnTo>
                  <a:cubicBezTo>
                    <a:pt x="1591515" y="237114"/>
                    <a:pt x="1591515" y="237114"/>
                    <a:pt x="1591515" y="151102"/>
                  </a:cubicBezTo>
                  <a:cubicBezTo>
                    <a:pt x="1591515" y="151102"/>
                    <a:pt x="1591515" y="151102"/>
                    <a:pt x="1592351" y="150521"/>
                  </a:cubicBezTo>
                  <a:lnTo>
                    <a:pt x="1598202" y="146453"/>
                  </a:lnTo>
                  <a:cubicBezTo>
                    <a:pt x="1602660" y="146453"/>
                    <a:pt x="1602660" y="146453"/>
                    <a:pt x="1602660" y="147615"/>
                  </a:cubicBezTo>
                  <a:lnTo>
                    <a:pt x="1602660" y="155752"/>
                  </a:lnTo>
                  <a:cubicBezTo>
                    <a:pt x="1602660" y="155752"/>
                    <a:pt x="1602660" y="155752"/>
                    <a:pt x="1604889" y="154589"/>
                  </a:cubicBezTo>
                  <a:lnTo>
                    <a:pt x="1620492" y="146453"/>
                  </a:lnTo>
                  <a:cubicBezTo>
                    <a:pt x="1620492" y="146453"/>
                    <a:pt x="1620492" y="146453"/>
                    <a:pt x="1622443" y="146453"/>
                  </a:cubicBezTo>
                  <a:lnTo>
                    <a:pt x="1636095" y="146453"/>
                  </a:lnTo>
                  <a:cubicBezTo>
                    <a:pt x="1636095" y="146453"/>
                    <a:pt x="1636095" y="146453"/>
                    <a:pt x="1636095" y="304529"/>
                  </a:cubicBezTo>
                  <a:cubicBezTo>
                    <a:pt x="1636095" y="304529"/>
                    <a:pt x="1636095" y="304529"/>
                    <a:pt x="1667302" y="309179"/>
                  </a:cubicBezTo>
                  <a:cubicBezTo>
                    <a:pt x="1667302" y="306854"/>
                    <a:pt x="1667302" y="304529"/>
                    <a:pt x="1667302" y="302205"/>
                  </a:cubicBezTo>
                  <a:cubicBezTo>
                    <a:pt x="1678447" y="302205"/>
                    <a:pt x="1689592" y="302205"/>
                    <a:pt x="1700737" y="302205"/>
                  </a:cubicBezTo>
                  <a:cubicBezTo>
                    <a:pt x="1700737" y="290581"/>
                    <a:pt x="1700737" y="281283"/>
                    <a:pt x="1700737" y="271984"/>
                  </a:cubicBezTo>
                  <a:lnTo>
                    <a:pt x="1709653" y="271984"/>
                  </a:lnTo>
                  <a:cubicBezTo>
                    <a:pt x="1709653" y="258036"/>
                    <a:pt x="1709653" y="246413"/>
                    <a:pt x="1709653" y="232465"/>
                  </a:cubicBezTo>
                  <a:cubicBezTo>
                    <a:pt x="1711882" y="232465"/>
                    <a:pt x="1714111" y="232465"/>
                    <a:pt x="1716340" y="232465"/>
                  </a:cubicBezTo>
                  <a:cubicBezTo>
                    <a:pt x="1716340" y="218517"/>
                    <a:pt x="1716340" y="206894"/>
                    <a:pt x="1716340" y="192946"/>
                  </a:cubicBezTo>
                  <a:cubicBezTo>
                    <a:pt x="1720798" y="192946"/>
                    <a:pt x="1725256" y="192946"/>
                    <a:pt x="1731943" y="192946"/>
                  </a:cubicBezTo>
                  <a:cubicBezTo>
                    <a:pt x="1747546" y="188297"/>
                    <a:pt x="1765378" y="178998"/>
                    <a:pt x="1780981" y="172024"/>
                  </a:cubicBezTo>
                  <a:cubicBezTo>
                    <a:pt x="1783210" y="165050"/>
                    <a:pt x="1783210" y="158076"/>
                    <a:pt x="1783210" y="151102"/>
                  </a:cubicBezTo>
                  <a:cubicBezTo>
                    <a:pt x="1785439" y="158076"/>
                    <a:pt x="1785439" y="165050"/>
                    <a:pt x="1787668" y="172024"/>
                  </a:cubicBezTo>
                  <a:cubicBezTo>
                    <a:pt x="1805500" y="181323"/>
                    <a:pt x="1821103" y="190621"/>
                    <a:pt x="1838935" y="199920"/>
                  </a:cubicBezTo>
                  <a:cubicBezTo>
                    <a:pt x="1838935" y="197601"/>
                    <a:pt x="1838935" y="195283"/>
                    <a:pt x="1838935" y="195271"/>
                  </a:cubicBezTo>
                  <a:cubicBezTo>
                    <a:pt x="1843393" y="195271"/>
                    <a:pt x="1847852" y="195271"/>
                    <a:pt x="1852310" y="195271"/>
                  </a:cubicBezTo>
                  <a:cubicBezTo>
                    <a:pt x="1852310" y="206894"/>
                    <a:pt x="1852310" y="220842"/>
                    <a:pt x="1852310" y="232465"/>
                  </a:cubicBezTo>
                  <a:cubicBezTo>
                    <a:pt x="1854539" y="232465"/>
                    <a:pt x="1856768" y="232465"/>
                    <a:pt x="1858997" y="232465"/>
                  </a:cubicBezTo>
                  <a:cubicBezTo>
                    <a:pt x="1858997" y="246413"/>
                    <a:pt x="1858997" y="260361"/>
                    <a:pt x="1858997" y="276633"/>
                  </a:cubicBezTo>
                  <a:cubicBezTo>
                    <a:pt x="1861226" y="276633"/>
                    <a:pt x="1863455" y="276633"/>
                    <a:pt x="1865684" y="276633"/>
                  </a:cubicBezTo>
                  <a:cubicBezTo>
                    <a:pt x="1865684" y="283607"/>
                    <a:pt x="1865684" y="290581"/>
                    <a:pt x="1865684" y="297555"/>
                  </a:cubicBezTo>
                  <a:cubicBezTo>
                    <a:pt x="1870142" y="297555"/>
                    <a:pt x="1874600" y="297555"/>
                    <a:pt x="1879058" y="297555"/>
                  </a:cubicBezTo>
                  <a:cubicBezTo>
                    <a:pt x="1879058" y="309179"/>
                    <a:pt x="1879058" y="318477"/>
                    <a:pt x="1879058" y="330100"/>
                  </a:cubicBezTo>
                  <a:cubicBezTo>
                    <a:pt x="1908035" y="327776"/>
                    <a:pt x="1934783" y="325451"/>
                    <a:pt x="1963760" y="323126"/>
                  </a:cubicBezTo>
                  <a:cubicBezTo>
                    <a:pt x="1963760" y="311503"/>
                    <a:pt x="1963760" y="302205"/>
                    <a:pt x="1963760" y="290581"/>
                  </a:cubicBezTo>
                  <a:cubicBezTo>
                    <a:pt x="1979363" y="290581"/>
                    <a:pt x="1994966" y="290581"/>
                    <a:pt x="2008340" y="290581"/>
                  </a:cubicBezTo>
                  <a:cubicBezTo>
                    <a:pt x="2008340" y="283607"/>
                    <a:pt x="2008340" y="278958"/>
                    <a:pt x="2008340" y="271984"/>
                  </a:cubicBezTo>
                  <a:cubicBezTo>
                    <a:pt x="2039547" y="271984"/>
                    <a:pt x="2070753" y="271984"/>
                    <a:pt x="2101959" y="271984"/>
                  </a:cubicBezTo>
                  <a:cubicBezTo>
                    <a:pt x="2101959" y="276633"/>
                    <a:pt x="2101959" y="278958"/>
                    <a:pt x="2101959" y="283607"/>
                  </a:cubicBezTo>
                  <a:cubicBezTo>
                    <a:pt x="2122020" y="283607"/>
                    <a:pt x="2142081" y="283607"/>
                    <a:pt x="2162142" y="283607"/>
                  </a:cubicBezTo>
                  <a:cubicBezTo>
                    <a:pt x="2162142" y="285932"/>
                    <a:pt x="2162142" y="288257"/>
                    <a:pt x="2162142" y="290581"/>
                  </a:cubicBezTo>
                  <a:cubicBezTo>
                    <a:pt x="2166600" y="290581"/>
                    <a:pt x="2173287" y="290581"/>
                    <a:pt x="2179974" y="290581"/>
                  </a:cubicBezTo>
                  <a:cubicBezTo>
                    <a:pt x="2179974" y="292906"/>
                    <a:pt x="2179974" y="295231"/>
                    <a:pt x="2179974" y="297555"/>
                  </a:cubicBezTo>
                  <a:cubicBezTo>
                    <a:pt x="2184432" y="297555"/>
                    <a:pt x="2191119" y="297555"/>
                    <a:pt x="2195577" y="297555"/>
                  </a:cubicBezTo>
                  <a:cubicBezTo>
                    <a:pt x="2195577" y="290886"/>
                    <a:pt x="2195577" y="284217"/>
                    <a:pt x="2195577" y="277548"/>
                  </a:cubicBezTo>
                  <a:lnTo>
                    <a:pt x="2268866" y="404489"/>
                  </a:lnTo>
                  <a:cubicBezTo>
                    <a:pt x="1787136" y="404489"/>
                    <a:pt x="1069391" y="404489"/>
                    <a:pt x="0" y="404489"/>
                  </a:cubicBezTo>
                  <a:cubicBezTo>
                    <a:pt x="0" y="404489"/>
                    <a:pt x="0" y="404489"/>
                    <a:pt x="0" y="306854"/>
                  </a:cubicBezTo>
                  <a:cubicBezTo>
                    <a:pt x="0" y="306854"/>
                    <a:pt x="0" y="306854"/>
                    <a:pt x="836" y="307435"/>
                  </a:cubicBezTo>
                  <a:lnTo>
                    <a:pt x="6687" y="311503"/>
                  </a:lnTo>
                  <a:cubicBezTo>
                    <a:pt x="6687" y="311503"/>
                    <a:pt x="6687" y="311503"/>
                    <a:pt x="13374" y="281283"/>
                  </a:cubicBezTo>
                  <a:cubicBezTo>
                    <a:pt x="13374" y="281283"/>
                    <a:pt x="13374" y="281283"/>
                    <a:pt x="14210" y="281283"/>
                  </a:cubicBezTo>
                  <a:lnTo>
                    <a:pt x="20061" y="281283"/>
                  </a:lnTo>
                  <a:cubicBezTo>
                    <a:pt x="20061" y="281283"/>
                    <a:pt x="20061" y="281283"/>
                    <a:pt x="28977" y="211543"/>
                  </a:cubicBezTo>
                  <a:lnTo>
                    <a:pt x="24519" y="206894"/>
                  </a:lnTo>
                  <a:cubicBezTo>
                    <a:pt x="24519" y="206894"/>
                    <a:pt x="24519" y="206894"/>
                    <a:pt x="24519" y="206022"/>
                  </a:cubicBezTo>
                  <a:lnTo>
                    <a:pt x="24519" y="199920"/>
                  </a:lnTo>
                  <a:cubicBezTo>
                    <a:pt x="24519" y="199920"/>
                    <a:pt x="24519" y="199920"/>
                    <a:pt x="25355" y="199339"/>
                  </a:cubicBezTo>
                  <a:lnTo>
                    <a:pt x="31206" y="195271"/>
                  </a:lnTo>
                  <a:cubicBezTo>
                    <a:pt x="31206" y="195271"/>
                    <a:pt x="31206" y="195271"/>
                    <a:pt x="31485" y="193527"/>
                  </a:cubicBezTo>
                  <a:lnTo>
                    <a:pt x="33435" y="181323"/>
                  </a:lnTo>
                  <a:cubicBezTo>
                    <a:pt x="33435" y="181323"/>
                    <a:pt x="33435" y="181323"/>
                    <a:pt x="33993" y="183066"/>
                  </a:cubicBezTo>
                  <a:lnTo>
                    <a:pt x="37893" y="195271"/>
                  </a:lnTo>
                  <a:lnTo>
                    <a:pt x="42351" y="199920"/>
                  </a:lnTo>
                  <a:cubicBezTo>
                    <a:pt x="42351" y="199920"/>
                    <a:pt x="42351" y="199920"/>
                    <a:pt x="42351" y="201082"/>
                  </a:cubicBezTo>
                  <a:lnTo>
                    <a:pt x="42351" y="209219"/>
                  </a:lnTo>
                  <a:lnTo>
                    <a:pt x="37893" y="211543"/>
                  </a:lnTo>
                  <a:cubicBezTo>
                    <a:pt x="37893" y="211543"/>
                    <a:pt x="37893" y="211543"/>
                    <a:pt x="49039" y="278958"/>
                  </a:cubicBezTo>
                  <a:cubicBezTo>
                    <a:pt x="49039" y="278958"/>
                    <a:pt x="49039" y="278958"/>
                    <a:pt x="50153" y="278958"/>
                  </a:cubicBezTo>
                  <a:lnTo>
                    <a:pt x="57955" y="278958"/>
                  </a:lnTo>
                  <a:cubicBezTo>
                    <a:pt x="57955" y="278958"/>
                    <a:pt x="57955" y="278958"/>
                    <a:pt x="64642" y="311503"/>
                  </a:cubicBezTo>
                  <a:cubicBezTo>
                    <a:pt x="64642" y="311503"/>
                    <a:pt x="64642" y="311503"/>
                    <a:pt x="98077" y="318477"/>
                  </a:cubicBezTo>
                  <a:cubicBezTo>
                    <a:pt x="98077" y="318477"/>
                    <a:pt x="98077" y="318477"/>
                    <a:pt x="98077" y="278958"/>
                  </a:cubicBezTo>
                  <a:cubicBezTo>
                    <a:pt x="98077" y="278958"/>
                    <a:pt x="98077" y="278958"/>
                    <a:pt x="153802" y="278958"/>
                  </a:cubicBezTo>
                  <a:cubicBezTo>
                    <a:pt x="153802" y="278958"/>
                    <a:pt x="153802" y="278958"/>
                    <a:pt x="176092" y="295231"/>
                  </a:cubicBezTo>
                  <a:cubicBezTo>
                    <a:pt x="176092" y="295231"/>
                    <a:pt x="176092" y="295231"/>
                    <a:pt x="177485" y="295231"/>
                  </a:cubicBezTo>
                  <a:lnTo>
                    <a:pt x="187237" y="295231"/>
                  </a:lnTo>
                  <a:cubicBezTo>
                    <a:pt x="187237" y="295231"/>
                    <a:pt x="187237" y="295231"/>
                    <a:pt x="188630" y="293197"/>
                  </a:cubicBezTo>
                  <a:lnTo>
                    <a:pt x="198382" y="278958"/>
                  </a:lnTo>
                  <a:cubicBezTo>
                    <a:pt x="198382" y="278958"/>
                    <a:pt x="198382" y="278958"/>
                    <a:pt x="200333" y="278958"/>
                  </a:cubicBezTo>
                  <a:lnTo>
                    <a:pt x="213985" y="278958"/>
                  </a:lnTo>
                  <a:cubicBezTo>
                    <a:pt x="213985" y="278958"/>
                    <a:pt x="213985" y="278958"/>
                    <a:pt x="213985" y="344048"/>
                  </a:cubicBezTo>
                  <a:cubicBezTo>
                    <a:pt x="213985" y="344048"/>
                    <a:pt x="213985" y="344048"/>
                    <a:pt x="215100" y="344339"/>
                  </a:cubicBezTo>
                  <a:lnTo>
                    <a:pt x="222901" y="346373"/>
                  </a:lnTo>
                  <a:cubicBezTo>
                    <a:pt x="222901" y="346373"/>
                    <a:pt x="222901" y="346373"/>
                    <a:pt x="222901" y="345211"/>
                  </a:cubicBezTo>
                  <a:lnTo>
                    <a:pt x="222901" y="337074"/>
                  </a:lnTo>
                  <a:cubicBezTo>
                    <a:pt x="222901" y="337074"/>
                    <a:pt x="222901" y="337074"/>
                    <a:pt x="247421" y="337074"/>
                  </a:cubicBezTo>
                  <a:cubicBezTo>
                    <a:pt x="247421" y="337074"/>
                    <a:pt x="247421" y="337074"/>
                    <a:pt x="247421" y="239439"/>
                  </a:cubicBezTo>
                  <a:cubicBezTo>
                    <a:pt x="249650" y="237114"/>
                    <a:pt x="249650" y="237114"/>
                    <a:pt x="300917" y="237114"/>
                  </a:cubicBezTo>
                  <a:cubicBezTo>
                    <a:pt x="300917" y="237114"/>
                    <a:pt x="300917" y="237114"/>
                    <a:pt x="300917" y="235661"/>
                  </a:cubicBezTo>
                  <a:lnTo>
                    <a:pt x="300917" y="225491"/>
                  </a:lnTo>
                  <a:cubicBezTo>
                    <a:pt x="300917" y="225491"/>
                    <a:pt x="300917" y="225491"/>
                    <a:pt x="323207" y="225491"/>
                  </a:cubicBezTo>
                  <a:cubicBezTo>
                    <a:pt x="323207" y="225491"/>
                    <a:pt x="323207" y="225491"/>
                    <a:pt x="323207" y="224329"/>
                  </a:cubicBezTo>
                  <a:lnTo>
                    <a:pt x="323207" y="216193"/>
                  </a:lnTo>
                  <a:cubicBezTo>
                    <a:pt x="323207" y="216193"/>
                    <a:pt x="323207" y="216193"/>
                    <a:pt x="367787" y="216193"/>
                  </a:cubicBezTo>
                  <a:cubicBezTo>
                    <a:pt x="367787" y="216193"/>
                    <a:pt x="367787" y="216193"/>
                    <a:pt x="367787" y="237114"/>
                  </a:cubicBezTo>
                  <a:cubicBezTo>
                    <a:pt x="367787" y="237114"/>
                    <a:pt x="367787" y="237114"/>
                    <a:pt x="370016" y="238277"/>
                  </a:cubicBezTo>
                  <a:lnTo>
                    <a:pt x="385619" y="246413"/>
                  </a:lnTo>
                  <a:cubicBezTo>
                    <a:pt x="385619" y="246413"/>
                    <a:pt x="385619" y="246413"/>
                    <a:pt x="385619" y="276633"/>
                  </a:cubicBezTo>
                  <a:cubicBezTo>
                    <a:pt x="385619" y="276633"/>
                    <a:pt x="385619" y="276633"/>
                    <a:pt x="387012" y="277215"/>
                  </a:cubicBezTo>
                  <a:lnTo>
                    <a:pt x="396764" y="281283"/>
                  </a:lnTo>
                  <a:cubicBezTo>
                    <a:pt x="396764" y="281283"/>
                    <a:pt x="396764" y="281283"/>
                    <a:pt x="396764" y="280121"/>
                  </a:cubicBezTo>
                  <a:lnTo>
                    <a:pt x="396764" y="271984"/>
                  </a:lnTo>
                  <a:cubicBezTo>
                    <a:pt x="396764" y="271984"/>
                    <a:pt x="396764" y="271984"/>
                    <a:pt x="397879" y="271984"/>
                  </a:cubicBezTo>
                  <a:lnTo>
                    <a:pt x="405681" y="271984"/>
                  </a:lnTo>
                  <a:cubicBezTo>
                    <a:pt x="405681" y="271984"/>
                    <a:pt x="405681" y="271984"/>
                    <a:pt x="405681" y="271112"/>
                  </a:cubicBezTo>
                  <a:lnTo>
                    <a:pt x="405681" y="265010"/>
                  </a:lnTo>
                  <a:cubicBezTo>
                    <a:pt x="405681" y="265010"/>
                    <a:pt x="405681" y="265010"/>
                    <a:pt x="404566" y="265010"/>
                  </a:cubicBezTo>
                  <a:lnTo>
                    <a:pt x="396764" y="265010"/>
                  </a:lnTo>
                  <a:cubicBezTo>
                    <a:pt x="396764" y="265010"/>
                    <a:pt x="396764" y="265010"/>
                    <a:pt x="396764" y="263848"/>
                  </a:cubicBezTo>
                  <a:lnTo>
                    <a:pt x="396764" y="255712"/>
                  </a:lnTo>
                  <a:cubicBezTo>
                    <a:pt x="396764" y="255712"/>
                    <a:pt x="396764" y="255712"/>
                    <a:pt x="397879" y="255712"/>
                  </a:cubicBezTo>
                  <a:lnTo>
                    <a:pt x="405681" y="255712"/>
                  </a:lnTo>
                  <a:cubicBezTo>
                    <a:pt x="405681" y="255712"/>
                    <a:pt x="405681" y="255712"/>
                    <a:pt x="405681" y="254549"/>
                  </a:cubicBezTo>
                  <a:lnTo>
                    <a:pt x="405681" y="246413"/>
                  </a:lnTo>
                  <a:cubicBezTo>
                    <a:pt x="405681" y="246413"/>
                    <a:pt x="405681" y="246413"/>
                    <a:pt x="404566" y="246413"/>
                  </a:cubicBezTo>
                  <a:lnTo>
                    <a:pt x="396764" y="246413"/>
                  </a:lnTo>
                  <a:cubicBezTo>
                    <a:pt x="396764" y="246413"/>
                    <a:pt x="396764" y="246413"/>
                    <a:pt x="396764" y="245251"/>
                  </a:cubicBezTo>
                  <a:lnTo>
                    <a:pt x="396764" y="237114"/>
                  </a:lnTo>
                  <a:cubicBezTo>
                    <a:pt x="396764" y="237114"/>
                    <a:pt x="396764" y="237114"/>
                    <a:pt x="397879" y="237114"/>
                  </a:cubicBezTo>
                  <a:lnTo>
                    <a:pt x="405681" y="237114"/>
                  </a:lnTo>
                  <a:cubicBezTo>
                    <a:pt x="405681" y="237114"/>
                    <a:pt x="405681" y="237114"/>
                    <a:pt x="405681" y="236243"/>
                  </a:cubicBezTo>
                  <a:lnTo>
                    <a:pt x="405681" y="230141"/>
                  </a:lnTo>
                  <a:cubicBezTo>
                    <a:pt x="405681" y="230141"/>
                    <a:pt x="405681" y="230141"/>
                    <a:pt x="404566" y="230141"/>
                  </a:cubicBezTo>
                  <a:lnTo>
                    <a:pt x="396764" y="230141"/>
                  </a:lnTo>
                  <a:cubicBezTo>
                    <a:pt x="396764" y="230141"/>
                    <a:pt x="396764" y="230141"/>
                    <a:pt x="396764" y="228978"/>
                  </a:cubicBezTo>
                  <a:lnTo>
                    <a:pt x="396764" y="220842"/>
                  </a:lnTo>
                  <a:cubicBezTo>
                    <a:pt x="396764" y="220842"/>
                    <a:pt x="396764" y="220842"/>
                    <a:pt x="397879" y="220842"/>
                  </a:cubicBezTo>
                  <a:lnTo>
                    <a:pt x="405681" y="220842"/>
                  </a:lnTo>
                  <a:cubicBezTo>
                    <a:pt x="405681" y="220842"/>
                    <a:pt x="405681" y="220842"/>
                    <a:pt x="405681" y="219680"/>
                  </a:cubicBezTo>
                  <a:lnTo>
                    <a:pt x="405681" y="211543"/>
                  </a:lnTo>
                  <a:cubicBezTo>
                    <a:pt x="405681" y="211543"/>
                    <a:pt x="405681" y="211543"/>
                    <a:pt x="404566" y="211543"/>
                  </a:cubicBezTo>
                  <a:lnTo>
                    <a:pt x="396764" y="211543"/>
                  </a:lnTo>
                  <a:cubicBezTo>
                    <a:pt x="396764" y="211543"/>
                    <a:pt x="396764" y="211543"/>
                    <a:pt x="396764" y="210672"/>
                  </a:cubicBezTo>
                  <a:lnTo>
                    <a:pt x="396764" y="204569"/>
                  </a:lnTo>
                  <a:cubicBezTo>
                    <a:pt x="396764" y="204569"/>
                    <a:pt x="396764" y="204569"/>
                    <a:pt x="397879" y="204569"/>
                  </a:cubicBezTo>
                  <a:lnTo>
                    <a:pt x="405681" y="204569"/>
                  </a:lnTo>
                  <a:cubicBezTo>
                    <a:pt x="405681" y="204569"/>
                    <a:pt x="405681" y="204569"/>
                    <a:pt x="405681" y="203407"/>
                  </a:cubicBezTo>
                  <a:lnTo>
                    <a:pt x="405681" y="195271"/>
                  </a:lnTo>
                  <a:cubicBezTo>
                    <a:pt x="405681" y="195271"/>
                    <a:pt x="405681" y="195271"/>
                    <a:pt x="404566" y="195271"/>
                  </a:cubicBezTo>
                  <a:lnTo>
                    <a:pt x="396764" y="195271"/>
                  </a:lnTo>
                  <a:cubicBezTo>
                    <a:pt x="396764" y="195271"/>
                    <a:pt x="396764" y="195271"/>
                    <a:pt x="396764" y="194109"/>
                  </a:cubicBezTo>
                  <a:lnTo>
                    <a:pt x="396764" y="185972"/>
                  </a:lnTo>
                  <a:cubicBezTo>
                    <a:pt x="396764" y="185972"/>
                    <a:pt x="396764" y="185972"/>
                    <a:pt x="397879" y="185972"/>
                  </a:cubicBezTo>
                  <a:lnTo>
                    <a:pt x="405681" y="185972"/>
                  </a:lnTo>
                  <a:cubicBezTo>
                    <a:pt x="405681" y="185972"/>
                    <a:pt x="405681" y="185972"/>
                    <a:pt x="405681" y="184810"/>
                  </a:cubicBezTo>
                  <a:lnTo>
                    <a:pt x="405681" y="176674"/>
                  </a:lnTo>
                  <a:cubicBezTo>
                    <a:pt x="405681" y="176674"/>
                    <a:pt x="405681" y="176674"/>
                    <a:pt x="404566" y="176674"/>
                  </a:cubicBezTo>
                  <a:lnTo>
                    <a:pt x="396764" y="176674"/>
                  </a:lnTo>
                  <a:cubicBezTo>
                    <a:pt x="396764" y="176674"/>
                    <a:pt x="396764" y="176674"/>
                    <a:pt x="396764" y="175802"/>
                  </a:cubicBezTo>
                  <a:lnTo>
                    <a:pt x="396764" y="169700"/>
                  </a:lnTo>
                  <a:cubicBezTo>
                    <a:pt x="396764" y="169700"/>
                    <a:pt x="396764" y="169700"/>
                    <a:pt x="397879" y="169700"/>
                  </a:cubicBezTo>
                  <a:lnTo>
                    <a:pt x="405681" y="169700"/>
                  </a:lnTo>
                  <a:cubicBezTo>
                    <a:pt x="405681" y="169700"/>
                    <a:pt x="405681" y="169700"/>
                    <a:pt x="405681" y="168537"/>
                  </a:cubicBezTo>
                  <a:lnTo>
                    <a:pt x="405681" y="160401"/>
                  </a:lnTo>
                  <a:cubicBezTo>
                    <a:pt x="405681" y="160401"/>
                    <a:pt x="405681" y="160401"/>
                    <a:pt x="404566" y="160401"/>
                  </a:cubicBezTo>
                  <a:lnTo>
                    <a:pt x="396764" y="160401"/>
                  </a:lnTo>
                  <a:cubicBezTo>
                    <a:pt x="396764" y="160401"/>
                    <a:pt x="396764" y="160401"/>
                    <a:pt x="396764" y="159239"/>
                  </a:cubicBezTo>
                  <a:lnTo>
                    <a:pt x="396764" y="151102"/>
                  </a:lnTo>
                  <a:cubicBezTo>
                    <a:pt x="396764" y="151102"/>
                    <a:pt x="396764" y="151102"/>
                    <a:pt x="397879" y="151102"/>
                  </a:cubicBezTo>
                  <a:lnTo>
                    <a:pt x="405681" y="151102"/>
                  </a:lnTo>
                  <a:cubicBezTo>
                    <a:pt x="405681" y="151102"/>
                    <a:pt x="405681" y="151102"/>
                    <a:pt x="405681" y="150231"/>
                  </a:cubicBezTo>
                  <a:lnTo>
                    <a:pt x="405681" y="144129"/>
                  </a:lnTo>
                  <a:cubicBezTo>
                    <a:pt x="405681" y="144129"/>
                    <a:pt x="405681" y="144129"/>
                    <a:pt x="404566" y="144129"/>
                  </a:cubicBezTo>
                  <a:lnTo>
                    <a:pt x="396764" y="144129"/>
                  </a:lnTo>
                  <a:cubicBezTo>
                    <a:pt x="396764" y="144129"/>
                    <a:pt x="396764" y="144129"/>
                    <a:pt x="396764" y="142966"/>
                  </a:cubicBezTo>
                  <a:lnTo>
                    <a:pt x="396764" y="134830"/>
                  </a:lnTo>
                  <a:cubicBezTo>
                    <a:pt x="396764" y="134830"/>
                    <a:pt x="396764" y="134830"/>
                    <a:pt x="397879" y="134830"/>
                  </a:cubicBezTo>
                  <a:lnTo>
                    <a:pt x="405681" y="134830"/>
                  </a:lnTo>
                  <a:cubicBezTo>
                    <a:pt x="405681" y="134830"/>
                    <a:pt x="405681" y="134830"/>
                    <a:pt x="405681" y="133668"/>
                  </a:cubicBezTo>
                  <a:lnTo>
                    <a:pt x="405681" y="125531"/>
                  </a:lnTo>
                  <a:cubicBezTo>
                    <a:pt x="405681" y="125531"/>
                    <a:pt x="405681" y="125531"/>
                    <a:pt x="404566" y="125531"/>
                  </a:cubicBezTo>
                  <a:lnTo>
                    <a:pt x="396764" y="125531"/>
                  </a:lnTo>
                  <a:cubicBezTo>
                    <a:pt x="396764" y="125531"/>
                    <a:pt x="396764" y="125531"/>
                    <a:pt x="396764" y="124369"/>
                  </a:cubicBezTo>
                  <a:lnTo>
                    <a:pt x="396764" y="116233"/>
                  </a:lnTo>
                  <a:cubicBezTo>
                    <a:pt x="396764" y="116233"/>
                    <a:pt x="396764" y="116233"/>
                    <a:pt x="397879" y="116233"/>
                  </a:cubicBezTo>
                  <a:lnTo>
                    <a:pt x="405681" y="116233"/>
                  </a:lnTo>
                  <a:cubicBezTo>
                    <a:pt x="405681" y="116233"/>
                    <a:pt x="405681" y="116233"/>
                    <a:pt x="405681" y="115361"/>
                  </a:cubicBezTo>
                  <a:lnTo>
                    <a:pt x="405681" y="109259"/>
                  </a:lnTo>
                  <a:cubicBezTo>
                    <a:pt x="405681" y="109259"/>
                    <a:pt x="405681" y="109259"/>
                    <a:pt x="404566" y="109259"/>
                  </a:cubicBezTo>
                  <a:lnTo>
                    <a:pt x="396764" y="109259"/>
                  </a:lnTo>
                  <a:cubicBezTo>
                    <a:pt x="396764" y="109259"/>
                    <a:pt x="396764" y="109259"/>
                    <a:pt x="396764" y="108097"/>
                  </a:cubicBezTo>
                  <a:lnTo>
                    <a:pt x="396764" y="99960"/>
                  </a:lnTo>
                  <a:cubicBezTo>
                    <a:pt x="396764" y="99960"/>
                    <a:pt x="396764" y="99960"/>
                    <a:pt x="397879" y="99960"/>
                  </a:cubicBezTo>
                  <a:lnTo>
                    <a:pt x="405681" y="99960"/>
                  </a:lnTo>
                  <a:cubicBezTo>
                    <a:pt x="405681" y="99960"/>
                    <a:pt x="405681" y="99960"/>
                    <a:pt x="405681" y="98798"/>
                  </a:cubicBezTo>
                  <a:lnTo>
                    <a:pt x="405681" y="90662"/>
                  </a:lnTo>
                  <a:cubicBezTo>
                    <a:pt x="405681" y="90662"/>
                    <a:pt x="405681" y="90662"/>
                    <a:pt x="404566" y="90662"/>
                  </a:cubicBezTo>
                  <a:lnTo>
                    <a:pt x="396764" y="90662"/>
                  </a:lnTo>
                  <a:cubicBezTo>
                    <a:pt x="396764" y="90662"/>
                    <a:pt x="396764" y="90662"/>
                    <a:pt x="396764" y="89499"/>
                  </a:cubicBezTo>
                  <a:lnTo>
                    <a:pt x="396764" y="81363"/>
                  </a:lnTo>
                  <a:cubicBezTo>
                    <a:pt x="396764" y="81363"/>
                    <a:pt x="396764" y="81363"/>
                    <a:pt x="397879" y="81363"/>
                  </a:cubicBezTo>
                  <a:lnTo>
                    <a:pt x="405681" y="81363"/>
                  </a:lnTo>
                  <a:cubicBezTo>
                    <a:pt x="405681" y="81363"/>
                    <a:pt x="405681" y="81363"/>
                    <a:pt x="405681" y="80491"/>
                  </a:cubicBezTo>
                  <a:lnTo>
                    <a:pt x="405681" y="74389"/>
                  </a:lnTo>
                  <a:cubicBezTo>
                    <a:pt x="405681" y="74389"/>
                    <a:pt x="405681" y="74389"/>
                    <a:pt x="404566" y="74389"/>
                  </a:cubicBezTo>
                  <a:lnTo>
                    <a:pt x="396764" y="74389"/>
                  </a:lnTo>
                  <a:cubicBezTo>
                    <a:pt x="396764" y="74389"/>
                    <a:pt x="396764" y="74389"/>
                    <a:pt x="396764" y="73227"/>
                  </a:cubicBezTo>
                  <a:lnTo>
                    <a:pt x="396764" y="65090"/>
                  </a:lnTo>
                  <a:cubicBezTo>
                    <a:pt x="396764" y="65090"/>
                    <a:pt x="396764" y="65090"/>
                    <a:pt x="397879" y="65090"/>
                  </a:cubicBezTo>
                  <a:lnTo>
                    <a:pt x="405681" y="65090"/>
                  </a:lnTo>
                  <a:cubicBezTo>
                    <a:pt x="405681" y="65090"/>
                    <a:pt x="405681" y="65090"/>
                    <a:pt x="404566" y="63347"/>
                  </a:cubicBezTo>
                  <a:lnTo>
                    <a:pt x="396764" y="51143"/>
                  </a:lnTo>
                  <a:cubicBezTo>
                    <a:pt x="396764" y="51143"/>
                    <a:pt x="396764" y="51143"/>
                    <a:pt x="396764" y="13948"/>
                  </a:cubicBezTo>
                  <a:cubicBezTo>
                    <a:pt x="396764" y="13948"/>
                    <a:pt x="396764" y="13948"/>
                    <a:pt x="546108" y="13948"/>
                  </a:cubicBezTo>
                  <a:cubicBezTo>
                    <a:pt x="546108" y="13948"/>
                    <a:pt x="546108" y="13948"/>
                    <a:pt x="559482" y="34870"/>
                  </a:cubicBezTo>
                  <a:cubicBezTo>
                    <a:pt x="559482" y="34870"/>
                    <a:pt x="559482" y="34870"/>
                    <a:pt x="559482" y="81363"/>
                  </a:cubicBezTo>
                  <a:cubicBezTo>
                    <a:pt x="559482" y="81363"/>
                    <a:pt x="559482" y="81363"/>
                    <a:pt x="558368" y="81363"/>
                  </a:cubicBezTo>
                  <a:lnTo>
                    <a:pt x="550566" y="81363"/>
                  </a:lnTo>
                  <a:cubicBezTo>
                    <a:pt x="550566" y="81363"/>
                    <a:pt x="550566" y="81363"/>
                    <a:pt x="550566" y="82525"/>
                  </a:cubicBezTo>
                  <a:lnTo>
                    <a:pt x="550566" y="90662"/>
                  </a:lnTo>
                  <a:cubicBezTo>
                    <a:pt x="550566" y="90662"/>
                    <a:pt x="550566" y="90662"/>
                    <a:pt x="551681" y="90662"/>
                  </a:cubicBezTo>
                  <a:lnTo>
                    <a:pt x="559482" y="90662"/>
                  </a:lnTo>
                  <a:cubicBezTo>
                    <a:pt x="559482" y="90662"/>
                    <a:pt x="559482" y="90662"/>
                    <a:pt x="559482" y="91824"/>
                  </a:cubicBezTo>
                  <a:lnTo>
                    <a:pt x="559482" y="99960"/>
                  </a:lnTo>
                  <a:cubicBezTo>
                    <a:pt x="559482" y="99960"/>
                    <a:pt x="559482" y="99960"/>
                    <a:pt x="558368" y="99960"/>
                  </a:cubicBezTo>
                  <a:lnTo>
                    <a:pt x="550566" y="99960"/>
                  </a:lnTo>
                  <a:cubicBezTo>
                    <a:pt x="550566" y="99960"/>
                    <a:pt x="550566" y="99960"/>
                    <a:pt x="550566" y="101122"/>
                  </a:cubicBezTo>
                  <a:lnTo>
                    <a:pt x="550566" y="109259"/>
                  </a:lnTo>
                  <a:cubicBezTo>
                    <a:pt x="550566" y="109259"/>
                    <a:pt x="550566" y="109259"/>
                    <a:pt x="551681" y="109259"/>
                  </a:cubicBezTo>
                  <a:lnTo>
                    <a:pt x="559482" y="109259"/>
                  </a:lnTo>
                  <a:cubicBezTo>
                    <a:pt x="559482" y="109259"/>
                    <a:pt x="559482" y="109259"/>
                    <a:pt x="559482" y="110131"/>
                  </a:cubicBezTo>
                  <a:lnTo>
                    <a:pt x="559482" y="116233"/>
                  </a:lnTo>
                  <a:cubicBezTo>
                    <a:pt x="559482" y="116233"/>
                    <a:pt x="559482" y="116233"/>
                    <a:pt x="558368" y="116233"/>
                  </a:cubicBezTo>
                  <a:lnTo>
                    <a:pt x="550566" y="116233"/>
                  </a:lnTo>
                  <a:cubicBezTo>
                    <a:pt x="550566" y="116233"/>
                    <a:pt x="550566" y="116233"/>
                    <a:pt x="550566" y="117395"/>
                  </a:cubicBezTo>
                  <a:lnTo>
                    <a:pt x="550566" y="125531"/>
                  </a:lnTo>
                  <a:cubicBezTo>
                    <a:pt x="550566" y="125531"/>
                    <a:pt x="550566" y="125531"/>
                    <a:pt x="551681" y="125531"/>
                  </a:cubicBezTo>
                  <a:lnTo>
                    <a:pt x="559482" y="125531"/>
                  </a:lnTo>
                  <a:cubicBezTo>
                    <a:pt x="559482" y="125531"/>
                    <a:pt x="559482" y="125531"/>
                    <a:pt x="559482" y="126694"/>
                  </a:cubicBezTo>
                  <a:lnTo>
                    <a:pt x="559482" y="134830"/>
                  </a:lnTo>
                  <a:cubicBezTo>
                    <a:pt x="559482" y="134830"/>
                    <a:pt x="559482" y="134830"/>
                    <a:pt x="558368" y="134830"/>
                  </a:cubicBezTo>
                  <a:lnTo>
                    <a:pt x="550566" y="134830"/>
                  </a:lnTo>
                  <a:cubicBezTo>
                    <a:pt x="550566" y="134830"/>
                    <a:pt x="550566" y="134830"/>
                    <a:pt x="550566" y="135992"/>
                  </a:cubicBezTo>
                  <a:lnTo>
                    <a:pt x="550566" y="144129"/>
                  </a:lnTo>
                  <a:cubicBezTo>
                    <a:pt x="550566" y="144129"/>
                    <a:pt x="550566" y="144129"/>
                    <a:pt x="551681" y="144129"/>
                  </a:cubicBezTo>
                  <a:lnTo>
                    <a:pt x="559482" y="144129"/>
                  </a:lnTo>
                  <a:cubicBezTo>
                    <a:pt x="559482" y="144129"/>
                    <a:pt x="559482" y="144129"/>
                    <a:pt x="559482" y="145000"/>
                  </a:cubicBezTo>
                  <a:lnTo>
                    <a:pt x="559482" y="151102"/>
                  </a:lnTo>
                  <a:cubicBezTo>
                    <a:pt x="559482" y="151102"/>
                    <a:pt x="559482" y="151102"/>
                    <a:pt x="558368" y="151102"/>
                  </a:cubicBezTo>
                  <a:lnTo>
                    <a:pt x="550566" y="151102"/>
                  </a:lnTo>
                  <a:cubicBezTo>
                    <a:pt x="550566" y="151102"/>
                    <a:pt x="550566" y="151102"/>
                    <a:pt x="550566" y="152265"/>
                  </a:cubicBezTo>
                  <a:lnTo>
                    <a:pt x="550566" y="160401"/>
                  </a:lnTo>
                  <a:cubicBezTo>
                    <a:pt x="550566" y="160401"/>
                    <a:pt x="550566" y="160401"/>
                    <a:pt x="551681" y="160401"/>
                  </a:cubicBezTo>
                  <a:lnTo>
                    <a:pt x="559482" y="160401"/>
                  </a:lnTo>
                  <a:cubicBezTo>
                    <a:pt x="559482" y="160401"/>
                    <a:pt x="559482" y="160401"/>
                    <a:pt x="559482" y="161563"/>
                  </a:cubicBezTo>
                  <a:lnTo>
                    <a:pt x="559482" y="169700"/>
                  </a:lnTo>
                  <a:cubicBezTo>
                    <a:pt x="559482" y="169700"/>
                    <a:pt x="559482" y="169700"/>
                    <a:pt x="558368" y="169700"/>
                  </a:cubicBezTo>
                  <a:lnTo>
                    <a:pt x="550566" y="169700"/>
                  </a:lnTo>
                  <a:cubicBezTo>
                    <a:pt x="550566" y="169700"/>
                    <a:pt x="550566" y="169700"/>
                    <a:pt x="550566" y="170571"/>
                  </a:cubicBezTo>
                  <a:lnTo>
                    <a:pt x="550566" y="176674"/>
                  </a:lnTo>
                  <a:cubicBezTo>
                    <a:pt x="550566" y="176674"/>
                    <a:pt x="550566" y="176674"/>
                    <a:pt x="551681" y="176674"/>
                  </a:cubicBezTo>
                  <a:lnTo>
                    <a:pt x="559482" y="176674"/>
                  </a:lnTo>
                  <a:cubicBezTo>
                    <a:pt x="559482" y="176674"/>
                    <a:pt x="559482" y="176674"/>
                    <a:pt x="559482" y="177836"/>
                  </a:cubicBezTo>
                  <a:lnTo>
                    <a:pt x="559482" y="185972"/>
                  </a:lnTo>
                  <a:cubicBezTo>
                    <a:pt x="559482" y="185972"/>
                    <a:pt x="559482" y="185972"/>
                    <a:pt x="558368" y="185972"/>
                  </a:cubicBezTo>
                  <a:lnTo>
                    <a:pt x="550566" y="185972"/>
                  </a:lnTo>
                  <a:cubicBezTo>
                    <a:pt x="550566" y="185972"/>
                    <a:pt x="550566" y="185972"/>
                    <a:pt x="550566" y="187134"/>
                  </a:cubicBezTo>
                  <a:lnTo>
                    <a:pt x="550566" y="195271"/>
                  </a:lnTo>
                  <a:cubicBezTo>
                    <a:pt x="550566" y="195271"/>
                    <a:pt x="550566" y="195271"/>
                    <a:pt x="551681" y="195271"/>
                  </a:cubicBezTo>
                  <a:lnTo>
                    <a:pt x="559482" y="195271"/>
                  </a:lnTo>
                  <a:cubicBezTo>
                    <a:pt x="559482" y="195271"/>
                    <a:pt x="559482" y="195271"/>
                    <a:pt x="559482" y="196433"/>
                  </a:cubicBezTo>
                  <a:lnTo>
                    <a:pt x="559482" y="204569"/>
                  </a:lnTo>
                  <a:cubicBezTo>
                    <a:pt x="559482" y="204569"/>
                    <a:pt x="559482" y="204569"/>
                    <a:pt x="558368" y="204569"/>
                  </a:cubicBezTo>
                  <a:lnTo>
                    <a:pt x="550566" y="204569"/>
                  </a:lnTo>
                  <a:cubicBezTo>
                    <a:pt x="550566" y="204569"/>
                    <a:pt x="550566" y="204569"/>
                    <a:pt x="550566" y="205441"/>
                  </a:cubicBezTo>
                  <a:lnTo>
                    <a:pt x="550566" y="211543"/>
                  </a:lnTo>
                  <a:cubicBezTo>
                    <a:pt x="550566" y="211543"/>
                    <a:pt x="550566" y="211543"/>
                    <a:pt x="551681" y="211543"/>
                  </a:cubicBezTo>
                  <a:lnTo>
                    <a:pt x="559482" y="211543"/>
                  </a:lnTo>
                  <a:cubicBezTo>
                    <a:pt x="559482" y="211543"/>
                    <a:pt x="559482" y="211543"/>
                    <a:pt x="559482" y="212706"/>
                  </a:cubicBezTo>
                  <a:lnTo>
                    <a:pt x="559482" y="220842"/>
                  </a:lnTo>
                  <a:cubicBezTo>
                    <a:pt x="559482" y="220842"/>
                    <a:pt x="559482" y="220842"/>
                    <a:pt x="558368" y="220842"/>
                  </a:cubicBezTo>
                  <a:lnTo>
                    <a:pt x="550566" y="220842"/>
                  </a:lnTo>
                  <a:cubicBezTo>
                    <a:pt x="550566" y="220842"/>
                    <a:pt x="550566" y="220842"/>
                    <a:pt x="550566" y="222004"/>
                  </a:cubicBezTo>
                  <a:lnTo>
                    <a:pt x="550566" y="230141"/>
                  </a:lnTo>
                  <a:cubicBezTo>
                    <a:pt x="550566" y="230141"/>
                    <a:pt x="550566" y="230141"/>
                    <a:pt x="551681" y="230141"/>
                  </a:cubicBezTo>
                  <a:lnTo>
                    <a:pt x="559482" y="230141"/>
                  </a:lnTo>
                  <a:cubicBezTo>
                    <a:pt x="559482" y="230141"/>
                    <a:pt x="559482" y="230141"/>
                    <a:pt x="559482" y="231012"/>
                  </a:cubicBezTo>
                  <a:lnTo>
                    <a:pt x="559482" y="237114"/>
                  </a:lnTo>
                  <a:cubicBezTo>
                    <a:pt x="559482" y="237114"/>
                    <a:pt x="559482" y="237114"/>
                    <a:pt x="558368" y="237114"/>
                  </a:cubicBezTo>
                  <a:lnTo>
                    <a:pt x="550566" y="237114"/>
                  </a:lnTo>
                  <a:cubicBezTo>
                    <a:pt x="550566" y="237114"/>
                    <a:pt x="550566" y="237114"/>
                    <a:pt x="550566" y="238277"/>
                  </a:cubicBezTo>
                  <a:lnTo>
                    <a:pt x="550566" y="246413"/>
                  </a:lnTo>
                  <a:cubicBezTo>
                    <a:pt x="550566" y="246413"/>
                    <a:pt x="550566" y="246413"/>
                    <a:pt x="551681" y="246413"/>
                  </a:cubicBezTo>
                  <a:lnTo>
                    <a:pt x="559482" y="246413"/>
                  </a:lnTo>
                  <a:cubicBezTo>
                    <a:pt x="559482" y="246413"/>
                    <a:pt x="559482" y="246413"/>
                    <a:pt x="559482" y="247575"/>
                  </a:cubicBezTo>
                  <a:lnTo>
                    <a:pt x="559482" y="255712"/>
                  </a:lnTo>
                  <a:cubicBezTo>
                    <a:pt x="559482" y="255712"/>
                    <a:pt x="559482" y="255712"/>
                    <a:pt x="558368" y="255712"/>
                  </a:cubicBezTo>
                  <a:lnTo>
                    <a:pt x="550566" y="255712"/>
                  </a:lnTo>
                  <a:cubicBezTo>
                    <a:pt x="550566" y="255712"/>
                    <a:pt x="550566" y="255712"/>
                    <a:pt x="550566" y="256874"/>
                  </a:cubicBezTo>
                  <a:lnTo>
                    <a:pt x="550566" y="265010"/>
                  </a:lnTo>
                  <a:cubicBezTo>
                    <a:pt x="550566" y="265010"/>
                    <a:pt x="550566" y="265010"/>
                    <a:pt x="551681" y="265010"/>
                  </a:cubicBezTo>
                  <a:lnTo>
                    <a:pt x="559482" y="265010"/>
                  </a:lnTo>
                  <a:cubicBezTo>
                    <a:pt x="559482" y="265010"/>
                    <a:pt x="559482" y="265010"/>
                    <a:pt x="559482" y="265882"/>
                  </a:cubicBezTo>
                  <a:lnTo>
                    <a:pt x="559482" y="271984"/>
                  </a:lnTo>
                  <a:cubicBezTo>
                    <a:pt x="559482" y="271984"/>
                    <a:pt x="559482" y="271984"/>
                    <a:pt x="558368" y="271984"/>
                  </a:cubicBezTo>
                  <a:lnTo>
                    <a:pt x="550566" y="271984"/>
                  </a:lnTo>
                  <a:cubicBezTo>
                    <a:pt x="550566" y="271984"/>
                    <a:pt x="550566" y="271984"/>
                    <a:pt x="550566" y="273146"/>
                  </a:cubicBezTo>
                  <a:lnTo>
                    <a:pt x="550566" y="281283"/>
                  </a:lnTo>
                  <a:cubicBezTo>
                    <a:pt x="550566" y="281283"/>
                    <a:pt x="550566" y="281283"/>
                    <a:pt x="575085" y="302205"/>
                  </a:cubicBezTo>
                  <a:cubicBezTo>
                    <a:pt x="575085" y="306854"/>
                    <a:pt x="575085" y="306854"/>
                    <a:pt x="573971" y="306854"/>
                  </a:cubicBezTo>
                  <a:lnTo>
                    <a:pt x="566169" y="306854"/>
                  </a:lnTo>
                  <a:cubicBezTo>
                    <a:pt x="566169" y="306854"/>
                    <a:pt x="566169" y="306854"/>
                    <a:pt x="566169" y="332425"/>
                  </a:cubicBezTo>
                  <a:cubicBezTo>
                    <a:pt x="566169" y="332425"/>
                    <a:pt x="566169" y="332425"/>
                    <a:pt x="567284" y="332425"/>
                  </a:cubicBezTo>
                  <a:lnTo>
                    <a:pt x="575085" y="332425"/>
                  </a:lnTo>
                  <a:cubicBezTo>
                    <a:pt x="575085" y="332425"/>
                    <a:pt x="575085" y="332425"/>
                    <a:pt x="575085" y="330972"/>
                  </a:cubicBezTo>
                  <a:lnTo>
                    <a:pt x="575085" y="320802"/>
                  </a:lnTo>
                  <a:cubicBezTo>
                    <a:pt x="575085" y="320802"/>
                    <a:pt x="575085" y="320802"/>
                    <a:pt x="576200" y="320221"/>
                  </a:cubicBezTo>
                  <a:lnTo>
                    <a:pt x="584001" y="316153"/>
                  </a:lnTo>
                  <a:cubicBezTo>
                    <a:pt x="584001" y="316153"/>
                    <a:pt x="584001" y="316153"/>
                    <a:pt x="585952" y="316153"/>
                  </a:cubicBezTo>
                  <a:lnTo>
                    <a:pt x="599605" y="316153"/>
                  </a:lnTo>
                  <a:cubicBezTo>
                    <a:pt x="599605" y="316153"/>
                    <a:pt x="599605" y="316153"/>
                    <a:pt x="599605" y="317315"/>
                  </a:cubicBezTo>
                  <a:lnTo>
                    <a:pt x="599605" y="325451"/>
                  </a:lnTo>
                  <a:cubicBezTo>
                    <a:pt x="599605" y="325451"/>
                    <a:pt x="599605" y="325451"/>
                    <a:pt x="601276" y="325451"/>
                  </a:cubicBezTo>
                  <a:lnTo>
                    <a:pt x="612979" y="325451"/>
                  </a:lnTo>
                  <a:cubicBezTo>
                    <a:pt x="612979" y="330100"/>
                    <a:pt x="612979" y="330100"/>
                    <a:pt x="614093" y="330100"/>
                  </a:cubicBezTo>
                  <a:lnTo>
                    <a:pt x="621895" y="330100"/>
                  </a:lnTo>
                  <a:cubicBezTo>
                    <a:pt x="621895" y="330100"/>
                    <a:pt x="621895" y="330100"/>
                    <a:pt x="646414" y="362645"/>
                  </a:cubicBezTo>
                  <a:cubicBezTo>
                    <a:pt x="646414" y="362645"/>
                    <a:pt x="646414" y="362645"/>
                    <a:pt x="646414" y="397515"/>
                  </a:cubicBezTo>
                  <a:cubicBezTo>
                    <a:pt x="646414" y="397515"/>
                    <a:pt x="646414" y="397515"/>
                    <a:pt x="647528" y="397515"/>
                  </a:cubicBezTo>
                  <a:lnTo>
                    <a:pt x="655330" y="397515"/>
                  </a:lnTo>
                  <a:cubicBezTo>
                    <a:pt x="655330" y="397515"/>
                    <a:pt x="655330" y="397515"/>
                    <a:pt x="655330" y="395481"/>
                  </a:cubicBezTo>
                  <a:lnTo>
                    <a:pt x="655330" y="381243"/>
                  </a:lnTo>
                  <a:cubicBezTo>
                    <a:pt x="655330" y="381243"/>
                    <a:pt x="655330" y="381243"/>
                    <a:pt x="656166" y="381243"/>
                  </a:cubicBezTo>
                  <a:lnTo>
                    <a:pt x="662017" y="381243"/>
                  </a:lnTo>
                  <a:cubicBezTo>
                    <a:pt x="662017" y="381243"/>
                    <a:pt x="662017" y="381243"/>
                    <a:pt x="662017" y="382405"/>
                  </a:cubicBezTo>
                  <a:lnTo>
                    <a:pt x="662017" y="390541"/>
                  </a:lnTo>
                  <a:cubicBezTo>
                    <a:pt x="670933" y="392866"/>
                    <a:pt x="670933" y="392866"/>
                    <a:pt x="670933" y="341724"/>
                  </a:cubicBezTo>
                  <a:cubicBezTo>
                    <a:pt x="670933" y="341724"/>
                    <a:pt x="670933" y="341724"/>
                    <a:pt x="708826" y="341724"/>
                  </a:cubicBezTo>
                  <a:cubicBezTo>
                    <a:pt x="708826" y="341724"/>
                    <a:pt x="708826" y="341724"/>
                    <a:pt x="708826" y="267335"/>
                  </a:cubicBezTo>
                  <a:cubicBezTo>
                    <a:pt x="708826" y="267335"/>
                    <a:pt x="708826" y="267335"/>
                    <a:pt x="744490" y="267335"/>
                  </a:cubicBezTo>
                  <a:cubicBezTo>
                    <a:pt x="744490" y="267335"/>
                    <a:pt x="744490" y="267335"/>
                    <a:pt x="744490" y="266463"/>
                  </a:cubicBezTo>
                  <a:lnTo>
                    <a:pt x="744490" y="260361"/>
                  </a:lnTo>
                  <a:cubicBezTo>
                    <a:pt x="744490" y="260361"/>
                    <a:pt x="744490" y="260361"/>
                    <a:pt x="766781" y="260361"/>
                  </a:cubicBezTo>
                  <a:cubicBezTo>
                    <a:pt x="766781" y="260361"/>
                    <a:pt x="766781" y="260361"/>
                    <a:pt x="766781" y="220842"/>
                  </a:cubicBezTo>
                  <a:cubicBezTo>
                    <a:pt x="762322" y="220842"/>
                    <a:pt x="762322" y="220842"/>
                    <a:pt x="762322" y="219098"/>
                  </a:cubicBezTo>
                  <a:lnTo>
                    <a:pt x="762322" y="206894"/>
                  </a:lnTo>
                  <a:lnTo>
                    <a:pt x="766781" y="209219"/>
                  </a:lnTo>
                  <a:cubicBezTo>
                    <a:pt x="766781" y="209219"/>
                    <a:pt x="766781" y="209219"/>
                    <a:pt x="771239" y="185972"/>
                  </a:cubicBezTo>
                  <a:cubicBezTo>
                    <a:pt x="771239" y="185972"/>
                    <a:pt x="771239" y="185972"/>
                    <a:pt x="775697" y="209219"/>
                  </a:cubicBezTo>
                  <a:cubicBezTo>
                    <a:pt x="777926" y="206894"/>
                    <a:pt x="777926" y="206894"/>
                    <a:pt x="778204" y="206022"/>
                  </a:cubicBezTo>
                  <a:lnTo>
                    <a:pt x="780155" y="199920"/>
                  </a:lnTo>
                  <a:cubicBezTo>
                    <a:pt x="780155" y="199920"/>
                    <a:pt x="780155" y="199920"/>
                    <a:pt x="780712" y="198758"/>
                  </a:cubicBezTo>
                  <a:lnTo>
                    <a:pt x="784613" y="190621"/>
                  </a:lnTo>
                  <a:cubicBezTo>
                    <a:pt x="784613" y="190621"/>
                    <a:pt x="784613" y="190621"/>
                    <a:pt x="785170" y="189459"/>
                  </a:cubicBezTo>
                  <a:lnTo>
                    <a:pt x="789071" y="181323"/>
                  </a:lnTo>
                  <a:cubicBezTo>
                    <a:pt x="789071" y="181323"/>
                    <a:pt x="789071" y="181323"/>
                    <a:pt x="790464" y="180451"/>
                  </a:cubicBezTo>
                  <a:lnTo>
                    <a:pt x="800216" y="174349"/>
                  </a:lnTo>
                  <a:cubicBezTo>
                    <a:pt x="800216" y="174349"/>
                    <a:pt x="800216" y="174349"/>
                    <a:pt x="801888" y="173187"/>
                  </a:cubicBezTo>
                  <a:lnTo>
                    <a:pt x="813590" y="165050"/>
                  </a:lnTo>
                  <a:cubicBezTo>
                    <a:pt x="813590" y="165050"/>
                    <a:pt x="813590" y="165050"/>
                    <a:pt x="814426" y="163888"/>
                  </a:cubicBezTo>
                  <a:lnTo>
                    <a:pt x="820277" y="155752"/>
                  </a:lnTo>
                  <a:cubicBezTo>
                    <a:pt x="820277" y="155752"/>
                    <a:pt x="820277" y="155752"/>
                    <a:pt x="820834" y="153718"/>
                  </a:cubicBezTo>
                  <a:lnTo>
                    <a:pt x="824735" y="139479"/>
                  </a:lnTo>
                  <a:cubicBezTo>
                    <a:pt x="824735" y="139479"/>
                    <a:pt x="824735" y="139479"/>
                    <a:pt x="825292" y="141513"/>
                  </a:cubicBezTo>
                  <a:lnTo>
                    <a:pt x="829193" y="155752"/>
                  </a:lnTo>
                  <a:cubicBezTo>
                    <a:pt x="829193" y="155752"/>
                    <a:pt x="829193" y="155752"/>
                    <a:pt x="829750" y="156623"/>
                  </a:cubicBezTo>
                  <a:lnTo>
                    <a:pt x="833651" y="162726"/>
                  </a:lnTo>
                  <a:cubicBezTo>
                    <a:pt x="833651" y="162726"/>
                    <a:pt x="833651" y="162726"/>
                    <a:pt x="835044" y="163888"/>
                  </a:cubicBezTo>
                  <a:lnTo>
                    <a:pt x="844796" y="172024"/>
                  </a:lnTo>
                  <a:cubicBezTo>
                    <a:pt x="844796" y="172024"/>
                    <a:pt x="844796" y="172024"/>
                    <a:pt x="845911" y="173187"/>
                  </a:cubicBezTo>
                  <a:lnTo>
                    <a:pt x="853712" y="181323"/>
                  </a:lnTo>
                  <a:cubicBezTo>
                    <a:pt x="853712" y="181323"/>
                    <a:pt x="853712" y="181323"/>
                    <a:pt x="854827" y="182485"/>
                  </a:cubicBezTo>
                  <a:lnTo>
                    <a:pt x="862628" y="190621"/>
                  </a:lnTo>
                  <a:cubicBezTo>
                    <a:pt x="862628" y="190621"/>
                    <a:pt x="862628" y="190621"/>
                    <a:pt x="862907" y="191784"/>
                  </a:cubicBezTo>
                  <a:lnTo>
                    <a:pt x="864857" y="199920"/>
                  </a:lnTo>
                  <a:cubicBezTo>
                    <a:pt x="864857" y="199920"/>
                    <a:pt x="864857" y="199920"/>
                    <a:pt x="865136" y="201082"/>
                  </a:cubicBezTo>
                  <a:lnTo>
                    <a:pt x="867086" y="209219"/>
                  </a:lnTo>
                  <a:cubicBezTo>
                    <a:pt x="871544" y="209219"/>
                    <a:pt x="871544" y="209219"/>
                    <a:pt x="873773" y="185972"/>
                  </a:cubicBezTo>
                  <a:cubicBezTo>
                    <a:pt x="873773" y="185972"/>
                    <a:pt x="873773" y="185972"/>
                    <a:pt x="878231" y="209219"/>
                  </a:cubicBezTo>
                  <a:cubicBezTo>
                    <a:pt x="882689" y="209219"/>
                    <a:pt x="882689" y="209219"/>
                    <a:pt x="882689" y="210962"/>
                  </a:cubicBezTo>
                  <a:lnTo>
                    <a:pt x="882689" y="223167"/>
                  </a:lnTo>
                  <a:cubicBezTo>
                    <a:pt x="878231" y="223167"/>
                    <a:pt x="878231" y="223167"/>
                    <a:pt x="878231" y="255712"/>
                  </a:cubicBezTo>
                  <a:cubicBezTo>
                    <a:pt x="878231" y="255712"/>
                    <a:pt x="878231" y="255712"/>
                    <a:pt x="879346" y="255712"/>
                  </a:cubicBezTo>
                  <a:lnTo>
                    <a:pt x="887147" y="255712"/>
                  </a:lnTo>
                  <a:cubicBezTo>
                    <a:pt x="887147" y="260361"/>
                    <a:pt x="887147" y="260361"/>
                    <a:pt x="887983" y="260361"/>
                  </a:cubicBezTo>
                  <a:lnTo>
                    <a:pt x="893834" y="260361"/>
                  </a:lnTo>
                  <a:cubicBezTo>
                    <a:pt x="893834" y="260361"/>
                    <a:pt x="893834" y="260361"/>
                    <a:pt x="893834" y="259199"/>
                  </a:cubicBezTo>
                  <a:lnTo>
                    <a:pt x="893834" y="251062"/>
                  </a:lnTo>
                  <a:cubicBezTo>
                    <a:pt x="893834" y="251062"/>
                    <a:pt x="893834" y="251062"/>
                    <a:pt x="896063" y="251062"/>
                  </a:cubicBezTo>
                  <a:lnTo>
                    <a:pt x="911666" y="251062"/>
                  </a:lnTo>
                  <a:cubicBezTo>
                    <a:pt x="911666" y="251062"/>
                    <a:pt x="911666" y="251062"/>
                    <a:pt x="911666" y="249028"/>
                  </a:cubicBezTo>
                  <a:lnTo>
                    <a:pt x="911666" y="234790"/>
                  </a:lnTo>
                  <a:cubicBezTo>
                    <a:pt x="911666" y="234790"/>
                    <a:pt x="911666" y="234790"/>
                    <a:pt x="949560" y="234790"/>
                  </a:cubicBezTo>
                  <a:cubicBezTo>
                    <a:pt x="949560" y="234790"/>
                    <a:pt x="949560" y="234790"/>
                    <a:pt x="949560" y="236243"/>
                  </a:cubicBezTo>
                  <a:lnTo>
                    <a:pt x="949560" y="246413"/>
                  </a:lnTo>
                  <a:cubicBezTo>
                    <a:pt x="949560" y="246413"/>
                    <a:pt x="949560" y="246413"/>
                    <a:pt x="969621" y="246413"/>
                  </a:cubicBezTo>
                  <a:cubicBezTo>
                    <a:pt x="969621" y="246413"/>
                    <a:pt x="969621" y="246413"/>
                    <a:pt x="969621" y="248738"/>
                  </a:cubicBezTo>
                  <a:lnTo>
                    <a:pt x="969621" y="265010"/>
                  </a:lnTo>
                  <a:cubicBezTo>
                    <a:pt x="965163" y="265010"/>
                    <a:pt x="965163" y="265010"/>
                    <a:pt x="965163" y="265882"/>
                  </a:cubicBezTo>
                  <a:lnTo>
                    <a:pt x="965163" y="271984"/>
                  </a:lnTo>
                  <a:cubicBezTo>
                    <a:pt x="969621" y="271984"/>
                    <a:pt x="969621" y="271984"/>
                    <a:pt x="969621" y="273728"/>
                  </a:cubicBezTo>
                  <a:lnTo>
                    <a:pt x="969621" y="285932"/>
                  </a:lnTo>
                  <a:lnTo>
                    <a:pt x="965163" y="290581"/>
                  </a:lnTo>
                  <a:cubicBezTo>
                    <a:pt x="965163" y="290581"/>
                    <a:pt x="965163" y="290581"/>
                    <a:pt x="965163" y="346373"/>
                  </a:cubicBezTo>
                  <a:cubicBezTo>
                    <a:pt x="965163" y="346373"/>
                    <a:pt x="965163" y="346373"/>
                    <a:pt x="967113" y="346373"/>
                  </a:cubicBezTo>
                  <a:lnTo>
                    <a:pt x="980766" y="346373"/>
                  </a:lnTo>
                  <a:cubicBezTo>
                    <a:pt x="980766" y="351022"/>
                    <a:pt x="980766" y="351022"/>
                    <a:pt x="982437" y="351022"/>
                  </a:cubicBezTo>
                  <a:lnTo>
                    <a:pt x="994140" y="351022"/>
                  </a:lnTo>
                  <a:cubicBezTo>
                    <a:pt x="994140" y="351022"/>
                    <a:pt x="994140" y="351022"/>
                    <a:pt x="994140" y="353056"/>
                  </a:cubicBezTo>
                  <a:lnTo>
                    <a:pt x="994140" y="367295"/>
                  </a:lnTo>
                  <a:cubicBezTo>
                    <a:pt x="994140" y="367295"/>
                    <a:pt x="994140" y="367295"/>
                    <a:pt x="995812" y="367295"/>
                  </a:cubicBezTo>
                  <a:lnTo>
                    <a:pt x="1007514" y="367295"/>
                  </a:lnTo>
                  <a:cubicBezTo>
                    <a:pt x="1007514" y="367295"/>
                    <a:pt x="1007514" y="367295"/>
                    <a:pt x="1007514" y="365261"/>
                  </a:cubicBezTo>
                  <a:lnTo>
                    <a:pt x="1007514" y="351022"/>
                  </a:lnTo>
                  <a:cubicBezTo>
                    <a:pt x="1007514" y="351022"/>
                    <a:pt x="1007514" y="351022"/>
                    <a:pt x="1009464" y="349860"/>
                  </a:cubicBezTo>
                  <a:lnTo>
                    <a:pt x="1023117" y="341724"/>
                  </a:lnTo>
                  <a:cubicBezTo>
                    <a:pt x="1023117" y="341724"/>
                    <a:pt x="1023117" y="341724"/>
                    <a:pt x="1023117" y="320802"/>
                  </a:cubicBezTo>
                  <a:cubicBezTo>
                    <a:pt x="1018659" y="320802"/>
                    <a:pt x="1018659" y="320802"/>
                    <a:pt x="1018659" y="297555"/>
                  </a:cubicBezTo>
                  <a:cubicBezTo>
                    <a:pt x="1018659" y="297555"/>
                    <a:pt x="1018659" y="297555"/>
                    <a:pt x="1019773" y="297555"/>
                  </a:cubicBezTo>
                  <a:lnTo>
                    <a:pt x="1027575" y="297555"/>
                  </a:lnTo>
                  <a:cubicBezTo>
                    <a:pt x="1027575" y="295231"/>
                    <a:pt x="1027575" y="295231"/>
                    <a:pt x="1047636" y="295231"/>
                  </a:cubicBezTo>
                  <a:cubicBezTo>
                    <a:pt x="1047636" y="295231"/>
                    <a:pt x="1047636" y="295231"/>
                    <a:pt x="1047636" y="294068"/>
                  </a:cubicBezTo>
                  <a:lnTo>
                    <a:pt x="1047636" y="285932"/>
                  </a:lnTo>
                  <a:cubicBezTo>
                    <a:pt x="1047636" y="285932"/>
                    <a:pt x="1047636" y="285932"/>
                    <a:pt x="1049308" y="285932"/>
                  </a:cubicBezTo>
                  <a:lnTo>
                    <a:pt x="1061010" y="285932"/>
                  </a:lnTo>
                  <a:cubicBezTo>
                    <a:pt x="1061010" y="285932"/>
                    <a:pt x="1061010" y="285932"/>
                    <a:pt x="1061010" y="169700"/>
                  </a:cubicBezTo>
                  <a:cubicBezTo>
                    <a:pt x="1061010" y="169700"/>
                    <a:pt x="1061010" y="169700"/>
                    <a:pt x="1062125" y="169700"/>
                  </a:cubicBezTo>
                  <a:lnTo>
                    <a:pt x="1069926" y="169700"/>
                  </a:lnTo>
                  <a:cubicBezTo>
                    <a:pt x="1069926" y="169700"/>
                    <a:pt x="1069926" y="169700"/>
                    <a:pt x="1069926" y="167375"/>
                  </a:cubicBezTo>
                  <a:lnTo>
                    <a:pt x="1069926" y="151102"/>
                  </a:lnTo>
                  <a:cubicBezTo>
                    <a:pt x="1072155" y="151102"/>
                    <a:pt x="1072155" y="151102"/>
                    <a:pt x="1072155" y="104609"/>
                  </a:cubicBezTo>
                  <a:cubicBezTo>
                    <a:pt x="1072155" y="104609"/>
                    <a:pt x="1072155" y="104609"/>
                    <a:pt x="1073270" y="104609"/>
                  </a:cubicBezTo>
                  <a:lnTo>
                    <a:pt x="1081071" y="104609"/>
                  </a:lnTo>
                  <a:cubicBezTo>
                    <a:pt x="1081071" y="104609"/>
                    <a:pt x="1081071" y="104609"/>
                    <a:pt x="1081071" y="105772"/>
                  </a:cubicBezTo>
                  <a:lnTo>
                    <a:pt x="1081071" y="113908"/>
                  </a:lnTo>
                  <a:cubicBezTo>
                    <a:pt x="1085529" y="113908"/>
                    <a:pt x="1085529" y="113908"/>
                    <a:pt x="1085529" y="111583"/>
                  </a:cubicBezTo>
                  <a:lnTo>
                    <a:pt x="1085529" y="95311"/>
                  </a:lnTo>
                  <a:cubicBezTo>
                    <a:pt x="1085529" y="95311"/>
                    <a:pt x="1085529" y="95311"/>
                    <a:pt x="1086922" y="94730"/>
                  </a:cubicBezTo>
                  <a:lnTo>
                    <a:pt x="1096674" y="90662"/>
                  </a:lnTo>
                  <a:cubicBezTo>
                    <a:pt x="1096674" y="90662"/>
                    <a:pt x="1096674" y="90662"/>
                    <a:pt x="1097789" y="91243"/>
                  </a:cubicBezTo>
                  <a:lnTo>
                    <a:pt x="1105590" y="95311"/>
                  </a:lnTo>
                  <a:cubicBezTo>
                    <a:pt x="1105590" y="95311"/>
                    <a:pt x="1105590" y="95311"/>
                    <a:pt x="1107262" y="95311"/>
                  </a:cubicBezTo>
                  <a:lnTo>
                    <a:pt x="1118964" y="95311"/>
                  </a:lnTo>
                  <a:cubicBezTo>
                    <a:pt x="1118964" y="95311"/>
                    <a:pt x="1118964" y="95311"/>
                    <a:pt x="1118964" y="65090"/>
                  </a:cubicBezTo>
                  <a:cubicBezTo>
                    <a:pt x="1118964" y="65090"/>
                    <a:pt x="1118964" y="65090"/>
                    <a:pt x="1120079" y="65090"/>
                  </a:cubicBezTo>
                  <a:lnTo>
                    <a:pt x="1127880" y="65090"/>
                  </a:lnTo>
                  <a:cubicBezTo>
                    <a:pt x="1127880" y="69740"/>
                    <a:pt x="1127880" y="69740"/>
                    <a:pt x="1129273" y="69740"/>
                  </a:cubicBezTo>
                  <a:lnTo>
                    <a:pt x="1139026" y="69740"/>
                  </a:lnTo>
                  <a:cubicBezTo>
                    <a:pt x="1139026" y="65090"/>
                    <a:pt x="1139026" y="65090"/>
                    <a:pt x="1140140" y="65090"/>
                  </a:cubicBezTo>
                  <a:lnTo>
                    <a:pt x="1147942" y="65090"/>
                  </a:lnTo>
                  <a:cubicBezTo>
                    <a:pt x="1147942" y="65090"/>
                    <a:pt x="1147942" y="65090"/>
                    <a:pt x="1147942" y="99960"/>
                  </a:cubicBezTo>
                  <a:cubicBezTo>
                    <a:pt x="1147942" y="99960"/>
                    <a:pt x="1147942" y="99960"/>
                    <a:pt x="1149335" y="101122"/>
                  </a:cubicBezTo>
                  <a:lnTo>
                    <a:pt x="1159087" y="109259"/>
                  </a:lnTo>
                  <a:cubicBezTo>
                    <a:pt x="1156858" y="116233"/>
                    <a:pt x="1156858" y="116233"/>
                    <a:pt x="1181377" y="116233"/>
                  </a:cubicBezTo>
                  <a:cubicBezTo>
                    <a:pt x="1181377" y="116233"/>
                    <a:pt x="1181377" y="116233"/>
                    <a:pt x="1181377" y="114780"/>
                  </a:cubicBezTo>
                  <a:lnTo>
                    <a:pt x="1181377" y="104609"/>
                  </a:lnTo>
                  <a:cubicBezTo>
                    <a:pt x="1181377" y="104609"/>
                    <a:pt x="1181377" y="104609"/>
                    <a:pt x="1210354" y="95311"/>
                  </a:cubicBezTo>
                  <a:cubicBezTo>
                    <a:pt x="1210354" y="95311"/>
                    <a:pt x="1210354" y="95311"/>
                    <a:pt x="1210354" y="94149"/>
                  </a:cubicBezTo>
                  <a:lnTo>
                    <a:pt x="1210354" y="86012"/>
                  </a:lnTo>
                  <a:cubicBezTo>
                    <a:pt x="1210354" y="86012"/>
                    <a:pt x="1210354" y="86012"/>
                    <a:pt x="1211190" y="86012"/>
                  </a:cubicBezTo>
                  <a:lnTo>
                    <a:pt x="1217041" y="86012"/>
                  </a:lnTo>
                  <a:cubicBezTo>
                    <a:pt x="1217041" y="86012"/>
                    <a:pt x="1217041" y="86012"/>
                    <a:pt x="1217041" y="85141"/>
                  </a:cubicBezTo>
                  <a:lnTo>
                    <a:pt x="1217041" y="79038"/>
                  </a:lnTo>
                  <a:cubicBezTo>
                    <a:pt x="1217041" y="79038"/>
                    <a:pt x="1217041" y="79038"/>
                    <a:pt x="1219270" y="79038"/>
                  </a:cubicBezTo>
                  <a:lnTo>
                    <a:pt x="1234873" y="79038"/>
                  </a:lnTo>
                  <a:cubicBezTo>
                    <a:pt x="1234873" y="79038"/>
                    <a:pt x="1234873" y="79038"/>
                    <a:pt x="1234873" y="79910"/>
                  </a:cubicBezTo>
                  <a:lnTo>
                    <a:pt x="1234873" y="86012"/>
                  </a:lnTo>
                  <a:cubicBezTo>
                    <a:pt x="1234873" y="86012"/>
                    <a:pt x="1234873" y="86012"/>
                    <a:pt x="1236545" y="86012"/>
                  </a:cubicBezTo>
                  <a:lnTo>
                    <a:pt x="1248247" y="86012"/>
                  </a:lnTo>
                  <a:cubicBezTo>
                    <a:pt x="1248247" y="86012"/>
                    <a:pt x="1248247" y="86012"/>
                    <a:pt x="1248247" y="87756"/>
                  </a:cubicBezTo>
                  <a:lnTo>
                    <a:pt x="1248247" y="99960"/>
                  </a:lnTo>
                  <a:cubicBezTo>
                    <a:pt x="1248247" y="99960"/>
                    <a:pt x="1248247" y="99960"/>
                    <a:pt x="1272766" y="99960"/>
                  </a:cubicBezTo>
                  <a:cubicBezTo>
                    <a:pt x="1272766" y="99960"/>
                    <a:pt x="1272766" y="99960"/>
                    <a:pt x="1272766" y="98798"/>
                  </a:cubicBezTo>
                  <a:lnTo>
                    <a:pt x="1272766" y="90662"/>
                  </a:lnTo>
                  <a:cubicBezTo>
                    <a:pt x="1272766" y="90662"/>
                    <a:pt x="1272766" y="90662"/>
                    <a:pt x="1274159" y="90662"/>
                  </a:cubicBezTo>
                  <a:lnTo>
                    <a:pt x="1283911" y="90662"/>
                  </a:lnTo>
                  <a:cubicBezTo>
                    <a:pt x="1283911" y="90662"/>
                    <a:pt x="1283911" y="90662"/>
                    <a:pt x="1283911" y="89499"/>
                  </a:cubicBezTo>
                  <a:lnTo>
                    <a:pt x="1283911" y="81363"/>
                  </a:lnTo>
                  <a:cubicBezTo>
                    <a:pt x="1283911" y="81363"/>
                    <a:pt x="1283911" y="81363"/>
                    <a:pt x="1285583" y="81363"/>
                  </a:cubicBezTo>
                  <a:lnTo>
                    <a:pt x="1297285" y="81363"/>
                  </a:lnTo>
                  <a:cubicBezTo>
                    <a:pt x="1297285" y="81363"/>
                    <a:pt x="1297285" y="81363"/>
                    <a:pt x="1297285" y="82525"/>
                  </a:cubicBezTo>
                  <a:lnTo>
                    <a:pt x="1297285" y="90662"/>
                  </a:lnTo>
                  <a:cubicBezTo>
                    <a:pt x="1301743" y="90662"/>
                    <a:pt x="1301743" y="90662"/>
                    <a:pt x="1301743" y="34870"/>
                  </a:cubicBezTo>
                  <a:cubicBezTo>
                    <a:pt x="1301743" y="34870"/>
                    <a:pt x="1301743" y="34870"/>
                    <a:pt x="1402049" y="34870"/>
                  </a:cubicBezTo>
                  <a:cubicBezTo>
                    <a:pt x="1402049" y="34870"/>
                    <a:pt x="1402049" y="34870"/>
                    <a:pt x="1402049" y="109259"/>
                  </a:cubicBezTo>
                  <a:cubicBezTo>
                    <a:pt x="1402049" y="109259"/>
                    <a:pt x="1402049" y="109259"/>
                    <a:pt x="1404278" y="109259"/>
                  </a:cubicBezTo>
                  <a:lnTo>
                    <a:pt x="1419881" y="109259"/>
                  </a:lnTo>
                  <a:cubicBezTo>
                    <a:pt x="1419881" y="109259"/>
                    <a:pt x="1419881" y="109259"/>
                    <a:pt x="1419881" y="25571"/>
                  </a:cubicBezTo>
                  <a:cubicBezTo>
                    <a:pt x="1419881" y="25571"/>
                    <a:pt x="1419881" y="25571"/>
                    <a:pt x="1442171" y="13948"/>
                  </a:cubicBezTo>
                  <a:cubicBezTo>
                    <a:pt x="1442171" y="13948"/>
                    <a:pt x="1442171" y="13948"/>
                    <a:pt x="1471148" y="13948"/>
                  </a:cubicBezTo>
                  <a:cubicBezTo>
                    <a:pt x="1471148" y="13948"/>
                    <a:pt x="1471148" y="13948"/>
                    <a:pt x="1473099" y="12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700"/>
            </a:p>
          </p:txBody>
        </p:sp>
        <p:sp>
          <p:nvSpPr>
            <p:cNvPr id="7" name="Rectangle 35"/>
            <p:cNvSpPr/>
            <p:nvPr/>
          </p:nvSpPr>
          <p:spPr>
            <a:xfrm>
              <a:off x="2483768" y="3238221"/>
              <a:ext cx="3079941" cy="1160647"/>
            </a:xfrm>
            <a:custGeom>
              <a:avLst/>
              <a:gdLst/>
              <a:ahLst/>
              <a:cxnLst/>
              <a:rect l="l" t="t" r="r" b="b"/>
              <a:pathLst>
                <a:path w="3079941" h="1160647">
                  <a:moveTo>
                    <a:pt x="215205" y="0"/>
                  </a:moveTo>
                  <a:cubicBezTo>
                    <a:pt x="215205" y="18"/>
                    <a:pt x="215221" y="2040"/>
                    <a:pt x="217231" y="246443"/>
                  </a:cubicBezTo>
                  <a:cubicBezTo>
                    <a:pt x="217243" y="246467"/>
                    <a:pt x="217888" y="247808"/>
                    <a:pt x="255738" y="326429"/>
                  </a:cubicBezTo>
                  <a:cubicBezTo>
                    <a:pt x="255746" y="326429"/>
                    <a:pt x="255857" y="326429"/>
                    <a:pt x="257765" y="326429"/>
                  </a:cubicBezTo>
                  <a:lnTo>
                    <a:pt x="271952" y="326429"/>
                  </a:lnTo>
                  <a:cubicBezTo>
                    <a:pt x="271952" y="326443"/>
                    <a:pt x="271952" y="327005"/>
                    <a:pt x="271952" y="350208"/>
                  </a:cubicBezTo>
                  <a:cubicBezTo>
                    <a:pt x="271954" y="350214"/>
                    <a:pt x="271992" y="350272"/>
                    <a:pt x="272459" y="351019"/>
                  </a:cubicBezTo>
                  <a:lnTo>
                    <a:pt x="276005" y="356694"/>
                  </a:lnTo>
                  <a:cubicBezTo>
                    <a:pt x="276005" y="356714"/>
                    <a:pt x="276005" y="358229"/>
                    <a:pt x="276005" y="471268"/>
                  </a:cubicBezTo>
                  <a:cubicBezTo>
                    <a:pt x="276014" y="471268"/>
                    <a:pt x="276154" y="471268"/>
                    <a:pt x="278285" y="471268"/>
                  </a:cubicBezTo>
                  <a:lnTo>
                    <a:pt x="294246" y="471268"/>
                  </a:lnTo>
                  <a:cubicBezTo>
                    <a:pt x="294246" y="471288"/>
                    <a:pt x="294246" y="472923"/>
                    <a:pt x="294246" y="611783"/>
                  </a:cubicBezTo>
                  <a:cubicBezTo>
                    <a:pt x="294256" y="611782"/>
                    <a:pt x="294368" y="611761"/>
                    <a:pt x="295766" y="611513"/>
                  </a:cubicBezTo>
                  <a:lnTo>
                    <a:pt x="306406" y="609622"/>
                  </a:lnTo>
                  <a:cubicBezTo>
                    <a:pt x="306406" y="609644"/>
                    <a:pt x="306376" y="610978"/>
                    <a:pt x="304379" y="698254"/>
                  </a:cubicBezTo>
                  <a:cubicBezTo>
                    <a:pt x="304389" y="698256"/>
                    <a:pt x="304500" y="698276"/>
                    <a:pt x="305899" y="698525"/>
                  </a:cubicBezTo>
                  <a:lnTo>
                    <a:pt x="316539" y="700416"/>
                  </a:lnTo>
                  <a:cubicBezTo>
                    <a:pt x="316541" y="700423"/>
                    <a:pt x="316561" y="700487"/>
                    <a:pt x="316792" y="701227"/>
                  </a:cubicBezTo>
                  <a:lnTo>
                    <a:pt x="318566" y="706902"/>
                  </a:lnTo>
                  <a:cubicBezTo>
                    <a:pt x="318568" y="706893"/>
                    <a:pt x="318613" y="706750"/>
                    <a:pt x="319326" y="704470"/>
                  </a:cubicBezTo>
                  <a:lnTo>
                    <a:pt x="324646" y="687446"/>
                  </a:lnTo>
                  <a:cubicBezTo>
                    <a:pt x="324653" y="687446"/>
                    <a:pt x="324753" y="687446"/>
                    <a:pt x="326419" y="687446"/>
                  </a:cubicBezTo>
                  <a:lnTo>
                    <a:pt x="338833" y="687446"/>
                  </a:lnTo>
                  <a:cubicBezTo>
                    <a:pt x="338833" y="687463"/>
                    <a:pt x="338833" y="688156"/>
                    <a:pt x="338833" y="719872"/>
                  </a:cubicBezTo>
                  <a:cubicBezTo>
                    <a:pt x="338839" y="719877"/>
                    <a:pt x="338916" y="719917"/>
                    <a:pt x="339846" y="720413"/>
                  </a:cubicBezTo>
                  <a:lnTo>
                    <a:pt x="346940" y="724196"/>
                  </a:lnTo>
                  <a:cubicBezTo>
                    <a:pt x="346940" y="724205"/>
                    <a:pt x="346940" y="724306"/>
                    <a:pt x="346940" y="725547"/>
                  </a:cubicBezTo>
                  <a:lnTo>
                    <a:pt x="346940" y="735005"/>
                  </a:lnTo>
                  <a:cubicBezTo>
                    <a:pt x="346960" y="735005"/>
                    <a:pt x="347868" y="735005"/>
                    <a:pt x="391527" y="735005"/>
                  </a:cubicBezTo>
                  <a:cubicBezTo>
                    <a:pt x="391527" y="735013"/>
                    <a:pt x="391527" y="735096"/>
                    <a:pt x="391527" y="736086"/>
                  </a:cubicBezTo>
                  <a:lnTo>
                    <a:pt x="391527" y="743652"/>
                  </a:lnTo>
                  <a:cubicBezTo>
                    <a:pt x="391536" y="743652"/>
                    <a:pt x="391657" y="743652"/>
                    <a:pt x="393553" y="743652"/>
                  </a:cubicBezTo>
                  <a:lnTo>
                    <a:pt x="407740" y="743652"/>
                  </a:lnTo>
                  <a:cubicBezTo>
                    <a:pt x="407740" y="743634"/>
                    <a:pt x="407740" y="742905"/>
                    <a:pt x="407740" y="713387"/>
                  </a:cubicBezTo>
                  <a:cubicBezTo>
                    <a:pt x="407761" y="713387"/>
                    <a:pt x="408691" y="713387"/>
                    <a:pt x="452327" y="713387"/>
                  </a:cubicBezTo>
                  <a:cubicBezTo>
                    <a:pt x="452327" y="713379"/>
                    <a:pt x="452327" y="713282"/>
                    <a:pt x="452327" y="712036"/>
                  </a:cubicBezTo>
                  <a:lnTo>
                    <a:pt x="452327" y="702578"/>
                  </a:lnTo>
                  <a:cubicBezTo>
                    <a:pt x="452333" y="702578"/>
                    <a:pt x="452407" y="702578"/>
                    <a:pt x="453341" y="702578"/>
                  </a:cubicBezTo>
                  <a:lnTo>
                    <a:pt x="460434" y="702578"/>
                  </a:lnTo>
                  <a:cubicBezTo>
                    <a:pt x="460434" y="702571"/>
                    <a:pt x="460434" y="702458"/>
                    <a:pt x="460434" y="700687"/>
                  </a:cubicBezTo>
                  <a:lnTo>
                    <a:pt x="460434" y="687446"/>
                  </a:lnTo>
                  <a:cubicBezTo>
                    <a:pt x="460443" y="687446"/>
                    <a:pt x="460515" y="687446"/>
                    <a:pt x="461194" y="687446"/>
                  </a:cubicBezTo>
                  <a:lnTo>
                    <a:pt x="466514" y="687446"/>
                  </a:lnTo>
                  <a:cubicBezTo>
                    <a:pt x="466514" y="687439"/>
                    <a:pt x="466514" y="687354"/>
                    <a:pt x="466514" y="686365"/>
                  </a:cubicBezTo>
                  <a:lnTo>
                    <a:pt x="466514" y="678798"/>
                  </a:lnTo>
                  <a:cubicBezTo>
                    <a:pt x="466522" y="678798"/>
                    <a:pt x="466646" y="678798"/>
                    <a:pt x="468541" y="678798"/>
                  </a:cubicBezTo>
                  <a:lnTo>
                    <a:pt x="482728" y="678798"/>
                  </a:lnTo>
                  <a:cubicBezTo>
                    <a:pt x="482728" y="678805"/>
                    <a:pt x="482728" y="678882"/>
                    <a:pt x="482728" y="679879"/>
                  </a:cubicBezTo>
                  <a:lnTo>
                    <a:pt x="482728" y="687446"/>
                  </a:lnTo>
                  <a:cubicBezTo>
                    <a:pt x="482739" y="687446"/>
                    <a:pt x="483240" y="687446"/>
                    <a:pt x="505021" y="687446"/>
                  </a:cubicBezTo>
                  <a:cubicBezTo>
                    <a:pt x="505021" y="687438"/>
                    <a:pt x="505021" y="687324"/>
                    <a:pt x="505021" y="685554"/>
                  </a:cubicBezTo>
                  <a:lnTo>
                    <a:pt x="505021" y="672313"/>
                  </a:lnTo>
                  <a:cubicBezTo>
                    <a:pt x="505027" y="672313"/>
                    <a:pt x="505124" y="672313"/>
                    <a:pt x="506795" y="672313"/>
                  </a:cubicBezTo>
                  <a:lnTo>
                    <a:pt x="519208" y="672313"/>
                  </a:lnTo>
                  <a:cubicBezTo>
                    <a:pt x="519208" y="672325"/>
                    <a:pt x="519208" y="672839"/>
                    <a:pt x="519208" y="696093"/>
                  </a:cubicBezTo>
                  <a:cubicBezTo>
                    <a:pt x="519215" y="696093"/>
                    <a:pt x="519295" y="696093"/>
                    <a:pt x="520222" y="696093"/>
                  </a:cubicBezTo>
                  <a:lnTo>
                    <a:pt x="527315" y="696093"/>
                  </a:lnTo>
                  <a:cubicBezTo>
                    <a:pt x="527315" y="696087"/>
                    <a:pt x="527315" y="696006"/>
                    <a:pt x="527315" y="695012"/>
                  </a:cubicBezTo>
                  <a:lnTo>
                    <a:pt x="527315" y="687446"/>
                  </a:lnTo>
                  <a:cubicBezTo>
                    <a:pt x="527324" y="687446"/>
                    <a:pt x="527442" y="687446"/>
                    <a:pt x="529088" y="687446"/>
                  </a:cubicBezTo>
                  <a:lnTo>
                    <a:pt x="541502" y="687446"/>
                  </a:lnTo>
                  <a:cubicBezTo>
                    <a:pt x="541502" y="687459"/>
                    <a:pt x="541502" y="688018"/>
                    <a:pt x="541502" y="713387"/>
                  </a:cubicBezTo>
                  <a:cubicBezTo>
                    <a:pt x="541510" y="713387"/>
                    <a:pt x="541628" y="713387"/>
                    <a:pt x="543529" y="713387"/>
                  </a:cubicBezTo>
                  <a:lnTo>
                    <a:pt x="557715" y="713387"/>
                  </a:lnTo>
                  <a:cubicBezTo>
                    <a:pt x="557715" y="713398"/>
                    <a:pt x="557715" y="713513"/>
                    <a:pt x="557715" y="715008"/>
                  </a:cubicBezTo>
                  <a:lnTo>
                    <a:pt x="557715" y="726358"/>
                  </a:lnTo>
                  <a:cubicBezTo>
                    <a:pt x="557723" y="726358"/>
                    <a:pt x="557794" y="726358"/>
                    <a:pt x="558475" y="726358"/>
                  </a:cubicBezTo>
                  <a:lnTo>
                    <a:pt x="563796" y="726358"/>
                  </a:lnTo>
                  <a:cubicBezTo>
                    <a:pt x="563796" y="726350"/>
                    <a:pt x="563796" y="726274"/>
                    <a:pt x="563796" y="725547"/>
                  </a:cubicBezTo>
                  <a:lnTo>
                    <a:pt x="563796" y="719872"/>
                  </a:lnTo>
                  <a:cubicBezTo>
                    <a:pt x="563813" y="719872"/>
                    <a:pt x="564532" y="719872"/>
                    <a:pt x="594196" y="719872"/>
                  </a:cubicBezTo>
                  <a:cubicBezTo>
                    <a:pt x="594196" y="719886"/>
                    <a:pt x="594196" y="720449"/>
                    <a:pt x="594196" y="743652"/>
                  </a:cubicBezTo>
                  <a:cubicBezTo>
                    <a:pt x="594203" y="743652"/>
                    <a:pt x="594282" y="743652"/>
                    <a:pt x="595209" y="743652"/>
                  </a:cubicBezTo>
                  <a:lnTo>
                    <a:pt x="602303" y="743652"/>
                  </a:lnTo>
                  <a:cubicBezTo>
                    <a:pt x="602303" y="743659"/>
                    <a:pt x="602303" y="743732"/>
                    <a:pt x="602303" y="744733"/>
                  </a:cubicBezTo>
                  <a:lnTo>
                    <a:pt x="602303" y="752299"/>
                  </a:lnTo>
                  <a:cubicBezTo>
                    <a:pt x="602312" y="752299"/>
                    <a:pt x="602385" y="752299"/>
                    <a:pt x="603063" y="752299"/>
                  </a:cubicBezTo>
                  <a:lnTo>
                    <a:pt x="608383" y="752299"/>
                  </a:lnTo>
                  <a:cubicBezTo>
                    <a:pt x="608383" y="752292"/>
                    <a:pt x="608383" y="752172"/>
                    <a:pt x="608383" y="750137"/>
                  </a:cubicBezTo>
                  <a:lnTo>
                    <a:pt x="608383" y="735005"/>
                  </a:lnTo>
                  <a:cubicBezTo>
                    <a:pt x="608390" y="735005"/>
                    <a:pt x="608468" y="735005"/>
                    <a:pt x="609396" y="735005"/>
                  </a:cubicBezTo>
                  <a:lnTo>
                    <a:pt x="616490" y="735005"/>
                  </a:lnTo>
                  <a:cubicBezTo>
                    <a:pt x="616490" y="735013"/>
                    <a:pt x="616490" y="735096"/>
                    <a:pt x="616490" y="736086"/>
                  </a:cubicBezTo>
                  <a:lnTo>
                    <a:pt x="616490" y="743652"/>
                  </a:lnTo>
                  <a:lnTo>
                    <a:pt x="621810" y="741659"/>
                  </a:lnTo>
                  <a:cubicBezTo>
                    <a:pt x="622570" y="741287"/>
                    <a:pt x="622570" y="741085"/>
                    <a:pt x="622570" y="740679"/>
                  </a:cubicBezTo>
                  <a:lnTo>
                    <a:pt x="622570" y="735005"/>
                  </a:lnTo>
                  <a:cubicBezTo>
                    <a:pt x="622587" y="735005"/>
                    <a:pt x="623388" y="735005"/>
                    <a:pt x="661077" y="735005"/>
                  </a:cubicBezTo>
                  <a:cubicBezTo>
                    <a:pt x="661077" y="735019"/>
                    <a:pt x="661077" y="735566"/>
                    <a:pt x="661077" y="758784"/>
                  </a:cubicBezTo>
                  <a:cubicBezTo>
                    <a:pt x="661085" y="758784"/>
                    <a:pt x="661203" y="758784"/>
                    <a:pt x="663103" y="758784"/>
                  </a:cubicBezTo>
                  <a:lnTo>
                    <a:pt x="677290" y="758784"/>
                  </a:lnTo>
                  <a:cubicBezTo>
                    <a:pt x="677290" y="758792"/>
                    <a:pt x="677290" y="758874"/>
                    <a:pt x="677290" y="759865"/>
                  </a:cubicBezTo>
                  <a:lnTo>
                    <a:pt x="677290" y="767431"/>
                  </a:lnTo>
                  <a:cubicBezTo>
                    <a:pt x="677299" y="767431"/>
                    <a:pt x="677422" y="767431"/>
                    <a:pt x="679064" y="767431"/>
                  </a:cubicBezTo>
                  <a:lnTo>
                    <a:pt x="691477" y="767431"/>
                  </a:lnTo>
                  <a:cubicBezTo>
                    <a:pt x="691477" y="767419"/>
                    <a:pt x="691477" y="766908"/>
                    <a:pt x="691477" y="743652"/>
                  </a:cubicBezTo>
                  <a:cubicBezTo>
                    <a:pt x="691484" y="743652"/>
                    <a:pt x="691562" y="743652"/>
                    <a:pt x="692490" y="743652"/>
                  </a:cubicBezTo>
                  <a:lnTo>
                    <a:pt x="699584" y="743652"/>
                  </a:lnTo>
                  <a:cubicBezTo>
                    <a:pt x="699584" y="743633"/>
                    <a:pt x="699584" y="742862"/>
                    <a:pt x="699584" y="711225"/>
                  </a:cubicBezTo>
                  <a:cubicBezTo>
                    <a:pt x="699591" y="711225"/>
                    <a:pt x="699668" y="711225"/>
                    <a:pt x="700597" y="711225"/>
                  </a:cubicBezTo>
                  <a:lnTo>
                    <a:pt x="707691" y="711225"/>
                  </a:lnTo>
                  <a:cubicBezTo>
                    <a:pt x="707691" y="711219"/>
                    <a:pt x="707691" y="711110"/>
                    <a:pt x="707691" y="709334"/>
                  </a:cubicBezTo>
                  <a:lnTo>
                    <a:pt x="707691" y="696093"/>
                  </a:lnTo>
                  <a:cubicBezTo>
                    <a:pt x="705664" y="696093"/>
                    <a:pt x="705664" y="696093"/>
                    <a:pt x="706424" y="694471"/>
                  </a:cubicBezTo>
                  <a:lnTo>
                    <a:pt x="711744" y="683122"/>
                  </a:lnTo>
                  <a:cubicBezTo>
                    <a:pt x="711749" y="683139"/>
                    <a:pt x="711944" y="683813"/>
                    <a:pt x="719851" y="711225"/>
                  </a:cubicBezTo>
                  <a:cubicBezTo>
                    <a:pt x="719859" y="711225"/>
                    <a:pt x="719932" y="711225"/>
                    <a:pt x="720611" y="711225"/>
                  </a:cubicBezTo>
                  <a:lnTo>
                    <a:pt x="725931" y="711225"/>
                  </a:lnTo>
                  <a:cubicBezTo>
                    <a:pt x="725931" y="711212"/>
                    <a:pt x="725931" y="710033"/>
                    <a:pt x="725931" y="605298"/>
                  </a:cubicBezTo>
                  <a:cubicBezTo>
                    <a:pt x="725941" y="605298"/>
                    <a:pt x="726055" y="605298"/>
                    <a:pt x="727451" y="605298"/>
                  </a:cubicBezTo>
                  <a:lnTo>
                    <a:pt x="738091" y="605298"/>
                  </a:lnTo>
                  <a:cubicBezTo>
                    <a:pt x="738091" y="605276"/>
                    <a:pt x="738091" y="604266"/>
                    <a:pt x="738091" y="557739"/>
                  </a:cubicBezTo>
                  <a:cubicBezTo>
                    <a:pt x="738108" y="557739"/>
                    <a:pt x="738733" y="557739"/>
                    <a:pt x="764438" y="557739"/>
                  </a:cubicBezTo>
                  <a:cubicBezTo>
                    <a:pt x="764438" y="557727"/>
                    <a:pt x="764438" y="557217"/>
                    <a:pt x="764438" y="536121"/>
                  </a:cubicBezTo>
                  <a:cubicBezTo>
                    <a:pt x="764457" y="536121"/>
                    <a:pt x="765246" y="536121"/>
                    <a:pt x="798892" y="536121"/>
                  </a:cubicBezTo>
                  <a:cubicBezTo>
                    <a:pt x="798892" y="536129"/>
                    <a:pt x="798892" y="536259"/>
                    <a:pt x="798892" y="538553"/>
                  </a:cubicBezTo>
                  <a:lnTo>
                    <a:pt x="798892" y="555577"/>
                  </a:lnTo>
                  <a:cubicBezTo>
                    <a:pt x="798901" y="555577"/>
                    <a:pt x="799032" y="555577"/>
                    <a:pt x="801172" y="555577"/>
                  </a:cubicBezTo>
                  <a:lnTo>
                    <a:pt x="817132" y="555577"/>
                  </a:lnTo>
                  <a:cubicBezTo>
                    <a:pt x="817132" y="555595"/>
                    <a:pt x="817132" y="556489"/>
                    <a:pt x="817132" y="603136"/>
                  </a:cubicBezTo>
                  <a:cubicBezTo>
                    <a:pt x="817138" y="603136"/>
                    <a:pt x="817214" y="603136"/>
                    <a:pt x="818145" y="603136"/>
                  </a:cubicBezTo>
                  <a:lnTo>
                    <a:pt x="825239" y="603136"/>
                  </a:lnTo>
                  <a:lnTo>
                    <a:pt x="839426" y="607460"/>
                  </a:lnTo>
                  <a:cubicBezTo>
                    <a:pt x="839426" y="607470"/>
                    <a:pt x="839426" y="608120"/>
                    <a:pt x="839426" y="646372"/>
                  </a:cubicBezTo>
                  <a:cubicBezTo>
                    <a:pt x="839432" y="646372"/>
                    <a:pt x="839507" y="646372"/>
                    <a:pt x="840439" y="646372"/>
                  </a:cubicBezTo>
                  <a:lnTo>
                    <a:pt x="847532" y="646372"/>
                  </a:lnTo>
                  <a:cubicBezTo>
                    <a:pt x="847532" y="646382"/>
                    <a:pt x="847532" y="646488"/>
                    <a:pt x="847532" y="647993"/>
                  </a:cubicBezTo>
                  <a:lnTo>
                    <a:pt x="847532" y="659342"/>
                  </a:lnTo>
                  <a:cubicBezTo>
                    <a:pt x="847540" y="659342"/>
                    <a:pt x="847664" y="659342"/>
                    <a:pt x="849559" y="659342"/>
                  </a:cubicBezTo>
                  <a:lnTo>
                    <a:pt x="863746" y="659342"/>
                  </a:lnTo>
                  <a:lnTo>
                    <a:pt x="869826" y="665828"/>
                  </a:lnTo>
                  <a:cubicBezTo>
                    <a:pt x="869826" y="665840"/>
                    <a:pt x="869826" y="666326"/>
                    <a:pt x="869826" y="687446"/>
                  </a:cubicBezTo>
                  <a:cubicBezTo>
                    <a:pt x="869835" y="687446"/>
                    <a:pt x="869966" y="687446"/>
                    <a:pt x="872106" y="687446"/>
                  </a:cubicBezTo>
                  <a:lnTo>
                    <a:pt x="888066" y="687446"/>
                  </a:lnTo>
                  <a:cubicBezTo>
                    <a:pt x="888066" y="687453"/>
                    <a:pt x="888066" y="687533"/>
                    <a:pt x="888066" y="688526"/>
                  </a:cubicBezTo>
                  <a:lnTo>
                    <a:pt x="888066" y="696093"/>
                  </a:lnTo>
                  <a:cubicBezTo>
                    <a:pt x="888075" y="696093"/>
                    <a:pt x="888174" y="696093"/>
                    <a:pt x="889333" y="696093"/>
                  </a:cubicBezTo>
                  <a:lnTo>
                    <a:pt x="898200" y="696093"/>
                  </a:lnTo>
                  <a:cubicBezTo>
                    <a:pt x="898200" y="696102"/>
                    <a:pt x="898200" y="696231"/>
                    <a:pt x="898200" y="698254"/>
                  </a:cubicBezTo>
                  <a:lnTo>
                    <a:pt x="898200" y="713387"/>
                  </a:lnTo>
                  <a:cubicBezTo>
                    <a:pt x="902253" y="713387"/>
                    <a:pt x="902253" y="713387"/>
                    <a:pt x="902253" y="711495"/>
                  </a:cubicBezTo>
                  <a:lnTo>
                    <a:pt x="902253" y="698254"/>
                  </a:lnTo>
                  <a:cubicBezTo>
                    <a:pt x="902259" y="698254"/>
                    <a:pt x="902337" y="698254"/>
                    <a:pt x="903266" y="698254"/>
                  </a:cubicBezTo>
                  <a:lnTo>
                    <a:pt x="910360" y="698254"/>
                  </a:lnTo>
                  <a:cubicBezTo>
                    <a:pt x="910360" y="698265"/>
                    <a:pt x="910360" y="698384"/>
                    <a:pt x="910360" y="699876"/>
                  </a:cubicBezTo>
                  <a:lnTo>
                    <a:pt x="910360" y="711225"/>
                  </a:lnTo>
                  <a:cubicBezTo>
                    <a:pt x="910369" y="711225"/>
                    <a:pt x="910442" y="711225"/>
                    <a:pt x="911120" y="711225"/>
                  </a:cubicBezTo>
                  <a:lnTo>
                    <a:pt x="916440" y="711225"/>
                  </a:lnTo>
                  <a:cubicBezTo>
                    <a:pt x="916440" y="706902"/>
                    <a:pt x="916440" y="706902"/>
                    <a:pt x="965080" y="706902"/>
                  </a:cubicBezTo>
                  <a:cubicBezTo>
                    <a:pt x="965080" y="706911"/>
                    <a:pt x="965080" y="707012"/>
                    <a:pt x="965080" y="708253"/>
                  </a:cubicBezTo>
                  <a:lnTo>
                    <a:pt x="965080" y="717710"/>
                  </a:lnTo>
                  <a:cubicBezTo>
                    <a:pt x="965088" y="717710"/>
                    <a:pt x="965163" y="717710"/>
                    <a:pt x="965840" y="717710"/>
                  </a:cubicBezTo>
                  <a:lnTo>
                    <a:pt x="971161" y="717710"/>
                  </a:lnTo>
                  <a:cubicBezTo>
                    <a:pt x="971161" y="717719"/>
                    <a:pt x="971161" y="717841"/>
                    <a:pt x="971161" y="719872"/>
                  </a:cubicBezTo>
                  <a:lnTo>
                    <a:pt x="971161" y="735005"/>
                  </a:lnTo>
                  <a:cubicBezTo>
                    <a:pt x="971169" y="735001"/>
                    <a:pt x="971285" y="734923"/>
                    <a:pt x="973187" y="733654"/>
                  </a:cubicBezTo>
                  <a:lnTo>
                    <a:pt x="987374" y="724196"/>
                  </a:lnTo>
                  <a:cubicBezTo>
                    <a:pt x="987376" y="724177"/>
                    <a:pt x="987507" y="723302"/>
                    <a:pt x="993454" y="683122"/>
                  </a:cubicBezTo>
                  <a:cubicBezTo>
                    <a:pt x="993463" y="683120"/>
                    <a:pt x="993532" y="683094"/>
                    <a:pt x="994214" y="682852"/>
                  </a:cubicBezTo>
                  <a:lnTo>
                    <a:pt x="999534" y="680960"/>
                  </a:lnTo>
                  <a:cubicBezTo>
                    <a:pt x="999534" y="680944"/>
                    <a:pt x="999567" y="679883"/>
                    <a:pt x="1001561" y="611783"/>
                  </a:cubicBezTo>
                  <a:cubicBezTo>
                    <a:pt x="1001561" y="611801"/>
                    <a:pt x="1001594" y="612892"/>
                    <a:pt x="1003588" y="680960"/>
                  </a:cubicBezTo>
                  <a:cubicBezTo>
                    <a:pt x="1003597" y="680963"/>
                    <a:pt x="1003668" y="680988"/>
                    <a:pt x="1004348" y="681230"/>
                  </a:cubicBezTo>
                  <a:lnTo>
                    <a:pt x="1009668" y="683122"/>
                  </a:lnTo>
                  <a:cubicBezTo>
                    <a:pt x="1009668" y="683102"/>
                    <a:pt x="1009668" y="681769"/>
                    <a:pt x="1009668" y="596651"/>
                  </a:cubicBezTo>
                  <a:cubicBezTo>
                    <a:pt x="1013721" y="596651"/>
                    <a:pt x="1013721" y="596651"/>
                    <a:pt x="1013721" y="564224"/>
                  </a:cubicBezTo>
                  <a:cubicBezTo>
                    <a:pt x="1013733" y="564224"/>
                    <a:pt x="1014419" y="564224"/>
                    <a:pt x="1052228" y="564224"/>
                  </a:cubicBezTo>
                  <a:cubicBezTo>
                    <a:pt x="1052228" y="564241"/>
                    <a:pt x="1052228" y="564959"/>
                    <a:pt x="1052228" y="596651"/>
                  </a:cubicBezTo>
                  <a:cubicBezTo>
                    <a:pt x="1052237" y="596651"/>
                    <a:pt x="1052309" y="596651"/>
                    <a:pt x="1052988" y="596651"/>
                  </a:cubicBezTo>
                  <a:lnTo>
                    <a:pt x="1058308" y="596651"/>
                  </a:lnTo>
                  <a:cubicBezTo>
                    <a:pt x="1058308" y="596630"/>
                    <a:pt x="1058308" y="595324"/>
                    <a:pt x="1058308" y="514503"/>
                  </a:cubicBezTo>
                  <a:cubicBezTo>
                    <a:pt x="1058314" y="514503"/>
                    <a:pt x="1058413" y="514503"/>
                    <a:pt x="1060082" y="514503"/>
                  </a:cubicBezTo>
                  <a:lnTo>
                    <a:pt x="1072495" y="514503"/>
                  </a:lnTo>
                  <a:cubicBezTo>
                    <a:pt x="1072495" y="514496"/>
                    <a:pt x="1072495" y="514385"/>
                    <a:pt x="1072495" y="512612"/>
                  </a:cubicBezTo>
                  <a:lnTo>
                    <a:pt x="1072495" y="499371"/>
                  </a:lnTo>
                  <a:cubicBezTo>
                    <a:pt x="1072506" y="499371"/>
                    <a:pt x="1073004" y="499371"/>
                    <a:pt x="1094789" y="499371"/>
                  </a:cubicBezTo>
                  <a:cubicBezTo>
                    <a:pt x="1094789" y="499364"/>
                    <a:pt x="1094789" y="499283"/>
                    <a:pt x="1094789" y="498290"/>
                  </a:cubicBezTo>
                  <a:lnTo>
                    <a:pt x="1094789" y="490724"/>
                  </a:lnTo>
                  <a:cubicBezTo>
                    <a:pt x="1094796" y="490724"/>
                    <a:pt x="1094906" y="490724"/>
                    <a:pt x="1096562" y="490724"/>
                  </a:cubicBezTo>
                  <a:lnTo>
                    <a:pt x="1108976" y="490724"/>
                  </a:lnTo>
                  <a:cubicBezTo>
                    <a:pt x="1108976" y="490732"/>
                    <a:pt x="1108976" y="490811"/>
                    <a:pt x="1108976" y="491805"/>
                  </a:cubicBezTo>
                  <a:lnTo>
                    <a:pt x="1108976" y="499371"/>
                  </a:lnTo>
                  <a:cubicBezTo>
                    <a:pt x="1108985" y="499371"/>
                    <a:pt x="1109058" y="499371"/>
                    <a:pt x="1109736" y="499371"/>
                  </a:cubicBezTo>
                  <a:lnTo>
                    <a:pt x="1115056" y="499371"/>
                  </a:lnTo>
                  <a:lnTo>
                    <a:pt x="1125189" y="495047"/>
                  </a:lnTo>
                  <a:lnTo>
                    <a:pt x="1129242" y="498290"/>
                  </a:lnTo>
                  <a:lnTo>
                    <a:pt x="1129242" y="490724"/>
                  </a:lnTo>
                  <a:cubicBezTo>
                    <a:pt x="1129251" y="490724"/>
                    <a:pt x="1129388" y="490724"/>
                    <a:pt x="1131522" y="490724"/>
                  </a:cubicBezTo>
                  <a:lnTo>
                    <a:pt x="1147483" y="490724"/>
                  </a:lnTo>
                  <a:cubicBezTo>
                    <a:pt x="1147483" y="490732"/>
                    <a:pt x="1147483" y="490811"/>
                    <a:pt x="1147483" y="491805"/>
                  </a:cubicBezTo>
                  <a:lnTo>
                    <a:pt x="1147483" y="499371"/>
                  </a:lnTo>
                  <a:cubicBezTo>
                    <a:pt x="1147502" y="499371"/>
                    <a:pt x="1148238" y="499371"/>
                    <a:pt x="1177883" y="499371"/>
                  </a:cubicBezTo>
                  <a:cubicBezTo>
                    <a:pt x="1177883" y="499381"/>
                    <a:pt x="1177883" y="499490"/>
                    <a:pt x="1177883" y="500992"/>
                  </a:cubicBezTo>
                  <a:lnTo>
                    <a:pt x="1177883" y="512342"/>
                  </a:lnTo>
                  <a:cubicBezTo>
                    <a:pt x="1177900" y="512342"/>
                    <a:pt x="1178540" y="512342"/>
                    <a:pt x="1204230" y="512342"/>
                  </a:cubicBezTo>
                  <a:cubicBezTo>
                    <a:pt x="1204230" y="512358"/>
                    <a:pt x="1204230" y="513038"/>
                    <a:pt x="1204230" y="542606"/>
                  </a:cubicBezTo>
                  <a:cubicBezTo>
                    <a:pt x="1204239" y="542606"/>
                    <a:pt x="1204312" y="542606"/>
                    <a:pt x="1204990" y="542606"/>
                  </a:cubicBezTo>
                  <a:lnTo>
                    <a:pt x="1210310" y="542606"/>
                  </a:lnTo>
                  <a:cubicBezTo>
                    <a:pt x="1210310" y="542613"/>
                    <a:pt x="1210310" y="542699"/>
                    <a:pt x="1210310" y="543687"/>
                  </a:cubicBezTo>
                  <a:lnTo>
                    <a:pt x="1210310" y="551254"/>
                  </a:lnTo>
                  <a:cubicBezTo>
                    <a:pt x="1214364" y="551254"/>
                    <a:pt x="1214364" y="551254"/>
                    <a:pt x="1214364" y="581518"/>
                  </a:cubicBezTo>
                  <a:cubicBezTo>
                    <a:pt x="1214373" y="581518"/>
                    <a:pt x="1214447" y="581518"/>
                    <a:pt x="1215124" y="581518"/>
                  </a:cubicBezTo>
                  <a:lnTo>
                    <a:pt x="1220444" y="581518"/>
                  </a:lnTo>
                  <a:cubicBezTo>
                    <a:pt x="1220444" y="581527"/>
                    <a:pt x="1220444" y="581594"/>
                    <a:pt x="1220444" y="582329"/>
                  </a:cubicBezTo>
                  <a:lnTo>
                    <a:pt x="1220444" y="588004"/>
                  </a:lnTo>
                  <a:cubicBezTo>
                    <a:pt x="1220450" y="588004"/>
                    <a:pt x="1220528" y="588004"/>
                    <a:pt x="1221457" y="588004"/>
                  </a:cubicBezTo>
                  <a:lnTo>
                    <a:pt x="1228550" y="588004"/>
                  </a:lnTo>
                  <a:cubicBezTo>
                    <a:pt x="1228550" y="588021"/>
                    <a:pt x="1228550" y="588734"/>
                    <a:pt x="1228550" y="618269"/>
                  </a:cubicBezTo>
                  <a:cubicBezTo>
                    <a:pt x="1228558" y="618269"/>
                    <a:pt x="1228678" y="618269"/>
                    <a:pt x="1230577" y="618269"/>
                  </a:cubicBezTo>
                  <a:lnTo>
                    <a:pt x="1244764" y="618269"/>
                  </a:lnTo>
                  <a:cubicBezTo>
                    <a:pt x="1244764" y="618285"/>
                    <a:pt x="1244764" y="618865"/>
                    <a:pt x="1244764" y="642048"/>
                  </a:cubicBezTo>
                  <a:cubicBezTo>
                    <a:pt x="1246791" y="642048"/>
                    <a:pt x="1246791" y="642048"/>
                    <a:pt x="1246791" y="643669"/>
                  </a:cubicBezTo>
                  <a:lnTo>
                    <a:pt x="1246791" y="655019"/>
                  </a:lnTo>
                  <a:cubicBezTo>
                    <a:pt x="1246800" y="655019"/>
                    <a:pt x="1246870" y="655019"/>
                    <a:pt x="1247551" y="655019"/>
                  </a:cubicBezTo>
                  <a:lnTo>
                    <a:pt x="1252871" y="655019"/>
                  </a:lnTo>
                  <a:cubicBezTo>
                    <a:pt x="1252871" y="655033"/>
                    <a:pt x="1252871" y="655596"/>
                    <a:pt x="1252871" y="678798"/>
                  </a:cubicBezTo>
                  <a:cubicBezTo>
                    <a:pt x="1252879" y="678798"/>
                    <a:pt x="1252978" y="678798"/>
                    <a:pt x="1254137" y="678798"/>
                  </a:cubicBezTo>
                  <a:lnTo>
                    <a:pt x="1263004" y="678798"/>
                  </a:lnTo>
                  <a:cubicBezTo>
                    <a:pt x="1265031" y="680960"/>
                    <a:pt x="1265031" y="680960"/>
                    <a:pt x="1265031" y="682852"/>
                  </a:cubicBezTo>
                  <a:lnTo>
                    <a:pt x="1265031" y="696093"/>
                  </a:lnTo>
                  <a:cubicBezTo>
                    <a:pt x="1265036" y="696086"/>
                    <a:pt x="1265123" y="695979"/>
                    <a:pt x="1266551" y="694201"/>
                  </a:cubicBezTo>
                  <a:lnTo>
                    <a:pt x="1277191" y="680960"/>
                  </a:lnTo>
                  <a:cubicBezTo>
                    <a:pt x="1277206" y="680960"/>
                    <a:pt x="1277845" y="680960"/>
                    <a:pt x="1305565" y="680960"/>
                  </a:cubicBezTo>
                  <a:cubicBezTo>
                    <a:pt x="1305565" y="680985"/>
                    <a:pt x="1305565" y="682386"/>
                    <a:pt x="1305565" y="767431"/>
                  </a:cubicBezTo>
                  <a:cubicBezTo>
                    <a:pt x="1305573" y="767431"/>
                    <a:pt x="1305649" y="767431"/>
                    <a:pt x="1306325" y="767431"/>
                  </a:cubicBezTo>
                  <a:lnTo>
                    <a:pt x="1311645" y="767431"/>
                  </a:lnTo>
                  <a:cubicBezTo>
                    <a:pt x="1311649" y="767423"/>
                    <a:pt x="1311708" y="767323"/>
                    <a:pt x="1312405" y="766080"/>
                  </a:cubicBezTo>
                  <a:lnTo>
                    <a:pt x="1317725" y="756622"/>
                  </a:lnTo>
                  <a:cubicBezTo>
                    <a:pt x="1317725" y="756629"/>
                    <a:pt x="1317725" y="756728"/>
                    <a:pt x="1317725" y="758514"/>
                  </a:cubicBezTo>
                  <a:lnTo>
                    <a:pt x="1317725" y="771755"/>
                  </a:lnTo>
                  <a:cubicBezTo>
                    <a:pt x="1321778" y="771755"/>
                    <a:pt x="1321778" y="771755"/>
                    <a:pt x="1321778" y="726358"/>
                  </a:cubicBezTo>
                  <a:cubicBezTo>
                    <a:pt x="1321787" y="726358"/>
                    <a:pt x="1321857" y="726358"/>
                    <a:pt x="1322538" y="726358"/>
                  </a:cubicBezTo>
                  <a:lnTo>
                    <a:pt x="1327858" y="726358"/>
                  </a:lnTo>
                  <a:cubicBezTo>
                    <a:pt x="1327858" y="726343"/>
                    <a:pt x="1327858" y="725343"/>
                    <a:pt x="1327858" y="661504"/>
                  </a:cubicBezTo>
                  <a:cubicBezTo>
                    <a:pt x="1327865" y="661504"/>
                    <a:pt x="1327946" y="661504"/>
                    <a:pt x="1328872" y="661504"/>
                  </a:cubicBezTo>
                  <a:lnTo>
                    <a:pt x="1335965" y="661504"/>
                  </a:lnTo>
                  <a:cubicBezTo>
                    <a:pt x="1335971" y="661483"/>
                    <a:pt x="1336235" y="660543"/>
                    <a:pt x="1348125" y="618269"/>
                  </a:cubicBezTo>
                  <a:cubicBezTo>
                    <a:pt x="1348134" y="618269"/>
                    <a:pt x="1348231" y="618269"/>
                    <a:pt x="1349392" y="618269"/>
                  </a:cubicBezTo>
                  <a:lnTo>
                    <a:pt x="1358259" y="618269"/>
                  </a:lnTo>
                  <a:cubicBezTo>
                    <a:pt x="1358264" y="618292"/>
                    <a:pt x="1358490" y="619258"/>
                    <a:pt x="1368392" y="661504"/>
                  </a:cubicBezTo>
                  <a:cubicBezTo>
                    <a:pt x="1368398" y="661504"/>
                    <a:pt x="1368472" y="661504"/>
                    <a:pt x="1369405" y="661504"/>
                  </a:cubicBezTo>
                  <a:lnTo>
                    <a:pt x="1376499" y="661504"/>
                  </a:lnTo>
                  <a:cubicBezTo>
                    <a:pt x="1376499" y="661515"/>
                    <a:pt x="1376499" y="662182"/>
                    <a:pt x="1376499" y="700416"/>
                  </a:cubicBezTo>
                  <a:cubicBezTo>
                    <a:pt x="1376506" y="700416"/>
                    <a:pt x="1376605" y="700416"/>
                    <a:pt x="1378272" y="700416"/>
                  </a:cubicBezTo>
                  <a:lnTo>
                    <a:pt x="1390686" y="700416"/>
                  </a:lnTo>
                  <a:cubicBezTo>
                    <a:pt x="1390686" y="700424"/>
                    <a:pt x="1390686" y="700546"/>
                    <a:pt x="1390686" y="702578"/>
                  </a:cubicBezTo>
                  <a:lnTo>
                    <a:pt x="1390686" y="717710"/>
                  </a:lnTo>
                  <a:cubicBezTo>
                    <a:pt x="1394739" y="717710"/>
                    <a:pt x="1394739" y="717710"/>
                    <a:pt x="1394739" y="715549"/>
                  </a:cubicBezTo>
                  <a:lnTo>
                    <a:pt x="1394739" y="700416"/>
                  </a:lnTo>
                  <a:cubicBezTo>
                    <a:pt x="1394749" y="700416"/>
                    <a:pt x="1394861" y="700416"/>
                    <a:pt x="1396259" y="700416"/>
                  </a:cubicBezTo>
                  <a:lnTo>
                    <a:pt x="1406899" y="700416"/>
                  </a:lnTo>
                  <a:cubicBezTo>
                    <a:pt x="1406899" y="700426"/>
                    <a:pt x="1406899" y="700543"/>
                    <a:pt x="1406899" y="702037"/>
                  </a:cubicBezTo>
                  <a:lnTo>
                    <a:pt x="1406899" y="713387"/>
                  </a:lnTo>
                  <a:cubicBezTo>
                    <a:pt x="1406915" y="713387"/>
                    <a:pt x="1407624" y="713387"/>
                    <a:pt x="1437300" y="713387"/>
                  </a:cubicBezTo>
                  <a:cubicBezTo>
                    <a:pt x="1437300" y="713370"/>
                    <a:pt x="1437300" y="712599"/>
                    <a:pt x="1437300" y="676637"/>
                  </a:cubicBezTo>
                  <a:cubicBezTo>
                    <a:pt x="1437308" y="676637"/>
                    <a:pt x="1437401" y="676637"/>
                    <a:pt x="1438566" y="676637"/>
                  </a:cubicBezTo>
                  <a:lnTo>
                    <a:pt x="1447433" y="676637"/>
                  </a:lnTo>
                  <a:cubicBezTo>
                    <a:pt x="1447433" y="676648"/>
                    <a:pt x="1447433" y="677142"/>
                    <a:pt x="1447433" y="698254"/>
                  </a:cubicBezTo>
                  <a:cubicBezTo>
                    <a:pt x="1449460" y="698254"/>
                    <a:pt x="1449460" y="698254"/>
                    <a:pt x="1449460" y="665828"/>
                  </a:cubicBezTo>
                  <a:cubicBezTo>
                    <a:pt x="1449474" y="665828"/>
                    <a:pt x="1450015" y="665828"/>
                    <a:pt x="1471753" y="665828"/>
                  </a:cubicBezTo>
                  <a:cubicBezTo>
                    <a:pt x="1471753" y="665818"/>
                    <a:pt x="1471753" y="665698"/>
                    <a:pt x="1471753" y="664206"/>
                  </a:cubicBezTo>
                  <a:lnTo>
                    <a:pt x="1471753" y="652857"/>
                  </a:lnTo>
                  <a:cubicBezTo>
                    <a:pt x="1471761" y="652857"/>
                    <a:pt x="1471836" y="652857"/>
                    <a:pt x="1472513" y="652857"/>
                  </a:cubicBezTo>
                  <a:lnTo>
                    <a:pt x="1477833" y="652857"/>
                  </a:lnTo>
                  <a:cubicBezTo>
                    <a:pt x="1477833" y="652851"/>
                    <a:pt x="1477833" y="652738"/>
                    <a:pt x="1477833" y="650966"/>
                  </a:cubicBezTo>
                  <a:lnTo>
                    <a:pt x="1477833" y="637725"/>
                  </a:lnTo>
                  <a:lnTo>
                    <a:pt x="1481887" y="644210"/>
                  </a:lnTo>
                  <a:cubicBezTo>
                    <a:pt x="1481895" y="644210"/>
                    <a:pt x="1482024" y="644210"/>
                    <a:pt x="1484167" y="644210"/>
                  </a:cubicBezTo>
                  <a:lnTo>
                    <a:pt x="1500127" y="644210"/>
                  </a:lnTo>
                  <a:cubicBezTo>
                    <a:pt x="1500127" y="644202"/>
                    <a:pt x="1500127" y="644134"/>
                    <a:pt x="1500127" y="643399"/>
                  </a:cubicBezTo>
                  <a:lnTo>
                    <a:pt x="1500127" y="637725"/>
                  </a:lnTo>
                  <a:cubicBezTo>
                    <a:pt x="1500136" y="637725"/>
                    <a:pt x="1500210" y="637725"/>
                    <a:pt x="1500887" y="637725"/>
                  </a:cubicBezTo>
                  <a:lnTo>
                    <a:pt x="1506207" y="637725"/>
                  </a:lnTo>
                  <a:cubicBezTo>
                    <a:pt x="1506207" y="637734"/>
                    <a:pt x="1506207" y="637834"/>
                    <a:pt x="1506207" y="639076"/>
                  </a:cubicBezTo>
                  <a:lnTo>
                    <a:pt x="1506207" y="648534"/>
                  </a:lnTo>
                  <a:cubicBezTo>
                    <a:pt x="1506222" y="648534"/>
                    <a:pt x="1506955" y="648534"/>
                    <a:pt x="1544714" y="648534"/>
                  </a:cubicBezTo>
                  <a:cubicBezTo>
                    <a:pt x="1544714" y="648552"/>
                    <a:pt x="1544714" y="650062"/>
                    <a:pt x="1544714" y="786887"/>
                  </a:cubicBezTo>
                  <a:cubicBezTo>
                    <a:pt x="1544724" y="786887"/>
                    <a:pt x="1544839" y="786887"/>
                    <a:pt x="1546234" y="786887"/>
                  </a:cubicBezTo>
                  <a:lnTo>
                    <a:pt x="1556874" y="786887"/>
                  </a:lnTo>
                  <a:cubicBezTo>
                    <a:pt x="1556874" y="782564"/>
                    <a:pt x="1556874" y="778240"/>
                    <a:pt x="1556874" y="773917"/>
                  </a:cubicBezTo>
                  <a:cubicBezTo>
                    <a:pt x="1558901" y="773917"/>
                    <a:pt x="1558901" y="773917"/>
                    <a:pt x="1560928" y="773917"/>
                  </a:cubicBezTo>
                  <a:cubicBezTo>
                    <a:pt x="1560928" y="778240"/>
                    <a:pt x="1560928" y="782564"/>
                    <a:pt x="1560928" y="786887"/>
                  </a:cubicBezTo>
                  <a:cubicBezTo>
                    <a:pt x="1571061" y="786887"/>
                    <a:pt x="1581195" y="786887"/>
                    <a:pt x="1591328" y="786887"/>
                  </a:cubicBezTo>
                  <a:cubicBezTo>
                    <a:pt x="1591328" y="776078"/>
                    <a:pt x="1591328" y="767431"/>
                    <a:pt x="1591328" y="756622"/>
                  </a:cubicBezTo>
                  <a:cubicBezTo>
                    <a:pt x="1595382" y="756622"/>
                    <a:pt x="1599435" y="756622"/>
                    <a:pt x="1603488" y="756622"/>
                  </a:cubicBezTo>
                  <a:lnTo>
                    <a:pt x="1615648" y="754461"/>
                  </a:lnTo>
                  <a:cubicBezTo>
                    <a:pt x="1617675" y="754461"/>
                    <a:pt x="1617675" y="756622"/>
                    <a:pt x="1619702" y="756622"/>
                  </a:cubicBezTo>
                  <a:lnTo>
                    <a:pt x="1629835" y="756622"/>
                  </a:lnTo>
                  <a:cubicBezTo>
                    <a:pt x="1629835" y="767431"/>
                    <a:pt x="1629835" y="778240"/>
                    <a:pt x="1629835" y="786887"/>
                  </a:cubicBezTo>
                  <a:cubicBezTo>
                    <a:pt x="1631862" y="786887"/>
                    <a:pt x="1633889" y="786887"/>
                    <a:pt x="1637942" y="786887"/>
                  </a:cubicBezTo>
                  <a:cubicBezTo>
                    <a:pt x="1637942" y="793373"/>
                    <a:pt x="1637942" y="799858"/>
                    <a:pt x="1637942" y="804182"/>
                  </a:cubicBezTo>
                  <a:lnTo>
                    <a:pt x="1647278" y="805087"/>
                  </a:lnTo>
                  <a:lnTo>
                    <a:pt x="1660236" y="805087"/>
                  </a:lnTo>
                  <a:cubicBezTo>
                    <a:pt x="1660236" y="799278"/>
                    <a:pt x="1660236" y="795106"/>
                    <a:pt x="1660236" y="789049"/>
                  </a:cubicBezTo>
                  <a:lnTo>
                    <a:pt x="1728192" y="789049"/>
                  </a:lnTo>
                  <a:lnTo>
                    <a:pt x="1728192" y="703796"/>
                  </a:lnTo>
                  <a:lnTo>
                    <a:pt x="1800200" y="703796"/>
                  </a:lnTo>
                  <a:lnTo>
                    <a:pt x="1800200" y="782564"/>
                  </a:lnTo>
                  <a:cubicBezTo>
                    <a:pt x="1800835" y="782564"/>
                    <a:pt x="1801470" y="782564"/>
                    <a:pt x="1802104" y="782564"/>
                  </a:cubicBezTo>
                  <a:lnTo>
                    <a:pt x="1803346" y="805087"/>
                  </a:lnTo>
                  <a:lnTo>
                    <a:pt x="1813022" y="805087"/>
                  </a:lnTo>
                  <a:cubicBezTo>
                    <a:pt x="1813558" y="797873"/>
                    <a:pt x="1814264" y="790219"/>
                    <a:pt x="1814264" y="782564"/>
                  </a:cubicBezTo>
                  <a:cubicBezTo>
                    <a:pt x="1816291" y="782564"/>
                    <a:pt x="1818318" y="782564"/>
                    <a:pt x="1820344" y="782564"/>
                  </a:cubicBezTo>
                  <a:lnTo>
                    <a:pt x="1821586" y="805087"/>
                  </a:lnTo>
                  <a:lnTo>
                    <a:pt x="1872208" y="805087"/>
                  </a:lnTo>
                  <a:lnTo>
                    <a:pt x="1872208" y="642059"/>
                  </a:lnTo>
                  <a:lnTo>
                    <a:pt x="2069535" y="642059"/>
                  </a:lnTo>
                  <a:lnTo>
                    <a:pt x="2069535" y="805087"/>
                  </a:lnTo>
                  <a:lnTo>
                    <a:pt x="2088232" y="805087"/>
                  </a:lnTo>
                  <a:lnTo>
                    <a:pt x="2088232" y="722394"/>
                  </a:lnTo>
                  <a:lnTo>
                    <a:pt x="2183352" y="722394"/>
                  </a:lnTo>
                  <a:cubicBezTo>
                    <a:pt x="2187427" y="616373"/>
                    <a:pt x="2190805" y="510899"/>
                    <a:pt x="2195282" y="404253"/>
                  </a:cubicBezTo>
                  <a:cubicBezTo>
                    <a:pt x="2185149" y="404253"/>
                    <a:pt x="2160829" y="391282"/>
                    <a:pt x="2183122" y="382635"/>
                  </a:cubicBezTo>
                  <a:cubicBezTo>
                    <a:pt x="2181095" y="380473"/>
                    <a:pt x="2179069" y="378311"/>
                    <a:pt x="2177042" y="378311"/>
                  </a:cubicBezTo>
                  <a:cubicBezTo>
                    <a:pt x="2177042" y="365341"/>
                    <a:pt x="2175015" y="363179"/>
                    <a:pt x="2185149" y="354532"/>
                  </a:cubicBezTo>
                  <a:cubicBezTo>
                    <a:pt x="2185149" y="350208"/>
                    <a:pt x="2185149" y="343723"/>
                    <a:pt x="2185149" y="337238"/>
                  </a:cubicBezTo>
                  <a:cubicBezTo>
                    <a:pt x="2189202" y="337238"/>
                    <a:pt x="2193256" y="337238"/>
                    <a:pt x="2199336" y="337238"/>
                  </a:cubicBezTo>
                  <a:cubicBezTo>
                    <a:pt x="2199336" y="328590"/>
                    <a:pt x="2199336" y="322105"/>
                    <a:pt x="2199336" y="315620"/>
                  </a:cubicBezTo>
                  <a:cubicBezTo>
                    <a:pt x="2199336" y="313458"/>
                    <a:pt x="2201362" y="313458"/>
                    <a:pt x="2201362" y="311296"/>
                  </a:cubicBezTo>
                  <a:cubicBezTo>
                    <a:pt x="2201362" y="285355"/>
                    <a:pt x="2201362" y="259414"/>
                    <a:pt x="2201362" y="233472"/>
                  </a:cubicBezTo>
                  <a:cubicBezTo>
                    <a:pt x="2201362" y="231310"/>
                    <a:pt x="2199336" y="229149"/>
                    <a:pt x="2199336" y="226987"/>
                  </a:cubicBezTo>
                  <a:cubicBezTo>
                    <a:pt x="2201362" y="224825"/>
                    <a:pt x="2203389" y="222663"/>
                    <a:pt x="2205416" y="220501"/>
                  </a:cubicBezTo>
                  <a:cubicBezTo>
                    <a:pt x="2205416" y="201045"/>
                    <a:pt x="2205416" y="181589"/>
                    <a:pt x="2205416" y="162133"/>
                  </a:cubicBezTo>
                  <a:cubicBezTo>
                    <a:pt x="2205416" y="159972"/>
                    <a:pt x="2205416" y="159972"/>
                    <a:pt x="2207442" y="157810"/>
                  </a:cubicBezTo>
                  <a:cubicBezTo>
                    <a:pt x="2207442" y="140516"/>
                    <a:pt x="2207442" y="121060"/>
                    <a:pt x="2207442" y="101604"/>
                  </a:cubicBezTo>
                  <a:cubicBezTo>
                    <a:pt x="2209469" y="92957"/>
                    <a:pt x="2209469" y="88633"/>
                    <a:pt x="2209469" y="82148"/>
                  </a:cubicBezTo>
                  <a:cubicBezTo>
                    <a:pt x="2213523" y="88633"/>
                    <a:pt x="2213523" y="92957"/>
                    <a:pt x="2213523" y="99442"/>
                  </a:cubicBezTo>
                  <a:cubicBezTo>
                    <a:pt x="2215549" y="121060"/>
                    <a:pt x="2215549" y="140516"/>
                    <a:pt x="2215549" y="157810"/>
                  </a:cubicBezTo>
                  <a:cubicBezTo>
                    <a:pt x="2217576" y="181589"/>
                    <a:pt x="2217576" y="201045"/>
                    <a:pt x="2217576" y="220501"/>
                  </a:cubicBezTo>
                  <a:cubicBezTo>
                    <a:pt x="2219603" y="222663"/>
                    <a:pt x="2221629" y="224825"/>
                    <a:pt x="2223656" y="226987"/>
                  </a:cubicBezTo>
                  <a:cubicBezTo>
                    <a:pt x="2223656" y="229149"/>
                    <a:pt x="2221629" y="231310"/>
                    <a:pt x="2221629" y="233472"/>
                  </a:cubicBezTo>
                  <a:cubicBezTo>
                    <a:pt x="2221629" y="259414"/>
                    <a:pt x="2221629" y="285355"/>
                    <a:pt x="2221629" y="311296"/>
                  </a:cubicBezTo>
                  <a:cubicBezTo>
                    <a:pt x="2221629" y="313458"/>
                    <a:pt x="2223656" y="313458"/>
                    <a:pt x="2223656" y="315620"/>
                  </a:cubicBezTo>
                  <a:cubicBezTo>
                    <a:pt x="2223656" y="322105"/>
                    <a:pt x="2223656" y="328590"/>
                    <a:pt x="2223656" y="337238"/>
                  </a:cubicBezTo>
                  <a:cubicBezTo>
                    <a:pt x="2227709" y="337238"/>
                    <a:pt x="2233789" y="337238"/>
                    <a:pt x="2237843" y="337238"/>
                  </a:cubicBezTo>
                  <a:cubicBezTo>
                    <a:pt x="2237843" y="343723"/>
                    <a:pt x="2237843" y="350208"/>
                    <a:pt x="2237843" y="354532"/>
                  </a:cubicBezTo>
                  <a:cubicBezTo>
                    <a:pt x="2245950" y="363179"/>
                    <a:pt x="2245950" y="363179"/>
                    <a:pt x="2245950" y="378311"/>
                  </a:cubicBezTo>
                  <a:cubicBezTo>
                    <a:pt x="2243923" y="378311"/>
                    <a:pt x="2241896" y="380473"/>
                    <a:pt x="2239870" y="382635"/>
                  </a:cubicBezTo>
                  <a:cubicBezTo>
                    <a:pt x="2260136" y="393444"/>
                    <a:pt x="2235816" y="402091"/>
                    <a:pt x="2227709" y="404253"/>
                  </a:cubicBezTo>
                  <a:cubicBezTo>
                    <a:pt x="2229736" y="488562"/>
                    <a:pt x="2233789" y="572871"/>
                    <a:pt x="2235816" y="657181"/>
                  </a:cubicBezTo>
                  <a:cubicBezTo>
                    <a:pt x="2258110" y="657181"/>
                    <a:pt x="2280403" y="657181"/>
                    <a:pt x="2300670" y="657181"/>
                  </a:cubicBezTo>
                  <a:cubicBezTo>
                    <a:pt x="2300670" y="683122"/>
                    <a:pt x="2300670" y="709063"/>
                    <a:pt x="2300670" y="732843"/>
                  </a:cubicBezTo>
                  <a:cubicBezTo>
                    <a:pt x="2304724" y="732843"/>
                    <a:pt x="2306750" y="732843"/>
                    <a:pt x="2308777" y="732843"/>
                  </a:cubicBezTo>
                  <a:cubicBezTo>
                    <a:pt x="2308777" y="730681"/>
                    <a:pt x="2310804" y="728519"/>
                    <a:pt x="2310804" y="726358"/>
                  </a:cubicBezTo>
                  <a:cubicBezTo>
                    <a:pt x="2312830" y="726358"/>
                    <a:pt x="2314857" y="726358"/>
                    <a:pt x="2316884" y="726358"/>
                  </a:cubicBezTo>
                  <a:cubicBezTo>
                    <a:pt x="2316884" y="728519"/>
                    <a:pt x="2316884" y="730681"/>
                    <a:pt x="2318911" y="735005"/>
                  </a:cubicBezTo>
                  <a:cubicBezTo>
                    <a:pt x="2322964" y="735005"/>
                    <a:pt x="2327017" y="735005"/>
                    <a:pt x="2331071" y="735005"/>
                  </a:cubicBezTo>
                  <a:cubicBezTo>
                    <a:pt x="2331071" y="732843"/>
                    <a:pt x="2331071" y="730681"/>
                    <a:pt x="2331071" y="728519"/>
                  </a:cubicBezTo>
                  <a:cubicBezTo>
                    <a:pt x="2339177" y="728519"/>
                    <a:pt x="2345257" y="728519"/>
                    <a:pt x="2353364" y="728519"/>
                  </a:cubicBezTo>
                  <a:cubicBezTo>
                    <a:pt x="2353364" y="730681"/>
                    <a:pt x="2353364" y="732843"/>
                    <a:pt x="2353364" y="735005"/>
                  </a:cubicBezTo>
                  <a:cubicBezTo>
                    <a:pt x="2359444" y="735005"/>
                    <a:pt x="2367551" y="735005"/>
                    <a:pt x="2373631" y="735005"/>
                  </a:cubicBezTo>
                  <a:cubicBezTo>
                    <a:pt x="2373631" y="750137"/>
                    <a:pt x="2373631" y="765270"/>
                    <a:pt x="2373631" y="780402"/>
                  </a:cubicBezTo>
                  <a:cubicBezTo>
                    <a:pt x="2377685" y="780402"/>
                    <a:pt x="2383765" y="780402"/>
                    <a:pt x="2387818" y="780402"/>
                  </a:cubicBezTo>
                  <a:cubicBezTo>
                    <a:pt x="2387818" y="776078"/>
                    <a:pt x="2387818" y="771755"/>
                    <a:pt x="2387818" y="767431"/>
                  </a:cubicBezTo>
                  <a:cubicBezTo>
                    <a:pt x="2393898" y="767431"/>
                    <a:pt x="2399978" y="767431"/>
                    <a:pt x="2404032" y="767431"/>
                  </a:cubicBezTo>
                  <a:cubicBezTo>
                    <a:pt x="2404032" y="706902"/>
                    <a:pt x="2404032" y="648534"/>
                    <a:pt x="2404032" y="588004"/>
                  </a:cubicBezTo>
                  <a:cubicBezTo>
                    <a:pt x="2406058" y="585842"/>
                    <a:pt x="2408085" y="583680"/>
                    <a:pt x="2410112" y="581518"/>
                  </a:cubicBezTo>
                  <a:cubicBezTo>
                    <a:pt x="2434432" y="581518"/>
                    <a:pt x="2458752" y="581518"/>
                    <a:pt x="2483073" y="581518"/>
                  </a:cubicBezTo>
                  <a:lnTo>
                    <a:pt x="2483073" y="590166"/>
                  </a:lnTo>
                  <a:lnTo>
                    <a:pt x="2493206" y="590166"/>
                  </a:lnTo>
                  <a:cubicBezTo>
                    <a:pt x="2493206" y="629078"/>
                    <a:pt x="2493206" y="667990"/>
                    <a:pt x="2493206" y="704740"/>
                  </a:cubicBezTo>
                  <a:cubicBezTo>
                    <a:pt x="2501313" y="704740"/>
                    <a:pt x="2507393" y="704740"/>
                    <a:pt x="2515500" y="704740"/>
                  </a:cubicBezTo>
                  <a:cubicBezTo>
                    <a:pt x="2515500" y="683122"/>
                    <a:pt x="2515500" y="661504"/>
                    <a:pt x="2515500" y="637725"/>
                  </a:cubicBezTo>
                  <a:cubicBezTo>
                    <a:pt x="2523606" y="637725"/>
                    <a:pt x="2533740" y="637725"/>
                    <a:pt x="2541847" y="637725"/>
                  </a:cubicBezTo>
                  <a:cubicBezTo>
                    <a:pt x="2543873" y="637725"/>
                    <a:pt x="2543873" y="635563"/>
                    <a:pt x="2545900" y="633401"/>
                  </a:cubicBezTo>
                  <a:lnTo>
                    <a:pt x="2554007" y="633401"/>
                  </a:lnTo>
                  <a:cubicBezTo>
                    <a:pt x="2556033" y="635563"/>
                    <a:pt x="2556033" y="637725"/>
                    <a:pt x="2558060" y="637725"/>
                  </a:cubicBezTo>
                  <a:cubicBezTo>
                    <a:pt x="2564140" y="637725"/>
                    <a:pt x="2572247" y="637725"/>
                    <a:pt x="2580354" y="637725"/>
                  </a:cubicBezTo>
                  <a:cubicBezTo>
                    <a:pt x="2580354" y="598813"/>
                    <a:pt x="2580354" y="559901"/>
                    <a:pt x="2580354" y="520989"/>
                  </a:cubicBezTo>
                  <a:cubicBezTo>
                    <a:pt x="2580368" y="520986"/>
                    <a:pt x="2581235" y="520822"/>
                    <a:pt x="2637101" y="510180"/>
                  </a:cubicBezTo>
                  <a:cubicBezTo>
                    <a:pt x="2637101" y="510187"/>
                    <a:pt x="2637101" y="510261"/>
                    <a:pt x="2637101" y="511261"/>
                  </a:cubicBezTo>
                  <a:lnTo>
                    <a:pt x="2637101" y="518827"/>
                  </a:lnTo>
                  <a:cubicBezTo>
                    <a:pt x="2637118" y="518827"/>
                    <a:pt x="2637762" y="518827"/>
                    <a:pt x="2663448" y="518827"/>
                  </a:cubicBezTo>
                  <a:cubicBezTo>
                    <a:pt x="2663448" y="518849"/>
                    <a:pt x="2663448" y="521220"/>
                    <a:pt x="2663448" y="773917"/>
                  </a:cubicBezTo>
                  <a:cubicBezTo>
                    <a:pt x="2669528" y="773917"/>
                    <a:pt x="2677635" y="773917"/>
                    <a:pt x="2685742" y="773917"/>
                  </a:cubicBezTo>
                  <a:cubicBezTo>
                    <a:pt x="2685742" y="771755"/>
                    <a:pt x="2685742" y="771755"/>
                    <a:pt x="2685742" y="769593"/>
                  </a:cubicBezTo>
                  <a:cubicBezTo>
                    <a:pt x="2689795" y="769593"/>
                    <a:pt x="2693848" y="769593"/>
                    <a:pt x="2697902" y="769593"/>
                  </a:cubicBezTo>
                  <a:cubicBezTo>
                    <a:pt x="2697902" y="771755"/>
                    <a:pt x="2697902" y="771755"/>
                    <a:pt x="2697902" y="773917"/>
                  </a:cubicBezTo>
                  <a:cubicBezTo>
                    <a:pt x="2706009" y="773917"/>
                    <a:pt x="2714115" y="773917"/>
                    <a:pt x="2722222" y="773917"/>
                  </a:cubicBezTo>
                  <a:cubicBezTo>
                    <a:pt x="2722222" y="769593"/>
                    <a:pt x="2722222" y="765270"/>
                    <a:pt x="2722222" y="760946"/>
                  </a:cubicBezTo>
                  <a:cubicBezTo>
                    <a:pt x="2732356" y="760946"/>
                    <a:pt x="2742489" y="760946"/>
                    <a:pt x="2750596" y="760946"/>
                  </a:cubicBezTo>
                  <a:cubicBezTo>
                    <a:pt x="2754649" y="756622"/>
                    <a:pt x="2758703" y="756622"/>
                    <a:pt x="2762756" y="756622"/>
                  </a:cubicBezTo>
                  <a:cubicBezTo>
                    <a:pt x="2768836" y="760946"/>
                    <a:pt x="2776943" y="760946"/>
                    <a:pt x="2783023" y="760946"/>
                  </a:cubicBezTo>
                  <a:cubicBezTo>
                    <a:pt x="2783023" y="754461"/>
                    <a:pt x="2783023" y="750137"/>
                    <a:pt x="2783023" y="743652"/>
                  </a:cubicBezTo>
                  <a:lnTo>
                    <a:pt x="2791130" y="743652"/>
                  </a:lnTo>
                  <a:cubicBezTo>
                    <a:pt x="2791130" y="739328"/>
                    <a:pt x="2791130" y="735005"/>
                    <a:pt x="2791130" y="730681"/>
                  </a:cubicBezTo>
                  <a:cubicBezTo>
                    <a:pt x="2809370" y="730681"/>
                    <a:pt x="2829637" y="730681"/>
                    <a:pt x="2847877" y="730681"/>
                  </a:cubicBezTo>
                  <a:cubicBezTo>
                    <a:pt x="2847877" y="719872"/>
                    <a:pt x="2847877" y="711225"/>
                    <a:pt x="2847877" y="700416"/>
                  </a:cubicBezTo>
                  <a:cubicBezTo>
                    <a:pt x="2853957" y="700416"/>
                    <a:pt x="2860037" y="700416"/>
                    <a:pt x="2866117" y="700416"/>
                  </a:cubicBezTo>
                  <a:cubicBezTo>
                    <a:pt x="2866117" y="698254"/>
                    <a:pt x="2866117" y="696093"/>
                    <a:pt x="2866117" y="693931"/>
                  </a:cubicBezTo>
                  <a:cubicBezTo>
                    <a:pt x="2870171" y="693931"/>
                    <a:pt x="2874224" y="693931"/>
                    <a:pt x="2878277" y="693931"/>
                  </a:cubicBezTo>
                  <a:cubicBezTo>
                    <a:pt x="2878277" y="696093"/>
                    <a:pt x="2878277" y="698254"/>
                    <a:pt x="2878277" y="700416"/>
                  </a:cubicBezTo>
                  <a:cubicBezTo>
                    <a:pt x="2884357" y="700416"/>
                    <a:pt x="2888411" y="700416"/>
                    <a:pt x="2894491" y="700416"/>
                  </a:cubicBezTo>
                  <a:cubicBezTo>
                    <a:pt x="2894491" y="715549"/>
                    <a:pt x="2894491" y="732843"/>
                    <a:pt x="2894491" y="750137"/>
                  </a:cubicBezTo>
                  <a:cubicBezTo>
                    <a:pt x="2904624" y="750137"/>
                    <a:pt x="2916785" y="750137"/>
                    <a:pt x="2926918" y="750137"/>
                  </a:cubicBezTo>
                  <a:cubicBezTo>
                    <a:pt x="2926918" y="741490"/>
                    <a:pt x="2926918" y="732843"/>
                    <a:pt x="2926918" y="724196"/>
                  </a:cubicBezTo>
                  <a:cubicBezTo>
                    <a:pt x="2939078" y="724196"/>
                    <a:pt x="2953265" y="724196"/>
                    <a:pt x="2965425" y="724196"/>
                  </a:cubicBezTo>
                  <a:cubicBezTo>
                    <a:pt x="2965425" y="713387"/>
                    <a:pt x="2965425" y="704740"/>
                    <a:pt x="2965425" y="693931"/>
                  </a:cubicBezTo>
                  <a:cubicBezTo>
                    <a:pt x="2981639" y="693931"/>
                    <a:pt x="2997852" y="693931"/>
                    <a:pt x="3014066" y="693931"/>
                  </a:cubicBezTo>
                  <a:cubicBezTo>
                    <a:pt x="3014066" y="693960"/>
                    <a:pt x="3014066" y="695735"/>
                    <a:pt x="3014066" y="805087"/>
                  </a:cubicBezTo>
                  <a:lnTo>
                    <a:pt x="3014066" y="818866"/>
                  </a:lnTo>
                  <a:lnTo>
                    <a:pt x="3079941" y="818866"/>
                  </a:lnTo>
                  <a:lnTo>
                    <a:pt x="3079941" y="924638"/>
                  </a:lnTo>
                  <a:lnTo>
                    <a:pt x="3079941" y="1030409"/>
                  </a:lnTo>
                  <a:lnTo>
                    <a:pt x="3079941" y="1160647"/>
                  </a:lnTo>
                  <a:lnTo>
                    <a:pt x="3014066" y="1160647"/>
                  </a:lnTo>
                  <a:lnTo>
                    <a:pt x="2842946" y="1160647"/>
                  </a:lnTo>
                  <a:lnTo>
                    <a:pt x="200958" y="1160647"/>
                  </a:lnTo>
                  <a:lnTo>
                    <a:pt x="200958" y="1126882"/>
                  </a:lnTo>
                  <a:lnTo>
                    <a:pt x="0" y="1126882"/>
                  </a:lnTo>
                  <a:lnTo>
                    <a:pt x="0" y="915339"/>
                  </a:lnTo>
                  <a:lnTo>
                    <a:pt x="103377" y="915339"/>
                  </a:lnTo>
                  <a:lnTo>
                    <a:pt x="103377" y="886329"/>
                  </a:lnTo>
                  <a:lnTo>
                    <a:pt x="55096" y="886329"/>
                  </a:lnTo>
                  <a:cubicBezTo>
                    <a:pt x="55096" y="886306"/>
                    <a:pt x="55096" y="884414"/>
                    <a:pt x="55096" y="724196"/>
                  </a:cubicBezTo>
                  <a:cubicBezTo>
                    <a:pt x="55107" y="724196"/>
                    <a:pt x="55578" y="724196"/>
                    <a:pt x="75363" y="724196"/>
                  </a:cubicBezTo>
                  <a:cubicBezTo>
                    <a:pt x="75367" y="724190"/>
                    <a:pt x="75404" y="724108"/>
                    <a:pt x="75870" y="723115"/>
                  </a:cubicBezTo>
                  <a:lnTo>
                    <a:pt x="79416" y="715549"/>
                  </a:lnTo>
                  <a:cubicBezTo>
                    <a:pt x="79425" y="715550"/>
                    <a:pt x="79538" y="715568"/>
                    <a:pt x="81190" y="715819"/>
                  </a:cubicBezTo>
                  <a:lnTo>
                    <a:pt x="93603" y="717710"/>
                  </a:lnTo>
                  <a:cubicBezTo>
                    <a:pt x="93606" y="717720"/>
                    <a:pt x="93644" y="717821"/>
                    <a:pt x="94110" y="719062"/>
                  </a:cubicBezTo>
                  <a:lnTo>
                    <a:pt x="97656" y="728519"/>
                  </a:lnTo>
                  <a:cubicBezTo>
                    <a:pt x="97670" y="728520"/>
                    <a:pt x="98266" y="728570"/>
                    <a:pt x="124003" y="730681"/>
                  </a:cubicBezTo>
                  <a:cubicBezTo>
                    <a:pt x="124003" y="730661"/>
                    <a:pt x="124003" y="729131"/>
                    <a:pt x="124003" y="607460"/>
                  </a:cubicBezTo>
                  <a:cubicBezTo>
                    <a:pt x="124012" y="607460"/>
                    <a:pt x="124131" y="607460"/>
                    <a:pt x="126030" y="607460"/>
                  </a:cubicBezTo>
                  <a:lnTo>
                    <a:pt x="140217" y="607460"/>
                  </a:lnTo>
                  <a:cubicBezTo>
                    <a:pt x="140217" y="607438"/>
                    <a:pt x="140217" y="605724"/>
                    <a:pt x="140217" y="471268"/>
                  </a:cubicBezTo>
                  <a:cubicBezTo>
                    <a:pt x="140225" y="471268"/>
                    <a:pt x="140333" y="471268"/>
                    <a:pt x="141990" y="471268"/>
                  </a:cubicBezTo>
                  <a:lnTo>
                    <a:pt x="154404" y="471268"/>
                  </a:lnTo>
                  <a:cubicBezTo>
                    <a:pt x="154404" y="471251"/>
                    <a:pt x="154404" y="469845"/>
                    <a:pt x="154404" y="356694"/>
                  </a:cubicBezTo>
                  <a:cubicBezTo>
                    <a:pt x="158457" y="354532"/>
                    <a:pt x="158457" y="354532"/>
                    <a:pt x="158457" y="328590"/>
                  </a:cubicBezTo>
                  <a:cubicBezTo>
                    <a:pt x="158464" y="328590"/>
                    <a:pt x="158584" y="328590"/>
                    <a:pt x="160484" y="328590"/>
                  </a:cubicBezTo>
                  <a:lnTo>
                    <a:pt x="174671" y="328590"/>
                  </a:lnTo>
                  <a:cubicBezTo>
                    <a:pt x="174682" y="328567"/>
                    <a:pt x="175288" y="327200"/>
                    <a:pt x="211151" y="246443"/>
                  </a:cubicBezTo>
                  <a:cubicBezTo>
                    <a:pt x="211151" y="246429"/>
                    <a:pt x="211185" y="244478"/>
                    <a:pt x="21520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8" name="Freeform: Shape 7"/>
          <p:cNvSpPr/>
          <p:nvPr/>
        </p:nvSpPr>
        <p:spPr>
          <a:xfrm>
            <a:off x="2437203" y="1409860"/>
            <a:ext cx="1118587" cy="631812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/>
          <p:cNvSpPr/>
          <p:nvPr/>
        </p:nvSpPr>
        <p:spPr>
          <a:xfrm>
            <a:off x="7924717" y="1404632"/>
            <a:ext cx="650678" cy="394654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/>
          <p:cNvSpPr/>
          <p:nvPr/>
        </p:nvSpPr>
        <p:spPr>
          <a:xfrm>
            <a:off x="10949807" y="2006495"/>
            <a:ext cx="795353" cy="478839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/>
          <p:cNvSpPr/>
          <p:nvPr/>
        </p:nvSpPr>
        <p:spPr>
          <a:xfrm>
            <a:off x="9894279" y="1320945"/>
            <a:ext cx="962712" cy="543770"/>
          </a:xfrm>
          <a:custGeom>
            <a:avLst/>
            <a:gdLst>
              <a:gd name="connsiteX0" fmla="*/ 1977150 w 1978122"/>
              <a:gd name="connsiteY0" fmla="*/ 572661 h 1117304"/>
              <a:gd name="connsiteX1" fmla="*/ 1965373 w 1978122"/>
              <a:gd name="connsiteY1" fmla="*/ 515540 h 1117304"/>
              <a:gd name="connsiteX2" fmla="*/ 1637558 w 1978122"/>
              <a:gd name="connsiteY2" fmla="*/ 329015 h 1117304"/>
              <a:gd name="connsiteX3" fmla="*/ 1615661 w 1978122"/>
              <a:gd name="connsiteY3" fmla="*/ 299266 h 1117304"/>
              <a:gd name="connsiteX4" fmla="*/ 1598265 w 1978122"/>
              <a:gd name="connsiteY4" fmla="*/ 238435 h 1117304"/>
              <a:gd name="connsiteX5" fmla="*/ 1345975 w 1978122"/>
              <a:gd name="connsiteY5" fmla="*/ 132657 h 1117304"/>
              <a:gd name="connsiteX6" fmla="*/ 1280427 w 1978122"/>
              <a:gd name="connsiteY6" fmla="*/ 80399 h 1117304"/>
              <a:gd name="connsiteX7" fmla="*/ 980524 w 1978122"/>
              <a:gd name="connsiteY7" fmla="*/ 84252 h 1117304"/>
              <a:gd name="connsiteX8" fmla="*/ 959743 w 1978122"/>
              <a:gd name="connsiteY8" fmla="*/ 80975 h 1117304"/>
              <a:gd name="connsiteX9" fmla="*/ 782258 w 1978122"/>
              <a:gd name="connsiteY9" fmla="*/ 228 h 1117304"/>
              <a:gd name="connsiteX10" fmla="*/ 594941 w 1978122"/>
              <a:gd name="connsiteY10" fmla="*/ 171158 h 1117304"/>
              <a:gd name="connsiteX11" fmla="*/ 574015 w 1978122"/>
              <a:gd name="connsiteY11" fmla="*/ 181279 h 1117304"/>
              <a:gd name="connsiteX12" fmla="*/ 276274 w 1978122"/>
              <a:gd name="connsiteY12" fmla="*/ 269805 h 1117304"/>
              <a:gd name="connsiteX13" fmla="*/ 247677 w 1978122"/>
              <a:gd name="connsiteY13" fmla="*/ 288857 h 1117304"/>
              <a:gd name="connsiteX14" fmla="*/ 3707 w 1978122"/>
              <a:gd name="connsiteY14" fmla="*/ 601401 h 1117304"/>
              <a:gd name="connsiteX15" fmla="*/ 143520 w 1978122"/>
              <a:gd name="connsiteY15" fmla="*/ 806114 h 1117304"/>
              <a:gd name="connsiteX16" fmla="*/ 303610 w 1978122"/>
              <a:gd name="connsiteY16" fmla="*/ 832550 h 1117304"/>
              <a:gd name="connsiteX17" fmla="*/ 355508 w 1978122"/>
              <a:gd name="connsiteY17" fmla="*/ 855276 h 1117304"/>
              <a:gd name="connsiteX18" fmla="*/ 425955 w 1978122"/>
              <a:gd name="connsiteY18" fmla="*/ 929612 h 1117304"/>
              <a:gd name="connsiteX19" fmla="*/ 467157 w 1978122"/>
              <a:gd name="connsiteY19" fmla="*/ 929216 h 1117304"/>
              <a:gd name="connsiteX20" fmla="*/ 537243 w 1978122"/>
              <a:gd name="connsiteY20" fmla="*/ 918699 h 1117304"/>
              <a:gd name="connsiteX21" fmla="*/ 559645 w 1978122"/>
              <a:gd name="connsiteY21" fmla="*/ 951077 h 1117304"/>
              <a:gd name="connsiteX22" fmla="*/ 722940 w 1978122"/>
              <a:gd name="connsiteY22" fmla="*/ 1083975 h 1117304"/>
              <a:gd name="connsiteX23" fmla="*/ 924340 w 1978122"/>
              <a:gd name="connsiteY23" fmla="*/ 1017238 h 1117304"/>
              <a:gd name="connsiteX24" fmla="*/ 946814 w 1978122"/>
              <a:gd name="connsiteY24" fmla="*/ 1017130 h 1117304"/>
              <a:gd name="connsiteX25" fmla="*/ 979156 w 1978122"/>
              <a:gd name="connsiteY25" fmla="*/ 1059664 h 1117304"/>
              <a:gd name="connsiteX26" fmla="*/ 1027092 w 1978122"/>
              <a:gd name="connsiteY26" fmla="*/ 1094348 h 1117304"/>
              <a:gd name="connsiteX27" fmla="*/ 1252443 w 1978122"/>
              <a:gd name="connsiteY27" fmla="*/ 1078897 h 1117304"/>
              <a:gd name="connsiteX28" fmla="*/ 1325951 w 1978122"/>
              <a:gd name="connsiteY28" fmla="*/ 988786 h 1117304"/>
              <a:gd name="connsiteX29" fmla="*/ 1348244 w 1978122"/>
              <a:gd name="connsiteY29" fmla="*/ 983996 h 1117304"/>
              <a:gd name="connsiteX30" fmla="*/ 1616849 w 1978122"/>
              <a:gd name="connsiteY30" fmla="*/ 1003588 h 1117304"/>
              <a:gd name="connsiteX31" fmla="*/ 1691077 w 1978122"/>
              <a:gd name="connsiteY31" fmla="*/ 911172 h 1117304"/>
              <a:gd name="connsiteX32" fmla="*/ 1735557 w 1978122"/>
              <a:gd name="connsiteY32" fmla="*/ 876381 h 1117304"/>
              <a:gd name="connsiteX33" fmla="*/ 1977150 w 1978122"/>
              <a:gd name="connsiteY33" fmla="*/ 572661 h 111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78122" h="1117304">
                <a:moveTo>
                  <a:pt x="1977150" y="572661"/>
                </a:moveTo>
                <a:cubicBezTo>
                  <a:pt x="1975493" y="553609"/>
                  <a:pt x="1971603" y="534484"/>
                  <a:pt x="1965373" y="515540"/>
                </a:cubicBezTo>
                <a:cubicBezTo>
                  <a:pt x="1917832" y="371729"/>
                  <a:pt x="1773913" y="332436"/>
                  <a:pt x="1637558" y="329015"/>
                </a:cubicBezTo>
                <a:cubicBezTo>
                  <a:pt x="1618866" y="328547"/>
                  <a:pt x="1617965" y="314068"/>
                  <a:pt x="1615661" y="299266"/>
                </a:cubicBezTo>
                <a:cubicBezTo>
                  <a:pt x="1612383" y="278377"/>
                  <a:pt x="1607917" y="257416"/>
                  <a:pt x="1598265" y="238435"/>
                </a:cubicBezTo>
                <a:cubicBezTo>
                  <a:pt x="1554434" y="152286"/>
                  <a:pt x="1433961" y="124014"/>
                  <a:pt x="1345975" y="132657"/>
                </a:cubicBezTo>
                <a:cubicBezTo>
                  <a:pt x="1318279" y="135395"/>
                  <a:pt x="1298975" y="96102"/>
                  <a:pt x="1280427" y="80399"/>
                </a:cubicBezTo>
                <a:cubicBezTo>
                  <a:pt x="1195934" y="8872"/>
                  <a:pt x="1059975" y="264"/>
                  <a:pt x="980524" y="84252"/>
                </a:cubicBezTo>
                <a:cubicBezTo>
                  <a:pt x="970944" y="94373"/>
                  <a:pt x="966226" y="89186"/>
                  <a:pt x="959743" y="80975"/>
                </a:cubicBezTo>
                <a:cubicBezTo>
                  <a:pt x="914543" y="23638"/>
                  <a:pt x="855190" y="-2762"/>
                  <a:pt x="782258" y="228"/>
                </a:cubicBezTo>
                <a:cubicBezTo>
                  <a:pt x="687789" y="4117"/>
                  <a:pt x="605205" y="79246"/>
                  <a:pt x="594941" y="171158"/>
                </a:cubicBezTo>
                <a:cubicBezTo>
                  <a:pt x="592563" y="192588"/>
                  <a:pt x="592563" y="192588"/>
                  <a:pt x="574015" y="181279"/>
                </a:cubicBezTo>
                <a:cubicBezTo>
                  <a:pt x="465212" y="114902"/>
                  <a:pt x="329109" y="155059"/>
                  <a:pt x="276274" y="269805"/>
                </a:cubicBezTo>
                <a:cubicBezTo>
                  <a:pt x="270007" y="283419"/>
                  <a:pt x="261688" y="287525"/>
                  <a:pt x="247677" y="288857"/>
                </a:cubicBezTo>
                <a:cubicBezTo>
                  <a:pt x="87912" y="303984"/>
                  <a:pt x="-21900" y="445273"/>
                  <a:pt x="3707" y="601401"/>
                </a:cubicBezTo>
                <a:cubicBezTo>
                  <a:pt x="17357" y="684561"/>
                  <a:pt x="70084" y="764084"/>
                  <a:pt x="143520" y="806114"/>
                </a:cubicBezTo>
                <a:cubicBezTo>
                  <a:pt x="191025" y="833306"/>
                  <a:pt x="249910" y="842166"/>
                  <a:pt x="303610" y="832550"/>
                </a:cubicBezTo>
                <a:cubicBezTo>
                  <a:pt x="329541" y="827904"/>
                  <a:pt x="340994" y="840293"/>
                  <a:pt x="355508" y="855276"/>
                </a:cubicBezTo>
                <a:cubicBezTo>
                  <a:pt x="380899" y="881459"/>
                  <a:pt x="383889" y="920356"/>
                  <a:pt x="425955" y="929612"/>
                </a:cubicBezTo>
                <a:cubicBezTo>
                  <a:pt x="439425" y="932601"/>
                  <a:pt x="453471" y="930908"/>
                  <a:pt x="467157" y="929216"/>
                </a:cubicBezTo>
                <a:cubicBezTo>
                  <a:pt x="486353" y="926839"/>
                  <a:pt x="518839" y="911712"/>
                  <a:pt x="537243" y="918699"/>
                </a:cubicBezTo>
                <a:cubicBezTo>
                  <a:pt x="550713" y="923777"/>
                  <a:pt x="555179" y="938724"/>
                  <a:pt x="559645" y="951077"/>
                </a:cubicBezTo>
                <a:cubicBezTo>
                  <a:pt x="585108" y="1021416"/>
                  <a:pt x="649072" y="1073062"/>
                  <a:pt x="722940" y="1083975"/>
                </a:cubicBezTo>
                <a:cubicBezTo>
                  <a:pt x="794395" y="1094528"/>
                  <a:pt x="877808" y="1075403"/>
                  <a:pt x="924340" y="1017238"/>
                </a:cubicBezTo>
                <a:cubicBezTo>
                  <a:pt x="932191" y="1007406"/>
                  <a:pt x="937594" y="1007226"/>
                  <a:pt x="946814" y="1017130"/>
                </a:cubicBezTo>
                <a:cubicBezTo>
                  <a:pt x="959095" y="1030348"/>
                  <a:pt x="966082" y="1046771"/>
                  <a:pt x="979156" y="1059664"/>
                </a:cubicBezTo>
                <a:cubicBezTo>
                  <a:pt x="993274" y="1073567"/>
                  <a:pt x="1009553" y="1085200"/>
                  <a:pt x="1027092" y="1094348"/>
                </a:cubicBezTo>
                <a:cubicBezTo>
                  <a:pt x="1096711" y="1130507"/>
                  <a:pt x="1187866" y="1122908"/>
                  <a:pt x="1252443" y="1078897"/>
                </a:cubicBezTo>
                <a:cubicBezTo>
                  <a:pt x="1285361" y="1056459"/>
                  <a:pt x="1309852" y="1025017"/>
                  <a:pt x="1325951" y="988786"/>
                </a:cubicBezTo>
                <a:cubicBezTo>
                  <a:pt x="1333046" y="972471"/>
                  <a:pt x="1335026" y="971930"/>
                  <a:pt x="1348244" y="983996"/>
                </a:cubicBezTo>
                <a:cubicBezTo>
                  <a:pt x="1417214" y="1046879"/>
                  <a:pt x="1539451" y="1057684"/>
                  <a:pt x="1616849" y="1003588"/>
                </a:cubicBezTo>
                <a:cubicBezTo>
                  <a:pt x="1649551" y="980718"/>
                  <a:pt x="1675771" y="948016"/>
                  <a:pt x="1691077" y="911172"/>
                </a:cubicBezTo>
                <a:cubicBezTo>
                  <a:pt x="1700081" y="889526"/>
                  <a:pt x="1712939" y="880018"/>
                  <a:pt x="1735557" y="876381"/>
                </a:cubicBezTo>
                <a:cubicBezTo>
                  <a:pt x="1879619" y="853295"/>
                  <a:pt x="1989683" y="715175"/>
                  <a:pt x="1977150" y="5726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/>
          <p:cNvSpPr/>
          <p:nvPr/>
        </p:nvSpPr>
        <p:spPr>
          <a:xfrm rot="10800000">
            <a:off x="5002352" y="1320945"/>
            <a:ext cx="749029" cy="421132"/>
          </a:xfrm>
          <a:custGeom>
            <a:avLst/>
            <a:gdLst>
              <a:gd name="connsiteX0" fmla="*/ 1148958 w 1150665"/>
              <a:gd name="connsiteY0" fmla="*/ 379387 h 697909"/>
              <a:gd name="connsiteX1" fmla="*/ 1137469 w 1150665"/>
              <a:gd name="connsiteY1" fmla="*/ 328389 h 697909"/>
              <a:gd name="connsiteX2" fmla="*/ 1028234 w 1150665"/>
              <a:gd name="connsiteY2" fmla="*/ 207268 h 697909"/>
              <a:gd name="connsiteX3" fmla="*/ 844770 w 1150665"/>
              <a:gd name="connsiteY3" fmla="*/ 169812 h 697909"/>
              <a:gd name="connsiteX4" fmla="*/ 806845 w 1150665"/>
              <a:gd name="connsiteY4" fmla="*/ 174674 h 697909"/>
              <a:gd name="connsiteX5" fmla="*/ 773062 w 1150665"/>
              <a:gd name="connsiteY5" fmla="*/ 114239 h 697909"/>
              <a:gd name="connsiteX6" fmla="*/ 710792 w 1150665"/>
              <a:gd name="connsiteY6" fmla="*/ 47574 h 697909"/>
              <a:gd name="connsiteX7" fmla="*/ 517855 w 1150665"/>
              <a:gd name="connsiteY7" fmla="*/ 6733 h 697909"/>
              <a:gd name="connsiteX8" fmla="*/ 386362 w 1150665"/>
              <a:gd name="connsiteY8" fmla="*/ 114419 h 697909"/>
              <a:gd name="connsiteX9" fmla="*/ 359459 w 1150665"/>
              <a:gd name="connsiteY9" fmla="*/ 124036 h 697909"/>
              <a:gd name="connsiteX10" fmla="*/ 216513 w 1150665"/>
              <a:gd name="connsiteY10" fmla="*/ 108225 h 697909"/>
              <a:gd name="connsiteX11" fmla="*/ 22 w 1150665"/>
              <a:gd name="connsiteY11" fmla="*/ 354860 h 697909"/>
              <a:gd name="connsiteX12" fmla="*/ 33157 w 1150665"/>
              <a:gd name="connsiteY12" fmla="*/ 484084 h 697909"/>
              <a:gd name="connsiteX13" fmla="*/ 154601 w 1150665"/>
              <a:gd name="connsiteY13" fmla="*/ 603044 h 697909"/>
              <a:gd name="connsiteX14" fmla="*/ 340658 w 1150665"/>
              <a:gd name="connsiteY14" fmla="*/ 611976 h 697909"/>
              <a:gd name="connsiteX15" fmla="*/ 428248 w 1150665"/>
              <a:gd name="connsiteY15" fmla="*/ 650657 h 697909"/>
              <a:gd name="connsiteX16" fmla="*/ 549297 w 1150665"/>
              <a:gd name="connsiteY16" fmla="*/ 697909 h 697909"/>
              <a:gd name="connsiteX17" fmla="*/ 704345 w 1150665"/>
              <a:gd name="connsiteY17" fmla="*/ 636935 h 697909"/>
              <a:gd name="connsiteX18" fmla="*/ 772883 w 1150665"/>
              <a:gd name="connsiteY18" fmla="*/ 634594 h 697909"/>
              <a:gd name="connsiteX19" fmla="*/ 777204 w 1150665"/>
              <a:gd name="connsiteY19" fmla="*/ 637691 h 697909"/>
              <a:gd name="connsiteX20" fmla="*/ 893391 w 1150665"/>
              <a:gd name="connsiteY20" fmla="*/ 664559 h 697909"/>
              <a:gd name="connsiteX21" fmla="*/ 1073973 w 1150665"/>
              <a:gd name="connsiteY21" fmla="*/ 591375 h 697909"/>
              <a:gd name="connsiteX22" fmla="*/ 1148958 w 1150665"/>
              <a:gd name="connsiteY22" fmla="*/ 379387 h 69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0665" h="697909">
                <a:moveTo>
                  <a:pt x="1148958" y="379387"/>
                </a:moveTo>
                <a:cubicBezTo>
                  <a:pt x="1146941" y="362243"/>
                  <a:pt x="1143159" y="345136"/>
                  <a:pt x="1137469" y="328389"/>
                </a:cubicBezTo>
                <a:cubicBezTo>
                  <a:pt x="1119353" y="274869"/>
                  <a:pt x="1077395" y="233451"/>
                  <a:pt x="1028234" y="207268"/>
                </a:cubicBezTo>
                <a:cubicBezTo>
                  <a:pt x="969672" y="176114"/>
                  <a:pt x="913920" y="161744"/>
                  <a:pt x="844770" y="169812"/>
                </a:cubicBezTo>
                <a:cubicBezTo>
                  <a:pt x="832344" y="171252"/>
                  <a:pt x="819199" y="176727"/>
                  <a:pt x="806845" y="174674"/>
                </a:cubicBezTo>
                <a:cubicBezTo>
                  <a:pt x="781742" y="170460"/>
                  <a:pt x="782391" y="132427"/>
                  <a:pt x="773062" y="114239"/>
                </a:cubicBezTo>
                <a:cubicBezTo>
                  <a:pt x="759017" y="86831"/>
                  <a:pt x="736327" y="64358"/>
                  <a:pt x="710792" y="47574"/>
                </a:cubicBezTo>
                <a:cubicBezTo>
                  <a:pt x="654823" y="10730"/>
                  <a:pt x="584016" y="-12068"/>
                  <a:pt x="517855" y="6733"/>
                </a:cubicBezTo>
                <a:cubicBezTo>
                  <a:pt x="461491" y="22760"/>
                  <a:pt x="414779" y="63781"/>
                  <a:pt x="386362" y="114419"/>
                </a:cubicBezTo>
                <a:cubicBezTo>
                  <a:pt x="379231" y="127097"/>
                  <a:pt x="372712" y="129474"/>
                  <a:pt x="359459" y="124036"/>
                </a:cubicBezTo>
                <a:cubicBezTo>
                  <a:pt x="313466" y="105271"/>
                  <a:pt x="265782" y="100625"/>
                  <a:pt x="216513" y="108225"/>
                </a:cubicBezTo>
                <a:cubicBezTo>
                  <a:pt x="95139" y="126953"/>
                  <a:pt x="1607" y="233919"/>
                  <a:pt x="22" y="354860"/>
                </a:cubicBezTo>
                <a:cubicBezTo>
                  <a:pt x="-590" y="400204"/>
                  <a:pt x="11475" y="444395"/>
                  <a:pt x="33157" y="484084"/>
                </a:cubicBezTo>
                <a:cubicBezTo>
                  <a:pt x="63014" y="538684"/>
                  <a:pt x="96184" y="578085"/>
                  <a:pt x="154601" y="603044"/>
                </a:cubicBezTo>
                <a:cubicBezTo>
                  <a:pt x="212190" y="627643"/>
                  <a:pt x="281052" y="632901"/>
                  <a:pt x="340658" y="611976"/>
                </a:cubicBezTo>
                <a:cubicBezTo>
                  <a:pt x="377611" y="599010"/>
                  <a:pt x="403470" y="628183"/>
                  <a:pt x="428248" y="650657"/>
                </a:cubicBezTo>
                <a:cubicBezTo>
                  <a:pt x="459330" y="678857"/>
                  <a:pt x="507519" y="697801"/>
                  <a:pt x="549297" y="697909"/>
                </a:cubicBezTo>
                <a:cubicBezTo>
                  <a:pt x="596586" y="698017"/>
                  <a:pt x="658425" y="680514"/>
                  <a:pt x="704345" y="636935"/>
                </a:cubicBezTo>
                <a:cubicBezTo>
                  <a:pt x="735750" y="607114"/>
                  <a:pt x="736254" y="614245"/>
                  <a:pt x="772883" y="634594"/>
                </a:cubicBezTo>
                <a:cubicBezTo>
                  <a:pt x="774395" y="635422"/>
                  <a:pt x="775656" y="636827"/>
                  <a:pt x="777204" y="637691"/>
                </a:cubicBezTo>
                <a:cubicBezTo>
                  <a:pt x="807745" y="655447"/>
                  <a:pt x="858672" y="664127"/>
                  <a:pt x="893391" y="664559"/>
                </a:cubicBezTo>
                <a:cubicBezTo>
                  <a:pt x="957319" y="665315"/>
                  <a:pt x="1028522" y="635962"/>
                  <a:pt x="1073973" y="591375"/>
                </a:cubicBezTo>
                <a:cubicBezTo>
                  <a:pt x="1130374" y="536055"/>
                  <a:pt x="1158070" y="457145"/>
                  <a:pt x="1148958" y="37938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35746" y="1047800"/>
            <a:ext cx="1597444" cy="2201304"/>
            <a:chOff x="6896943" y="161663"/>
            <a:chExt cx="4217242" cy="5811427"/>
          </a:xfrm>
        </p:grpSpPr>
        <p:sp>
          <p:nvSpPr>
            <p:cNvPr id="15" name="Freeform: Shape 14"/>
            <p:cNvSpPr/>
            <p:nvPr/>
          </p:nvSpPr>
          <p:spPr>
            <a:xfrm>
              <a:off x="6896943" y="1911521"/>
              <a:ext cx="4080764" cy="4061569"/>
            </a:xfrm>
            <a:custGeom>
              <a:avLst/>
              <a:gdLst>
                <a:gd name="connsiteX0" fmla="*/ 3989958 w 4005513"/>
                <a:gd name="connsiteY0" fmla="*/ 3267522 h 3986672"/>
                <a:gd name="connsiteX1" fmla="*/ 3929544 w 4005513"/>
                <a:gd name="connsiteY1" fmla="*/ 3008883 h 3986672"/>
                <a:gd name="connsiteX2" fmla="*/ 3692946 w 4005513"/>
                <a:gd name="connsiteY2" fmla="*/ 2564812 h 3986672"/>
                <a:gd name="connsiteX3" fmla="*/ 2743088 w 4005513"/>
                <a:gd name="connsiteY3" fmla="*/ 2063433 h 3986672"/>
                <a:gd name="connsiteX4" fmla="*/ 2187293 w 4005513"/>
                <a:gd name="connsiteY4" fmla="*/ 2116042 h 3986672"/>
                <a:gd name="connsiteX5" fmla="*/ 1497229 w 4005513"/>
                <a:gd name="connsiteY5" fmla="*/ 2296706 h 3986672"/>
                <a:gd name="connsiteX6" fmla="*/ 644279 w 4005513"/>
                <a:gd name="connsiteY6" fmla="*/ 2437769 h 3986672"/>
                <a:gd name="connsiteX7" fmla="*/ 407104 w 4005513"/>
                <a:gd name="connsiteY7" fmla="*/ 2361962 h 3986672"/>
                <a:gd name="connsiteX8" fmla="*/ 231860 w 4005513"/>
                <a:gd name="connsiteY8" fmla="*/ 1927357 h 3986672"/>
                <a:gd name="connsiteX9" fmla="*/ 427627 w 4005513"/>
                <a:gd name="connsiteY9" fmla="*/ 1552588 h 3986672"/>
                <a:gd name="connsiteX10" fmla="*/ 1156136 w 4005513"/>
                <a:gd name="connsiteY10" fmla="*/ 784044 h 3986672"/>
                <a:gd name="connsiteX11" fmla="*/ 1839335 w 4005513"/>
                <a:gd name="connsiteY11" fmla="*/ 229695 h 3986672"/>
                <a:gd name="connsiteX12" fmla="*/ 1824882 w 4005513"/>
                <a:gd name="connsiteY12" fmla="*/ 201584 h 3986672"/>
                <a:gd name="connsiteX13" fmla="*/ 1675437 w 4005513"/>
                <a:gd name="connsiteY13" fmla="*/ 15211 h 3986672"/>
                <a:gd name="connsiteX14" fmla="*/ 1654624 w 4005513"/>
                <a:gd name="connsiteY14" fmla="*/ 469 h 3986672"/>
                <a:gd name="connsiteX15" fmla="*/ 1639231 w 4005513"/>
                <a:gd name="connsiteY15" fmla="*/ 15427 h 3986672"/>
                <a:gd name="connsiteX16" fmla="*/ 983783 w 4005513"/>
                <a:gd name="connsiteY16" fmla="*/ 584735 h 3986672"/>
                <a:gd name="connsiteX17" fmla="*/ 349725 w 4005513"/>
                <a:gd name="connsiteY17" fmla="*/ 1264827 h 3986672"/>
                <a:gd name="connsiteX18" fmla="*/ 50112 w 4005513"/>
                <a:gd name="connsiteY18" fmla="*/ 1780802 h 3986672"/>
                <a:gd name="connsiteX19" fmla="*/ 18749 w 4005513"/>
                <a:gd name="connsiteY19" fmla="*/ 2189392 h 3986672"/>
                <a:gd name="connsiteX20" fmla="*/ 556983 w 4005513"/>
                <a:gd name="connsiteY20" fmla="*/ 2612651 h 3986672"/>
                <a:gd name="connsiteX21" fmla="*/ 642472 w 4005513"/>
                <a:gd name="connsiteY21" fmla="*/ 2623852 h 3986672"/>
                <a:gd name="connsiteX22" fmla="*/ 1187427 w 4005513"/>
                <a:gd name="connsiteY22" fmla="*/ 2554477 h 3986672"/>
                <a:gd name="connsiteX23" fmla="*/ 2029032 w 4005513"/>
                <a:gd name="connsiteY23" fmla="*/ 2307257 h 3986672"/>
                <a:gd name="connsiteX24" fmla="*/ 2819184 w 4005513"/>
                <a:gd name="connsiteY24" fmla="*/ 2195390 h 3986672"/>
                <a:gd name="connsiteX25" fmla="*/ 3294763 w 4005513"/>
                <a:gd name="connsiteY25" fmla="*/ 2337247 h 3986672"/>
                <a:gd name="connsiteX26" fmla="*/ 3646696 w 4005513"/>
                <a:gd name="connsiteY26" fmla="*/ 2657889 h 3986672"/>
                <a:gd name="connsiteX27" fmla="*/ 3790505 w 4005513"/>
                <a:gd name="connsiteY27" fmla="*/ 2868832 h 3986672"/>
                <a:gd name="connsiteX28" fmla="*/ 3951584 w 4005513"/>
                <a:gd name="connsiteY28" fmla="*/ 3537578 h 3986672"/>
                <a:gd name="connsiteX29" fmla="*/ 3932073 w 4005513"/>
                <a:gd name="connsiteY29" fmla="*/ 3821798 h 3986672"/>
                <a:gd name="connsiteX30" fmla="*/ 3908875 w 4005513"/>
                <a:gd name="connsiteY30" fmla="*/ 3951515 h 3986672"/>
                <a:gd name="connsiteX31" fmla="*/ 3908442 w 4005513"/>
                <a:gd name="connsiteY31" fmla="*/ 3969870 h 3986672"/>
                <a:gd name="connsiteX32" fmla="*/ 3945804 w 4005513"/>
                <a:gd name="connsiteY32" fmla="*/ 3982300 h 3986672"/>
                <a:gd name="connsiteX33" fmla="*/ 3946309 w 4005513"/>
                <a:gd name="connsiteY33" fmla="*/ 3970232 h 3986672"/>
                <a:gd name="connsiteX34" fmla="*/ 4005495 w 4005513"/>
                <a:gd name="connsiteY34" fmla="*/ 3498988 h 3986672"/>
                <a:gd name="connsiteX35" fmla="*/ 3989958 w 4005513"/>
                <a:gd name="connsiteY35" fmla="*/ 3267522 h 398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005513" h="3986672">
                  <a:moveTo>
                    <a:pt x="3989958" y="3267522"/>
                  </a:moveTo>
                  <a:cubicBezTo>
                    <a:pt x="3975288" y="3179936"/>
                    <a:pt x="3956932" y="3093434"/>
                    <a:pt x="3929544" y="3008883"/>
                  </a:cubicBezTo>
                  <a:cubicBezTo>
                    <a:pt x="3830467" y="2703272"/>
                    <a:pt x="3694825" y="2567268"/>
                    <a:pt x="3692946" y="2564812"/>
                  </a:cubicBezTo>
                  <a:cubicBezTo>
                    <a:pt x="3454759" y="2248939"/>
                    <a:pt x="3138886" y="2079982"/>
                    <a:pt x="2743088" y="2063433"/>
                  </a:cubicBezTo>
                  <a:cubicBezTo>
                    <a:pt x="2555559" y="2055556"/>
                    <a:pt x="2370703" y="2078826"/>
                    <a:pt x="2187293" y="2116042"/>
                  </a:cubicBezTo>
                  <a:cubicBezTo>
                    <a:pt x="1953876" y="2163304"/>
                    <a:pt x="1726456" y="2233401"/>
                    <a:pt x="1497229" y="2296706"/>
                  </a:cubicBezTo>
                  <a:cubicBezTo>
                    <a:pt x="1218068" y="2373813"/>
                    <a:pt x="940135" y="2460604"/>
                    <a:pt x="644279" y="2437769"/>
                  </a:cubicBezTo>
                  <a:cubicBezTo>
                    <a:pt x="559439" y="2430687"/>
                    <a:pt x="480454" y="2404237"/>
                    <a:pt x="407104" y="2361962"/>
                  </a:cubicBezTo>
                  <a:cubicBezTo>
                    <a:pt x="234172" y="2262380"/>
                    <a:pt x="176866" y="2119294"/>
                    <a:pt x="231860" y="1927357"/>
                  </a:cubicBezTo>
                  <a:cubicBezTo>
                    <a:pt x="271461" y="1789041"/>
                    <a:pt x="344594" y="1667924"/>
                    <a:pt x="427627" y="1552588"/>
                  </a:cubicBezTo>
                  <a:cubicBezTo>
                    <a:pt x="635752" y="1263598"/>
                    <a:pt x="891066" y="1019051"/>
                    <a:pt x="1156136" y="784044"/>
                  </a:cubicBezTo>
                  <a:cubicBezTo>
                    <a:pt x="1375824" y="589288"/>
                    <a:pt x="1605628" y="407034"/>
                    <a:pt x="1839335" y="229695"/>
                  </a:cubicBezTo>
                  <a:cubicBezTo>
                    <a:pt x="1844104" y="215458"/>
                    <a:pt x="1832542" y="208738"/>
                    <a:pt x="1824882" y="201584"/>
                  </a:cubicBezTo>
                  <a:cubicBezTo>
                    <a:pt x="1766202" y="146517"/>
                    <a:pt x="1717495" y="83574"/>
                    <a:pt x="1675437" y="15211"/>
                  </a:cubicBezTo>
                  <a:cubicBezTo>
                    <a:pt x="1670739" y="7623"/>
                    <a:pt x="1666981" y="-2278"/>
                    <a:pt x="1654624" y="469"/>
                  </a:cubicBezTo>
                  <a:cubicBezTo>
                    <a:pt x="1649493" y="5455"/>
                    <a:pt x="1644724" y="10947"/>
                    <a:pt x="1639231" y="15427"/>
                  </a:cubicBezTo>
                  <a:cubicBezTo>
                    <a:pt x="1414052" y="197537"/>
                    <a:pt x="1194437" y="385788"/>
                    <a:pt x="983783" y="584735"/>
                  </a:cubicBezTo>
                  <a:cubicBezTo>
                    <a:pt x="757881" y="798063"/>
                    <a:pt x="538627" y="1017245"/>
                    <a:pt x="349725" y="1264827"/>
                  </a:cubicBezTo>
                  <a:cubicBezTo>
                    <a:pt x="228247" y="1424100"/>
                    <a:pt x="118259" y="1590383"/>
                    <a:pt x="50112" y="1780802"/>
                  </a:cubicBezTo>
                  <a:cubicBezTo>
                    <a:pt x="2417" y="1914060"/>
                    <a:pt x="-17745" y="2049486"/>
                    <a:pt x="18749" y="2189392"/>
                  </a:cubicBezTo>
                  <a:cubicBezTo>
                    <a:pt x="77501" y="2414644"/>
                    <a:pt x="323854" y="2585841"/>
                    <a:pt x="556983" y="2612651"/>
                  </a:cubicBezTo>
                  <a:cubicBezTo>
                    <a:pt x="585022" y="2619806"/>
                    <a:pt x="613639" y="2622190"/>
                    <a:pt x="642472" y="2623852"/>
                  </a:cubicBezTo>
                  <a:cubicBezTo>
                    <a:pt x="828412" y="2634403"/>
                    <a:pt x="1008570" y="2599499"/>
                    <a:pt x="1187427" y="2554477"/>
                  </a:cubicBezTo>
                  <a:cubicBezTo>
                    <a:pt x="1265980" y="2535038"/>
                    <a:pt x="1805009" y="2369044"/>
                    <a:pt x="2029032" y="2307257"/>
                  </a:cubicBezTo>
                  <a:cubicBezTo>
                    <a:pt x="2287525" y="2236003"/>
                    <a:pt x="2547465" y="2175878"/>
                    <a:pt x="2819184" y="2195390"/>
                  </a:cubicBezTo>
                  <a:cubicBezTo>
                    <a:pt x="2988646" y="2207531"/>
                    <a:pt x="3148136" y="2251251"/>
                    <a:pt x="3294763" y="2337247"/>
                  </a:cubicBezTo>
                  <a:cubicBezTo>
                    <a:pt x="3434380" y="2419124"/>
                    <a:pt x="3549210" y="2529184"/>
                    <a:pt x="3646696" y="2657889"/>
                  </a:cubicBezTo>
                  <a:cubicBezTo>
                    <a:pt x="3657752" y="2672487"/>
                    <a:pt x="3759358" y="2809575"/>
                    <a:pt x="3790505" y="2868832"/>
                  </a:cubicBezTo>
                  <a:cubicBezTo>
                    <a:pt x="3900493" y="3077969"/>
                    <a:pt x="3945659" y="3303365"/>
                    <a:pt x="3951584" y="3537578"/>
                  </a:cubicBezTo>
                  <a:cubicBezTo>
                    <a:pt x="3953970" y="3632752"/>
                    <a:pt x="3943925" y="3727564"/>
                    <a:pt x="3932073" y="3821798"/>
                  </a:cubicBezTo>
                  <a:cubicBezTo>
                    <a:pt x="3926653" y="3865085"/>
                    <a:pt x="3926147" y="3910034"/>
                    <a:pt x="3908875" y="3951515"/>
                  </a:cubicBezTo>
                  <a:cubicBezTo>
                    <a:pt x="3908731" y="3957658"/>
                    <a:pt x="3908587" y="3963728"/>
                    <a:pt x="3908442" y="3969870"/>
                  </a:cubicBezTo>
                  <a:cubicBezTo>
                    <a:pt x="3916246" y="3987937"/>
                    <a:pt x="3929327" y="3990321"/>
                    <a:pt x="3945804" y="3982300"/>
                  </a:cubicBezTo>
                  <a:cubicBezTo>
                    <a:pt x="3946020" y="3978253"/>
                    <a:pt x="3946164" y="3974279"/>
                    <a:pt x="3946309" y="3970232"/>
                  </a:cubicBezTo>
                  <a:cubicBezTo>
                    <a:pt x="3986633" y="3815728"/>
                    <a:pt x="4005061" y="3657972"/>
                    <a:pt x="4005495" y="3498988"/>
                  </a:cubicBezTo>
                  <a:cubicBezTo>
                    <a:pt x="4005783" y="3422097"/>
                    <a:pt x="4002749" y="3344268"/>
                    <a:pt x="3989958" y="3267522"/>
                  </a:cubicBezTo>
                  <a:close/>
                </a:path>
              </a:pathLst>
            </a:custGeom>
            <a:solidFill>
              <a:schemeClr val="accent1"/>
            </a:solidFill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8508517" y="161663"/>
              <a:ext cx="2605668" cy="2191234"/>
              <a:chOff x="8768009" y="-131344"/>
              <a:chExt cx="2605668" cy="2191234"/>
            </a:xfrm>
          </p:grpSpPr>
          <p:sp>
            <p:nvSpPr>
              <p:cNvPr id="17" name="Freeform: Shape 16"/>
              <p:cNvSpPr/>
              <p:nvPr/>
            </p:nvSpPr>
            <p:spPr>
              <a:xfrm>
                <a:off x="8774169" y="-131344"/>
                <a:ext cx="2594208" cy="2188201"/>
              </a:xfrm>
              <a:custGeom>
                <a:avLst/>
                <a:gdLst>
                  <a:gd name="connsiteX0" fmla="*/ 2517826 w 2546370"/>
                  <a:gd name="connsiteY0" fmla="*/ 72718 h 2147850"/>
                  <a:gd name="connsiteX1" fmla="*/ 2287009 w 2546370"/>
                  <a:gd name="connsiteY1" fmla="*/ 3994 h 2147850"/>
                  <a:gd name="connsiteX2" fmla="*/ 1806226 w 2546370"/>
                  <a:gd name="connsiteY2" fmla="*/ 54146 h 2147850"/>
                  <a:gd name="connsiteX3" fmla="*/ 1175204 w 2546370"/>
                  <a:gd name="connsiteY3" fmla="*/ 313507 h 2147850"/>
                  <a:gd name="connsiteX4" fmla="*/ 1117608 w 2546370"/>
                  <a:gd name="connsiteY4" fmla="*/ 280120 h 2147850"/>
                  <a:gd name="connsiteX5" fmla="*/ 666888 w 2546370"/>
                  <a:gd name="connsiteY5" fmla="*/ 378112 h 2147850"/>
                  <a:gd name="connsiteX6" fmla="*/ 232644 w 2546370"/>
                  <a:gd name="connsiteY6" fmla="*/ 515489 h 2147850"/>
                  <a:gd name="connsiteX7" fmla="*/ 204894 w 2546370"/>
                  <a:gd name="connsiteY7" fmla="*/ 586093 h 2147850"/>
                  <a:gd name="connsiteX8" fmla="*/ 366119 w 2546370"/>
                  <a:gd name="connsiteY8" fmla="*/ 840250 h 2147850"/>
                  <a:gd name="connsiteX9" fmla="*/ 310113 w 2546370"/>
                  <a:gd name="connsiteY9" fmla="*/ 885489 h 2147850"/>
                  <a:gd name="connsiteX10" fmla="*/ 238787 w 2546370"/>
                  <a:gd name="connsiteY10" fmla="*/ 1043606 h 2147850"/>
                  <a:gd name="connsiteX11" fmla="*/ 227947 w 2546370"/>
                  <a:gd name="connsiteY11" fmla="*/ 1185680 h 2147850"/>
                  <a:gd name="connsiteX12" fmla="*/ 124029 w 2546370"/>
                  <a:gd name="connsiteY12" fmla="*/ 1264377 h 2147850"/>
                  <a:gd name="connsiteX13" fmla="*/ 34565 w 2546370"/>
                  <a:gd name="connsiteY13" fmla="*/ 1363308 h 2147850"/>
                  <a:gd name="connsiteX14" fmla="*/ 323627 w 2546370"/>
                  <a:gd name="connsiteY14" fmla="*/ 2005099 h 2147850"/>
                  <a:gd name="connsiteX15" fmla="*/ 548372 w 2546370"/>
                  <a:gd name="connsiteY15" fmla="*/ 2069054 h 2147850"/>
                  <a:gd name="connsiteX16" fmla="*/ 746886 w 2546370"/>
                  <a:gd name="connsiteY16" fmla="*/ 1994259 h 2147850"/>
                  <a:gd name="connsiteX17" fmla="*/ 804409 w 2546370"/>
                  <a:gd name="connsiteY17" fmla="*/ 1972507 h 2147850"/>
                  <a:gd name="connsiteX18" fmla="*/ 833099 w 2546370"/>
                  <a:gd name="connsiteY18" fmla="*/ 1983202 h 2147850"/>
                  <a:gd name="connsiteX19" fmla="*/ 984929 w 2546370"/>
                  <a:gd name="connsiteY19" fmla="*/ 2034439 h 2147850"/>
                  <a:gd name="connsiteX20" fmla="*/ 1187633 w 2546370"/>
                  <a:gd name="connsiteY20" fmla="*/ 1969183 h 2147850"/>
                  <a:gd name="connsiteX21" fmla="*/ 1369598 w 2546370"/>
                  <a:gd name="connsiteY21" fmla="*/ 2124626 h 2147850"/>
                  <a:gd name="connsiteX22" fmla="*/ 1565582 w 2546370"/>
                  <a:gd name="connsiteY22" fmla="*/ 2082495 h 2147850"/>
                  <a:gd name="connsiteX23" fmla="*/ 1957551 w 2546370"/>
                  <a:gd name="connsiteY23" fmla="*/ 1386795 h 2147850"/>
                  <a:gd name="connsiteX24" fmla="*/ 1959790 w 2546370"/>
                  <a:gd name="connsiteY24" fmla="*/ 1314674 h 2147850"/>
                  <a:gd name="connsiteX25" fmla="*/ 2181140 w 2546370"/>
                  <a:gd name="connsiteY25" fmla="*/ 1066948 h 2147850"/>
                  <a:gd name="connsiteX26" fmla="*/ 2382328 w 2546370"/>
                  <a:gd name="connsiteY26" fmla="*/ 774633 h 2147850"/>
                  <a:gd name="connsiteX27" fmla="*/ 2510960 w 2546370"/>
                  <a:gd name="connsiteY27" fmla="*/ 482681 h 2147850"/>
                  <a:gd name="connsiteX28" fmla="*/ 2546370 w 2546370"/>
                  <a:gd name="connsiteY28" fmla="*/ 139997 h 2147850"/>
                  <a:gd name="connsiteX29" fmla="*/ 2517826 w 2546370"/>
                  <a:gd name="connsiteY29" fmla="*/ 72718 h 2147850"/>
                  <a:gd name="connsiteX30" fmla="*/ 1099253 w 2546370"/>
                  <a:gd name="connsiteY30" fmla="*/ 1095059 h 2147850"/>
                  <a:gd name="connsiteX31" fmla="*/ 1099036 w 2546370"/>
                  <a:gd name="connsiteY31" fmla="*/ 1094119 h 2147850"/>
                  <a:gd name="connsiteX32" fmla="*/ 1100409 w 2546370"/>
                  <a:gd name="connsiteY32" fmla="*/ 1094192 h 2147850"/>
                  <a:gd name="connsiteX33" fmla="*/ 1099253 w 2546370"/>
                  <a:gd name="connsiteY33" fmla="*/ 1095059 h 2147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6370" h="2147850">
                    <a:moveTo>
                      <a:pt x="2517826" y="72718"/>
                    </a:moveTo>
                    <a:cubicBezTo>
                      <a:pt x="2446138" y="31671"/>
                      <a:pt x="2368018" y="10208"/>
                      <a:pt x="2287009" y="3994"/>
                    </a:cubicBezTo>
                    <a:cubicBezTo>
                      <a:pt x="2124122" y="-8436"/>
                      <a:pt x="1963188" y="8113"/>
                      <a:pt x="1806226" y="54146"/>
                    </a:cubicBezTo>
                    <a:cubicBezTo>
                      <a:pt x="1586106" y="118679"/>
                      <a:pt x="1377186" y="204675"/>
                      <a:pt x="1175204" y="313507"/>
                    </a:cubicBezTo>
                    <a:cubicBezTo>
                      <a:pt x="1163135" y="290021"/>
                      <a:pt x="1147237" y="273905"/>
                      <a:pt x="1117608" y="280120"/>
                    </a:cubicBezTo>
                    <a:cubicBezTo>
                      <a:pt x="969030" y="311194"/>
                      <a:pt x="816116" y="342558"/>
                      <a:pt x="666888" y="378112"/>
                    </a:cubicBezTo>
                    <a:cubicBezTo>
                      <a:pt x="523657" y="412222"/>
                      <a:pt x="360048" y="438671"/>
                      <a:pt x="232644" y="515489"/>
                    </a:cubicBezTo>
                    <a:cubicBezTo>
                      <a:pt x="205834" y="531677"/>
                      <a:pt x="195499" y="555958"/>
                      <a:pt x="204894" y="586093"/>
                    </a:cubicBezTo>
                    <a:cubicBezTo>
                      <a:pt x="231488" y="671221"/>
                      <a:pt x="271307" y="805708"/>
                      <a:pt x="366119" y="840250"/>
                    </a:cubicBezTo>
                    <a:cubicBezTo>
                      <a:pt x="360988" y="838372"/>
                      <a:pt x="317701" y="878913"/>
                      <a:pt x="310113" y="885489"/>
                    </a:cubicBezTo>
                    <a:cubicBezTo>
                      <a:pt x="265163" y="924801"/>
                      <a:pt x="237558" y="983481"/>
                      <a:pt x="238787" y="1043606"/>
                    </a:cubicBezTo>
                    <a:cubicBezTo>
                      <a:pt x="235174" y="1090940"/>
                      <a:pt x="231561" y="1138274"/>
                      <a:pt x="227947" y="1185680"/>
                    </a:cubicBezTo>
                    <a:cubicBezTo>
                      <a:pt x="226791" y="1200928"/>
                      <a:pt x="139493" y="1251803"/>
                      <a:pt x="124029" y="1264377"/>
                    </a:cubicBezTo>
                    <a:cubicBezTo>
                      <a:pt x="88764" y="1292994"/>
                      <a:pt x="56244" y="1322623"/>
                      <a:pt x="34565" y="1363308"/>
                    </a:cubicBezTo>
                    <a:cubicBezTo>
                      <a:pt x="-88576" y="1594414"/>
                      <a:pt x="143179" y="1879574"/>
                      <a:pt x="323627" y="2005099"/>
                    </a:cubicBezTo>
                    <a:cubicBezTo>
                      <a:pt x="384908" y="2047735"/>
                      <a:pt x="472711" y="2080327"/>
                      <a:pt x="548372" y="2069054"/>
                    </a:cubicBezTo>
                    <a:cubicBezTo>
                      <a:pt x="619843" y="2058431"/>
                      <a:pt x="687989" y="2036607"/>
                      <a:pt x="746886" y="1994259"/>
                    </a:cubicBezTo>
                    <a:cubicBezTo>
                      <a:pt x="765386" y="1980962"/>
                      <a:pt x="781357" y="1969905"/>
                      <a:pt x="804409" y="1972507"/>
                    </a:cubicBezTo>
                    <a:cubicBezTo>
                      <a:pt x="813948" y="1976048"/>
                      <a:pt x="823559" y="1979445"/>
                      <a:pt x="833099" y="1983202"/>
                    </a:cubicBezTo>
                    <a:cubicBezTo>
                      <a:pt x="882818" y="2002859"/>
                      <a:pt x="931958" y="2025116"/>
                      <a:pt x="984929" y="2034439"/>
                    </a:cubicBezTo>
                    <a:cubicBezTo>
                      <a:pt x="1063409" y="2048314"/>
                      <a:pt x="1127942" y="2015505"/>
                      <a:pt x="1187633" y="1969183"/>
                    </a:cubicBezTo>
                    <a:cubicBezTo>
                      <a:pt x="1183297" y="1972579"/>
                      <a:pt x="1350520" y="2113642"/>
                      <a:pt x="1369598" y="2124626"/>
                    </a:cubicBezTo>
                    <a:cubicBezTo>
                      <a:pt x="1439334" y="2165095"/>
                      <a:pt x="1518537" y="2153677"/>
                      <a:pt x="1565582" y="2082495"/>
                    </a:cubicBezTo>
                    <a:cubicBezTo>
                      <a:pt x="1712281" y="1860568"/>
                      <a:pt x="1817428" y="1612914"/>
                      <a:pt x="1957551" y="1386795"/>
                    </a:cubicBezTo>
                    <a:cubicBezTo>
                      <a:pt x="1973449" y="1361141"/>
                      <a:pt x="1978001" y="1339389"/>
                      <a:pt x="1959790" y="1314674"/>
                    </a:cubicBezTo>
                    <a:cubicBezTo>
                      <a:pt x="1960080" y="1315107"/>
                      <a:pt x="2163290" y="1088627"/>
                      <a:pt x="2181140" y="1066948"/>
                    </a:cubicBezTo>
                    <a:cubicBezTo>
                      <a:pt x="2255574" y="976182"/>
                      <a:pt x="2325816" y="877684"/>
                      <a:pt x="2382328" y="774633"/>
                    </a:cubicBezTo>
                    <a:cubicBezTo>
                      <a:pt x="2432624" y="682928"/>
                      <a:pt x="2480681" y="584792"/>
                      <a:pt x="2510960" y="482681"/>
                    </a:cubicBezTo>
                    <a:cubicBezTo>
                      <a:pt x="2543841" y="371681"/>
                      <a:pt x="2545648" y="254827"/>
                      <a:pt x="2546370" y="139997"/>
                    </a:cubicBezTo>
                    <a:cubicBezTo>
                      <a:pt x="2543190" y="114993"/>
                      <a:pt x="2545286" y="88472"/>
                      <a:pt x="2517826" y="72718"/>
                    </a:cubicBezTo>
                    <a:close/>
                    <a:moveTo>
                      <a:pt x="1099253" y="1095059"/>
                    </a:moveTo>
                    <a:cubicBezTo>
                      <a:pt x="1099180" y="1094770"/>
                      <a:pt x="1099108" y="1094408"/>
                      <a:pt x="1099036" y="1094119"/>
                    </a:cubicBezTo>
                    <a:cubicBezTo>
                      <a:pt x="1099470" y="1094119"/>
                      <a:pt x="1099903" y="1094192"/>
                      <a:pt x="1100409" y="1094192"/>
                    </a:cubicBezTo>
                    <a:cubicBezTo>
                      <a:pt x="1100047" y="1094481"/>
                      <a:pt x="1099686" y="1094770"/>
                      <a:pt x="1099253" y="1095059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/>
              <p:cNvSpPr/>
              <p:nvPr/>
            </p:nvSpPr>
            <p:spPr>
              <a:xfrm>
                <a:off x="8930713" y="-56305"/>
                <a:ext cx="2437663" cy="2116158"/>
              </a:xfrm>
              <a:custGeom>
                <a:avLst/>
                <a:gdLst>
                  <a:gd name="connsiteX0" fmla="*/ 2365613 w 2392711"/>
                  <a:gd name="connsiteY0" fmla="*/ 0 h 2077135"/>
                  <a:gd name="connsiteX1" fmla="*/ 0 w 2392711"/>
                  <a:gd name="connsiteY1" fmla="*/ 1766459 h 2077135"/>
                  <a:gd name="connsiteX2" fmla="*/ 97775 w 2392711"/>
                  <a:gd name="connsiteY2" fmla="*/ 1873557 h 2077135"/>
                  <a:gd name="connsiteX3" fmla="*/ 110855 w 2392711"/>
                  <a:gd name="connsiteY3" fmla="*/ 1880494 h 2077135"/>
                  <a:gd name="connsiteX4" fmla="*/ 236380 w 2392711"/>
                  <a:gd name="connsiteY4" fmla="*/ 1967646 h 2077135"/>
                  <a:gd name="connsiteX5" fmla="*/ 368048 w 2392711"/>
                  <a:gd name="connsiteY5" fmla="*/ 1999443 h 2077135"/>
                  <a:gd name="connsiteX6" fmla="*/ 436556 w 2392711"/>
                  <a:gd name="connsiteY6" fmla="*/ 1986435 h 2077135"/>
                  <a:gd name="connsiteX7" fmla="*/ 593300 w 2392711"/>
                  <a:gd name="connsiteY7" fmla="*/ 1920529 h 2077135"/>
                  <a:gd name="connsiteX8" fmla="*/ 650823 w 2392711"/>
                  <a:gd name="connsiteY8" fmla="*/ 1898777 h 2077135"/>
                  <a:gd name="connsiteX9" fmla="*/ 650823 w 2392711"/>
                  <a:gd name="connsiteY9" fmla="*/ 1898777 h 2077135"/>
                  <a:gd name="connsiteX10" fmla="*/ 650823 w 2392711"/>
                  <a:gd name="connsiteY10" fmla="*/ 1898777 h 2077135"/>
                  <a:gd name="connsiteX11" fmla="*/ 679513 w 2392711"/>
                  <a:gd name="connsiteY11" fmla="*/ 1909473 h 2077135"/>
                  <a:gd name="connsiteX12" fmla="*/ 831342 w 2392711"/>
                  <a:gd name="connsiteY12" fmla="*/ 1960709 h 2077135"/>
                  <a:gd name="connsiteX13" fmla="*/ 1034047 w 2392711"/>
                  <a:gd name="connsiteY13" fmla="*/ 1895453 h 2077135"/>
                  <a:gd name="connsiteX14" fmla="*/ 1034047 w 2392711"/>
                  <a:gd name="connsiteY14" fmla="*/ 1895453 h 2077135"/>
                  <a:gd name="connsiteX15" fmla="*/ 1132762 w 2392711"/>
                  <a:gd name="connsiteY15" fmla="*/ 1990699 h 2077135"/>
                  <a:gd name="connsiteX16" fmla="*/ 1257565 w 2392711"/>
                  <a:gd name="connsiteY16" fmla="*/ 2072070 h 2077135"/>
                  <a:gd name="connsiteX17" fmla="*/ 1419439 w 2392711"/>
                  <a:gd name="connsiteY17" fmla="*/ 1998937 h 2077135"/>
                  <a:gd name="connsiteX18" fmla="*/ 1499655 w 2392711"/>
                  <a:gd name="connsiteY18" fmla="*/ 1852383 h 2077135"/>
                  <a:gd name="connsiteX19" fmla="*/ 1706551 w 2392711"/>
                  <a:gd name="connsiteY19" fmla="*/ 1484045 h 2077135"/>
                  <a:gd name="connsiteX20" fmla="*/ 1803965 w 2392711"/>
                  <a:gd name="connsiteY20" fmla="*/ 1313282 h 2077135"/>
                  <a:gd name="connsiteX21" fmla="*/ 1806205 w 2392711"/>
                  <a:gd name="connsiteY21" fmla="*/ 1241161 h 2077135"/>
                  <a:gd name="connsiteX22" fmla="*/ 1806205 w 2392711"/>
                  <a:gd name="connsiteY22" fmla="*/ 1241161 h 2077135"/>
                  <a:gd name="connsiteX23" fmla="*/ 1806205 w 2392711"/>
                  <a:gd name="connsiteY23" fmla="*/ 1241161 h 2077135"/>
                  <a:gd name="connsiteX24" fmla="*/ 2085728 w 2392711"/>
                  <a:gd name="connsiteY24" fmla="*/ 920808 h 2077135"/>
                  <a:gd name="connsiteX25" fmla="*/ 2164136 w 2392711"/>
                  <a:gd name="connsiteY25" fmla="*/ 803376 h 2077135"/>
                  <a:gd name="connsiteX26" fmla="*/ 2164136 w 2392711"/>
                  <a:gd name="connsiteY26" fmla="*/ 803376 h 2077135"/>
                  <a:gd name="connsiteX27" fmla="*/ 2228670 w 2392711"/>
                  <a:gd name="connsiteY27" fmla="*/ 701193 h 2077135"/>
                  <a:gd name="connsiteX28" fmla="*/ 2361927 w 2392711"/>
                  <a:gd name="connsiteY28" fmla="*/ 393486 h 2077135"/>
                  <a:gd name="connsiteX29" fmla="*/ 2391628 w 2392711"/>
                  <a:gd name="connsiteY29" fmla="*/ 237609 h 2077135"/>
                  <a:gd name="connsiteX30" fmla="*/ 2392712 w 2392711"/>
                  <a:gd name="connsiteY30" fmla="*/ 66557 h 2077135"/>
                  <a:gd name="connsiteX31" fmla="*/ 2365613 w 2392711"/>
                  <a:gd name="connsiteY31" fmla="*/ 0 h 207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92711" h="2077135">
                    <a:moveTo>
                      <a:pt x="2365613" y="0"/>
                    </a:moveTo>
                    <a:lnTo>
                      <a:pt x="0" y="1766459"/>
                    </a:lnTo>
                    <a:cubicBezTo>
                      <a:pt x="30134" y="1804109"/>
                      <a:pt x="63088" y="1839519"/>
                      <a:pt x="97775" y="1873557"/>
                    </a:cubicBezTo>
                    <a:cubicBezTo>
                      <a:pt x="102184" y="1875797"/>
                      <a:pt x="107459" y="1877170"/>
                      <a:pt x="110855" y="1880494"/>
                    </a:cubicBezTo>
                    <a:cubicBezTo>
                      <a:pt x="148000" y="1916338"/>
                      <a:pt x="185650" y="1951892"/>
                      <a:pt x="236380" y="1967646"/>
                    </a:cubicBezTo>
                    <a:cubicBezTo>
                      <a:pt x="279450" y="1981088"/>
                      <a:pt x="320498" y="2000383"/>
                      <a:pt x="368048" y="1999443"/>
                    </a:cubicBezTo>
                    <a:cubicBezTo>
                      <a:pt x="392474" y="1998937"/>
                      <a:pt x="413142" y="1988097"/>
                      <a:pt x="436556" y="1986435"/>
                    </a:cubicBezTo>
                    <a:cubicBezTo>
                      <a:pt x="496031" y="1982172"/>
                      <a:pt x="546617" y="1954133"/>
                      <a:pt x="593300" y="1920529"/>
                    </a:cubicBezTo>
                    <a:cubicBezTo>
                      <a:pt x="611799" y="1907232"/>
                      <a:pt x="627771" y="1896176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60363" y="1902318"/>
                      <a:pt x="669974" y="1905715"/>
                      <a:pt x="679513" y="1909473"/>
                    </a:cubicBezTo>
                    <a:cubicBezTo>
                      <a:pt x="729231" y="1929129"/>
                      <a:pt x="778372" y="1951387"/>
                      <a:pt x="831342" y="1960709"/>
                    </a:cubicBezTo>
                    <a:cubicBezTo>
                      <a:pt x="909823" y="1974584"/>
                      <a:pt x="974356" y="1941775"/>
                      <a:pt x="1034047" y="1895453"/>
                    </a:cubicBezTo>
                    <a:lnTo>
                      <a:pt x="1034047" y="1895453"/>
                    </a:lnTo>
                    <a:cubicBezTo>
                      <a:pt x="1066856" y="1927322"/>
                      <a:pt x="1098653" y="1960275"/>
                      <a:pt x="1132762" y="1990699"/>
                    </a:cubicBezTo>
                    <a:cubicBezTo>
                      <a:pt x="1170051" y="2023941"/>
                      <a:pt x="1210448" y="2054076"/>
                      <a:pt x="1257565" y="2072070"/>
                    </a:cubicBezTo>
                    <a:cubicBezTo>
                      <a:pt x="1308512" y="2091509"/>
                      <a:pt x="1393207" y="2052414"/>
                      <a:pt x="1419439" y="1998937"/>
                    </a:cubicBezTo>
                    <a:cubicBezTo>
                      <a:pt x="1443937" y="1948857"/>
                      <a:pt x="1471254" y="1899933"/>
                      <a:pt x="1499655" y="1852383"/>
                    </a:cubicBezTo>
                    <a:cubicBezTo>
                      <a:pt x="1571848" y="1731338"/>
                      <a:pt x="1637032" y="1606535"/>
                      <a:pt x="1706551" y="1484045"/>
                    </a:cubicBezTo>
                    <a:cubicBezTo>
                      <a:pt x="1738926" y="1427028"/>
                      <a:pt x="1769422" y="1368926"/>
                      <a:pt x="1803965" y="1313282"/>
                    </a:cubicBezTo>
                    <a:cubicBezTo>
                      <a:pt x="1819863" y="1287627"/>
                      <a:pt x="1824416" y="1265876"/>
                      <a:pt x="1806205" y="1241161"/>
                    </a:cubicBezTo>
                    <a:lnTo>
                      <a:pt x="1806205" y="1241161"/>
                    </a:lnTo>
                    <a:cubicBezTo>
                      <a:pt x="1806205" y="1241161"/>
                      <a:pt x="1806205" y="1241161"/>
                      <a:pt x="1806205" y="1241161"/>
                    </a:cubicBezTo>
                    <a:cubicBezTo>
                      <a:pt x="1907955" y="1141868"/>
                      <a:pt x="1997564" y="1031952"/>
                      <a:pt x="2085728" y="920808"/>
                    </a:cubicBezTo>
                    <a:cubicBezTo>
                      <a:pt x="2109432" y="880050"/>
                      <a:pt x="2143251" y="846013"/>
                      <a:pt x="2164136" y="803376"/>
                    </a:cubicBezTo>
                    <a:cubicBezTo>
                      <a:pt x="2164136" y="803376"/>
                      <a:pt x="2164136" y="803376"/>
                      <a:pt x="2164136" y="803376"/>
                    </a:cubicBezTo>
                    <a:cubicBezTo>
                      <a:pt x="2185743" y="769339"/>
                      <a:pt x="2209302" y="736458"/>
                      <a:pt x="2228670" y="701193"/>
                    </a:cubicBezTo>
                    <a:cubicBezTo>
                      <a:pt x="2282579" y="602839"/>
                      <a:pt x="2333165" y="502679"/>
                      <a:pt x="2361927" y="393486"/>
                    </a:cubicBezTo>
                    <a:cubicBezTo>
                      <a:pt x="2375368" y="342322"/>
                      <a:pt x="2391195" y="291302"/>
                      <a:pt x="2391628" y="237609"/>
                    </a:cubicBezTo>
                    <a:cubicBezTo>
                      <a:pt x="2392062" y="180592"/>
                      <a:pt x="2392350" y="123574"/>
                      <a:pt x="2392712" y="66557"/>
                    </a:cubicBezTo>
                    <a:cubicBezTo>
                      <a:pt x="2389532" y="41769"/>
                      <a:pt x="2391483" y="15826"/>
                      <a:pt x="2365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/>
              <p:cNvSpPr/>
              <p:nvPr/>
            </p:nvSpPr>
            <p:spPr>
              <a:xfrm>
                <a:off x="8768009" y="1076673"/>
                <a:ext cx="825607" cy="911522"/>
              </a:xfrm>
              <a:custGeom>
                <a:avLst/>
                <a:gdLst>
                  <a:gd name="connsiteX0" fmla="*/ 250036 w 810382"/>
                  <a:gd name="connsiteY0" fmla="*/ 768915 h 894713"/>
                  <a:gd name="connsiteX1" fmla="*/ 175169 w 810382"/>
                  <a:gd name="connsiteY1" fmla="*/ 689351 h 894713"/>
                  <a:gd name="connsiteX2" fmla="*/ 33456 w 810382"/>
                  <a:gd name="connsiteY2" fmla="*/ 184865 h 894713"/>
                  <a:gd name="connsiteX3" fmla="*/ 121548 w 810382"/>
                  <a:gd name="connsiteY3" fmla="*/ 84994 h 894713"/>
                  <a:gd name="connsiteX4" fmla="*/ 233993 w 810382"/>
                  <a:gd name="connsiteY4" fmla="*/ 10 h 894713"/>
                  <a:gd name="connsiteX5" fmla="*/ 240496 w 810382"/>
                  <a:gd name="connsiteY5" fmla="*/ 59990 h 894713"/>
                  <a:gd name="connsiteX6" fmla="*/ 775478 w 810382"/>
                  <a:gd name="connsiteY6" fmla="*/ 767831 h 894713"/>
                  <a:gd name="connsiteX7" fmla="*/ 810382 w 810382"/>
                  <a:gd name="connsiteY7" fmla="*/ 786765 h 894713"/>
                  <a:gd name="connsiteX8" fmla="*/ 691000 w 810382"/>
                  <a:gd name="connsiteY8" fmla="*/ 849491 h 894713"/>
                  <a:gd name="connsiteX9" fmla="*/ 520381 w 810382"/>
                  <a:gd name="connsiteY9" fmla="*/ 894657 h 894713"/>
                  <a:gd name="connsiteX10" fmla="*/ 250036 w 810382"/>
                  <a:gd name="connsiteY10" fmla="*/ 768915 h 8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0382" h="894713">
                    <a:moveTo>
                      <a:pt x="250036" y="768915"/>
                    </a:moveTo>
                    <a:cubicBezTo>
                      <a:pt x="223442" y="743550"/>
                      <a:pt x="198583" y="716306"/>
                      <a:pt x="175169" y="689351"/>
                    </a:cubicBezTo>
                    <a:cubicBezTo>
                      <a:pt x="60122" y="556671"/>
                      <a:pt x="-59983" y="360181"/>
                      <a:pt x="33456" y="184865"/>
                    </a:cubicBezTo>
                    <a:cubicBezTo>
                      <a:pt x="54557" y="145191"/>
                      <a:pt x="87077" y="113105"/>
                      <a:pt x="121548" y="84994"/>
                    </a:cubicBezTo>
                    <a:cubicBezTo>
                      <a:pt x="128846" y="79068"/>
                      <a:pt x="233849" y="-1002"/>
                      <a:pt x="233993" y="10"/>
                    </a:cubicBezTo>
                    <a:cubicBezTo>
                      <a:pt x="238690" y="25664"/>
                      <a:pt x="238184" y="42718"/>
                      <a:pt x="240496" y="59990"/>
                    </a:cubicBezTo>
                    <a:cubicBezTo>
                      <a:pt x="273955" y="307499"/>
                      <a:pt x="501447" y="627563"/>
                      <a:pt x="775478" y="767831"/>
                    </a:cubicBezTo>
                    <a:cubicBezTo>
                      <a:pt x="787258" y="773829"/>
                      <a:pt x="798748" y="780477"/>
                      <a:pt x="810382" y="786765"/>
                    </a:cubicBezTo>
                    <a:cubicBezTo>
                      <a:pt x="784150" y="772456"/>
                      <a:pt x="712535" y="838796"/>
                      <a:pt x="691000" y="849491"/>
                    </a:cubicBezTo>
                    <a:cubicBezTo>
                      <a:pt x="640848" y="874495"/>
                      <a:pt x="576676" y="893501"/>
                      <a:pt x="520381" y="894657"/>
                    </a:cubicBezTo>
                    <a:cubicBezTo>
                      <a:pt x="412561" y="896753"/>
                      <a:pt x="324469" y="839952"/>
                      <a:pt x="250036" y="7689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>
                <a:off x="8979447" y="-131272"/>
                <a:ext cx="2394230" cy="2191162"/>
              </a:xfrm>
              <a:custGeom>
                <a:avLst/>
                <a:gdLst>
                  <a:gd name="connsiteX0" fmla="*/ 1754931 w 2394230"/>
                  <a:gd name="connsiteY0" fmla="*/ 1327151 h 2191162"/>
                  <a:gd name="connsiteX1" fmla="*/ 1791255 w 2394230"/>
                  <a:gd name="connsiteY1" fmla="*/ 1339372 h 2191162"/>
                  <a:gd name="connsiteX2" fmla="*/ 1788973 w 2394230"/>
                  <a:gd name="connsiteY2" fmla="*/ 1412848 h 2191162"/>
                  <a:gd name="connsiteX3" fmla="*/ 1689729 w 2394230"/>
                  <a:gd name="connsiteY3" fmla="*/ 1586820 h 2191162"/>
                  <a:gd name="connsiteX4" fmla="*/ 1478946 w 2394230"/>
                  <a:gd name="connsiteY4" fmla="*/ 1962077 h 2191162"/>
                  <a:gd name="connsiteX5" fmla="*/ 1397224 w 2394230"/>
                  <a:gd name="connsiteY5" fmla="*/ 2111385 h 2191162"/>
                  <a:gd name="connsiteX6" fmla="*/ 1236947 w 2394230"/>
                  <a:gd name="connsiteY6" fmla="*/ 2187511 h 2191162"/>
                  <a:gd name="connsiteX7" fmla="*/ 1106928 w 2394230"/>
                  <a:gd name="connsiteY7" fmla="*/ 2107999 h 2191162"/>
                  <a:gd name="connsiteX8" fmla="*/ 1004665 w 2394230"/>
                  <a:gd name="connsiteY8" fmla="*/ 2006104 h 2191162"/>
                  <a:gd name="connsiteX9" fmla="*/ 1118045 w 2394230"/>
                  <a:gd name="connsiteY9" fmla="*/ 1841703 h 2191162"/>
                  <a:gd name="connsiteX10" fmla="*/ 1287966 w 2394230"/>
                  <a:gd name="connsiteY10" fmla="*/ 1683340 h 2191162"/>
                  <a:gd name="connsiteX11" fmla="*/ 1719546 w 2394230"/>
                  <a:gd name="connsiteY11" fmla="*/ 1343200 h 2191162"/>
                  <a:gd name="connsiteX12" fmla="*/ 1754931 w 2394230"/>
                  <a:gd name="connsiteY12" fmla="*/ 1327151 h 2191162"/>
                  <a:gd name="connsiteX13" fmla="*/ 914404 w 2394230"/>
                  <a:gd name="connsiteY13" fmla="*/ 1114601 h 2191162"/>
                  <a:gd name="connsiteX14" fmla="*/ 914625 w 2394230"/>
                  <a:gd name="connsiteY14" fmla="*/ 1115557 h 2191162"/>
                  <a:gd name="connsiteX15" fmla="*/ 915803 w 2394230"/>
                  <a:gd name="connsiteY15" fmla="*/ 1114674 h 2191162"/>
                  <a:gd name="connsiteX16" fmla="*/ 914404 w 2394230"/>
                  <a:gd name="connsiteY16" fmla="*/ 1114601 h 2191162"/>
                  <a:gd name="connsiteX17" fmla="*/ 1319699 w 2394230"/>
                  <a:gd name="connsiteY17" fmla="*/ 810712 h 2191162"/>
                  <a:gd name="connsiteX18" fmla="*/ 1353124 w 2394230"/>
                  <a:gd name="connsiteY18" fmla="*/ 822317 h 2191162"/>
                  <a:gd name="connsiteX19" fmla="*/ 1370574 w 2394230"/>
                  <a:gd name="connsiteY19" fmla="*/ 843225 h 2191162"/>
                  <a:gd name="connsiteX20" fmla="*/ 1351946 w 2394230"/>
                  <a:gd name="connsiteY20" fmla="*/ 909707 h 2191162"/>
                  <a:gd name="connsiteX21" fmla="*/ 954086 w 2394230"/>
                  <a:gd name="connsiteY21" fmla="*/ 1310144 h 2191162"/>
                  <a:gd name="connsiteX22" fmla="*/ 746028 w 2394230"/>
                  <a:gd name="connsiteY22" fmla="*/ 1505834 h 2191162"/>
                  <a:gd name="connsiteX23" fmla="*/ 569774 w 2394230"/>
                  <a:gd name="connsiteY23" fmla="*/ 1573788 h 2191162"/>
                  <a:gd name="connsiteX24" fmla="*/ 471193 w 2394230"/>
                  <a:gd name="connsiteY24" fmla="*/ 1476753 h 2191162"/>
                  <a:gd name="connsiteX25" fmla="*/ 409937 w 2394230"/>
                  <a:gd name="connsiteY25" fmla="*/ 1381853 h 2191162"/>
                  <a:gd name="connsiteX26" fmla="*/ 368709 w 2394230"/>
                  <a:gd name="connsiteY26" fmla="*/ 1300204 h 2191162"/>
                  <a:gd name="connsiteX27" fmla="*/ 391312 w 2394230"/>
                  <a:gd name="connsiteY27" fmla="*/ 1231294 h 2191162"/>
                  <a:gd name="connsiteX28" fmla="*/ 830032 w 2394230"/>
                  <a:gd name="connsiteY28" fmla="*/ 1015430 h 2191162"/>
                  <a:gd name="connsiteX29" fmla="*/ 1284728 w 2394230"/>
                  <a:gd name="connsiteY29" fmla="*/ 817384 h 2191162"/>
                  <a:gd name="connsiteX30" fmla="*/ 1319699 w 2394230"/>
                  <a:gd name="connsiteY30" fmla="*/ 810712 h 2191162"/>
                  <a:gd name="connsiteX31" fmla="*/ 953467 w 2394230"/>
                  <a:gd name="connsiteY31" fmla="*/ 284618 h 2191162"/>
                  <a:gd name="connsiteX32" fmla="*/ 992002 w 2394230"/>
                  <a:gd name="connsiteY32" fmla="*/ 319322 h 2191162"/>
                  <a:gd name="connsiteX33" fmla="*/ 961080 w 2394230"/>
                  <a:gd name="connsiteY33" fmla="*/ 379104 h 2191162"/>
                  <a:gd name="connsiteX34" fmla="*/ 305171 w 2394230"/>
                  <a:gd name="connsiteY34" fmla="*/ 830267 h 2191162"/>
                  <a:gd name="connsiteX35" fmla="*/ 167717 w 2394230"/>
                  <a:gd name="connsiteY35" fmla="*/ 855962 h 2191162"/>
                  <a:gd name="connsiteX36" fmla="*/ 3464 w 2394230"/>
                  <a:gd name="connsiteY36" fmla="*/ 597029 h 2191162"/>
                  <a:gd name="connsiteX37" fmla="*/ 31734 w 2394230"/>
                  <a:gd name="connsiteY37" fmla="*/ 525100 h 2191162"/>
                  <a:gd name="connsiteX38" fmla="*/ 442184 w 2394230"/>
                  <a:gd name="connsiteY38" fmla="*/ 389779 h 2191162"/>
                  <a:gd name="connsiteX39" fmla="*/ 933325 w 2394230"/>
                  <a:gd name="connsiteY39" fmla="*/ 285309 h 2191162"/>
                  <a:gd name="connsiteX40" fmla="*/ 953467 w 2394230"/>
                  <a:gd name="connsiteY40" fmla="*/ 284618 h 2191162"/>
                  <a:gd name="connsiteX41" fmla="*/ 2000566 w 2394230"/>
                  <a:gd name="connsiteY41" fmla="*/ 115 h 2191162"/>
                  <a:gd name="connsiteX42" fmla="*/ 2124621 w 2394230"/>
                  <a:gd name="connsiteY42" fmla="*/ 4069 h 2191162"/>
                  <a:gd name="connsiteX43" fmla="*/ 2359775 w 2394230"/>
                  <a:gd name="connsiteY43" fmla="*/ 74084 h 2191162"/>
                  <a:gd name="connsiteX44" fmla="*/ 2388782 w 2394230"/>
                  <a:gd name="connsiteY44" fmla="*/ 142701 h 2191162"/>
                  <a:gd name="connsiteX45" fmla="*/ 2221731 w 2394230"/>
                  <a:gd name="connsiteY45" fmla="*/ 789260 h 2191162"/>
                  <a:gd name="connsiteX46" fmla="*/ 2155986 w 2394230"/>
                  <a:gd name="connsiteY46" fmla="*/ 893436 h 2191162"/>
                  <a:gd name="connsiteX47" fmla="*/ 1912293 w 2394230"/>
                  <a:gd name="connsiteY47" fmla="*/ 736104 h 2191162"/>
                  <a:gd name="connsiteX48" fmla="*/ 1741414 w 2394230"/>
                  <a:gd name="connsiteY48" fmla="*/ 573544 h 2191162"/>
                  <a:gd name="connsiteX49" fmla="*/ 1601823 w 2394230"/>
                  <a:gd name="connsiteY49" fmla="*/ 360699 h 2191162"/>
                  <a:gd name="connsiteX50" fmla="*/ 1523120 w 2394230"/>
                  <a:gd name="connsiteY50" fmla="*/ 92711 h 2191162"/>
                  <a:gd name="connsiteX51" fmla="*/ 1634807 w 2394230"/>
                  <a:gd name="connsiteY51" fmla="*/ 55163 h 2191162"/>
                  <a:gd name="connsiteX52" fmla="*/ 2000566 w 2394230"/>
                  <a:gd name="connsiteY52" fmla="*/ 115 h 219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394230" h="2191162">
                    <a:moveTo>
                      <a:pt x="1754931" y="1327151"/>
                    </a:moveTo>
                    <a:cubicBezTo>
                      <a:pt x="1766775" y="1326083"/>
                      <a:pt x="1778776" y="1329727"/>
                      <a:pt x="1791255" y="1339372"/>
                    </a:cubicBezTo>
                    <a:cubicBezTo>
                      <a:pt x="1809808" y="1364478"/>
                      <a:pt x="1805170" y="1386712"/>
                      <a:pt x="1788973" y="1412848"/>
                    </a:cubicBezTo>
                    <a:cubicBezTo>
                      <a:pt x="1753855" y="1469538"/>
                      <a:pt x="1722712" y="1528805"/>
                      <a:pt x="1689729" y="1586820"/>
                    </a:cubicBezTo>
                    <a:cubicBezTo>
                      <a:pt x="1618904" y="1711611"/>
                      <a:pt x="1552496" y="1838759"/>
                      <a:pt x="1478946" y="1962077"/>
                    </a:cubicBezTo>
                    <a:cubicBezTo>
                      <a:pt x="1450012" y="2010521"/>
                      <a:pt x="1422182" y="2060364"/>
                      <a:pt x="1397224" y="2111385"/>
                    </a:cubicBezTo>
                    <a:cubicBezTo>
                      <a:pt x="1371162" y="2164615"/>
                      <a:pt x="1294962" y="2203561"/>
                      <a:pt x="1236947" y="2187511"/>
                    </a:cubicBezTo>
                    <a:cubicBezTo>
                      <a:pt x="1187618" y="2173891"/>
                      <a:pt x="1144549" y="2141644"/>
                      <a:pt x="1106928" y="2107999"/>
                    </a:cubicBezTo>
                    <a:cubicBezTo>
                      <a:pt x="1093822" y="2096292"/>
                      <a:pt x="1003267" y="2021049"/>
                      <a:pt x="1004665" y="2006104"/>
                    </a:cubicBezTo>
                    <a:cubicBezTo>
                      <a:pt x="1011438" y="1934247"/>
                      <a:pt x="1070116" y="1889043"/>
                      <a:pt x="1118045" y="1841703"/>
                    </a:cubicBezTo>
                    <a:cubicBezTo>
                      <a:pt x="1173189" y="1787296"/>
                      <a:pt x="1229804" y="1734508"/>
                      <a:pt x="1287966" y="1683340"/>
                    </a:cubicBezTo>
                    <a:cubicBezTo>
                      <a:pt x="1425863" y="1561935"/>
                      <a:pt x="1575097" y="1455918"/>
                      <a:pt x="1719546" y="1343200"/>
                    </a:cubicBezTo>
                    <a:cubicBezTo>
                      <a:pt x="1731399" y="1333998"/>
                      <a:pt x="1743087" y="1328218"/>
                      <a:pt x="1754931" y="1327151"/>
                    </a:cubicBezTo>
                    <a:close/>
                    <a:moveTo>
                      <a:pt x="914404" y="1114601"/>
                    </a:moveTo>
                    <a:cubicBezTo>
                      <a:pt x="914477" y="1114895"/>
                      <a:pt x="914552" y="1115263"/>
                      <a:pt x="914625" y="1115557"/>
                    </a:cubicBezTo>
                    <a:cubicBezTo>
                      <a:pt x="915066" y="1115263"/>
                      <a:pt x="915435" y="1114968"/>
                      <a:pt x="915803" y="1114674"/>
                    </a:cubicBezTo>
                    <a:cubicBezTo>
                      <a:pt x="915287" y="1114674"/>
                      <a:pt x="914846" y="1114601"/>
                      <a:pt x="914404" y="1114601"/>
                    </a:cubicBezTo>
                    <a:close/>
                    <a:moveTo>
                      <a:pt x="1319699" y="810712"/>
                    </a:moveTo>
                    <a:cubicBezTo>
                      <a:pt x="1331056" y="811457"/>
                      <a:pt x="1342154" y="815249"/>
                      <a:pt x="1353124" y="822317"/>
                    </a:cubicBezTo>
                    <a:cubicBezTo>
                      <a:pt x="1362548" y="826292"/>
                      <a:pt x="1369984" y="831887"/>
                      <a:pt x="1370574" y="843225"/>
                    </a:cubicBezTo>
                    <a:cubicBezTo>
                      <a:pt x="1370941" y="870760"/>
                      <a:pt x="1372634" y="887914"/>
                      <a:pt x="1351946" y="909707"/>
                    </a:cubicBezTo>
                    <a:cubicBezTo>
                      <a:pt x="1222370" y="1046131"/>
                      <a:pt x="1089701" y="1179684"/>
                      <a:pt x="954086" y="1310144"/>
                    </a:cubicBezTo>
                    <a:cubicBezTo>
                      <a:pt x="885470" y="1376183"/>
                      <a:pt x="816117" y="1441414"/>
                      <a:pt x="746028" y="1505834"/>
                    </a:cubicBezTo>
                    <a:cubicBezTo>
                      <a:pt x="692651" y="1554868"/>
                      <a:pt x="641483" y="1629227"/>
                      <a:pt x="569774" y="1573788"/>
                    </a:cubicBezTo>
                    <a:cubicBezTo>
                      <a:pt x="533036" y="1545370"/>
                      <a:pt x="504396" y="1508705"/>
                      <a:pt x="471193" y="1476753"/>
                    </a:cubicBezTo>
                    <a:cubicBezTo>
                      <a:pt x="450726" y="1445095"/>
                      <a:pt x="429964" y="1413732"/>
                      <a:pt x="409937" y="1381853"/>
                    </a:cubicBezTo>
                    <a:cubicBezTo>
                      <a:pt x="393667" y="1356011"/>
                      <a:pt x="380121" y="1328697"/>
                      <a:pt x="368709" y="1300204"/>
                    </a:cubicBezTo>
                    <a:cubicBezTo>
                      <a:pt x="356634" y="1270166"/>
                      <a:pt x="362746" y="1249404"/>
                      <a:pt x="391312" y="1231294"/>
                    </a:cubicBezTo>
                    <a:cubicBezTo>
                      <a:pt x="528103" y="1144712"/>
                      <a:pt x="682638" y="1081912"/>
                      <a:pt x="830032" y="1015430"/>
                    </a:cubicBezTo>
                    <a:cubicBezTo>
                      <a:pt x="980738" y="947476"/>
                      <a:pt x="1132623" y="882171"/>
                      <a:pt x="1284728" y="817384"/>
                    </a:cubicBezTo>
                    <a:cubicBezTo>
                      <a:pt x="1296729" y="812267"/>
                      <a:pt x="1308343" y="809966"/>
                      <a:pt x="1319699" y="810712"/>
                    </a:cubicBezTo>
                    <a:close/>
                    <a:moveTo>
                      <a:pt x="953467" y="284618"/>
                    </a:moveTo>
                    <a:cubicBezTo>
                      <a:pt x="971323" y="287697"/>
                      <a:pt x="982781" y="301377"/>
                      <a:pt x="992002" y="319322"/>
                    </a:cubicBezTo>
                    <a:cubicBezTo>
                      <a:pt x="997081" y="347226"/>
                      <a:pt x="983167" y="364012"/>
                      <a:pt x="961080" y="379104"/>
                    </a:cubicBezTo>
                    <a:cubicBezTo>
                      <a:pt x="742124" y="529002"/>
                      <a:pt x="523316" y="679119"/>
                      <a:pt x="305171" y="830267"/>
                    </a:cubicBezTo>
                    <a:cubicBezTo>
                      <a:pt x="262249" y="860010"/>
                      <a:pt x="217633" y="869140"/>
                      <a:pt x="167717" y="855962"/>
                    </a:cubicBezTo>
                    <a:cubicBezTo>
                      <a:pt x="65233" y="818634"/>
                      <a:pt x="32397" y="689573"/>
                      <a:pt x="3464" y="597029"/>
                    </a:cubicBezTo>
                    <a:cubicBezTo>
                      <a:pt x="-6108" y="566328"/>
                      <a:pt x="4421" y="541591"/>
                      <a:pt x="31734" y="525100"/>
                    </a:cubicBezTo>
                    <a:cubicBezTo>
                      <a:pt x="151005" y="453169"/>
                      <a:pt x="307969" y="424236"/>
                      <a:pt x="442184" y="389779"/>
                    </a:cubicBezTo>
                    <a:cubicBezTo>
                      <a:pt x="604597" y="348109"/>
                      <a:pt x="769586" y="319543"/>
                      <a:pt x="933325" y="285309"/>
                    </a:cubicBezTo>
                    <a:cubicBezTo>
                      <a:pt x="940853" y="283744"/>
                      <a:pt x="947516" y="283592"/>
                      <a:pt x="953467" y="284618"/>
                    </a:cubicBezTo>
                    <a:close/>
                    <a:moveTo>
                      <a:pt x="2000566" y="115"/>
                    </a:moveTo>
                    <a:cubicBezTo>
                      <a:pt x="2041772" y="-417"/>
                      <a:pt x="2083135" y="903"/>
                      <a:pt x="2124621" y="4069"/>
                    </a:cubicBezTo>
                    <a:cubicBezTo>
                      <a:pt x="2206197" y="10326"/>
                      <a:pt x="2288728" y="33370"/>
                      <a:pt x="2359775" y="74084"/>
                    </a:cubicBezTo>
                    <a:cubicBezTo>
                      <a:pt x="2387750" y="90134"/>
                      <a:pt x="2385616" y="117080"/>
                      <a:pt x="2388782" y="142701"/>
                    </a:cubicBezTo>
                    <a:cubicBezTo>
                      <a:pt x="2417053" y="375939"/>
                      <a:pt x="2331429" y="589225"/>
                      <a:pt x="2221731" y="789260"/>
                    </a:cubicBezTo>
                    <a:cubicBezTo>
                      <a:pt x="2202000" y="825187"/>
                      <a:pt x="2177999" y="858760"/>
                      <a:pt x="2155986" y="893436"/>
                    </a:cubicBezTo>
                    <a:cubicBezTo>
                      <a:pt x="2139789" y="918763"/>
                      <a:pt x="1932539" y="751859"/>
                      <a:pt x="1912293" y="736104"/>
                    </a:cubicBezTo>
                    <a:cubicBezTo>
                      <a:pt x="1849934" y="687659"/>
                      <a:pt x="1792360" y="633326"/>
                      <a:pt x="1741414" y="573544"/>
                    </a:cubicBezTo>
                    <a:cubicBezTo>
                      <a:pt x="1686342" y="508829"/>
                      <a:pt x="1639003" y="437709"/>
                      <a:pt x="1601823" y="360699"/>
                    </a:cubicBezTo>
                    <a:cubicBezTo>
                      <a:pt x="1588129" y="332280"/>
                      <a:pt x="1486456" y="118479"/>
                      <a:pt x="1523120" y="92711"/>
                    </a:cubicBezTo>
                    <a:cubicBezTo>
                      <a:pt x="1556619" y="69226"/>
                      <a:pt x="1597333" y="66133"/>
                      <a:pt x="1634807" y="55163"/>
                    </a:cubicBezTo>
                    <a:cubicBezTo>
                      <a:pt x="1754740" y="19990"/>
                      <a:pt x="1876949" y="1713"/>
                      <a:pt x="2000566" y="1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8830635" y="-95620"/>
                <a:ext cx="2383721" cy="1860601"/>
              </a:xfrm>
              <a:custGeom>
                <a:avLst/>
                <a:gdLst>
                  <a:gd name="connsiteX0" fmla="*/ 115613 w 2383721"/>
                  <a:gd name="connsiteY0" fmla="*/ 1324334 h 1860601"/>
                  <a:gd name="connsiteX1" fmla="*/ 156989 w 2383721"/>
                  <a:gd name="connsiteY1" fmla="*/ 1366888 h 1860601"/>
                  <a:gd name="connsiteX2" fmla="*/ 351280 w 2383721"/>
                  <a:gd name="connsiteY2" fmla="*/ 1708058 h 1860601"/>
                  <a:gd name="connsiteX3" fmla="*/ 366226 w 2383721"/>
                  <a:gd name="connsiteY3" fmla="*/ 1770859 h 1860601"/>
                  <a:gd name="connsiteX4" fmla="*/ 258736 w 2383721"/>
                  <a:gd name="connsiteY4" fmla="*/ 1853096 h 1860601"/>
                  <a:gd name="connsiteX5" fmla="*/ 208673 w 2383721"/>
                  <a:gd name="connsiteY5" fmla="*/ 1851035 h 1860601"/>
                  <a:gd name="connsiteX6" fmla="*/ 16663 w 2383721"/>
                  <a:gd name="connsiteY6" fmla="*/ 1605796 h 1860601"/>
                  <a:gd name="connsiteX7" fmla="*/ 63341 w 2383721"/>
                  <a:gd name="connsiteY7" fmla="*/ 1344728 h 1860601"/>
                  <a:gd name="connsiteX8" fmla="*/ 115613 w 2383721"/>
                  <a:gd name="connsiteY8" fmla="*/ 1324334 h 1860601"/>
                  <a:gd name="connsiteX9" fmla="*/ 1437223 w 2383721"/>
                  <a:gd name="connsiteY9" fmla="*/ 852411 h 1860601"/>
                  <a:gd name="connsiteX10" fmla="*/ 1374496 w 2383721"/>
                  <a:gd name="connsiteY10" fmla="*/ 909837 h 1860601"/>
                  <a:gd name="connsiteX11" fmla="*/ 733238 w 2383721"/>
                  <a:gd name="connsiteY11" fmla="*/ 1388020 h 1860601"/>
                  <a:gd name="connsiteX12" fmla="*/ 679345 w 2383721"/>
                  <a:gd name="connsiteY12" fmla="*/ 1389272 h 1860601"/>
                  <a:gd name="connsiteX13" fmla="*/ 690537 w 2383721"/>
                  <a:gd name="connsiteY13" fmla="*/ 1346644 h 1860601"/>
                  <a:gd name="connsiteX14" fmla="*/ 1066677 w 2383721"/>
                  <a:gd name="connsiteY14" fmla="*/ 1081968 h 1860601"/>
                  <a:gd name="connsiteX15" fmla="*/ 1393271 w 2383721"/>
                  <a:gd name="connsiteY15" fmla="*/ 866767 h 1860601"/>
                  <a:gd name="connsiteX16" fmla="*/ 1437223 w 2383721"/>
                  <a:gd name="connsiteY16" fmla="*/ 852411 h 1860601"/>
                  <a:gd name="connsiteX17" fmla="*/ 1012122 w 2383721"/>
                  <a:gd name="connsiteY17" fmla="*/ 306348 h 1860601"/>
                  <a:gd name="connsiteX18" fmla="*/ 1035239 w 2383721"/>
                  <a:gd name="connsiteY18" fmla="*/ 322692 h 1860601"/>
                  <a:gd name="connsiteX19" fmla="*/ 1018306 w 2383721"/>
                  <a:gd name="connsiteY19" fmla="*/ 343380 h 1860601"/>
                  <a:gd name="connsiteX20" fmla="*/ 772626 w 2383721"/>
                  <a:gd name="connsiteY20" fmla="*/ 425911 h 1860601"/>
                  <a:gd name="connsiteX21" fmla="*/ 343550 w 2383721"/>
                  <a:gd name="connsiteY21" fmla="*/ 626460 h 1860601"/>
                  <a:gd name="connsiteX22" fmla="*/ 302689 w 2383721"/>
                  <a:gd name="connsiteY22" fmla="*/ 656278 h 1860601"/>
                  <a:gd name="connsiteX23" fmla="*/ 253583 w 2383721"/>
                  <a:gd name="connsiteY23" fmla="*/ 644572 h 1860601"/>
                  <a:gd name="connsiteX24" fmla="*/ 212132 w 2383721"/>
                  <a:gd name="connsiteY24" fmla="*/ 562556 h 1860601"/>
                  <a:gd name="connsiteX25" fmla="*/ 229802 w 2383721"/>
                  <a:gd name="connsiteY25" fmla="*/ 514774 h 1860601"/>
                  <a:gd name="connsiteX26" fmla="*/ 420340 w 2383721"/>
                  <a:gd name="connsiteY26" fmla="*/ 446379 h 1860601"/>
                  <a:gd name="connsiteX27" fmla="*/ 894104 w 2383721"/>
                  <a:gd name="connsiteY27" fmla="*/ 326005 h 1860601"/>
                  <a:gd name="connsiteX28" fmla="*/ 1012122 w 2383721"/>
                  <a:gd name="connsiteY28" fmla="*/ 306348 h 1860601"/>
                  <a:gd name="connsiteX29" fmla="*/ 2142532 w 2383721"/>
                  <a:gd name="connsiteY29" fmla="*/ 0 h 1860601"/>
                  <a:gd name="connsiteX30" fmla="*/ 2340285 w 2383721"/>
                  <a:gd name="connsiteY30" fmla="*/ 23044 h 1860601"/>
                  <a:gd name="connsiteX31" fmla="*/ 2383428 w 2383721"/>
                  <a:gd name="connsiteY31" fmla="*/ 61697 h 1860601"/>
                  <a:gd name="connsiteX32" fmla="*/ 2349119 w 2383721"/>
                  <a:gd name="connsiteY32" fmla="*/ 108595 h 1860601"/>
                  <a:gd name="connsiteX33" fmla="*/ 1857611 w 2383721"/>
                  <a:gd name="connsiteY33" fmla="*/ 316801 h 1860601"/>
                  <a:gd name="connsiteX34" fmla="*/ 1792013 w 2383721"/>
                  <a:gd name="connsiteY34" fmla="*/ 294787 h 1860601"/>
                  <a:gd name="connsiteX35" fmla="*/ 1725899 w 2383721"/>
                  <a:gd name="connsiteY35" fmla="*/ 128325 h 1860601"/>
                  <a:gd name="connsiteX36" fmla="*/ 1757484 w 2383721"/>
                  <a:gd name="connsiteY36" fmla="*/ 70163 h 1860601"/>
                  <a:gd name="connsiteX37" fmla="*/ 2142532 w 2383721"/>
                  <a:gd name="connsiteY37" fmla="*/ 0 h 186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383721" h="1860601">
                    <a:moveTo>
                      <a:pt x="115613" y="1324334"/>
                    </a:moveTo>
                    <a:cubicBezTo>
                      <a:pt x="137331" y="1330740"/>
                      <a:pt x="151394" y="1343108"/>
                      <a:pt x="156989" y="1366888"/>
                    </a:cubicBezTo>
                    <a:cubicBezTo>
                      <a:pt x="188131" y="1499631"/>
                      <a:pt x="253804" y="1612937"/>
                      <a:pt x="351280" y="1708058"/>
                    </a:cubicBezTo>
                    <a:cubicBezTo>
                      <a:pt x="368950" y="1725360"/>
                      <a:pt x="391331" y="1750613"/>
                      <a:pt x="366226" y="1770859"/>
                    </a:cubicBezTo>
                    <a:cubicBezTo>
                      <a:pt x="335156" y="1792504"/>
                      <a:pt x="291056" y="1833218"/>
                      <a:pt x="258736" y="1853096"/>
                    </a:cubicBezTo>
                    <a:cubicBezTo>
                      <a:pt x="242613" y="1862962"/>
                      <a:pt x="225458" y="1863918"/>
                      <a:pt x="208673" y="1851035"/>
                    </a:cubicBezTo>
                    <a:cubicBezTo>
                      <a:pt x="123342" y="1785878"/>
                      <a:pt x="54212" y="1708279"/>
                      <a:pt x="16663" y="1605796"/>
                    </a:cubicBezTo>
                    <a:cubicBezTo>
                      <a:pt x="-18602" y="1509717"/>
                      <a:pt x="4516" y="1423578"/>
                      <a:pt x="63341" y="1344728"/>
                    </a:cubicBezTo>
                    <a:cubicBezTo>
                      <a:pt x="75047" y="1329046"/>
                      <a:pt x="93010" y="1317707"/>
                      <a:pt x="115613" y="1324334"/>
                    </a:cubicBezTo>
                    <a:close/>
                    <a:moveTo>
                      <a:pt x="1437223" y="852411"/>
                    </a:moveTo>
                    <a:cubicBezTo>
                      <a:pt x="1417860" y="871406"/>
                      <a:pt x="1392459" y="895701"/>
                      <a:pt x="1374496" y="909837"/>
                    </a:cubicBezTo>
                    <a:cubicBezTo>
                      <a:pt x="1256626" y="1002897"/>
                      <a:pt x="793314" y="1341195"/>
                      <a:pt x="733238" y="1388020"/>
                    </a:cubicBezTo>
                    <a:cubicBezTo>
                      <a:pt x="704672" y="1410254"/>
                      <a:pt x="691788" y="1412905"/>
                      <a:pt x="679345" y="1389272"/>
                    </a:cubicBezTo>
                    <a:cubicBezTo>
                      <a:pt x="666829" y="1365638"/>
                      <a:pt x="673750" y="1358423"/>
                      <a:pt x="690537" y="1346644"/>
                    </a:cubicBezTo>
                    <a:cubicBezTo>
                      <a:pt x="815769" y="1258296"/>
                      <a:pt x="940488" y="1168991"/>
                      <a:pt x="1066677" y="1081968"/>
                    </a:cubicBezTo>
                    <a:cubicBezTo>
                      <a:pt x="1174020" y="1007976"/>
                      <a:pt x="1282467" y="935531"/>
                      <a:pt x="1393271" y="866767"/>
                    </a:cubicBezTo>
                    <a:cubicBezTo>
                      <a:pt x="1401000" y="861982"/>
                      <a:pt x="1419406" y="849392"/>
                      <a:pt x="1437223" y="852411"/>
                    </a:cubicBezTo>
                    <a:close/>
                    <a:moveTo>
                      <a:pt x="1012122" y="306348"/>
                    </a:moveTo>
                    <a:cubicBezTo>
                      <a:pt x="1025300" y="303770"/>
                      <a:pt x="1031633" y="312090"/>
                      <a:pt x="1035239" y="322692"/>
                    </a:cubicBezTo>
                    <a:cubicBezTo>
                      <a:pt x="1040319" y="337784"/>
                      <a:pt x="1028540" y="339993"/>
                      <a:pt x="1018306" y="343380"/>
                    </a:cubicBezTo>
                    <a:cubicBezTo>
                      <a:pt x="936363" y="370694"/>
                      <a:pt x="853685" y="396168"/>
                      <a:pt x="772626" y="425911"/>
                    </a:cubicBezTo>
                    <a:cubicBezTo>
                      <a:pt x="623980" y="480392"/>
                      <a:pt x="476734" y="538481"/>
                      <a:pt x="343550" y="626460"/>
                    </a:cubicBezTo>
                    <a:cubicBezTo>
                      <a:pt x="329487" y="635737"/>
                      <a:pt x="316088" y="646044"/>
                      <a:pt x="302689" y="656278"/>
                    </a:cubicBezTo>
                    <a:cubicBezTo>
                      <a:pt x="274860" y="677481"/>
                      <a:pt x="269927" y="676524"/>
                      <a:pt x="253583" y="644572"/>
                    </a:cubicBezTo>
                    <a:cubicBezTo>
                      <a:pt x="239668" y="617258"/>
                      <a:pt x="228036" y="588619"/>
                      <a:pt x="212132" y="562556"/>
                    </a:cubicBezTo>
                    <a:cubicBezTo>
                      <a:pt x="196377" y="536714"/>
                      <a:pt x="205506" y="523609"/>
                      <a:pt x="229802" y="514774"/>
                    </a:cubicBezTo>
                    <a:cubicBezTo>
                      <a:pt x="293192" y="491657"/>
                      <a:pt x="355919" y="466477"/>
                      <a:pt x="420340" y="446379"/>
                    </a:cubicBezTo>
                    <a:cubicBezTo>
                      <a:pt x="576052" y="397787"/>
                      <a:pt x="733974" y="357294"/>
                      <a:pt x="894104" y="326005"/>
                    </a:cubicBezTo>
                    <a:cubicBezTo>
                      <a:pt x="933271" y="318421"/>
                      <a:pt x="972807" y="312900"/>
                      <a:pt x="1012122" y="306348"/>
                    </a:cubicBezTo>
                    <a:close/>
                    <a:moveTo>
                      <a:pt x="2142532" y="0"/>
                    </a:moveTo>
                    <a:cubicBezTo>
                      <a:pt x="2207027" y="6626"/>
                      <a:pt x="2274465" y="7067"/>
                      <a:pt x="2340285" y="23044"/>
                    </a:cubicBezTo>
                    <a:cubicBezTo>
                      <a:pt x="2363035" y="28566"/>
                      <a:pt x="2380850" y="36591"/>
                      <a:pt x="2383428" y="61697"/>
                    </a:cubicBezTo>
                    <a:cubicBezTo>
                      <a:pt x="2386079" y="86802"/>
                      <a:pt x="2370471" y="99612"/>
                      <a:pt x="2349119" y="108595"/>
                    </a:cubicBezTo>
                    <a:cubicBezTo>
                      <a:pt x="2245311" y="152326"/>
                      <a:pt x="1917835" y="291622"/>
                      <a:pt x="1857611" y="316801"/>
                    </a:cubicBezTo>
                    <a:cubicBezTo>
                      <a:pt x="1825143" y="330421"/>
                      <a:pt x="1810934" y="324900"/>
                      <a:pt x="1792013" y="294787"/>
                    </a:cubicBezTo>
                    <a:cubicBezTo>
                      <a:pt x="1759618" y="243325"/>
                      <a:pt x="1740329" y="186783"/>
                      <a:pt x="1725899" y="128325"/>
                    </a:cubicBezTo>
                    <a:cubicBezTo>
                      <a:pt x="1718979" y="100349"/>
                      <a:pt x="1732230" y="79366"/>
                      <a:pt x="1757484" y="70163"/>
                    </a:cubicBezTo>
                    <a:cubicBezTo>
                      <a:pt x="1856727" y="33793"/>
                      <a:pt x="2115071" y="1914"/>
                      <a:pt x="2142532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 rot="20139230" flipH="1">
            <a:off x="9117182" y="185407"/>
            <a:ext cx="1175736" cy="1620184"/>
            <a:chOff x="6896943" y="161663"/>
            <a:chExt cx="4217242" cy="5811427"/>
          </a:xfrm>
        </p:grpSpPr>
        <p:sp>
          <p:nvSpPr>
            <p:cNvPr id="23" name="Freeform: Shape 22"/>
            <p:cNvSpPr/>
            <p:nvPr/>
          </p:nvSpPr>
          <p:spPr>
            <a:xfrm>
              <a:off x="6896943" y="1911521"/>
              <a:ext cx="4080764" cy="4061569"/>
            </a:xfrm>
            <a:custGeom>
              <a:avLst/>
              <a:gdLst>
                <a:gd name="connsiteX0" fmla="*/ 3989958 w 4005513"/>
                <a:gd name="connsiteY0" fmla="*/ 3267522 h 3986672"/>
                <a:gd name="connsiteX1" fmla="*/ 3929544 w 4005513"/>
                <a:gd name="connsiteY1" fmla="*/ 3008883 h 3986672"/>
                <a:gd name="connsiteX2" fmla="*/ 3692946 w 4005513"/>
                <a:gd name="connsiteY2" fmla="*/ 2564812 h 3986672"/>
                <a:gd name="connsiteX3" fmla="*/ 2743088 w 4005513"/>
                <a:gd name="connsiteY3" fmla="*/ 2063433 h 3986672"/>
                <a:gd name="connsiteX4" fmla="*/ 2187293 w 4005513"/>
                <a:gd name="connsiteY4" fmla="*/ 2116042 h 3986672"/>
                <a:gd name="connsiteX5" fmla="*/ 1497229 w 4005513"/>
                <a:gd name="connsiteY5" fmla="*/ 2296706 h 3986672"/>
                <a:gd name="connsiteX6" fmla="*/ 644279 w 4005513"/>
                <a:gd name="connsiteY6" fmla="*/ 2437769 h 3986672"/>
                <a:gd name="connsiteX7" fmla="*/ 407104 w 4005513"/>
                <a:gd name="connsiteY7" fmla="*/ 2361962 h 3986672"/>
                <a:gd name="connsiteX8" fmla="*/ 231860 w 4005513"/>
                <a:gd name="connsiteY8" fmla="*/ 1927357 h 3986672"/>
                <a:gd name="connsiteX9" fmla="*/ 427627 w 4005513"/>
                <a:gd name="connsiteY9" fmla="*/ 1552588 h 3986672"/>
                <a:gd name="connsiteX10" fmla="*/ 1156136 w 4005513"/>
                <a:gd name="connsiteY10" fmla="*/ 784044 h 3986672"/>
                <a:gd name="connsiteX11" fmla="*/ 1839335 w 4005513"/>
                <a:gd name="connsiteY11" fmla="*/ 229695 h 3986672"/>
                <a:gd name="connsiteX12" fmla="*/ 1824882 w 4005513"/>
                <a:gd name="connsiteY12" fmla="*/ 201584 h 3986672"/>
                <a:gd name="connsiteX13" fmla="*/ 1675437 w 4005513"/>
                <a:gd name="connsiteY13" fmla="*/ 15211 h 3986672"/>
                <a:gd name="connsiteX14" fmla="*/ 1654624 w 4005513"/>
                <a:gd name="connsiteY14" fmla="*/ 469 h 3986672"/>
                <a:gd name="connsiteX15" fmla="*/ 1639231 w 4005513"/>
                <a:gd name="connsiteY15" fmla="*/ 15427 h 3986672"/>
                <a:gd name="connsiteX16" fmla="*/ 983783 w 4005513"/>
                <a:gd name="connsiteY16" fmla="*/ 584735 h 3986672"/>
                <a:gd name="connsiteX17" fmla="*/ 349725 w 4005513"/>
                <a:gd name="connsiteY17" fmla="*/ 1264827 h 3986672"/>
                <a:gd name="connsiteX18" fmla="*/ 50112 w 4005513"/>
                <a:gd name="connsiteY18" fmla="*/ 1780802 h 3986672"/>
                <a:gd name="connsiteX19" fmla="*/ 18749 w 4005513"/>
                <a:gd name="connsiteY19" fmla="*/ 2189392 h 3986672"/>
                <a:gd name="connsiteX20" fmla="*/ 556983 w 4005513"/>
                <a:gd name="connsiteY20" fmla="*/ 2612651 h 3986672"/>
                <a:gd name="connsiteX21" fmla="*/ 642472 w 4005513"/>
                <a:gd name="connsiteY21" fmla="*/ 2623852 h 3986672"/>
                <a:gd name="connsiteX22" fmla="*/ 1187427 w 4005513"/>
                <a:gd name="connsiteY22" fmla="*/ 2554477 h 3986672"/>
                <a:gd name="connsiteX23" fmla="*/ 2029032 w 4005513"/>
                <a:gd name="connsiteY23" fmla="*/ 2307257 h 3986672"/>
                <a:gd name="connsiteX24" fmla="*/ 2819184 w 4005513"/>
                <a:gd name="connsiteY24" fmla="*/ 2195390 h 3986672"/>
                <a:gd name="connsiteX25" fmla="*/ 3294763 w 4005513"/>
                <a:gd name="connsiteY25" fmla="*/ 2337247 h 3986672"/>
                <a:gd name="connsiteX26" fmla="*/ 3646696 w 4005513"/>
                <a:gd name="connsiteY26" fmla="*/ 2657889 h 3986672"/>
                <a:gd name="connsiteX27" fmla="*/ 3790505 w 4005513"/>
                <a:gd name="connsiteY27" fmla="*/ 2868832 h 3986672"/>
                <a:gd name="connsiteX28" fmla="*/ 3951584 w 4005513"/>
                <a:gd name="connsiteY28" fmla="*/ 3537578 h 3986672"/>
                <a:gd name="connsiteX29" fmla="*/ 3932073 w 4005513"/>
                <a:gd name="connsiteY29" fmla="*/ 3821798 h 3986672"/>
                <a:gd name="connsiteX30" fmla="*/ 3908875 w 4005513"/>
                <a:gd name="connsiteY30" fmla="*/ 3951515 h 3986672"/>
                <a:gd name="connsiteX31" fmla="*/ 3908442 w 4005513"/>
                <a:gd name="connsiteY31" fmla="*/ 3969870 h 3986672"/>
                <a:gd name="connsiteX32" fmla="*/ 3945804 w 4005513"/>
                <a:gd name="connsiteY32" fmla="*/ 3982300 h 3986672"/>
                <a:gd name="connsiteX33" fmla="*/ 3946309 w 4005513"/>
                <a:gd name="connsiteY33" fmla="*/ 3970232 h 3986672"/>
                <a:gd name="connsiteX34" fmla="*/ 4005495 w 4005513"/>
                <a:gd name="connsiteY34" fmla="*/ 3498988 h 3986672"/>
                <a:gd name="connsiteX35" fmla="*/ 3989958 w 4005513"/>
                <a:gd name="connsiteY35" fmla="*/ 3267522 h 398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005513" h="3986672">
                  <a:moveTo>
                    <a:pt x="3989958" y="3267522"/>
                  </a:moveTo>
                  <a:cubicBezTo>
                    <a:pt x="3975288" y="3179936"/>
                    <a:pt x="3956932" y="3093434"/>
                    <a:pt x="3929544" y="3008883"/>
                  </a:cubicBezTo>
                  <a:cubicBezTo>
                    <a:pt x="3830467" y="2703272"/>
                    <a:pt x="3694825" y="2567268"/>
                    <a:pt x="3692946" y="2564812"/>
                  </a:cubicBezTo>
                  <a:cubicBezTo>
                    <a:pt x="3454759" y="2248939"/>
                    <a:pt x="3138886" y="2079982"/>
                    <a:pt x="2743088" y="2063433"/>
                  </a:cubicBezTo>
                  <a:cubicBezTo>
                    <a:pt x="2555559" y="2055556"/>
                    <a:pt x="2370703" y="2078826"/>
                    <a:pt x="2187293" y="2116042"/>
                  </a:cubicBezTo>
                  <a:cubicBezTo>
                    <a:pt x="1953876" y="2163304"/>
                    <a:pt x="1726456" y="2233401"/>
                    <a:pt x="1497229" y="2296706"/>
                  </a:cubicBezTo>
                  <a:cubicBezTo>
                    <a:pt x="1218068" y="2373813"/>
                    <a:pt x="940135" y="2460604"/>
                    <a:pt x="644279" y="2437769"/>
                  </a:cubicBezTo>
                  <a:cubicBezTo>
                    <a:pt x="559439" y="2430687"/>
                    <a:pt x="480454" y="2404237"/>
                    <a:pt x="407104" y="2361962"/>
                  </a:cubicBezTo>
                  <a:cubicBezTo>
                    <a:pt x="234172" y="2262380"/>
                    <a:pt x="176866" y="2119294"/>
                    <a:pt x="231860" y="1927357"/>
                  </a:cubicBezTo>
                  <a:cubicBezTo>
                    <a:pt x="271461" y="1789041"/>
                    <a:pt x="344594" y="1667924"/>
                    <a:pt x="427627" y="1552588"/>
                  </a:cubicBezTo>
                  <a:cubicBezTo>
                    <a:pt x="635752" y="1263598"/>
                    <a:pt x="891066" y="1019051"/>
                    <a:pt x="1156136" y="784044"/>
                  </a:cubicBezTo>
                  <a:cubicBezTo>
                    <a:pt x="1375824" y="589288"/>
                    <a:pt x="1605628" y="407034"/>
                    <a:pt x="1839335" y="229695"/>
                  </a:cubicBezTo>
                  <a:cubicBezTo>
                    <a:pt x="1844104" y="215458"/>
                    <a:pt x="1832542" y="208738"/>
                    <a:pt x="1824882" y="201584"/>
                  </a:cubicBezTo>
                  <a:cubicBezTo>
                    <a:pt x="1766202" y="146517"/>
                    <a:pt x="1717495" y="83574"/>
                    <a:pt x="1675437" y="15211"/>
                  </a:cubicBezTo>
                  <a:cubicBezTo>
                    <a:pt x="1670739" y="7623"/>
                    <a:pt x="1666981" y="-2278"/>
                    <a:pt x="1654624" y="469"/>
                  </a:cubicBezTo>
                  <a:cubicBezTo>
                    <a:pt x="1649493" y="5455"/>
                    <a:pt x="1644724" y="10947"/>
                    <a:pt x="1639231" y="15427"/>
                  </a:cubicBezTo>
                  <a:cubicBezTo>
                    <a:pt x="1414052" y="197537"/>
                    <a:pt x="1194437" y="385788"/>
                    <a:pt x="983783" y="584735"/>
                  </a:cubicBezTo>
                  <a:cubicBezTo>
                    <a:pt x="757881" y="798063"/>
                    <a:pt x="538627" y="1017245"/>
                    <a:pt x="349725" y="1264827"/>
                  </a:cubicBezTo>
                  <a:cubicBezTo>
                    <a:pt x="228247" y="1424100"/>
                    <a:pt x="118259" y="1590383"/>
                    <a:pt x="50112" y="1780802"/>
                  </a:cubicBezTo>
                  <a:cubicBezTo>
                    <a:pt x="2417" y="1914060"/>
                    <a:pt x="-17745" y="2049486"/>
                    <a:pt x="18749" y="2189392"/>
                  </a:cubicBezTo>
                  <a:cubicBezTo>
                    <a:pt x="77501" y="2414644"/>
                    <a:pt x="323854" y="2585841"/>
                    <a:pt x="556983" y="2612651"/>
                  </a:cubicBezTo>
                  <a:cubicBezTo>
                    <a:pt x="585022" y="2619806"/>
                    <a:pt x="613639" y="2622190"/>
                    <a:pt x="642472" y="2623852"/>
                  </a:cubicBezTo>
                  <a:cubicBezTo>
                    <a:pt x="828412" y="2634403"/>
                    <a:pt x="1008570" y="2599499"/>
                    <a:pt x="1187427" y="2554477"/>
                  </a:cubicBezTo>
                  <a:cubicBezTo>
                    <a:pt x="1265980" y="2535038"/>
                    <a:pt x="1805009" y="2369044"/>
                    <a:pt x="2029032" y="2307257"/>
                  </a:cubicBezTo>
                  <a:cubicBezTo>
                    <a:pt x="2287525" y="2236003"/>
                    <a:pt x="2547465" y="2175878"/>
                    <a:pt x="2819184" y="2195390"/>
                  </a:cubicBezTo>
                  <a:cubicBezTo>
                    <a:pt x="2988646" y="2207531"/>
                    <a:pt x="3148136" y="2251251"/>
                    <a:pt x="3294763" y="2337247"/>
                  </a:cubicBezTo>
                  <a:cubicBezTo>
                    <a:pt x="3434380" y="2419124"/>
                    <a:pt x="3549210" y="2529184"/>
                    <a:pt x="3646696" y="2657889"/>
                  </a:cubicBezTo>
                  <a:cubicBezTo>
                    <a:pt x="3657752" y="2672487"/>
                    <a:pt x="3759358" y="2809575"/>
                    <a:pt x="3790505" y="2868832"/>
                  </a:cubicBezTo>
                  <a:cubicBezTo>
                    <a:pt x="3900493" y="3077969"/>
                    <a:pt x="3945659" y="3303365"/>
                    <a:pt x="3951584" y="3537578"/>
                  </a:cubicBezTo>
                  <a:cubicBezTo>
                    <a:pt x="3953970" y="3632752"/>
                    <a:pt x="3943925" y="3727564"/>
                    <a:pt x="3932073" y="3821798"/>
                  </a:cubicBezTo>
                  <a:cubicBezTo>
                    <a:pt x="3926653" y="3865085"/>
                    <a:pt x="3926147" y="3910034"/>
                    <a:pt x="3908875" y="3951515"/>
                  </a:cubicBezTo>
                  <a:cubicBezTo>
                    <a:pt x="3908731" y="3957658"/>
                    <a:pt x="3908587" y="3963728"/>
                    <a:pt x="3908442" y="3969870"/>
                  </a:cubicBezTo>
                  <a:cubicBezTo>
                    <a:pt x="3916246" y="3987937"/>
                    <a:pt x="3929327" y="3990321"/>
                    <a:pt x="3945804" y="3982300"/>
                  </a:cubicBezTo>
                  <a:cubicBezTo>
                    <a:pt x="3946020" y="3978253"/>
                    <a:pt x="3946164" y="3974279"/>
                    <a:pt x="3946309" y="3970232"/>
                  </a:cubicBezTo>
                  <a:cubicBezTo>
                    <a:pt x="3986633" y="3815728"/>
                    <a:pt x="4005061" y="3657972"/>
                    <a:pt x="4005495" y="3498988"/>
                  </a:cubicBezTo>
                  <a:cubicBezTo>
                    <a:pt x="4005783" y="3422097"/>
                    <a:pt x="4002749" y="3344268"/>
                    <a:pt x="3989958" y="3267522"/>
                  </a:cubicBezTo>
                  <a:close/>
                </a:path>
              </a:pathLst>
            </a:custGeom>
            <a:solidFill>
              <a:schemeClr val="accent1"/>
            </a:solidFill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8508517" y="161663"/>
              <a:ext cx="2605668" cy="2191234"/>
              <a:chOff x="8768009" y="-131344"/>
              <a:chExt cx="2605668" cy="2191234"/>
            </a:xfrm>
          </p:grpSpPr>
          <p:sp>
            <p:nvSpPr>
              <p:cNvPr id="25" name="Freeform: Shape 24"/>
              <p:cNvSpPr/>
              <p:nvPr/>
            </p:nvSpPr>
            <p:spPr>
              <a:xfrm>
                <a:off x="8774169" y="-131344"/>
                <a:ext cx="2594208" cy="2188201"/>
              </a:xfrm>
              <a:custGeom>
                <a:avLst/>
                <a:gdLst>
                  <a:gd name="connsiteX0" fmla="*/ 2517826 w 2546370"/>
                  <a:gd name="connsiteY0" fmla="*/ 72718 h 2147850"/>
                  <a:gd name="connsiteX1" fmla="*/ 2287009 w 2546370"/>
                  <a:gd name="connsiteY1" fmla="*/ 3994 h 2147850"/>
                  <a:gd name="connsiteX2" fmla="*/ 1806226 w 2546370"/>
                  <a:gd name="connsiteY2" fmla="*/ 54146 h 2147850"/>
                  <a:gd name="connsiteX3" fmla="*/ 1175204 w 2546370"/>
                  <a:gd name="connsiteY3" fmla="*/ 313507 h 2147850"/>
                  <a:gd name="connsiteX4" fmla="*/ 1117608 w 2546370"/>
                  <a:gd name="connsiteY4" fmla="*/ 280120 h 2147850"/>
                  <a:gd name="connsiteX5" fmla="*/ 666888 w 2546370"/>
                  <a:gd name="connsiteY5" fmla="*/ 378112 h 2147850"/>
                  <a:gd name="connsiteX6" fmla="*/ 232644 w 2546370"/>
                  <a:gd name="connsiteY6" fmla="*/ 515489 h 2147850"/>
                  <a:gd name="connsiteX7" fmla="*/ 204894 w 2546370"/>
                  <a:gd name="connsiteY7" fmla="*/ 586093 h 2147850"/>
                  <a:gd name="connsiteX8" fmla="*/ 366119 w 2546370"/>
                  <a:gd name="connsiteY8" fmla="*/ 840250 h 2147850"/>
                  <a:gd name="connsiteX9" fmla="*/ 310113 w 2546370"/>
                  <a:gd name="connsiteY9" fmla="*/ 885489 h 2147850"/>
                  <a:gd name="connsiteX10" fmla="*/ 238787 w 2546370"/>
                  <a:gd name="connsiteY10" fmla="*/ 1043606 h 2147850"/>
                  <a:gd name="connsiteX11" fmla="*/ 227947 w 2546370"/>
                  <a:gd name="connsiteY11" fmla="*/ 1185680 h 2147850"/>
                  <a:gd name="connsiteX12" fmla="*/ 124029 w 2546370"/>
                  <a:gd name="connsiteY12" fmla="*/ 1264377 h 2147850"/>
                  <a:gd name="connsiteX13" fmla="*/ 34565 w 2546370"/>
                  <a:gd name="connsiteY13" fmla="*/ 1363308 h 2147850"/>
                  <a:gd name="connsiteX14" fmla="*/ 323627 w 2546370"/>
                  <a:gd name="connsiteY14" fmla="*/ 2005099 h 2147850"/>
                  <a:gd name="connsiteX15" fmla="*/ 548372 w 2546370"/>
                  <a:gd name="connsiteY15" fmla="*/ 2069054 h 2147850"/>
                  <a:gd name="connsiteX16" fmla="*/ 746886 w 2546370"/>
                  <a:gd name="connsiteY16" fmla="*/ 1994259 h 2147850"/>
                  <a:gd name="connsiteX17" fmla="*/ 804409 w 2546370"/>
                  <a:gd name="connsiteY17" fmla="*/ 1972507 h 2147850"/>
                  <a:gd name="connsiteX18" fmla="*/ 833099 w 2546370"/>
                  <a:gd name="connsiteY18" fmla="*/ 1983202 h 2147850"/>
                  <a:gd name="connsiteX19" fmla="*/ 984929 w 2546370"/>
                  <a:gd name="connsiteY19" fmla="*/ 2034439 h 2147850"/>
                  <a:gd name="connsiteX20" fmla="*/ 1187633 w 2546370"/>
                  <a:gd name="connsiteY20" fmla="*/ 1969183 h 2147850"/>
                  <a:gd name="connsiteX21" fmla="*/ 1369598 w 2546370"/>
                  <a:gd name="connsiteY21" fmla="*/ 2124626 h 2147850"/>
                  <a:gd name="connsiteX22" fmla="*/ 1565582 w 2546370"/>
                  <a:gd name="connsiteY22" fmla="*/ 2082495 h 2147850"/>
                  <a:gd name="connsiteX23" fmla="*/ 1957551 w 2546370"/>
                  <a:gd name="connsiteY23" fmla="*/ 1386795 h 2147850"/>
                  <a:gd name="connsiteX24" fmla="*/ 1959790 w 2546370"/>
                  <a:gd name="connsiteY24" fmla="*/ 1314674 h 2147850"/>
                  <a:gd name="connsiteX25" fmla="*/ 2181140 w 2546370"/>
                  <a:gd name="connsiteY25" fmla="*/ 1066948 h 2147850"/>
                  <a:gd name="connsiteX26" fmla="*/ 2382328 w 2546370"/>
                  <a:gd name="connsiteY26" fmla="*/ 774633 h 2147850"/>
                  <a:gd name="connsiteX27" fmla="*/ 2510960 w 2546370"/>
                  <a:gd name="connsiteY27" fmla="*/ 482681 h 2147850"/>
                  <a:gd name="connsiteX28" fmla="*/ 2546370 w 2546370"/>
                  <a:gd name="connsiteY28" fmla="*/ 139997 h 2147850"/>
                  <a:gd name="connsiteX29" fmla="*/ 2517826 w 2546370"/>
                  <a:gd name="connsiteY29" fmla="*/ 72718 h 2147850"/>
                  <a:gd name="connsiteX30" fmla="*/ 1099253 w 2546370"/>
                  <a:gd name="connsiteY30" fmla="*/ 1095059 h 2147850"/>
                  <a:gd name="connsiteX31" fmla="*/ 1099036 w 2546370"/>
                  <a:gd name="connsiteY31" fmla="*/ 1094119 h 2147850"/>
                  <a:gd name="connsiteX32" fmla="*/ 1100409 w 2546370"/>
                  <a:gd name="connsiteY32" fmla="*/ 1094192 h 2147850"/>
                  <a:gd name="connsiteX33" fmla="*/ 1099253 w 2546370"/>
                  <a:gd name="connsiteY33" fmla="*/ 1095059 h 2147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6370" h="2147850">
                    <a:moveTo>
                      <a:pt x="2517826" y="72718"/>
                    </a:moveTo>
                    <a:cubicBezTo>
                      <a:pt x="2446138" y="31671"/>
                      <a:pt x="2368018" y="10208"/>
                      <a:pt x="2287009" y="3994"/>
                    </a:cubicBezTo>
                    <a:cubicBezTo>
                      <a:pt x="2124122" y="-8436"/>
                      <a:pt x="1963188" y="8113"/>
                      <a:pt x="1806226" y="54146"/>
                    </a:cubicBezTo>
                    <a:cubicBezTo>
                      <a:pt x="1586106" y="118679"/>
                      <a:pt x="1377186" y="204675"/>
                      <a:pt x="1175204" y="313507"/>
                    </a:cubicBezTo>
                    <a:cubicBezTo>
                      <a:pt x="1163135" y="290021"/>
                      <a:pt x="1147237" y="273905"/>
                      <a:pt x="1117608" y="280120"/>
                    </a:cubicBezTo>
                    <a:cubicBezTo>
                      <a:pt x="969030" y="311194"/>
                      <a:pt x="816116" y="342558"/>
                      <a:pt x="666888" y="378112"/>
                    </a:cubicBezTo>
                    <a:cubicBezTo>
                      <a:pt x="523657" y="412222"/>
                      <a:pt x="360048" y="438671"/>
                      <a:pt x="232644" y="515489"/>
                    </a:cubicBezTo>
                    <a:cubicBezTo>
                      <a:pt x="205834" y="531677"/>
                      <a:pt x="195499" y="555958"/>
                      <a:pt x="204894" y="586093"/>
                    </a:cubicBezTo>
                    <a:cubicBezTo>
                      <a:pt x="231488" y="671221"/>
                      <a:pt x="271307" y="805708"/>
                      <a:pt x="366119" y="840250"/>
                    </a:cubicBezTo>
                    <a:cubicBezTo>
                      <a:pt x="360988" y="838372"/>
                      <a:pt x="317701" y="878913"/>
                      <a:pt x="310113" y="885489"/>
                    </a:cubicBezTo>
                    <a:cubicBezTo>
                      <a:pt x="265163" y="924801"/>
                      <a:pt x="237558" y="983481"/>
                      <a:pt x="238787" y="1043606"/>
                    </a:cubicBezTo>
                    <a:cubicBezTo>
                      <a:pt x="235174" y="1090940"/>
                      <a:pt x="231561" y="1138274"/>
                      <a:pt x="227947" y="1185680"/>
                    </a:cubicBezTo>
                    <a:cubicBezTo>
                      <a:pt x="226791" y="1200928"/>
                      <a:pt x="139493" y="1251803"/>
                      <a:pt x="124029" y="1264377"/>
                    </a:cubicBezTo>
                    <a:cubicBezTo>
                      <a:pt x="88764" y="1292994"/>
                      <a:pt x="56244" y="1322623"/>
                      <a:pt x="34565" y="1363308"/>
                    </a:cubicBezTo>
                    <a:cubicBezTo>
                      <a:pt x="-88576" y="1594414"/>
                      <a:pt x="143179" y="1879574"/>
                      <a:pt x="323627" y="2005099"/>
                    </a:cubicBezTo>
                    <a:cubicBezTo>
                      <a:pt x="384908" y="2047735"/>
                      <a:pt x="472711" y="2080327"/>
                      <a:pt x="548372" y="2069054"/>
                    </a:cubicBezTo>
                    <a:cubicBezTo>
                      <a:pt x="619843" y="2058431"/>
                      <a:pt x="687989" y="2036607"/>
                      <a:pt x="746886" y="1994259"/>
                    </a:cubicBezTo>
                    <a:cubicBezTo>
                      <a:pt x="765386" y="1980962"/>
                      <a:pt x="781357" y="1969905"/>
                      <a:pt x="804409" y="1972507"/>
                    </a:cubicBezTo>
                    <a:cubicBezTo>
                      <a:pt x="813948" y="1976048"/>
                      <a:pt x="823559" y="1979445"/>
                      <a:pt x="833099" y="1983202"/>
                    </a:cubicBezTo>
                    <a:cubicBezTo>
                      <a:pt x="882818" y="2002859"/>
                      <a:pt x="931958" y="2025116"/>
                      <a:pt x="984929" y="2034439"/>
                    </a:cubicBezTo>
                    <a:cubicBezTo>
                      <a:pt x="1063409" y="2048314"/>
                      <a:pt x="1127942" y="2015505"/>
                      <a:pt x="1187633" y="1969183"/>
                    </a:cubicBezTo>
                    <a:cubicBezTo>
                      <a:pt x="1183297" y="1972579"/>
                      <a:pt x="1350520" y="2113642"/>
                      <a:pt x="1369598" y="2124626"/>
                    </a:cubicBezTo>
                    <a:cubicBezTo>
                      <a:pt x="1439334" y="2165095"/>
                      <a:pt x="1518537" y="2153677"/>
                      <a:pt x="1565582" y="2082495"/>
                    </a:cubicBezTo>
                    <a:cubicBezTo>
                      <a:pt x="1712281" y="1860568"/>
                      <a:pt x="1817428" y="1612914"/>
                      <a:pt x="1957551" y="1386795"/>
                    </a:cubicBezTo>
                    <a:cubicBezTo>
                      <a:pt x="1973449" y="1361141"/>
                      <a:pt x="1978001" y="1339389"/>
                      <a:pt x="1959790" y="1314674"/>
                    </a:cubicBezTo>
                    <a:cubicBezTo>
                      <a:pt x="1960080" y="1315107"/>
                      <a:pt x="2163290" y="1088627"/>
                      <a:pt x="2181140" y="1066948"/>
                    </a:cubicBezTo>
                    <a:cubicBezTo>
                      <a:pt x="2255574" y="976182"/>
                      <a:pt x="2325816" y="877684"/>
                      <a:pt x="2382328" y="774633"/>
                    </a:cubicBezTo>
                    <a:cubicBezTo>
                      <a:pt x="2432624" y="682928"/>
                      <a:pt x="2480681" y="584792"/>
                      <a:pt x="2510960" y="482681"/>
                    </a:cubicBezTo>
                    <a:cubicBezTo>
                      <a:pt x="2543841" y="371681"/>
                      <a:pt x="2545648" y="254827"/>
                      <a:pt x="2546370" y="139997"/>
                    </a:cubicBezTo>
                    <a:cubicBezTo>
                      <a:pt x="2543190" y="114993"/>
                      <a:pt x="2545286" y="88472"/>
                      <a:pt x="2517826" y="72718"/>
                    </a:cubicBezTo>
                    <a:close/>
                    <a:moveTo>
                      <a:pt x="1099253" y="1095059"/>
                    </a:moveTo>
                    <a:cubicBezTo>
                      <a:pt x="1099180" y="1094770"/>
                      <a:pt x="1099108" y="1094408"/>
                      <a:pt x="1099036" y="1094119"/>
                    </a:cubicBezTo>
                    <a:cubicBezTo>
                      <a:pt x="1099470" y="1094119"/>
                      <a:pt x="1099903" y="1094192"/>
                      <a:pt x="1100409" y="1094192"/>
                    </a:cubicBezTo>
                    <a:cubicBezTo>
                      <a:pt x="1100047" y="1094481"/>
                      <a:pt x="1099686" y="1094770"/>
                      <a:pt x="1099253" y="1095059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/>
              <p:cNvSpPr/>
              <p:nvPr/>
            </p:nvSpPr>
            <p:spPr>
              <a:xfrm>
                <a:off x="8930713" y="-56305"/>
                <a:ext cx="2437663" cy="2116158"/>
              </a:xfrm>
              <a:custGeom>
                <a:avLst/>
                <a:gdLst>
                  <a:gd name="connsiteX0" fmla="*/ 2365613 w 2392711"/>
                  <a:gd name="connsiteY0" fmla="*/ 0 h 2077135"/>
                  <a:gd name="connsiteX1" fmla="*/ 0 w 2392711"/>
                  <a:gd name="connsiteY1" fmla="*/ 1766459 h 2077135"/>
                  <a:gd name="connsiteX2" fmla="*/ 97775 w 2392711"/>
                  <a:gd name="connsiteY2" fmla="*/ 1873557 h 2077135"/>
                  <a:gd name="connsiteX3" fmla="*/ 110855 w 2392711"/>
                  <a:gd name="connsiteY3" fmla="*/ 1880494 h 2077135"/>
                  <a:gd name="connsiteX4" fmla="*/ 236380 w 2392711"/>
                  <a:gd name="connsiteY4" fmla="*/ 1967646 h 2077135"/>
                  <a:gd name="connsiteX5" fmla="*/ 368048 w 2392711"/>
                  <a:gd name="connsiteY5" fmla="*/ 1999443 h 2077135"/>
                  <a:gd name="connsiteX6" fmla="*/ 436556 w 2392711"/>
                  <a:gd name="connsiteY6" fmla="*/ 1986435 h 2077135"/>
                  <a:gd name="connsiteX7" fmla="*/ 593300 w 2392711"/>
                  <a:gd name="connsiteY7" fmla="*/ 1920529 h 2077135"/>
                  <a:gd name="connsiteX8" fmla="*/ 650823 w 2392711"/>
                  <a:gd name="connsiteY8" fmla="*/ 1898777 h 2077135"/>
                  <a:gd name="connsiteX9" fmla="*/ 650823 w 2392711"/>
                  <a:gd name="connsiteY9" fmla="*/ 1898777 h 2077135"/>
                  <a:gd name="connsiteX10" fmla="*/ 650823 w 2392711"/>
                  <a:gd name="connsiteY10" fmla="*/ 1898777 h 2077135"/>
                  <a:gd name="connsiteX11" fmla="*/ 679513 w 2392711"/>
                  <a:gd name="connsiteY11" fmla="*/ 1909473 h 2077135"/>
                  <a:gd name="connsiteX12" fmla="*/ 831342 w 2392711"/>
                  <a:gd name="connsiteY12" fmla="*/ 1960709 h 2077135"/>
                  <a:gd name="connsiteX13" fmla="*/ 1034047 w 2392711"/>
                  <a:gd name="connsiteY13" fmla="*/ 1895453 h 2077135"/>
                  <a:gd name="connsiteX14" fmla="*/ 1034047 w 2392711"/>
                  <a:gd name="connsiteY14" fmla="*/ 1895453 h 2077135"/>
                  <a:gd name="connsiteX15" fmla="*/ 1132762 w 2392711"/>
                  <a:gd name="connsiteY15" fmla="*/ 1990699 h 2077135"/>
                  <a:gd name="connsiteX16" fmla="*/ 1257565 w 2392711"/>
                  <a:gd name="connsiteY16" fmla="*/ 2072070 h 2077135"/>
                  <a:gd name="connsiteX17" fmla="*/ 1419439 w 2392711"/>
                  <a:gd name="connsiteY17" fmla="*/ 1998937 h 2077135"/>
                  <a:gd name="connsiteX18" fmla="*/ 1499655 w 2392711"/>
                  <a:gd name="connsiteY18" fmla="*/ 1852383 h 2077135"/>
                  <a:gd name="connsiteX19" fmla="*/ 1706551 w 2392711"/>
                  <a:gd name="connsiteY19" fmla="*/ 1484045 h 2077135"/>
                  <a:gd name="connsiteX20" fmla="*/ 1803965 w 2392711"/>
                  <a:gd name="connsiteY20" fmla="*/ 1313282 h 2077135"/>
                  <a:gd name="connsiteX21" fmla="*/ 1806205 w 2392711"/>
                  <a:gd name="connsiteY21" fmla="*/ 1241161 h 2077135"/>
                  <a:gd name="connsiteX22" fmla="*/ 1806205 w 2392711"/>
                  <a:gd name="connsiteY22" fmla="*/ 1241161 h 2077135"/>
                  <a:gd name="connsiteX23" fmla="*/ 1806205 w 2392711"/>
                  <a:gd name="connsiteY23" fmla="*/ 1241161 h 2077135"/>
                  <a:gd name="connsiteX24" fmla="*/ 2085728 w 2392711"/>
                  <a:gd name="connsiteY24" fmla="*/ 920808 h 2077135"/>
                  <a:gd name="connsiteX25" fmla="*/ 2164136 w 2392711"/>
                  <a:gd name="connsiteY25" fmla="*/ 803376 h 2077135"/>
                  <a:gd name="connsiteX26" fmla="*/ 2164136 w 2392711"/>
                  <a:gd name="connsiteY26" fmla="*/ 803376 h 2077135"/>
                  <a:gd name="connsiteX27" fmla="*/ 2228670 w 2392711"/>
                  <a:gd name="connsiteY27" fmla="*/ 701193 h 2077135"/>
                  <a:gd name="connsiteX28" fmla="*/ 2361927 w 2392711"/>
                  <a:gd name="connsiteY28" fmla="*/ 393486 h 2077135"/>
                  <a:gd name="connsiteX29" fmla="*/ 2391628 w 2392711"/>
                  <a:gd name="connsiteY29" fmla="*/ 237609 h 2077135"/>
                  <a:gd name="connsiteX30" fmla="*/ 2392712 w 2392711"/>
                  <a:gd name="connsiteY30" fmla="*/ 66557 h 2077135"/>
                  <a:gd name="connsiteX31" fmla="*/ 2365613 w 2392711"/>
                  <a:gd name="connsiteY31" fmla="*/ 0 h 207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92711" h="2077135">
                    <a:moveTo>
                      <a:pt x="2365613" y="0"/>
                    </a:moveTo>
                    <a:lnTo>
                      <a:pt x="0" y="1766459"/>
                    </a:lnTo>
                    <a:cubicBezTo>
                      <a:pt x="30134" y="1804109"/>
                      <a:pt x="63088" y="1839519"/>
                      <a:pt x="97775" y="1873557"/>
                    </a:cubicBezTo>
                    <a:cubicBezTo>
                      <a:pt x="102184" y="1875797"/>
                      <a:pt x="107459" y="1877170"/>
                      <a:pt x="110855" y="1880494"/>
                    </a:cubicBezTo>
                    <a:cubicBezTo>
                      <a:pt x="148000" y="1916338"/>
                      <a:pt x="185650" y="1951892"/>
                      <a:pt x="236380" y="1967646"/>
                    </a:cubicBezTo>
                    <a:cubicBezTo>
                      <a:pt x="279450" y="1981088"/>
                      <a:pt x="320498" y="2000383"/>
                      <a:pt x="368048" y="1999443"/>
                    </a:cubicBezTo>
                    <a:cubicBezTo>
                      <a:pt x="392474" y="1998937"/>
                      <a:pt x="413142" y="1988097"/>
                      <a:pt x="436556" y="1986435"/>
                    </a:cubicBezTo>
                    <a:cubicBezTo>
                      <a:pt x="496031" y="1982172"/>
                      <a:pt x="546617" y="1954133"/>
                      <a:pt x="593300" y="1920529"/>
                    </a:cubicBezTo>
                    <a:cubicBezTo>
                      <a:pt x="611799" y="1907232"/>
                      <a:pt x="627771" y="1896176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60363" y="1902318"/>
                      <a:pt x="669974" y="1905715"/>
                      <a:pt x="679513" y="1909473"/>
                    </a:cubicBezTo>
                    <a:cubicBezTo>
                      <a:pt x="729231" y="1929129"/>
                      <a:pt x="778372" y="1951387"/>
                      <a:pt x="831342" y="1960709"/>
                    </a:cubicBezTo>
                    <a:cubicBezTo>
                      <a:pt x="909823" y="1974584"/>
                      <a:pt x="974356" y="1941775"/>
                      <a:pt x="1034047" y="1895453"/>
                    </a:cubicBezTo>
                    <a:lnTo>
                      <a:pt x="1034047" y="1895453"/>
                    </a:lnTo>
                    <a:cubicBezTo>
                      <a:pt x="1066856" y="1927322"/>
                      <a:pt x="1098653" y="1960275"/>
                      <a:pt x="1132762" y="1990699"/>
                    </a:cubicBezTo>
                    <a:cubicBezTo>
                      <a:pt x="1170051" y="2023941"/>
                      <a:pt x="1210448" y="2054076"/>
                      <a:pt x="1257565" y="2072070"/>
                    </a:cubicBezTo>
                    <a:cubicBezTo>
                      <a:pt x="1308512" y="2091509"/>
                      <a:pt x="1393207" y="2052414"/>
                      <a:pt x="1419439" y="1998937"/>
                    </a:cubicBezTo>
                    <a:cubicBezTo>
                      <a:pt x="1443937" y="1948857"/>
                      <a:pt x="1471254" y="1899933"/>
                      <a:pt x="1499655" y="1852383"/>
                    </a:cubicBezTo>
                    <a:cubicBezTo>
                      <a:pt x="1571848" y="1731338"/>
                      <a:pt x="1637032" y="1606535"/>
                      <a:pt x="1706551" y="1484045"/>
                    </a:cubicBezTo>
                    <a:cubicBezTo>
                      <a:pt x="1738926" y="1427028"/>
                      <a:pt x="1769422" y="1368926"/>
                      <a:pt x="1803965" y="1313282"/>
                    </a:cubicBezTo>
                    <a:cubicBezTo>
                      <a:pt x="1819863" y="1287627"/>
                      <a:pt x="1824416" y="1265876"/>
                      <a:pt x="1806205" y="1241161"/>
                    </a:cubicBezTo>
                    <a:lnTo>
                      <a:pt x="1806205" y="1241161"/>
                    </a:lnTo>
                    <a:cubicBezTo>
                      <a:pt x="1806205" y="1241161"/>
                      <a:pt x="1806205" y="1241161"/>
                      <a:pt x="1806205" y="1241161"/>
                    </a:cubicBezTo>
                    <a:cubicBezTo>
                      <a:pt x="1907955" y="1141868"/>
                      <a:pt x="1997564" y="1031952"/>
                      <a:pt x="2085728" y="920808"/>
                    </a:cubicBezTo>
                    <a:cubicBezTo>
                      <a:pt x="2109432" y="880050"/>
                      <a:pt x="2143251" y="846013"/>
                      <a:pt x="2164136" y="803376"/>
                    </a:cubicBezTo>
                    <a:cubicBezTo>
                      <a:pt x="2164136" y="803376"/>
                      <a:pt x="2164136" y="803376"/>
                      <a:pt x="2164136" y="803376"/>
                    </a:cubicBezTo>
                    <a:cubicBezTo>
                      <a:pt x="2185743" y="769339"/>
                      <a:pt x="2209302" y="736458"/>
                      <a:pt x="2228670" y="701193"/>
                    </a:cubicBezTo>
                    <a:cubicBezTo>
                      <a:pt x="2282579" y="602839"/>
                      <a:pt x="2333165" y="502679"/>
                      <a:pt x="2361927" y="393486"/>
                    </a:cubicBezTo>
                    <a:cubicBezTo>
                      <a:pt x="2375368" y="342322"/>
                      <a:pt x="2391195" y="291302"/>
                      <a:pt x="2391628" y="237609"/>
                    </a:cubicBezTo>
                    <a:cubicBezTo>
                      <a:pt x="2392062" y="180592"/>
                      <a:pt x="2392350" y="123574"/>
                      <a:pt x="2392712" y="66557"/>
                    </a:cubicBezTo>
                    <a:cubicBezTo>
                      <a:pt x="2389532" y="41769"/>
                      <a:pt x="2391483" y="15826"/>
                      <a:pt x="2365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/>
              <p:cNvSpPr/>
              <p:nvPr/>
            </p:nvSpPr>
            <p:spPr>
              <a:xfrm>
                <a:off x="8768009" y="1076673"/>
                <a:ext cx="825607" cy="911522"/>
              </a:xfrm>
              <a:custGeom>
                <a:avLst/>
                <a:gdLst>
                  <a:gd name="connsiteX0" fmla="*/ 250036 w 810382"/>
                  <a:gd name="connsiteY0" fmla="*/ 768915 h 894713"/>
                  <a:gd name="connsiteX1" fmla="*/ 175169 w 810382"/>
                  <a:gd name="connsiteY1" fmla="*/ 689351 h 894713"/>
                  <a:gd name="connsiteX2" fmla="*/ 33456 w 810382"/>
                  <a:gd name="connsiteY2" fmla="*/ 184865 h 894713"/>
                  <a:gd name="connsiteX3" fmla="*/ 121548 w 810382"/>
                  <a:gd name="connsiteY3" fmla="*/ 84994 h 894713"/>
                  <a:gd name="connsiteX4" fmla="*/ 233993 w 810382"/>
                  <a:gd name="connsiteY4" fmla="*/ 10 h 894713"/>
                  <a:gd name="connsiteX5" fmla="*/ 240496 w 810382"/>
                  <a:gd name="connsiteY5" fmla="*/ 59990 h 894713"/>
                  <a:gd name="connsiteX6" fmla="*/ 775478 w 810382"/>
                  <a:gd name="connsiteY6" fmla="*/ 767831 h 894713"/>
                  <a:gd name="connsiteX7" fmla="*/ 810382 w 810382"/>
                  <a:gd name="connsiteY7" fmla="*/ 786765 h 894713"/>
                  <a:gd name="connsiteX8" fmla="*/ 691000 w 810382"/>
                  <a:gd name="connsiteY8" fmla="*/ 849491 h 894713"/>
                  <a:gd name="connsiteX9" fmla="*/ 520381 w 810382"/>
                  <a:gd name="connsiteY9" fmla="*/ 894657 h 894713"/>
                  <a:gd name="connsiteX10" fmla="*/ 250036 w 810382"/>
                  <a:gd name="connsiteY10" fmla="*/ 768915 h 8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0382" h="894713">
                    <a:moveTo>
                      <a:pt x="250036" y="768915"/>
                    </a:moveTo>
                    <a:cubicBezTo>
                      <a:pt x="223442" y="743550"/>
                      <a:pt x="198583" y="716306"/>
                      <a:pt x="175169" y="689351"/>
                    </a:cubicBezTo>
                    <a:cubicBezTo>
                      <a:pt x="60122" y="556671"/>
                      <a:pt x="-59983" y="360181"/>
                      <a:pt x="33456" y="184865"/>
                    </a:cubicBezTo>
                    <a:cubicBezTo>
                      <a:pt x="54557" y="145191"/>
                      <a:pt x="87077" y="113105"/>
                      <a:pt x="121548" y="84994"/>
                    </a:cubicBezTo>
                    <a:cubicBezTo>
                      <a:pt x="128846" y="79068"/>
                      <a:pt x="233849" y="-1002"/>
                      <a:pt x="233993" y="10"/>
                    </a:cubicBezTo>
                    <a:cubicBezTo>
                      <a:pt x="238690" y="25664"/>
                      <a:pt x="238184" y="42718"/>
                      <a:pt x="240496" y="59990"/>
                    </a:cubicBezTo>
                    <a:cubicBezTo>
                      <a:pt x="273955" y="307499"/>
                      <a:pt x="501447" y="627563"/>
                      <a:pt x="775478" y="767831"/>
                    </a:cubicBezTo>
                    <a:cubicBezTo>
                      <a:pt x="787258" y="773829"/>
                      <a:pt x="798748" y="780477"/>
                      <a:pt x="810382" y="786765"/>
                    </a:cubicBezTo>
                    <a:cubicBezTo>
                      <a:pt x="784150" y="772456"/>
                      <a:pt x="712535" y="838796"/>
                      <a:pt x="691000" y="849491"/>
                    </a:cubicBezTo>
                    <a:cubicBezTo>
                      <a:pt x="640848" y="874495"/>
                      <a:pt x="576676" y="893501"/>
                      <a:pt x="520381" y="894657"/>
                    </a:cubicBezTo>
                    <a:cubicBezTo>
                      <a:pt x="412561" y="896753"/>
                      <a:pt x="324469" y="839952"/>
                      <a:pt x="250036" y="7689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/>
              <p:cNvSpPr/>
              <p:nvPr/>
            </p:nvSpPr>
            <p:spPr>
              <a:xfrm>
                <a:off x="8979447" y="-131272"/>
                <a:ext cx="2394230" cy="2191162"/>
              </a:xfrm>
              <a:custGeom>
                <a:avLst/>
                <a:gdLst>
                  <a:gd name="connsiteX0" fmla="*/ 1754931 w 2394230"/>
                  <a:gd name="connsiteY0" fmla="*/ 1327151 h 2191162"/>
                  <a:gd name="connsiteX1" fmla="*/ 1791255 w 2394230"/>
                  <a:gd name="connsiteY1" fmla="*/ 1339372 h 2191162"/>
                  <a:gd name="connsiteX2" fmla="*/ 1788973 w 2394230"/>
                  <a:gd name="connsiteY2" fmla="*/ 1412848 h 2191162"/>
                  <a:gd name="connsiteX3" fmla="*/ 1689729 w 2394230"/>
                  <a:gd name="connsiteY3" fmla="*/ 1586820 h 2191162"/>
                  <a:gd name="connsiteX4" fmla="*/ 1478946 w 2394230"/>
                  <a:gd name="connsiteY4" fmla="*/ 1962077 h 2191162"/>
                  <a:gd name="connsiteX5" fmla="*/ 1397224 w 2394230"/>
                  <a:gd name="connsiteY5" fmla="*/ 2111385 h 2191162"/>
                  <a:gd name="connsiteX6" fmla="*/ 1236947 w 2394230"/>
                  <a:gd name="connsiteY6" fmla="*/ 2187511 h 2191162"/>
                  <a:gd name="connsiteX7" fmla="*/ 1106928 w 2394230"/>
                  <a:gd name="connsiteY7" fmla="*/ 2107999 h 2191162"/>
                  <a:gd name="connsiteX8" fmla="*/ 1004665 w 2394230"/>
                  <a:gd name="connsiteY8" fmla="*/ 2006104 h 2191162"/>
                  <a:gd name="connsiteX9" fmla="*/ 1118045 w 2394230"/>
                  <a:gd name="connsiteY9" fmla="*/ 1841703 h 2191162"/>
                  <a:gd name="connsiteX10" fmla="*/ 1287966 w 2394230"/>
                  <a:gd name="connsiteY10" fmla="*/ 1683340 h 2191162"/>
                  <a:gd name="connsiteX11" fmla="*/ 1719546 w 2394230"/>
                  <a:gd name="connsiteY11" fmla="*/ 1343200 h 2191162"/>
                  <a:gd name="connsiteX12" fmla="*/ 1754931 w 2394230"/>
                  <a:gd name="connsiteY12" fmla="*/ 1327151 h 2191162"/>
                  <a:gd name="connsiteX13" fmla="*/ 914404 w 2394230"/>
                  <a:gd name="connsiteY13" fmla="*/ 1114601 h 2191162"/>
                  <a:gd name="connsiteX14" fmla="*/ 914625 w 2394230"/>
                  <a:gd name="connsiteY14" fmla="*/ 1115557 h 2191162"/>
                  <a:gd name="connsiteX15" fmla="*/ 915803 w 2394230"/>
                  <a:gd name="connsiteY15" fmla="*/ 1114674 h 2191162"/>
                  <a:gd name="connsiteX16" fmla="*/ 914404 w 2394230"/>
                  <a:gd name="connsiteY16" fmla="*/ 1114601 h 2191162"/>
                  <a:gd name="connsiteX17" fmla="*/ 1319699 w 2394230"/>
                  <a:gd name="connsiteY17" fmla="*/ 810712 h 2191162"/>
                  <a:gd name="connsiteX18" fmla="*/ 1353124 w 2394230"/>
                  <a:gd name="connsiteY18" fmla="*/ 822317 h 2191162"/>
                  <a:gd name="connsiteX19" fmla="*/ 1370574 w 2394230"/>
                  <a:gd name="connsiteY19" fmla="*/ 843225 h 2191162"/>
                  <a:gd name="connsiteX20" fmla="*/ 1351946 w 2394230"/>
                  <a:gd name="connsiteY20" fmla="*/ 909707 h 2191162"/>
                  <a:gd name="connsiteX21" fmla="*/ 954086 w 2394230"/>
                  <a:gd name="connsiteY21" fmla="*/ 1310144 h 2191162"/>
                  <a:gd name="connsiteX22" fmla="*/ 746028 w 2394230"/>
                  <a:gd name="connsiteY22" fmla="*/ 1505834 h 2191162"/>
                  <a:gd name="connsiteX23" fmla="*/ 569774 w 2394230"/>
                  <a:gd name="connsiteY23" fmla="*/ 1573788 h 2191162"/>
                  <a:gd name="connsiteX24" fmla="*/ 471193 w 2394230"/>
                  <a:gd name="connsiteY24" fmla="*/ 1476753 h 2191162"/>
                  <a:gd name="connsiteX25" fmla="*/ 409937 w 2394230"/>
                  <a:gd name="connsiteY25" fmla="*/ 1381853 h 2191162"/>
                  <a:gd name="connsiteX26" fmla="*/ 368709 w 2394230"/>
                  <a:gd name="connsiteY26" fmla="*/ 1300204 h 2191162"/>
                  <a:gd name="connsiteX27" fmla="*/ 391312 w 2394230"/>
                  <a:gd name="connsiteY27" fmla="*/ 1231294 h 2191162"/>
                  <a:gd name="connsiteX28" fmla="*/ 830032 w 2394230"/>
                  <a:gd name="connsiteY28" fmla="*/ 1015430 h 2191162"/>
                  <a:gd name="connsiteX29" fmla="*/ 1284728 w 2394230"/>
                  <a:gd name="connsiteY29" fmla="*/ 817384 h 2191162"/>
                  <a:gd name="connsiteX30" fmla="*/ 1319699 w 2394230"/>
                  <a:gd name="connsiteY30" fmla="*/ 810712 h 2191162"/>
                  <a:gd name="connsiteX31" fmla="*/ 953467 w 2394230"/>
                  <a:gd name="connsiteY31" fmla="*/ 284618 h 2191162"/>
                  <a:gd name="connsiteX32" fmla="*/ 992002 w 2394230"/>
                  <a:gd name="connsiteY32" fmla="*/ 319322 h 2191162"/>
                  <a:gd name="connsiteX33" fmla="*/ 961080 w 2394230"/>
                  <a:gd name="connsiteY33" fmla="*/ 379104 h 2191162"/>
                  <a:gd name="connsiteX34" fmla="*/ 305171 w 2394230"/>
                  <a:gd name="connsiteY34" fmla="*/ 830267 h 2191162"/>
                  <a:gd name="connsiteX35" fmla="*/ 167717 w 2394230"/>
                  <a:gd name="connsiteY35" fmla="*/ 855962 h 2191162"/>
                  <a:gd name="connsiteX36" fmla="*/ 3464 w 2394230"/>
                  <a:gd name="connsiteY36" fmla="*/ 597029 h 2191162"/>
                  <a:gd name="connsiteX37" fmla="*/ 31734 w 2394230"/>
                  <a:gd name="connsiteY37" fmla="*/ 525100 h 2191162"/>
                  <a:gd name="connsiteX38" fmla="*/ 442184 w 2394230"/>
                  <a:gd name="connsiteY38" fmla="*/ 389779 h 2191162"/>
                  <a:gd name="connsiteX39" fmla="*/ 933325 w 2394230"/>
                  <a:gd name="connsiteY39" fmla="*/ 285309 h 2191162"/>
                  <a:gd name="connsiteX40" fmla="*/ 953467 w 2394230"/>
                  <a:gd name="connsiteY40" fmla="*/ 284618 h 2191162"/>
                  <a:gd name="connsiteX41" fmla="*/ 2000566 w 2394230"/>
                  <a:gd name="connsiteY41" fmla="*/ 115 h 2191162"/>
                  <a:gd name="connsiteX42" fmla="*/ 2124621 w 2394230"/>
                  <a:gd name="connsiteY42" fmla="*/ 4069 h 2191162"/>
                  <a:gd name="connsiteX43" fmla="*/ 2359775 w 2394230"/>
                  <a:gd name="connsiteY43" fmla="*/ 74084 h 2191162"/>
                  <a:gd name="connsiteX44" fmla="*/ 2388782 w 2394230"/>
                  <a:gd name="connsiteY44" fmla="*/ 142701 h 2191162"/>
                  <a:gd name="connsiteX45" fmla="*/ 2221731 w 2394230"/>
                  <a:gd name="connsiteY45" fmla="*/ 789260 h 2191162"/>
                  <a:gd name="connsiteX46" fmla="*/ 2155986 w 2394230"/>
                  <a:gd name="connsiteY46" fmla="*/ 893436 h 2191162"/>
                  <a:gd name="connsiteX47" fmla="*/ 1912293 w 2394230"/>
                  <a:gd name="connsiteY47" fmla="*/ 736104 h 2191162"/>
                  <a:gd name="connsiteX48" fmla="*/ 1741414 w 2394230"/>
                  <a:gd name="connsiteY48" fmla="*/ 573544 h 2191162"/>
                  <a:gd name="connsiteX49" fmla="*/ 1601823 w 2394230"/>
                  <a:gd name="connsiteY49" fmla="*/ 360699 h 2191162"/>
                  <a:gd name="connsiteX50" fmla="*/ 1523120 w 2394230"/>
                  <a:gd name="connsiteY50" fmla="*/ 92711 h 2191162"/>
                  <a:gd name="connsiteX51" fmla="*/ 1634807 w 2394230"/>
                  <a:gd name="connsiteY51" fmla="*/ 55163 h 2191162"/>
                  <a:gd name="connsiteX52" fmla="*/ 2000566 w 2394230"/>
                  <a:gd name="connsiteY52" fmla="*/ 115 h 219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394230" h="2191162">
                    <a:moveTo>
                      <a:pt x="1754931" y="1327151"/>
                    </a:moveTo>
                    <a:cubicBezTo>
                      <a:pt x="1766775" y="1326083"/>
                      <a:pt x="1778776" y="1329727"/>
                      <a:pt x="1791255" y="1339372"/>
                    </a:cubicBezTo>
                    <a:cubicBezTo>
                      <a:pt x="1809808" y="1364478"/>
                      <a:pt x="1805170" y="1386712"/>
                      <a:pt x="1788973" y="1412848"/>
                    </a:cubicBezTo>
                    <a:cubicBezTo>
                      <a:pt x="1753855" y="1469538"/>
                      <a:pt x="1722712" y="1528805"/>
                      <a:pt x="1689729" y="1586820"/>
                    </a:cubicBezTo>
                    <a:cubicBezTo>
                      <a:pt x="1618904" y="1711611"/>
                      <a:pt x="1552496" y="1838759"/>
                      <a:pt x="1478946" y="1962077"/>
                    </a:cubicBezTo>
                    <a:cubicBezTo>
                      <a:pt x="1450012" y="2010521"/>
                      <a:pt x="1422182" y="2060364"/>
                      <a:pt x="1397224" y="2111385"/>
                    </a:cubicBezTo>
                    <a:cubicBezTo>
                      <a:pt x="1371162" y="2164615"/>
                      <a:pt x="1294962" y="2203561"/>
                      <a:pt x="1236947" y="2187511"/>
                    </a:cubicBezTo>
                    <a:cubicBezTo>
                      <a:pt x="1187618" y="2173891"/>
                      <a:pt x="1144549" y="2141644"/>
                      <a:pt x="1106928" y="2107999"/>
                    </a:cubicBezTo>
                    <a:cubicBezTo>
                      <a:pt x="1093822" y="2096292"/>
                      <a:pt x="1003267" y="2021049"/>
                      <a:pt x="1004665" y="2006104"/>
                    </a:cubicBezTo>
                    <a:cubicBezTo>
                      <a:pt x="1011438" y="1934247"/>
                      <a:pt x="1070116" y="1889043"/>
                      <a:pt x="1118045" y="1841703"/>
                    </a:cubicBezTo>
                    <a:cubicBezTo>
                      <a:pt x="1173189" y="1787296"/>
                      <a:pt x="1229804" y="1734508"/>
                      <a:pt x="1287966" y="1683340"/>
                    </a:cubicBezTo>
                    <a:cubicBezTo>
                      <a:pt x="1425863" y="1561935"/>
                      <a:pt x="1575097" y="1455918"/>
                      <a:pt x="1719546" y="1343200"/>
                    </a:cubicBezTo>
                    <a:cubicBezTo>
                      <a:pt x="1731399" y="1333998"/>
                      <a:pt x="1743087" y="1328218"/>
                      <a:pt x="1754931" y="1327151"/>
                    </a:cubicBezTo>
                    <a:close/>
                    <a:moveTo>
                      <a:pt x="914404" y="1114601"/>
                    </a:moveTo>
                    <a:cubicBezTo>
                      <a:pt x="914477" y="1114895"/>
                      <a:pt x="914552" y="1115263"/>
                      <a:pt x="914625" y="1115557"/>
                    </a:cubicBezTo>
                    <a:cubicBezTo>
                      <a:pt x="915066" y="1115263"/>
                      <a:pt x="915435" y="1114968"/>
                      <a:pt x="915803" y="1114674"/>
                    </a:cubicBezTo>
                    <a:cubicBezTo>
                      <a:pt x="915287" y="1114674"/>
                      <a:pt x="914846" y="1114601"/>
                      <a:pt x="914404" y="1114601"/>
                    </a:cubicBezTo>
                    <a:close/>
                    <a:moveTo>
                      <a:pt x="1319699" y="810712"/>
                    </a:moveTo>
                    <a:cubicBezTo>
                      <a:pt x="1331056" y="811457"/>
                      <a:pt x="1342154" y="815249"/>
                      <a:pt x="1353124" y="822317"/>
                    </a:cubicBezTo>
                    <a:cubicBezTo>
                      <a:pt x="1362548" y="826292"/>
                      <a:pt x="1369984" y="831887"/>
                      <a:pt x="1370574" y="843225"/>
                    </a:cubicBezTo>
                    <a:cubicBezTo>
                      <a:pt x="1370941" y="870760"/>
                      <a:pt x="1372634" y="887914"/>
                      <a:pt x="1351946" y="909707"/>
                    </a:cubicBezTo>
                    <a:cubicBezTo>
                      <a:pt x="1222370" y="1046131"/>
                      <a:pt x="1089701" y="1179684"/>
                      <a:pt x="954086" y="1310144"/>
                    </a:cubicBezTo>
                    <a:cubicBezTo>
                      <a:pt x="885470" y="1376183"/>
                      <a:pt x="816117" y="1441414"/>
                      <a:pt x="746028" y="1505834"/>
                    </a:cubicBezTo>
                    <a:cubicBezTo>
                      <a:pt x="692651" y="1554868"/>
                      <a:pt x="641483" y="1629227"/>
                      <a:pt x="569774" y="1573788"/>
                    </a:cubicBezTo>
                    <a:cubicBezTo>
                      <a:pt x="533036" y="1545370"/>
                      <a:pt x="504396" y="1508705"/>
                      <a:pt x="471193" y="1476753"/>
                    </a:cubicBezTo>
                    <a:cubicBezTo>
                      <a:pt x="450726" y="1445095"/>
                      <a:pt x="429964" y="1413732"/>
                      <a:pt x="409937" y="1381853"/>
                    </a:cubicBezTo>
                    <a:cubicBezTo>
                      <a:pt x="393667" y="1356011"/>
                      <a:pt x="380121" y="1328697"/>
                      <a:pt x="368709" y="1300204"/>
                    </a:cubicBezTo>
                    <a:cubicBezTo>
                      <a:pt x="356634" y="1270166"/>
                      <a:pt x="362746" y="1249404"/>
                      <a:pt x="391312" y="1231294"/>
                    </a:cubicBezTo>
                    <a:cubicBezTo>
                      <a:pt x="528103" y="1144712"/>
                      <a:pt x="682638" y="1081912"/>
                      <a:pt x="830032" y="1015430"/>
                    </a:cubicBezTo>
                    <a:cubicBezTo>
                      <a:pt x="980738" y="947476"/>
                      <a:pt x="1132623" y="882171"/>
                      <a:pt x="1284728" y="817384"/>
                    </a:cubicBezTo>
                    <a:cubicBezTo>
                      <a:pt x="1296729" y="812267"/>
                      <a:pt x="1308343" y="809966"/>
                      <a:pt x="1319699" y="810712"/>
                    </a:cubicBezTo>
                    <a:close/>
                    <a:moveTo>
                      <a:pt x="953467" y="284618"/>
                    </a:moveTo>
                    <a:cubicBezTo>
                      <a:pt x="971323" y="287697"/>
                      <a:pt x="982781" y="301377"/>
                      <a:pt x="992002" y="319322"/>
                    </a:cubicBezTo>
                    <a:cubicBezTo>
                      <a:pt x="997081" y="347226"/>
                      <a:pt x="983167" y="364012"/>
                      <a:pt x="961080" y="379104"/>
                    </a:cubicBezTo>
                    <a:cubicBezTo>
                      <a:pt x="742124" y="529002"/>
                      <a:pt x="523316" y="679119"/>
                      <a:pt x="305171" y="830267"/>
                    </a:cubicBezTo>
                    <a:cubicBezTo>
                      <a:pt x="262249" y="860010"/>
                      <a:pt x="217633" y="869140"/>
                      <a:pt x="167717" y="855962"/>
                    </a:cubicBezTo>
                    <a:cubicBezTo>
                      <a:pt x="65233" y="818634"/>
                      <a:pt x="32397" y="689573"/>
                      <a:pt x="3464" y="597029"/>
                    </a:cubicBezTo>
                    <a:cubicBezTo>
                      <a:pt x="-6108" y="566328"/>
                      <a:pt x="4421" y="541591"/>
                      <a:pt x="31734" y="525100"/>
                    </a:cubicBezTo>
                    <a:cubicBezTo>
                      <a:pt x="151005" y="453169"/>
                      <a:pt x="307969" y="424236"/>
                      <a:pt x="442184" y="389779"/>
                    </a:cubicBezTo>
                    <a:cubicBezTo>
                      <a:pt x="604597" y="348109"/>
                      <a:pt x="769586" y="319543"/>
                      <a:pt x="933325" y="285309"/>
                    </a:cubicBezTo>
                    <a:cubicBezTo>
                      <a:pt x="940853" y="283744"/>
                      <a:pt x="947516" y="283592"/>
                      <a:pt x="953467" y="284618"/>
                    </a:cubicBezTo>
                    <a:close/>
                    <a:moveTo>
                      <a:pt x="2000566" y="115"/>
                    </a:moveTo>
                    <a:cubicBezTo>
                      <a:pt x="2041772" y="-417"/>
                      <a:pt x="2083135" y="903"/>
                      <a:pt x="2124621" y="4069"/>
                    </a:cubicBezTo>
                    <a:cubicBezTo>
                      <a:pt x="2206197" y="10326"/>
                      <a:pt x="2288728" y="33370"/>
                      <a:pt x="2359775" y="74084"/>
                    </a:cubicBezTo>
                    <a:cubicBezTo>
                      <a:pt x="2387750" y="90134"/>
                      <a:pt x="2385616" y="117080"/>
                      <a:pt x="2388782" y="142701"/>
                    </a:cubicBezTo>
                    <a:cubicBezTo>
                      <a:pt x="2417053" y="375939"/>
                      <a:pt x="2331429" y="589225"/>
                      <a:pt x="2221731" y="789260"/>
                    </a:cubicBezTo>
                    <a:cubicBezTo>
                      <a:pt x="2202000" y="825187"/>
                      <a:pt x="2177999" y="858760"/>
                      <a:pt x="2155986" y="893436"/>
                    </a:cubicBezTo>
                    <a:cubicBezTo>
                      <a:pt x="2139789" y="918763"/>
                      <a:pt x="1932539" y="751859"/>
                      <a:pt x="1912293" y="736104"/>
                    </a:cubicBezTo>
                    <a:cubicBezTo>
                      <a:pt x="1849934" y="687659"/>
                      <a:pt x="1792360" y="633326"/>
                      <a:pt x="1741414" y="573544"/>
                    </a:cubicBezTo>
                    <a:cubicBezTo>
                      <a:pt x="1686342" y="508829"/>
                      <a:pt x="1639003" y="437709"/>
                      <a:pt x="1601823" y="360699"/>
                    </a:cubicBezTo>
                    <a:cubicBezTo>
                      <a:pt x="1588129" y="332280"/>
                      <a:pt x="1486456" y="118479"/>
                      <a:pt x="1523120" y="92711"/>
                    </a:cubicBezTo>
                    <a:cubicBezTo>
                      <a:pt x="1556619" y="69226"/>
                      <a:pt x="1597333" y="66133"/>
                      <a:pt x="1634807" y="55163"/>
                    </a:cubicBezTo>
                    <a:cubicBezTo>
                      <a:pt x="1754740" y="19990"/>
                      <a:pt x="1876949" y="1713"/>
                      <a:pt x="2000566" y="1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/>
              <p:cNvSpPr/>
              <p:nvPr/>
            </p:nvSpPr>
            <p:spPr>
              <a:xfrm>
                <a:off x="8830635" y="-95620"/>
                <a:ext cx="2383721" cy="1860601"/>
              </a:xfrm>
              <a:custGeom>
                <a:avLst/>
                <a:gdLst>
                  <a:gd name="connsiteX0" fmla="*/ 115613 w 2383721"/>
                  <a:gd name="connsiteY0" fmla="*/ 1324334 h 1860601"/>
                  <a:gd name="connsiteX1" fmla="*/ 156989 w 2383721"/>
                  <a:gd name="connsiteY1" fmla="*/ 1366888 h 1860601"/>
                  <a:gd name="connsiteX2" fmla="*/ 351280 w 2383721"/>
                  <a:gd name="connsiteY2" fmla="*/ 1708058 h 1860601"/>
                  <a:gd name="connsiteX3" fmla="*/ 366226 w 2383721"/>
                  <a:gd name="connsiteY3" fmla="*/ 1770859 h 1860601"/>
                  <a:gd name="connsiteX4" fmla="*/ 258736 w 2383721"/>
                  <a:gd name="connsiteY4" fmla="*/ 1853096 h 1860601"/>
                  <a:gd name="connsiteX5" fmla="*/ 208673 w 2383721"/>
                  <a:gd name="connsiteY5" fmla="*/ 1851035 h 1860601"/>
                  <a:gd name="connsiteX6" fmla="*/ 16663 w 2383721"/>
                  <a:gd name="connsiteY6" fmla="*/ 1605796 h 1860601"/>
                  <a:gd name="connsiteX7" fmla="*/ 63341 w 2383721"/>
                  <a:gd name="connsiteY7" fmla="*/ 1344728 h 1860601"/>
                  <a:gd name="connsiteX8" fmla="*/ 115613 w 2383721"/>
                  <a:gd name="connsiteY8" fmla="*/ 1324334 h 1860601"/>
                  <a:gd name="connsiteX9" fmla="*/ 1437223 w 2383721"/>
                  <a:gd name="connsiteY9" fmla="*/ 852411 h 1860601"/>
                  <a:gd name="connsiteX10" fmla="*/ 1374496 w 2383721"/>
                  <a:gd name="connsiteY10" fmla="*/ 909837 h 1860601"/>
                  <a:gd name="connsiteX11" fmla="*/ 733238 w 2383721"/>
                  <a:gd name="connsiteY11" fmla="*/ 1388020 h 1860601"/>
                  <a:gd name="connsiteX12" fmla="*/ 679345 w 2383721"/>
                  <a:gd name="connsiteY12" fmla="*/ 1389272 h 1860601"/>
                  <a:gd name="connsiteX13" fmla="*/ 690537 w 2383721"/>
                  <a:gd name="connsiteY13" fmla="*/ 1346644 h 1860601"/>
                  <a:gd name="connsiteX14" fmla="*/ 1066677 w 2383721"/>
                  <a:gd name="connsiteY14" fmla="*/ 1081968 h 1860601"/>
                  <a:gd name="connsiteX15" fmla="*/ 1393271 w 2383721"/>
                  <a:gd name="connsiteY15" fmla="*/ 866767 h 1860601"/>
                  <a:gd name="connsiteX16" fmla="*/ 1437223 w 2383721"/>
                  <a:gd name="connsiteY16" fmla="*/ 852411 h 1860601"/>
                  <a:gd name="connsiteX17" fmla="*/ 1012122 w 2383721"/>
                  <a:gd name="connsiteY17" fmla="*/ 306348 h 1860601"/>
                  <a:gd name="connsiteX18" fmla="*/ 1035239 w 2383721"/>
                  <a:gd name="connsiteY18" fmla="*/ 322692 h 1860601"/>
                  <a:gd name="connsiteX19" fmla="*/ 1018306 w 2383721"/>
                  <a:gd name="connsiteY19" fmla="*/ 343380 h 1860601"/>
                  <a:gd name="connsiteX20" fmla="*/ 772626 w 2383721"/>
                  <a:gd name="connsiteY20" fmla="*/ 425911 h 1860601"/>
                  <a:gd name="connsiteX21" fmla="*/ 343550 w 2383721"/>
                  <a:gd name="connsiteY21" fmla="*/ 626460 h 1860601"/>
                  <a:gd name="connsiteX22" fmla="*/ 302689 w 2383721"/>
                  <a:gd name="connsiteY22" fmla="*/ 656278 h 1860601"/>
                  <a:gd name="connsiteX23" fmla="*/ 253583 w 2383721"/>
                  <a:gd name="connsiteY23" fmla="*/ 644572 h 1860601"/>
                  <a:gd name="connsiteX24" fmla="*/ 212132 w 2383721"/>
                  <a:gd name="connsiteY24" fmla="*/ 562556 h 1860601"/>
                  <a:gd name="connsiteX25" fmla="*/ 229802 w 2383721"/>
                  <a:gd name="connsiteY25" fmla="*/ 514774 h 1860601"/>
                  <a:gd name="connsiteX26" fmla="*/ 420340 w 2383721"/>
                  <a:gd name="connsiteY26" fmla="*/ 446379 h 1860601"/>
                  <a:gd name="connsiteX27" fmla="*/ 894104 w 2383721"/>
                  <a:gd name="connsiteY27" fmla="*/ 326005 h 1860601"/>
                  <a:gd name="connsiteX28" fmla="*/ 1012122 w 2383721"/>
                  <a:gd name="connsiteY28" fmla="*/ 306348 h 1860601"/>
                  <a:gd name="connsiteX29" fmla="*/ 2142532 w 2383721"/>
                  <a:gd name="connsiteY29" fmla="*/ 0 h 1860601"/>
                  <a:gd name="connsiteX30" fmla="*/ 2340285 w 2383721"/>
                  <a:gd name="connsiteY30" fmla="*/ 23044 h 1860601"/>
                  <a:gd name="connsiteX31" fmla="*/ 2383428 w 2383721"/>
                  <a:gd name="connsiteY31" fmla="*/ 61697 h 1860601"/>
                  <a:gd name="connsiteX32" fmla="*/ 2349119 w 2383721"/>
                  <a:gd name="connsiteY32" fmla="*/ 108595 h 1860601"/>
                  <a:gd name="connsiteX33" fmla="*/ 1857611 w 2383721"/>
                  <a:gd name="connsiteY33" fmla="*/ 316801 h 1860601"/>
                  <a:gd name="connsiteX34" fmla="*/ 1792013 w 2383721"/>
                  <a:gd name="connsiteY34" fmla="*/ 294787 h 1860601"/>
                  <a:gd name="connsiteX35" fmla="*/ 1725899 w 2383721"/>
                  <a:gd name="connsiteY35" fmla="*/ 128325 h 1860601"/>
                  <a:gd name="connsiteX36" fmla="*/ 1757484 w 2383721"/>
                  <a:gd name="connsiteY36" fmla="*/ 70163 h 1860601"/>
                  <a:gd name="connsiteX37" fmla="*/ 2142532 w 2383721"/>
                  <a:gd name="connsiteY37" fmla="*/ 0 h 186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383721" h="1860601">
                    <a:moveTo>
                      <a:pt x="115613" y="1324334"/>
                    </a:moveTo>
                    <a:cubicBezTo>
                      <a:pt x="137331" y="1330740"/>
                      <a:pt x="151394" y="1343108"/>
                      <a:pt x="156989" y="1366888"/>
                    </a:cubicBezTo>
                    <a:cubicBezTo>
                      <a:pt x="188131" y="1499631"/>
                      <a:pt x="253804" y="1612937"/>
                      <a:pt x="351280" y="1708058"/>
                    </a:cubicBezTo>
                    <a:cubicBezTo>
                      <a:pt x="368950" y="1725360"/>
                      <a:pt x="391331" y="1750613"/>
                      <a:pt x="366226" y="1770859"/>
                    </a:cubicBezTo>
                    <a:cubicBezTo>
                      <a:pt x="335156" y="1792504"/>
                      <a:pt x="291056" y="1833218"/>
                      <a:pt x="258736" y="1853096"/>
                    </a:cubicBezTo>
                    <a:cubicBezTo>
                      <a:pt x="242613" y="1862962"/>
                      <a:pt x="225458" y="1863918"/>
                      <a:pt x="208673" y="1851035"/>
                    </a:cubicBezTo>
                    <a:cubicBezTo>
                      <a:pt x="123342" y="1785878"/>
                      <a:pt x="54212" y="1708279"/>
                      <a:pt x="16663" y="1605796"/>
                    </a:cubicBezTo>
                    <a:cubicBezTo>
                      <a:pt x="-18602" y="1509717"/>
                      <a:pt x="4516" y="1423578"/>
                      <a:pt x="63341" y="1344728"/>
                    </a:cubicBezTo>
                    <a:cubicBezTo>
                      <a:pt x="75047" y="1329046"/>
                      <a:pt x="93010" y="1317707"/>
                      <a:pt x="115613" y="1324334"/>
                    </a:cubicBezTo>
                    <a:close/>
                    <a:moveTo>
                      <a:pt x="1437223" y="852411"/>
                    </a:moveTo>
                    <a:cubicBezTo>
                      <a:pt x="1417860" y="871406"/>
                      <a:pt x="1392459" y="895701"/>
                      <a:pt x="1374496" y="909837"/>
                    </a:cubicBezTo>
                    <a:cubicBezTo>
                      <a:pt x="1256626" y="1002897"/>
                      <a:pt x="793314" y="1341195"/>
                      <a:pt x="733238" y="1388020"/>
                    </a:cubicBezTo>
                    <a:cubicBezTo>
                      <a:pt x="704672" y="1410254"/>
                      <a:pt x="691788" y="1412905"/>
                      <a:pt x="679345" y="1389272"/>
                    </a:cubicBezTo>
                    <a:cubicBezTo>
                      <a:pt x="666829" y="1365638"/>
                      <a:pt x="673750" y="1358423"/>
                      <a:pt x="690537" y="1346644"/>
                    </a:cubicBezTo>
                    <a:cubicBezTo>
                      <a:pt x="815769" y="1258296"/>
                      <a:pt x="940488" y="1168991"/>
                      <a:pt x="1066677" y="1081968"/>
                    </a:cubicBezTo>
                    <a:cubicBezTo>
                      <a:pt x="1174020" y="1007976"/>
                      <a:pt x="1282467" y="935531"/>
                      <a:pt x="1393271" y="866767"/>
                    </a:cubicBezTo>
                    <a:cubicBezTo>
                      <a:pt x="1401000" y="861982"/>
                      <a:pt x="1419406" y="849392"/>
                      <a:pt x="1437223" y="852411"/>
                    </a:cubicBezTo>
                    <a:close/>
                    <a:moveTo>
                      <a:pt x="1012122" y="306348"/>
                    </a:moveTo>
                    <a:cubicBezTo>
                      <a:pt x="1025300" y="303770"/>
                      <a:pt x="1031633" y="312090"/>
                      <a:pt x="1035239" y="322692"/>
                    </a:cubicBezTo>
                    <a:cubicBezTo>
                      <a:pt x="1040319" y="337784"/>
                      <a:pt x="1028540" y="339993"/>
                      <a:pt x="1018306" y="343380"/>
                    </a:cubicBezTo>
                    <a:cubicBezTo>
                      <a:pt x="936363" y="370694"/>
                      <a:pt x="853685" y="396168"/>
                      <a:pt x="772626" y="425911"/>
                    </a:cubicBezTo>
                    <a:cubicBezTo>
                      <a:pt x="623980" y="480392"/>
                      <a:pt x="476734" y="538481"/>
                      <a:pt x="343550" y="626460"/>
                    </a:cubicBezTo>
                    <a:cubicBezTo>
                      <a:pt x="329487" y="635737"/>
                      <a:pt x="316088" y="646044"/>
                      <a:pt x="302689" y="656278"/>
                    </a:cubicBezTo>
                    <a:cubicBezTo>
                      <a:pt x="274860" y="677481"/>
                      <a:pt x="269927" y="676524"/>
                      <a:pt x="253583" y="644572"/>
                    </a:cubicBezTo>
                    <a:cubicBezTo>
                      <a:pt x="239668" y="617258"/>
                      <a:pt x="228036" y="588619"/>
                      <a:pt x="212132" y="562556"/>
                    </a:cubicBezTo>
                    <a:cubicBezTo>
                      <a:pt x="196377" y="536714"/>
                      <a:pt x="205506" y="523609"/>
                      <a:pt x="229802" y="514774"/>
                    </a:cubicBezTo>
                    <a:cubicBezTo>
                      <a:pt x="293192" y="491657"/>
                      <a:pt x="355919" y="466477"/>
                      <a:pt x="420340" y="446379"/>
                    </a:cubicBezTo>
                    <a:cubicBezTo>
                      <a:pt x="576052" y="397787"/>
                      <a:pt x="733974" y="357294"/>
                      <a:pt x="894104" y="326005"/>
                    </a:cubicBezTo>
                    <a:cubicBezTo>
                      <a:pt x="933271" y="318421"/>
                      <a:pt x="972807" y="312900"/>
                      <a:pt x="1012122" y="306348"/>
                    </a:cubicBezTo>
                    <a:close/>
                    <a:moveTo>
                      <a:pt x="2142532" y="0"/>
                    </a:moveTo>
                    <a:cubicBezTo>
                      <a:pt x="2207027" y="6626"/>
                      <a:pt x="2274465" y="7067"/>
                      <a:pt x="2340285" y="23044"/>
                    </a:cubicBezTo>
                    <a:cubicBezTo>
                      <a:pt x="2363035" y="28566"/>
                      <a:pt x="2380850" y="36591"/>
                      <a:pt x="2383428" y="61697"/>
                    </a:cubicBezTo>
                    <a:cubicBezTo>
                      <a:pt x="2386079" y="86802"/>
                      <a:pt x="2370471" y="99612"/>
                      <a:pt x="2349119" y="108595"/>
                    </a:cubicBezTo>
                    <a:cubicBezTo>
                      <a:pt x="2245311" y="152326"/>
                      <a:pt x="1917835" y="291622"/>
                      <a:pt x="1857611" y="316801"/>
                    </a:cubicBezTo>
                    <a:cubicBezTo>
                      <a:pt x="1825143" y="330421"/>
                      <a:pt x="1810934" y="324900"/>
                      <a:pt x="1792013" y="294787"/>
                    </a:cubicBezTo>
                    <a:cubicBezTo>
                      <a:pt x="1759618" y="243325"/>
                      <a:pt x="1740329" y="186783"/>
                      <a:pt x="1725899" y="128325"/>
                    </a:cubicBezTo>
                    <a:cubicBezTo>
                      <a:pt x="1718979" y="100349"/>
                      <a:pt x="1732230" y="79366"/>
                      <a:pt x="1757484" y="70163"/>
                    </a:cubicBezTo>
                    <a:cubicBezTo>
                      <a:pt x="1856727" y="33793"/>
                      <a:pt x="2115071" y="1914"/>
                      <a:pt x="2142532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79"/>
          <p:cNvGrpSpPr/>
          <p:nvPr/>
        </p:nvGrpSpPr>
        <p:grpSpPr>
          <a:xfrm>
            <a:off x="2695396" y="4594403"/>
            <a:ext cx="6808234" cy="484632"/>
            <a:chOff x="2803368" y="2575497"/>
            <a:chExt cx="6808234" cy="484632"/>
          </a:xfrm>
        </p:grpSpPr>
        <p:sp>
          <p:nvSpPr>
            <p:cNvPr id="81" name="Pentagon 10"/>
            <p:cNvSpPr/>
            <p:nvPr/>
          </p:nvSpPr>
          <p:spPr>
            <a:xfrm>
              <a:off x="7713076" y="2575497"/>
              <a:ext cx="1898526" cy="484632"/>
            </a:xfrm>
            <a:prstGeom prst="homePlat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2" name="Pentagon 15"/>
            <p:cNvSpPr/>
            <p:nvPr/>
          </p:nvSpPr>
          <p:spPr>
            <a:xfrm flipH="1">
              <a:off x="2803368" y="2575497"/>
              <a:ext cx="1898526" cy="484632"/>
            </a:xfrm>
            <a:prstGeom prst="homePlat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045934" y="2663926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801668" y="2663926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5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102107" y="5438491"/>
            <a:ext cx="5994812" cy="484632"/>
            <a:chOff x="3206868" y="1790901"/>
            <a:chExt cx="5994812" cy="484632"/>
          </a:xfrm>
        </p:grpSpPr>
        <p:sp>
          <p:nvSpPr>
            <p:cNvPr id="86" name="Pentagon 14"/>
            <p:cNvSpPr/>
            <p:nvPr/>
          </p:nvSpPr>
          <p:spPr>
            <a:xfrm>
              <a:off x="7303154" y="1790901"/>
              <a:ext cx="1898526" cy="484632"/>
            </a:xfrm>
            <a:prstGeom prst="homePlat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7" name="Pentagon 16"/>
            <p:cNvSpPr/>
            <p:nvPr/>
          </p:nvSpPr>
          <p:spPr>
            <a:xfrm flipH="1">
              <a:off x="3206868" y="1790901"/>
              <a:ext cx="1898526" cy="484632"/>
            </a:xfrm>
            <a:prstGeom prst="homePlat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27608" y="1882990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3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423512" y="1882990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6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 flipH="1">
            <a:off x="3102107" y="3750315"/>
            <a:ext cx="5994812" cy="484632"/>
            <a:chOff x="3206868" y="1790901"/>
            <a:chExt cx="5994812" cy="484632"/>
          </a:xfrm>
        </p:grpSpPr>
        <p:sp>
          <p:nvSpPr>
            <p:cNvPr id="91" name="Pentagon 14"/>
            <p:cNvSpPr/>
            <p:nvPr/>
          </p:nvSpPr>
          <p:spPr>
            <a:xfrm>
              <a:off x="7303154" y="1790901"/>
              <a:ext cx="1898526" cy="484632"/>
            </a:xfrm>
            <a:prstGeom prst="homePlat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2" name="Pentagon 16"/>
            <p:cNvSpPr/>
            <p:nvPr/>
          </p:nvSpPr>
          <p:spPr>
            <a:xfrm flipH="1">
              <a:off x="3206868" y="1790901"/>
              <a:ext cx="1898526" cy="484632"/>
            </a:xfrm>
            <a:prstGeom prst="homePlat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427608" y="1882990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4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423512" y="1882990"/>
              <a:ext cx="15920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95" name="직사각형 1"/>
          <p:cNvSpPr/>
          <p:nvPr/>
        </p:nvSpPr>
        <p:spPr>
          <a:xfrm>
            <a:off x="8657864" y="3669465"/>
            <a:ext cx="2843742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algn="just"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Mua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hàng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và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kiểm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soát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hàng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tồn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kho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96" name="직사각형 1"/>
          <p:cNvSpPr/>
          <p:nvPr/>
        </p:nvSpPr>
        <p:spPr>
          <a:xfrm>
            <a:off x="8575395" y="5432800"/>
            <a:ext cx="2843742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algn="just">
              <a:lnSpc>
                <a:spcPct val="150000"/>
              </a:lnSpc>
            </a:pP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Xử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lý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thủ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tục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kế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toán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97" name="직사각형 1"/>
          <p:cNvSpPr/>
          <p:nvPr/>
        </p:nvSpPr>
        <p:spPr>
          <a:xfrm>
            <a:off x="-171709" y="3663715"/>
            <a:ext cx="3239183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3895" algn="just"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Theo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dõi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nhu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cầu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mua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hàng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98" name="직사각형 1"/>
          <p:cNvSpPr/>
          <p:nvPr/>
        </p:nvSpPr>
        <p:spPr>
          <a:xfrm>
            <a:off x="-171709" y="4511567"/>
            <a:ext cx="2792795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3895" algn="just">
              <a:lnSpc>
                <a:spcPct val="150000"/>
              </a:lnSpc>
            </a:pP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Khả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năng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đánh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giá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nhà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cung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cấp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99" name="직사각형 1"/>
          <p:cNvSpPr/>
          <p:nvPr/>
        </p:nvSpPr>
        <p:spPr>
          <a:xfrm>
            <a:off x="-171708" y="5423363"/>
            <a:ext cx="2721374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algn="just">
              <a:lnSpc>
                <a:spcPct val="150000"/>
              </a:lnSpc>
            </a:pP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Duy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trì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tạo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mối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quan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hệ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với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nhà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cung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cấp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00" name="직사각형 1"/>
          <p:cNvSpPr/>
          <p:nvPr/>
        </p:nvSpPr>
        <p:spPr>
          <a:xfrm>
            <a:off x="8982643" y="4576923"/>
            <a:ext cx="2843742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algn="just">
              <a:lnSpc>
                <a:spcPct val="150000"/>
              </a:lnSpc>
            </a:pP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Kiểm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soát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chất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lượng</a:t>
            </a:r>
            <a:r>
              <a:rPr lang="en-US" sz="1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GB" sz="14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01" name="Graphic 11"/>
          <p:cNvSpPr/>
          <p:nvPr/>
        </p:nvSpPr>
        <p:spPr>
          <a:xfrm>
            <a:off x="5321235" y="2942125"/>
            <a:ext cx="1377821" cy="3553723"/>
          </a:xfrm>
          <a:custGeom>
            <a:avLst/>
            <a:gdLst>
              <a:gd name="connsiteX0" fmla="*/ 1732970 w 1743075"/>
              <a:gd name="connsiteY0" fmla="*/ 1329937 h 4495800"/>
              <a:gd name="connsiteX1" fmla="*/ 1726302 w 1743075"/>
              <a:gd name="connsiteY1" fmla="*/ 1291837 h 4495800"/>
              <a:gd name="connsiteX2" fmla="*/ 1698680 w 1743075"/>
              <a:gd name="connsiteY2" fmla="*/ 1230877 h 4495800"/>
              <a:gd name="connsiteX3" fmla="*/ 1666295 w 1743075"/>
              <a:gd name="connsiteY3" fmla="*/ 1177537 h 4495800"/>
              <a:gd name="connsiteX4" fmla="*/ 1643435 w 1743075"/>
              <a:gd name="connsiteY4" fmla="*/ 1128959 h 4495800"/>
              <a:gd name="connsiteX5" fmla="*/ 1636767 w 1743075"/>
              <a:gd name="connsiteY5" fmla="*/ 1117529 h 4495800"/>
              <a:gd name="connsiteX6" fmla="*/ 1595810 w 1743075"/>
              <a:gd name="connsiteY6" fmla="*/ 1023232 h 4495800"/>
              <a:gd name="connsiteX7" fmla="*/ 1586285 w 1743075"/>
              <a:gd name="connsiteY7" fmla="*/ 1007039 h 4495800"/>
              <a:gd name="connsiteX8" fmla="*/ 1573902 w 1743075"/>
              <a:gd name="connsiteY8" fmla="*/ 972749 h 4495800"/>
              <a:gd name="connsiteX9" fmla="*/ 1560567 w 1743075"/>
              <a:gd name="connsiteY9" fmla="*/ 923219 h 4495800"/>
              <a:gd name="connsiteX10" fmla="*/ 1550090 w 1743075"/>
              <a:gd name="connsiteY10" fmla="*/ 880357 h 4495800"/>
              <a:gd name="connsiteX11" fmla="*/ 1547232 w 1743075"/>
              <a:gd name="connsiteY11" fmla="*/ 863212 h 4495800"/>
              <a:gd name="connsiteX12" fmla="*/ 1508180 w 1743075"/>
              <a:gd name="connsiteY12" fmla="*/ 747959 h 4495800"/>
              <a:gd name="connsiteX13" fmla="*/ 1468175 w 1743075"/>
              <a:gd name="connsiteY13" fmla="*/ 705097 h 4495800"/>
              <a:gd name="connsiteX14" fmla="*/ 1428170 w 1743075"/>
              <a:gd name="connsiteY14" fmla="*/ 685094 h 4495800"/>
              <a:gd name="connsiteX15" fmla="*/ 1380545 w 1743075"/>
              <a:gd name="connsiteY15" fmla="*/ 669854 h 4495800"/>
              <a:gd name="connsiteX16" fmla="*/ 1303392 w 1743075"/>
              <a:gd name="connsiteY16" fmla="*/ 650804 h 4495800"/>
              <a:gd name="connsiteX17" fmla="*/ 1301487 w 1743075"/>
              <a:gd name="connsiteY17" fmla="*/ 649852 h 4495800"/>
              <a:gd name="connsiteX18" fmla="*/ 1223382 w 1743075"/>
              <a:gd name="connsiteY18" fmla="*/ 629849 h 4495800"/>
              <a:gd name="connsiteX19" fmla="*/ 1160517 w 1743075"/>
              <a:gd name="connsiteY19" fmla="*/ 610799 h 4495800"/>
              <a:gd name="connsiteX20" fmla="*/ 1101462 w 1743075"/>
              <a:gd name="connsiteY20" fmla="*/ 511739 h 4495800"/>
              <a:gd name="connsiteX21" fmla="*/ 1106225 w 1743075"/>
              <a:gd name="connsiteY21" fmla="*/ 422204 h 4495800"/>
              <a:gd name="connsiteX22" fmla="*/ 1119560 w 1743075"/>
              <a:gd name="connsiteY22" fmla="*/ 398392 h 4495800"/>
              <a:gd name="connsiteX23" fmla="*/ 1150040 w 1743075"/>
              <a:gd name="connsiteY23" fmla="*/ 352672 h 4495800"/>
              <a:gd name="connsiteX24" fmla="*/ 1155755 w 1743075"/>
              <a:gd name="connsiteY24" fmla="*/ 326002 h 4495800"/>
              <a:gd name="connsiteX25" fmla="*/ 1153850 w 1743075"/>
              <a:gd name="connsiteY25" fmla="*/ 263137 h 4495800"/>
              <a:gd name="connsiteX26" fmla="*/ 1135752 w 1743075"/>
              <a:gd name="connsiteY26" fmla="*/ 252659 h 4495800"/>
              <a:gd name="connsiteX27" fmla="*/ 1124322 w 1743075"/>
              <a:gd name="connsiteY27" fmla="*/ 241229 h 4495800"/>
              <a:gd name="connsiteX28" fmla="*/ 1125275 w 1743075"/>
              <a:gd name="connsiteY28" fmla="*/ 203129 h 4495800"/>
              <a:gd name="connsiteX29" fmla="*/ 1124322 w 1743075"/>
              <a:gd name="connsiteY29" fmla="*/ 182174 h 4495800"/>
              <a:gd name="connsiteX30" fmla="*/ 1074792 w 1743075"/>
              <a:gd name="connsiteY30" fmla="*/ 56444 h 4495800"/>
              <a:gd name="connsiteX31" fmla="*/ 1048122 w 1743075"/>
              <a:gd name="connsiteY31" fmla="*/ 37394 h 4495800"/>
              <a:gd name="connsiteX32" fmla="*/ 1005260 w 1743075"/>
              <a:gd name="connsiteY32" fmla="*/ 20249 h 4495800"/>
              <a:gd name="connsiteX33" fmla="*/ 873815 w 1743075"/>
              <a:gd name="connsiteY33" fmla="*/ 24059 h 4495800"/>
              <a:gd name="connsiteX34" fmla="*/ 782375 w 1743075"/>
              <a:gd name="connsiteY34" fmla="*/ 104069 h 4495800"/>
              <a:gd name="connsiteX35" fmla="*/ 775707 w 1743075"/>
              <a:gd name="connsiteY35" fmla="*/ 117404 h 4495800"/>
              <a:gd name="connsiteX36" fmla="*/ 769040 w 1743075"/>
              <a:gd name="connsiteY36" fmla="*/ 159314 h 4495800"/>
              <a:gd name="connsiteX37" fmla="*/ 759515 w 1743075"/>
              <a:gd name="connsiteY37" fmla="*/ 293617 h 4495800"/>
              <a:gd name="connsiteX38" fmla="*/ 759515 w 1743075"/>
              <a:gd name="connsiteY38" fmla="*/ 297427 h 4495800"/>
              <a:gd name="connsiteX39" fmla="*/ 762372 w 1743075"/>
              <a:gd name="connsiteY39" fmla="*/ 370769 h 4495800"/>
              <a:gd name="connsiteX40" fmla="*/ 786185 w 1743075"/>
              <a:gd name="connsiteY40" fmla="*/ 424109 h 4495800"/>
              <a:gd name="connsiteX41" fmla="*/ 799520 w 1743075"/>
              <a:gd name="connsiteY41" fmla="*/ 446969 h 4495800"/>
              <a:gd name="connsiteX42" fmla="*/ 811902 w 1743075"/>
              <a:gd name="connsiteY42" fmla="*/ 517454 h 4495800"/>
              <a:gd name="connsiteX43" fmla="*/ 806187 w 1743075"/>
              <a:gd name="connsiteY43" fmla="*/ 540314 h 4495800"/>
              <a:gd name="connsiteX44" fmla="*/ 729035 w 1743075"/>
              <a:gd name="connsiteY44" fmla="*/ 576509 h 4495800"/>
              <a:gd name="connsiteX45" fmla="*/ 717605 w 1743075"/>
              <a:gd name="connsiteY45" fmla="*/ 579367 h 4495800"/>
              <a:gd name="connsiteX46" fmla="*/ 546155 w 1743075"/>
              <a:gd name="connsiteY46" fmla="*/ 617467 h 4495800"/>
              <a:gd name="connsiteX47" fmla="*/ 469955 w 1743075"/>
              <a:gd name="connsiteY47" fmla="*/ 627944 h 4495800"/>
              <a:gd name="connsiteX48" fmla="*/ 396612 w 1743075"/>
              <a:gd name="connsiteY48" fmla="*/ 646994 h 4495800"/>
              <a:gd name="connsiteX49" fmla="*/ 348035 w 1743075"/>
              <a:gd name="connsiteY49" fmla="*/ 688904 h 4495800"/>
              <a:gd name="connsiteX50" fmla="*/ 311840 w 1743075"/>
              <a:gd name="connsiteY50" fmla="*/ 807014 h 4495800"/>
              <a:gd name="connsiteX51" fmla="*/ 287075 w 1743075"/>
              <a:gd name="connsiteY51" fmla="*/ 848924 h 4495800"/>
              <a:gd name="connsiteX52" fmla="*/ 246117 w 1743075"/>
              <a:gd name="connsiteY52" fmla="*/ 896549 h 4495800"/>
              <a:gd name="connsiteX53" fmla="*/ 233735 w 1743075"/>
              <a:gd name="connsiteY53" fmla="*/ 922267 h 4495800"/>
              <a:gd name="connsiteX54" fmla="*/ 164202 w 1743075"/>
              <a:gd name="connsiteY54" fmla="*/ 1008944 h 4495800"/>
              <a:gd name="connsiteX55" fmla="*/ 152772 w 1743075"/>
              <a:gd name="connsiteY55" fmla="*/ 1024184 h 4495800"/>
              <a:gd name="connsiteX56" fmla="*/ 81335 w 1743075"/>
              <a:gd name="connsiteY56" fmla="*/ 1130864 h 4495800"/>
              <a:gd name="connsiteX57" fmla="*/ 10850 w 1743075"/>
              <a:gd name="connsiteY57" fmla="*/ 1280407 h 4495800"/>
              <a:gd name="connsiteX58" fmla="*/ 27042 w 1743075"/>
              <a:gd name="connsiteY58" fmla="*/ 1395659 h 4495800"/>
              <a:gd name="connsiteX59" fmla="*/ 61332 w 1743075"/>
              <a:gd name="connsiteY59" fmla="*/ 1453762 h 4495800"/>
              <a:gd name="connsiteX60" fmla="*/ 74667 w 1743075"/>
              <a:gd name="connsiteY60" fmla="*/ 1474717 h 4495800"/>
              <a:gd name="connsiteX61" fmla="*/ 97527 w 1743075"/>
              <a:gd name="connsiteY61" fmla="*/ 1509007 h 4495800"/>
              <a:gd name="connsiteX62" fmla="*/ 108005 w 1743075"/>
              <a:gd name="connsiteY62" fmla="*/ 1522342 h 4495800"/>
              <a:gd name="connsiteX63" fmla="*/ 162297 w 1743075"/>
              <a:gd name="connsiteY63" fmla="*/ 1602352 h 4495800"/>
              <a:gd name="connsiteX64" fmla="*/ 201350 w 1743075"/>
              <a:gd name="connsiteY64" fmla="*/ 1654739 h 4495800"/>
              <a:gd name="connsiteX65" fmla="*/ 288980 w 1743075"/>
              <a:gd name="connsiteY65" fmla="*/ 1768087 h 4495800"/>
              <a:gd name="connsiteX66" fmla="*/ 300410 w 1743075"/>
              <a:gd name="connsiteY66" fmla="*/ 1810949 h 4495800"/>
              <a:gd name="connsiteX67" fmla="*/ 288027 w 1743075"/>
              <a:gd name="connsiteY67" fmla="*/ 1909057 h 4495800"/>
              <a:gd name="connsiteX68" fmla="*/ 279455 w 1743075"/>
              <a:gd name="connsiteY68" fmla="*/ 2064314 h 4495800"/>
              <a:gd name="connsiteX69" fmla="*/ 277550 w 1743075"/>
              <a:gd name="connsiteY69" fmla="*/ 2079554 h 4495800"/>
              <a:gd name="connsiteX70" fmla="*/ 266120 w 1743075"/>
              <a:gd name="connsiteY70" fmla="*/ 2192902 h 4495800"/>
              <a:gd name="connsiteX71" fmla="*/ 265167 w 1743075"/>
              <a:gd name="connsiteY71" fmla="*/ 2338634 h 4495800"/>
              <a:gd name="connsiteX72" fmla="*/ 251832 w 1743075"/>
              <a:gd name="connsiteY72" fmla="*/ 2463412 h 4495800"/>
              <a:gd name="connsiteX73" fmla="*/ 268025 w 1743075"/>
              <a:gd name="connsiteY73" fmla="*/ 2496749 h 4495800"/>
              <a:gd name="connsiteX74" fmla="*/ 358512 w 1743075"/>
              <a:gd name="connsiteY74" fmla="*/ 2521514 h 4495800"/>
              <a:gd name="connsiteX75" fmla="*/ 377562 w 1743075"/>
              <a:gd name="connsiteY75" fmla="*/ 2525324 h 4495800"/>
              <a:gd name="connsiteX76" fmla="*/ 467097 w 1743075"/>
              <a:gd name="connsiteY76" fmla="*/ 2499607 h 4495800"/>
              <a:gd name="connsiteX77" fmla="*/ 496625 w 1743075"/>
              <a:gd name="connsiteY77" fmla="*/ 2472937 h 4495800"/>
              <a:gd name="connsiteX78" fmla="*/ 498530 w 1743075"/>
              <a:gd name="connsiteY78" fmla="*/ 2500559 h 4495800"/>
              <a:gd name="connsiteX79" fmla="*/ 497577 w 1743075"/>
              <a:gd name="connsiteY79" fmla="*/ 2653912 h 4495800"/>
              <a:gd name="connsiteX80" fmla="*/ 491862 w 1743075"/>
              <a:gd name="connsiteY80" fmla="*/ 2752972 h 4495800"/>
              <a:gd name="connsiteX81" fmla="*/ 489957 w 1743075"/>
              <a:gd name="connsiteY81" fmla="*/ 2915849 h 4495800"/>
              <a:gd name="connsiteX82" fmla="*/ 483290 w 1743075"/>
              <a:gd name="connsiteY82" fmla="*/ 3303517 h 4495800"/>
              <a:gd name="connsiteX83" fmla="*/ 483290 w 1743075"/>
              <a:gd name="connsiteY83" fmla="*/ 3423532 h 4495800"/>
              <a:gd name="connsiteX84" fmla="*/ 489005 w 1743075"/>
              <a:gd name="connsiteY84" fmla="*/ 3666419 h 4495800"/>
              <a:gd name="connsiteX85" fmla="*/ 497577 w 1743075"/>
              <a:gd name="connsiteY85" fmla="*/ 3953122 h 4495800"/>
              <a:gd name="connsiteX86" fmla="*/ 498530 w 1743075"/>
              <a:gd name="connsiteY86" fmla="*/ 3964552 h 4495800"/>
              <a:gd name="connsiteX87" fmla="*/ 505197 w 1743075"/>
              <a:gd name="connsiteY87" fmla="*/ 4019797 h 4495800"/>
              <a:gd name="connsiteX88" fmla="*/ 507102 w 1743075"/>
              <a:gd name="connsiteY88" fmla="*/ 4083614 h 4495800"/>
              <a:gd name="connsiteX89" fmla="*/ 513770 w 1743075"/>
              <a:gd name="connsiteY89" fmla="*/ 4111237 h 4495800"/>
              <a:gd name="connsiteX90" fmla="*/ 539487 w 1743075"/>
              <a:gd name="connsiteY90" fmla="*/ 4176959 h 4495800"/>
              <a:gd name="connsiteX91" fmla="*/ 562347 w 1743075"/>
              <a:gd name="connsiteY91" fmla="*/ 4278877 h 4495800"/>
              <a:gd name="connsiteX92" fmla="*/ 561395 w 1743075"/>
              <a:gd name="connsiteY92" fmla="*/ 4299832 h 4495800"/>
              <a:gd name="connsiteX93" fmla="*/ 551870 w 1743075"/>
              <a:gd name="connsiteY93" fmla="*/ 4354124 h 4495800"/>
              <a:gd name="connsiteX94" fmla="*/ 583302 w 1743075"/>
              <a:gd name="connsiteY94" fmla="*/ 4404607 h 4495800"/>
              <a:gd name="connsiteX95" fmla="*/ 600447 w 1743075"/>
              <a:gd name="connsiteY95" fmla="*/ 4423657 h 4495800"/>
              <a:gd name="connsiteX96" fmla="*/ 628070 w 1743075"/>
              <a:gd name="connsiteY96" fmla="*/ 4459852 h 4495800"/>
              <a:gd name="connsiteX97" fmla="*/ 690935 w 1743075"/>
              <a:gd name="connsiteY97" fmla="*/ 4483664 h 4495800"/>
              <a:gd name="connsiteX98" fmla="*/ 762372 w 1743075"/>
              <a:gd name="connsiteY98" fmla="*/ 4492237 h 4495800"/>
              <a:gd name="connsiteX99" fmla="*/ 898580 w 1743075"/>
              <a:gd name="connsiteY99" fmla="*/ 4493189 h 4495800"/>
              <a:gd name="connsiteX100" fmla="*/ 913820 w 1743075"/>
              <a:gd name="connsiteY100" fmla="*/ 4464614 h 4495800"/>
              <a:gd name="connsiteX101" fmla="*/ 901437 w 1743075"/>
              <a:gd name="connsiteY101" fmla="*/ 4434134 h 4495800"/>
              <a:gd name="connsiteX102" fmla="*/ 869052 w 1743075"/>
              <a:gd name="connsiteY102" fmla="*/ 4351267 h 4495800"/>
              <a:gd name="connsiteX103" fmla="*/ 859527 w 1743075"/>
              <a:gd name="connsiteY103" fmla="*/ 4338884 h 4495800"/>
              <a:gd name="connsiteX104" fmla="*/ 811902 w 1743075"/>
              <a:gd name="connsiteY104" fmla="*/ 4263637 h 4495800"/>
              <a:gd name="connsiteX105" fmla="*/ 812855 w 1743075"/>
              <a:gd name="connsiteY105" fmla="*/ 4206487 h 4495800"/>
              <a:gd name="connsiteX106" fmla="*/ 823332 w 1743075"/>
              <a:gd name="connsiteY106" fmla="*/ 4165529 h 4495800"/>
              <a:gd name="connsiteX107" fmla="*/ 841430 w 1743075"/>
              <a:gd name="connsiteY107" fmla="*/ 4050277 h 4495800"/>
              <a:gd name="connsiteX108" fmla="*/ 849050 w 1743075"/>
              <a:gd name="connsiteY108" fmla="*/ 3982649 h 4495800"/>
              <a:gd name="connsiteX109" fmla="*/ 837620 w 1743075"/>
              <a:gd name="connsiteY109" fmla="*/ 3734999 h 4495800"/>
              <a:gd name="connsiteX110" fmla="*/ 826190 w 1743075"/>
              <a:gd name="connsiteY110" fmla="*/ 3662609 h 4495800"/>
              <a:gd name="connsiteX111" fmla="*/ 807140 w 1743075"/>
              <a:gd name="connsiteY111" fmla="*/ 3601649 h 4495800"/>
              <a:gd name="connsiteX112" fmla="*/ 789995 w 1743075"/>
              <a:gd name="connsiteY112" fmla="*/ 3537832 h 4495800"/>
              <a:gd name="connsiteX113" fmla="*/ 786185 w 1743075"/>
              <a:gd name="connsiteY113" fmla="*/ 3494017 h 4495800"/>
              <a:gd name="connsiteX114" fmla="*/ 790947 w 1743075"/>
              <a:gd name="connsiteY114" fmla="*/ 3454012 h 4495800"/>
              <a:gd name="connsiteX115" fmla="*/ 798567 w 1743075"/>
              <a:gd name="connsiteY115" fmla="*/ 3393052 h 4495800"/>
              <a:gd name="connsiteX116" fmla="*/ 799520 w 1743075"/>
              <a:gd name="connsiteY116" fmla="*/ 3274942 h 4495800"/>
              <a:gd name="connsiteX117" fmla="*/ 803330 w 1743075"/>
              <a:gd name="connsiteY117" fmla="*/ 3260654 h 4495800"/>
              <a:gd name="connsiteX118" fmla="*/ 819522 w 1743075"/>
              <a:gd name="connsiteY118" fmla="*/ 3223507 h 4495800"/>
              <a:gd name="connsiteX119" fmla="*/ 825237 w 1743075"/>
              <a:gd name="connsiteY119" fmla="*/ 3178739 h 4495800"/>
              <a:gd name="connsiteX120" fmla="*/ 903342 w 1743075"/>
              <a:gd name="connsiteY120" fmla="*/ 2818694 h 4495800"/>
              <a:gd name="connsiteX121" fmla="*/ 921440 w 1743075"/>
              <a:gd name="connsiteY121" fmla="*/ 2752019 h 4495800"/>
              <a:gd name="connsiteX122" fmla="*/ 927155 w 1743075"/>
              <a:gd name="connsiteY122" fmla="*/ 2753924 h 4495800"/>
              <a:gd name="connsiteX123" fmla="*/ 917630 w 1743075"/>
              <a:gd name="connsiteY123" fmla="*/ 2838697 h 4495800"/>
              <a:gd name="connsiteX124" fmla="*/ 899532 w 1743075"/>
              <a:gd name="connsiteY124" fmla="*/ 3093967 h 4495800"/>
              <a:gd name="connsiteX125" fmla="*/ 902390 w 1743075"/>
              <a:gd name="connsiteY125" fmla="*/ 3124447 h 4495800"/>
              <a:gd name="connsiteX126" fmla="*/ 893817 w 1743075"/>
              <a:gd name="connsiteY126" fmla="*/ 3190169 h 4495800"/>
              <a:gd name="connsiteX127" fmla="*/ 894770 w 1743075"/>
              <a:gd name="connsiteY127" fmla="*/ 3224459 h 4495800"/>
              <a:gd name="connsiteX128" fmla="*/ 905247 w 1743075"/>
              <a:gd name="connsiteY128" fmla="*/ 3328282 h 4495800"/>
              <a:gd name="connsiteX129" fmla="*/ 905247 w 1743075"/>
              <a:gd name="connsiteY129" fmla="*/ 3412102 h 4495800"/>
              <a:gd name="connsiteX130" fmla="*/ 913820 w 1743075"/>
              <a:gd name="connsiteY130" fmla="*/ 3633082 h 4495800"/>
              <a:gd name="connsiteX131" fmla="*/ 919535 w 1743075"/>
              <a:gd name="connsiteY131" fmla="*/ 3730237 h 4495800"/>
              <a:gd name="connsiteX132" fmla="*/ 916677 w 1743075"/>
              <a:gd name="connsiteY132" fmla="*/ 3760717 h 4495800"/>
              <a:gd name="connsiteX133" fmla="*/ 896675 w 1743075"/>
              <a:gd name="connsiteY133" fmla="*/ 3862634 h 4495800"/>
              <a:gd name="connsiteX134" fmla="*/ 883340 w 1743075"/>
              <a:gd name="connsiteY134" fmla="*/ 4033132 h 4495800"/>
              <a:gd name="connsiteX135" fmla="*/ 855717 w 1743075"/>
              <a:gd name="connsiteY135" fmla="*/ 4201724 h 4495800"/>
              <a:gd name="connsiteX136" fmla="*/ 880482 w 1743075"/>
              <a:gd name="connsiteY136" fmla="*/ 4262684 h 4495800"/>
              <a:gd name="connsiteX137" fmla="*/ 936680 w 1743075"/>
              <a:gd name="connsiteY137" fmla="*/ 4289354 h 4495800"/>
              <a:gd name="connsiteX138" fmla="*/ 979542 w 1743075"/>
              <a:gd name="connsiteY138" fmla="*/ 4295069 h 4495800"/>
              <a:gd name="connsiteX139" fmla="*/ 1015737 w 1743075"/>
              <a:gd name="connsiteY139" fmla="*/ 4306499 h 4495800"/>
              <a:gd name="connsiteX140" fmla="*/ 1038597 w 1743075"/>
              <a:gd name="connsiteY140" fmla="*/ 4339837 h 4495800"/>
              <a:gd name="connsiteX141" fmla="*/ 1059552 w 1743075"/>
              <a:gd name="connsiteY141" fmla="*/ 4361744 h 4495800"/>
              <a:gd name="connsiteX142" fmla="*/ 1170995 w 1743075"/>
              <a:gd name="connsiteY142" fmla="*/ 4391272 h 4495800"/>
              <a:gd name="connsiteX143" fmla="*/ 1283390 w 1743075"/>
              <a:gd name="connsiteY143" fmla="*/ 4390319 h 4495800"/>
              <a:gd name="connsiteX144" fmla="*/ 1321490 w 1743075"/>
              <a:gd name="connsiteY144" fmla="*/ 4385557 h 4495800"/>
              <a:gd name="connsiteX145" fmla="*/ 1333872 w 1743075"/>
              <a:gd name="connsiteY145" fmla="*/ 4358887 h 4495800"/>
              <a:gd name="connsiteX146" fmla="*/ 1317680 w 1743075"/>
              <a:gd name="connsiteY146" fmla="*/ 4324597 h 4495800"/>
              <a:gd name="connsiteX147" fmla="*/ 1297677 w 1743075"/>
              <a:gd name="connsiteY147" fmla="*/ 4296974 h 4495800"/>
              <a:gd name="connsiteX148" fmla="*/ 1258625 w 1743075"/>
              <a:gd name="connsiteY148" fmla="*/ 4268399 h 4495800"/>
              <a:gd name="connsiteX149" fmla="*/ 1196712 w 1743075"/>
              <a:gd name="connsiteY149" fmla="*/ 4203629 h 4495800"/>
              <a:gd name="connsiteX150" fmla="*/ 1195760 w 1743075"/>
              <a:gd name="connsiteY150" fmla="*/ 4201724 h 4495800"/>
              <a:gd name="connsiteX151" fmla="*/ 1173852 w 1743075"/>
              <a:gd name="connsiteY151" fmla="*/ 4137907 h 4495800"/>
              <a:gd name="connsiteX152" fmla="*/ 1159565 w 1743075"/>
              <a:gd name="connsiteY152" fmla="*/ 4061707 h 4495800"/>
              <a:gd name="connsiteX153" fmla="*/ 1165280 w 1743075"/>
              <a:gd name="connsiteY153" fmla="*/ 4002652 h 4495800"/>
              <a:gd name="connsiteX154" fmla="*/ 1172900 w 1743075"/>
              <a:gd name="connsiteY154" fmla="*/ 3971219 h 4495800"/>
              <a:gd name="connsiteX155" fmla="*/ 1185282 w 1743075"/>
              <a:gd name="connsiteY155" fmla="*/ 3875017 h 4495800"/>
              <a:gd name="connsiteX156" fmla="*/ 1194807 w 1743075"/>
              <a:gd name="connsiteY156" fmla="*/ 3808342 h 4495800"/>
              <a:gd name="connsiteX157" fmla="*/ 1204332 w 1743075"/>
              <a:gd name="connsiteY157" fmla="*/ 3674992 h 4495800"/>
              <a:gd name="connsiteX158" fmla="*/ 1206237 w 1743075"/>
              <a:gd name="connsiteY158" fmla="*/ 3661657 h 4495800"/>
              <a:gd name="connsiteX159" fmla="*/ 1226240 w 1743075"/>
              <a:gd name="connsiteY159" fmla="*/ 3498779 h 4495800"/>
              <a:gd name="connsiteX160" fmla="*/ 1231002 w 1743075"/>
              <a:gd name="connsiteY160" fmla="*/ 3436867 h 4495800"/>
              <a:gd name="connsiteX161" fmla="*/ 1230050 w 1743075"/>
              <a:gd name="connsiteY161" fmla="*/ 3412102 h 4495800"/>
              <a:gd name="connsiteX162" fmla="*/ 1225287 w 1743075"/>
              <a:gd name="connsiteY162" fmla="*/ 3374002 h 4495800"/>
              <a:gd name="connsiteX163" fmla="*/ 1225287 w 1743075"/>
              <a:gd name="connsiteY163" fmla="*/ 3293992 h 4495800"/>
              <a:gd name="connsiteX164" fmla="*/ 1231955 w 1743075"/>
              <a:gd name="connsiteY164" fmla="*/ 3253987 h 4495800"/>
              <a:gd name="connsiteX165" fmla="*/ 1239575 w 1743075"/>
              <a:gd name="connsiteY165" fmla="*/ 3222554 h 4495800"/>
              <a:gd name="connsiteX166" fmla="*/ 1248147 w 1743075"/>
              <a:gd name="connsiteY166" fmla="*/ 3120637 h 4495800"/>
              <a:gd name="connsiteX167" fmla="*/ 1250052 w 1743075"/>
              <a:gd name="connsiteY167" fmla="*/ 3109207 h 4495800"/>
              <a:gd name="connsiteX168" fmla="*/ 1263387 w 1743075"/>
              <a:gd name="connsiteY168" fmla="*/ 3019672 h 4495800"/>
              <a:gd name="connsiteX169" fmla="*/ 1274817 w 1743075"/>
              <a:gd name="connsiteY169" fmla="*/ 2951092 h 4495800"/>
              <a:gd name="connsiteX170" fmla="*/ 1287200 w 1743075"/>
              <a:gd name="connsiteY170" fmla="*/ 2882512 h 4495800"/>
              <a:gd name="connsiteX171" fmla="*/ 1289105 w 1743075"/>
              <a:gd name="connsiteY171" fmla="*/ 2861557 h 4495800"/>
              <a:gd name="connsiteX172" fmla="*/ 1302440 w 1743075"/>
              <a:gd name="connsiteY172" fmla="*/ 2764402 h 4495800"/>
              <a:gd name="connsiteX173" fmla="*/ 1308155 w 1743075"/>
              <a:gd name="connsiteY173" fmla="*/ 2728207 h 4495800"/>
              <a:gd name="connsiteX174" fmla="*/ 1317680 w 1743075"/>
              <a:gd name="connsiteY174" fmla="*/ 2672962 h 4495800"/>
              <a:gd name="connsiteX175" fmla="*/ 1328157 w 1743075"/>
              <a:gd name="connsiteY175" fmla="*/ 2557709 h 4495800"/>
              <a:gd name="connsiteX176" fmla="*/ 1329110 w 1743075"/>
              <a:gd name="connsiteY176" fmla="*/ 2553899 h 4495800"/>
              <a:gd name="connsiteX177" fmla="*/ 1348160 w 1743075"/>
              <a:gd name="connsiteY177" fmla="*/ 2535802 h 4495800"/>
              <a:gd name="connsiteX178" fmla="*/ 1445315 w 1743075"/>
              <a:gd name="connsiteY178" fmla="*/ 2494844 h 4495800"/>
              <a:gd name="connsiteX179" fmla="*/ 1474842 w 1743075"/>
              <a:gd name="connsiteY179" fmla="*/ 2438647 h 4495800"/>
              <a:gd name="connsiteX180" fmla="*/ 1470080 w 1743075"/>
              <a:gd name="connsiteY180" fmla="*/ 2388164 h 4495800"/>
              <a:gd name="connsiteX181" fmla="*/ 1468175 w 1743075"/>
              <a:gd name="connsiteY181" fmla="*/ 2351017 h 4495800"/>
              <a:gd name="connsiteX182" fmla="*/ 1460555 w 1743075"/>
              <a:gd name="connsiteY182" fmla="*/ 1997639 h 4495800"/>
              <a:gd name="connsiteX183" fmla="*/ 1460555 w 1743075"/>
              <a:gd name="connsiteY183" fmla="*/ 1976684 h 4495800"/>
              <a:gd name="connsiteX184" fmla="*/ 1471985 w 1743075"/>
              <a:gd name="connsiteY184" fmla="*/ 1951919 h 4495800"/>
              <a:gd name="connsiteX185" fmla="*/ 1495797 w 1743075"/>
              <a:gd name="connsiteY185" fmla="*/ 1918582 h 4495800"/>
              <a:gd name="connsiteX186" fmla="*/ 1513895 w 1743075"/>
              <a:gd name="connsiteY186" fmla="*/ 1884292 h 4495800"/>
              <a:gd name="connsiteX187" fmla="*/ 1573902 w 1743075"/>
              <a:gd name="connsiteY187" fmla="*/ 1793804 h 4495800"/>
              <a:gd name="connsiteX188" fmla="*/ 1599620 w 1743075"/>
              <a:gd name="connsiteY188" fmla="*/ 1739512 h 4495800"/>
              <a:gd name="connsiteX189" fmla="*/ 1692965 w 1743075"/>
              <a:gd name="connsiteY189" fmla="*/ 1561394 h 4495800"/>
              <a:gd name="connsiteX190" fmla="*/ 1714872 w 1743075"/>
              <a:gd name="connsiteY190" fmla="*/ 1491862 h 4495800"/>
              <a:gd name="connsiteX191" fmla="*/ 1729160 w 1743075"/>
              <a:gd name="connsiteY191" fmla="*/ 1408042 h 4495800"/>
              <a:gd name="connsiteX192" fmla="*/ 1732970 w 1743075"/>
              <a:gd name="connsiteY192" fmla="*/ 1329937 h 4495800"/>
              <a:gd name="connsiteX193" fmla="*/ 373752 w 1743075"/>
              <a:gd name="connsiteY193" fmla="*/ 1452809 h 4495800"/>
              <a:gd name="connsiteX194" fmla="*/ 367085 w 1743075"/>
              <a:gd name="connsiteY194" fmla="*/ 1460429 h 4495800"/>
              <a:gd name="connsiteX195" fmla="*/ 361370 w 1743075"/>
              <a:gd name="connsiteY195" fmla="*/ 1453762 h 4495800"/>
              <a:gd name="connsiteX196" fmla="*/ 319460 w 1743075"/>
              <a:gd name="connsiteY196" fmla="*/ 1365179 h 4495800"/>
              <a:gd name="connsiteX197" fmla="*/ 310887 w 1743075"/>
              <a:gd name="connsiteY197" fmla="*/ 1351844 h 4495800"/>
              <a:gd name="connsiteX198" fmla="*/ 311840 w 1743075"/>
              <a:gd name="connsiteY198" fmla="*/ 1334699 h 4495800"/>
              <a:gd name="connsiteX199" fmla="*/ 343272 w 1743075"/>
              <a:gd name="connsiteY199" fmla="*/ 1297552 h 4495800"/>
              <a:gd name="connsiteX200" fmla="*/ 367085 w 1743075"/>
              <a:gd name="connsiteY200" fmla="*/ 1301362 h 4495800"/>
              <a:gd name="connsiteX201" fmla="*/ 377562 w 1743075"/>
              <a:gd name="connsiteY201" fmla="*/ 1348034 h 4495800"/>
              <a:gd name="connsiteX202" fmla="*/ 377562 w 1743075"/>
              <a:gd name="connsiteY202" fmla="*/ 1381372 h 4495800"/>
              <a:gd name="connsiteX203" fmla="*/ 381372 w 1743075"/>
              <a:gd name="connsiteY203" fmla="*/ 1381372 h 4495800"/>
              <a:gd name="connsiteX204" fmla="*/ 373752 w 1743075"/>
              <a:gd name="connsiteY204" fmla="*/ 1452809 h 4495800"/>
              <a:gd name="connsiteX205" fmla="*/ 575682 w 1743075"/>
              <a:gd name="connsiteY205" fmla="*/ 1686172 h 4495800"/>
              <a:gd name="connsiteX206" fmla="*/ 559490 w 1743075"/>
              <a:gd name="connsiteY206" fmla="*/ 1708079 h 4495800"/>
              <a:gd name="connsiteX207" fmla="*/ 480432 w 1743075"/>
              <a:gd name="connsiteY207" fmla="*/ 1817617 h 4495800"/>
              <a:gd name="connsiteX208" fmla="*/ 476622 w 1743075"/>
              <a:gd name="connsiteY208" fmla="*/ 1834762 h 4495800"/>
              <a:gd name="connsiteX209" fmla="*/ 437570 w 1743075"/>
              <a:gd name="connsiteY209" fmla="*/ 1828094 h 4495800"/>
              <a:gd name="connsiteX210" fmla="*/ 466145 w 1743075"/>
              <a:gd name="connsiteY210" fmla="*/ 1792852 h 4495800"/>
              <a:gd name="connsiteX211" fmla="*/ 557585 w 1743075"/>
              <a:gd name="connsiteY211" fmla="*/ 1688077 h 4495800"/>
              <a:gd name="connsiteX212" fmla="*/ 567110 w 1743075"/>
              <a:gd name="connsiteY212" fmla="*/ 1678552 h 4495800"/>
              <a:gd name="connsiteX213" fmla="*/ 573777 w 1743075"/>
              <a:gd name="connsiteY213" fmla="*/ 1678552 h 4495800"/>
              <a:gd name="connsiteX214" fmla="*/ 575682 w 1743075"/>
              <a:gd name="connsiteY214" fmla="*/ 1686172 h 4495800"/>
              <a:gd name="connsiteX215" fmla="*/ 889055 w 1743075"/>
              <a:gd name="connsiteY215" fmla="*/ 1877624 h 4495800"/>
              <a:gd name="connsiteX216" fmla="*/ 890007 w 1743075"/>
              <a:gd name="connsiteY216" fmla="*/ 1871909 h 4495800"/>
              <a:gd name="connsiteX217" fmla="*/ 887150 w 1743075"/>
              <a:gd name="connsiteY217" fmla="*/ 1834762 h 4495800"/>
              <a:gd name="connsiteX218" fmla="*/ 789995 w 1743075"/>
              <a:gd name="connsiteY218" fmla="*/ 1769992 h 4495800"/>
              <a:gd name="connsiteX219" fmla="*/ 689030 w 1743075"/>
              <a:gd name="connsiteY219" fmla="*/ 1727129 h 4495800"/>
              <a:gd name="connsiteX220" fmla="*/ 655692 w 1743075"/>
              <a:gd name="connsiteY220" fmla="*/ 1712842 h 4495800"/>
              <a:gd name="connsiteX221" fmla="*/ 604257 w 1743075"/>
              <a:gd name="connsiteY221" fmla="*/ 1685219 h 4495800"/>
              <a:gd name="connsiteX222" fmla="*/ 602352 w 1743075"/>
              <a:gd name="connsiteY222" fmla="*/ 1636642 h 4495800"/>
              <a:gd name="connsiteX223" fmla="*/ 618545 w 1743075"/>
              <a:gd name="connsiteY223" fmla="*/ 1626164 h 4495800"/>
              <a:gd name="connsiteX224" fmla="*/ 628070 w 1743075"/>
              <a:gd name="connsiteY224" fmla="*/ 1608067 h 4495800"/>
              <a:gd name="connsiteX225" fmla="*/ 637595 w 1743075"/>
              <a:gd name="connsiteY225" fmla="*/ 1581397 h 4495800"/>
              <a:gd name="connsiteX226" fmla="*/ 711890 w 1743075"/>
              <a:gd name="connsiteY226" fmla="*/ 1492814 h 4495800"/>
              <a:gd name="connsiteX227" fmla="*/ 788090 w 1743075"/>
              <a:gd name="connsiteY227" fmla="*/ 1357559 h 4495800"/>
              <a:gd name="connsiteX228" fmla="*/ 821427 w 1743075"/>
              <a:gd name="connsiteY228" fmla="*/ 1114672 h 4495800"/>
              <a:gd name="connsiteX229" fmla="*/ 819522 w 1743075"/>
              <a:gd name="connsiteY229" fmla="*/ 889882 h 4495800"/>
              <a:gd name="connsiteX230" fmla="*/ 813807 w 1743075"/>
              <a:gd name="connsiteY230" fmla="*/ 738434 h 4495800"/>
              <a:gd name="connsiteX231" fmla="*/ 813807 w 1743075"/>
              <a:gd name="connsiteY231" fmla="*/ 720337 h 4495800"/>
              <a:gd name="connsiteX232" fmla="*/ 818570 w 1743075"/>
              <a:gd name="connsiteY232" fmla="*/ 718432 h 4495800"/>
              <a:gd name="connsiteX233" fmla="*/ 863337 w 1743075"/>
              <a:gd name="connsiteY233" fmla="*/ 815587 h 4495800"/>
              <a:gd name="connsiteX234" fmla="*/ 866195 w 1743075"/>
              <a:gd name="connsiteY234" fmla="*/ 814634 h 4495800"/>
              <a:gd name="connsiteX235" fmla="*/ 848097 w 1743075"/>
              <a:gd name="connsiteY235" fmla="*/ 771772 h 4495800"/>
              <a:gd name="connsiteX236" fmla="*/ 828095 w 1743075"/>
              <a:gd name="connsiteY236" fmla="*/ 727004 h 4495800"/>
              <a:gd name="connsiteX237" fmla="*/ 810950 w 1743075"/>
              <a:gd name="connsiteY237" fmla="*/ 617467 h 4495800"/>
              <a:gd name="connsiteX238" fmla="*/ 812855 w 1743075"/>
              <a:gd name="connsiteY238" fmla="*/ 580319 h 4495800"/>
              <a:gd name="connsiteX239" fmla="*/ 816665 w 1743075"/>
              <a:gd name="connsiteY239" fmla="*/ 556507 h 4495800"/>
              <a:gd name="connsiteX240" fmla="*/ 821427 w 1743075"/>
              <a:gd name="connsiteY240" fmla="*/ 554602 h 4495800"/>
              <a:gd name="connsiteX241" fmla="*/ 856670 w 1743075"/>
              <a:gd name="connsiteY241" fmla="*/ 594607 h 4495800"/>
              <a:gd name="connsiteX242" fmla="*/ 913820 w 1743075"/>
              <a:gd name="connsiteY242" fmla="*/ 638422 h 4495800"/>
              <a:gd name="connsiteX243" fmla="*/ 974780 w 1743075"/>
              <a:gd name="connsiteY243" fmla="*/ 679379 h 4495800"/>
              <a:gd name="connsiteX244" fmla="*/ 973827 w 1743075"/>
              <a:gd name="connsiteY244" fmla="*/ 696524 h 4495800"/>
              <a:gd name="connsiteX245" fmla="*/ 950015 w 1743075"/>
              <a:gd name="connsiteY245" fmla="*/ 721289 h 4495800"/>
              <a:gd name="connsiteX246" fmla="*/ 899532 w 1743075"/>
              <a:gd name="connsiteY246" fmla="*/ 797489 h 4495800"/>
              <a:gd name="connsiteX247" fmla="*/ 930012 w 1743075"/>
              <a:gd name="connsiteY247" fmla="*/ 759389 h 4495800"/>
              <a:gd name="connsiteX248" fmla="*/ 945252 w 1743075"/>
              <a:gd name="connsiteY248" fmla="*/ 759389 h 4495800"/>
              <a:gd name="connsiteX249" fmla="*/ 954777 w 1743075"/>
              <a:gd name="connsiteY249" fmla="*/ 800347 h 4495800"/>
              <a:gd name="connsiteX250" fmla="*/ 910962 w 1743075"/>
              <a:gd name="connsiteY250" fmla="*/ 1142294 h 4495800"/>
              <a:gd name="connsiteX251" fmla="*/ 917630 w 1743075"/>
              <a:gd name="connsiteY251" fmla="*/ 1495672 h 4495800"/>
              <a:gd name="connsiteX252" fmla="*/ 929060 w 1743075"/>
              <a:gd name="connsiteY252" fmla="*/ 1776659 h 4495800"/>
              <a:gd name="connsiteX253" fmla="*/ 938585 w 1743075"/>
              <a:gd name="connsiteY253" fmla="*/ 1802377 h 4495800"/>
              <a:gd name="connsiteX254" fmla="*/ 1026215 w 1743075"/>
              <a:gd name="connsiteY254" fmla="*/ 1895722 h 4495800"/>
              <a:gd name="connsiteX255" fmla="*/ 1036692 w 1743075"/>
              <a:gd name="connsiteY255" fmla="*/ 1909057 h 4495800"/>
              <a:gd name="connsiteX256" fmla="*/ 889055 w 1743075"/>
              <a:gd name="connsiteY256" fmla="*/ 1877624 h 4495800"/>
              <a:gd name="connsiteX257" fmla="*/ 1279580 w 1743075"/>
              <a:gd name="connsiteY257" fmla="*/ 1673789 h 4495800"/>
              <a:gd name="connsiteX258" fmla="*/ 1275770 w 1743075"/>
              <a:gd name="connsiteY258" fmla="*/ 1747132 h 4495800"/>
              <a:gd name="connsiteX259" fmla="*/ 1250052 w 1743075"/>
              <a:gd name="connsiteY259" fmla="*/ 1809044 h 4495800"/>
              <a:gd name="connsiteX260" fmla="*/ 1188140 w 1743075"/>
              <a:gd name="connsiteY260" fmla="*/ 1870004 h 4495800"/>
              <a:gd name="connsiteX261" fmla="*/ 1170042 w 1743075"/>
              <a:gd name="connsiteY261" fmla="*/ 1907152 h 4495800"/>
              <a:gd name="connsiteX262" fmla="*/ 1160517 w 1743075"/>
              <a:gd name="connsiteY262" fmla="*/ 1919534 h 4495800"/>
              <a:gd name="connsiteX263" fmla="*/ 1142420 w 1743075"/>
              <a:gd name="connsiteY263" fmla="*/ 1924297 h 4495800"/>
              <a:gd name="connsiteX264" fmla="*/ 1045265 w 1743075"/>
              <a:gd name="connsiteY264" fmla="*/ 1916677 h 4495800"/>
              <a:gd name="connsiteX265" fmla="*/ 1053837 w 1743075"/>
              <a:gd name="connsiteY265" fmla="*/ 1901437 h 4495800"/>
              <a:gd name="connsiteX266" fmla="*/ 1132895 w 1743075"/>
              <a:gd name="connsiteY266" fmla="*/ 1803329 h 4495800"/>
              <a:gd name="connsiteX267" fmla="*/ 1143372 w 1743075"/>
              <a:gd name="connsiteY267" fmla="*/ 1770944 h 4495800"/>
              <a:gd name="connsiteX268" fmla="*/ 1137657 w 1743075"/>
              <a:gd name="connsiteY268" fmla="*/ 1666169 h 4495800"/>
              <a:gd name="connsiteX269" fmla="*/ 1130037 w 1743075"/>
              <a:gd name="connsiteY269" fmla="*/ 1505197 h 4495800"/>
              <a:gd name="connsiteX270" fmla="*/ 1115750 w 1743075"/>
              <a:gd name="connsiteY270" fmla="*/ 1296599 h 4495800"/>
              <a:gd name="connsiteX271" fmla="*/ 1094795 w 1743075"/>
              <a:gd name="connsiteY271" fmla="*/ 1091812 h 4495800"/>
              <a:gd name="connsiteX272" fmla="*/ 1037645 w 1743075"/>
              <a:gd name="connsiteY272" fmla="*/ 839399 h 4495800"/>
              <a:gd name="connsiteX273" fmla="*/ 1019547 w 1743075"/>
              <a:gd name="connsiteY273" fmla="*/ 780344 h 4495800"/>
              <a:gd name="connsiteX274" fmla="*/ 1024310 w 1743075"/>
              <a:gd name="connsiteY274" fmla="*/ 761294 h 4495800"/>
              <a:gd name="connsiteX275" fmla="*/ 1042407 w 1743075"/>
              <a:gd name="connsiteY275" fmla="*/ 744149 h 4495800"/>
              <a:gd name="connsiteX276" fmla="*/ 1069077 w 1743075"/>
              <a:gd name="connsiteY276" fmla="*/ 806062 h 4495800"/>
              <a:gd name="connsiteX277" fmla="*/ 1014785 w 1743075"/>
              <a:gd name="connsiteY277" fmla="*/ 699382 h 4495800"/>
              <a:gd name="connsiteX278" fmla="*/ 1015737 w 1743075"/>
              <a:gd name="connsiteY278" fmla="*/ 677474 h 4495800"/>
              <a:gd name="connsiteX279" fmla="*/ 1068125 w 1743075"/>
              <a:gd name="connsiteY279" fmla="*/ 631754 h 4495800"/>
              <a:gd name="connsiteX280" fmla="*/ 1096700 w 1743075"/>
              <a:gd name="connsiteY280" fmla="*/ 571747 h 4495800"/>
              <a:gd name="connsiteX281" fmla="*/ 1102415 w 1743075"/>
              <a:gd name="connsiteY281" fmla="*/ 552697 h 4495800"/>
              <a:gd name="connsiteX282" fmla="*/ 1120512 w 1743075"/>
              <a:gd name="connsiteY282" fmla="*/ 606989 h 4495800"/>
              <a:gd name="connsiteX283" fmla="*/ 1107177 w 1743075"/>
              <a:gd name="connsiteY283" fmla="*/ 742244 h 4495800"/>
              <a:gd name="connsiteX284" fmla="*/ 1108130 w 1743075"/>
              <a:gd name="connsiteY284" fmla="*/ 761294 h 4495800"/>
              <a:gd name="connsiteX285" fmla="*/ 1127180 w 1743075"/>
              <a:gd name="connsiteY285" fmla="*/ 621277 h 4495800"/>
              <a:gd name="connsiteX286" fmla="*/ 1187187 w 1743075"/>
              <a:gd name="connsiteY286" fmla="*/ 829874 h 4495800"/>
              <a:gd name="connsiteX287" fmla="*/ 1228145 w 1743075"/>
              <a:gd name="connsiteY287" fmla="*/ 993704 h 4495800"/>
              <a:gd name="connsiteX288" fmla="*/ 1246242 w 1743075"/>
              <a:gd name="connsiteY288" fmla="*/ 1128007 h 4495800"/>
              <a:gd name="connsiteX289" fmla="*/ 1270055 w 1743075"/>
              <a:gd name="connsiteY289" fmla="*/ 1363274 h 4495800"/>
              <a:gd name="connsiteX290" fmla="*/ 1276722 w 1743075"/>
              <a:gd name="connsiteY290" fmla="*/ 1427092 h 4495800"/>
              <a:gd name="connsiteX291" fmla="*/ 1284342 w 1743075"/>
              <a:gd name="connsiteY291" fmla="*/ 1534724 h 4495800"/>
              <a:gd name="connsiteX292" fmla="*/ 1279580 w 1743075"/>
              <a:gd name="connsiteY292" fmla="*/ 1673789 h 4495800"/>
              <a:gd name="connsiteX293" fmla="*/ 1437695 w 1743075"/>
              <a:gd name="connsiteY293" fmla="*/ 1289932 h 4495800"/>
              <a:gd name="connsiteX294" fmla="*/ 1442457 w 1743075"/>
              <a:gd name="connsiteY294" fmla="*/ 1288979 h 4495800"/>
              <a:gd name="connsiteX295" fmla="*/ 1447220 w 1743075"/>
              <a:gd name="connsiteY295" fmla="*/ 1300409 h 4495800"/>
              <a:gd name="connsiteX296" fmla="*/ 1448172 w 1743075"/>
              <a:gd name="connsiteY296" fmla="*/ 1327079 h 4495800"/>
              <a:gd name="connsiteX297" fmla="*/ 1470080 w 1743075"/>
              <a:gd name="connsiteY297" fmla="*/ 1394707 h 4495800"/>
              <a:gd name="connsiteX298" fmla="*/ 1476747 w 1743075"/>
              <a:gd name="connsiteY298" fmla="*/ 1433759 h 4495800"/>
              <a:gd name="connsiteX299" fmla="*/ 1439600 w 1743075"/>
              <a:gd name="connsiteY299" fmla="*/ 1497577 h 4495800"/>
              <a:gd name="connsiteX300" fmla="*/ 1437695 w 1743075"/>
              <a:gd name="connsiteY300" fmla="*/ 1289932 h 4495800"/>
              <a:gd name="connsiteX301" fmla="*/ 1475795 w 1743075"/>
              <a:gd name="connsiteY301" fmla="*/ 1882387 h 4495800"/>
              <a:gd name="connsiteX302" fmla="*/ 1462460 w 1743075"/>
              <a:gd name="connsiteY302" fmla="*/ 1874767 h 4495800"/>
              <a:gd name="connsiteX303" fmla="*/ 1371972 w 1743075"/>
              <a:gd name="connsiteY303" fmla="*/ 1769992 h 4495800"/>
              <a:gd name="connsiteX304" fmla="*/ 1336730 w 1743075"/>
              <a:gd name="connsiteY304" fmla="*/ 1750942 h 4495800"/>
              <a:gd name="connsiteX305" fmla="*/ 1319585 w 1743075"/>
              <a:gd name="connsiteY305" fmla="*/ 1744274 h 4495800"/>
              <a:gd name="connsiteX306" fmla="*/ 1320537 w 1743075"/>
              <a:gd name="connsiteY306" fmla="*/ 1738559 h 4495800"/>
              <a:gd name="connsiteX307" fmla="*/ 1337682 w 1743075"/>
              <a:gd name="connsiteY307" fmla="*/ 1740464 h 4495800"/>
              <a:gd name="connsiteX308" fmla="*/ 1416740 w 1743075"/>
              <a:gd name="connsiteY308" fmla="*/ 1788089 h 4495800"/>
              <a:gd name="connsiteX309" fmla="*/ 1473890 w 1743075"/>
              <a:gd name="connsiteY309" fmla="*/ 1853812 h 4495800"/>
              <a:gd name="connsiteX310" fmla="*/ 1480557 w 1743075"/>
              <a:gd name="connsiteY310" fmla="*/ 1865242 h 4495800"/>
              <a:gd name="connsiteX311" fmla="*/ 1475795 w 1743075"/>
              <a:gd name="connsiteY311" fmla="*/ 1882387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743075" h="4495800">
                <a:moveTo>
                  <a:pt x="1732970" y="1329937"/>
                </a:moveTo>
                <a:cubicBezTo>
                  <a:pt x="1728207" y="1318507"/>
                  <a:pt x="1726302" y="1304219"/>
                  <a:pt x="1726302" y="1291837"/>
                </a:cubicBezTo>
                <a:cubicBezTo>
                  <a:pt x="1728207" y="1266119"/>
                  <a:pt x="1718682" y="1246117"/>
                  <a:pt x="1698680" y="1230877"/>
                </a:cubicBezTo>
                <a:cubicBezTo>
                  <a:pt x="1680582" y="1216589"/>
                  <a:pt x="1672962" y="1197539"/>
                  <a:pt x="1666295" y="1177537"/>
                </a:cubicBezTo>
                <a:cubicBezTo>
                  <a:pt x="1660580" y="1160392"/>
                  <a:pt x="1651055" y="1145152"/>
                  <a:pt x="1643435" y="1128959"/>
                </a:cubicBezTo>
                <a:cubicBezTo>
                  <a:pt x="1641530" y="1125149"/>
                  <a:pt x="1638672" y="1121339"/>
                  <a:pt x="1636767" y="1117529"/>
                </a:cubicBezTo>
                <a:cubicBezTo>
                  <a:pt x="1623432" y="1086097"/>
                  <a:pt x="1610097" y="1054664"/>
                  <a:pt x="1595810" y="1023232"/>
                </a:cubicBezTo>
                <a:cubicBezTo>
                  <a:pt x="1592952" y="1017517"/>
                  <a:pt x="1588190" y="1012754"/>
                  <a:pt x="1586285" y="1007039"/>
                </a:cubicBezTo>
                <a:cubicBezTo>
                  <a:pt x="1581522" y="995609"/>
                  <a:pt x="1574855" y="984179"/>
                  <a:pt x="1573902" y="972749"/>
                </a:cubicBezTo>
                <a:cubicBezTo>
                  <a:pt x="1571997" y="955604"/>
                  <a:pt x="1569140" y="939412"/>
                  <a:pt x="1560567" y="923219"/>
                </a:cubicBezTo>
                <a:cubicBezTo>
                  <a:pt x="1553900" y="910837"/>
                  <a:pt x="1552947" y="894644"/>
                  <a:pt x="1550090" y="880357"/>
                </a:cubicBezTo>
                <a:cubicBezTo>
                  <a:pt x="1549137" y="874642"/>
                  <a:pt x="1549137" y="868927"/>
                  <a:pt x="1547232" y="863212"/>
                </a:cubicBezTo>
                <a:cubicBezTo>
                  <a:pt x="1534850" y="824159"/>
                  <a:pt x="1521515" y="786059"/>
                  <a:pt x="1508180" y="747959"/>
                </a:cubicBezTo>
                <a:cubicBezTo>
                  <a:pt x="1501512" y="727957"/>
                  <a:pt x="1488177" y="713669"/>
                  <a:pt x="1468175" y="705097"/>
                </a:cubicBezTo>
                <a:cubicBezTo>
                  <a:pt x="1454840" y="699382"/>
                  <a:pt x="1442457" y="690809"/>
                  <a:pt x="1428170" y="685094"/>
                </a:cubicBezTo>
                <a:cubicBezTo>
                  <a:pt x="1412930" y="678427"/>
                  <a:pt x="1396737" y="673664"/>
                  <a:pt x="1380545" y="669854"/>
                </a:cubicBezTo>
                <a:cubicBezTo>
                  <a:pt x="1354827" y="663187"/>
                  <a:pt x="1329110" y="657472"/>
                  <a:pt x="1303392" y="650804"/>
                </a:cubicBezTo>
                <a:cubicBezTo>
                  <a:pt x="1302440" y="650804"/>
                  <a:pt x="1302440" y="649852"/>
                  <a:pt x="1301487" y="649852"/>
                </a:cubicBezTo>
                <a:cubicBezTo>
                  <a:pt x="1275770" y="643184"/>
                  <a:pt x="1249100" y="636517"/>
                  <a:pt x="1223382" y="629849"/>
                </a:cubicBezTo>
                <a:cubicBezTo>
                  <a:pt x="1202427" y="624134"/>
                  <a:pt x="1180520" y="619372"/>
                  <a:pt x="1160517" y="610799"/>
                </a:cubicBezTo>
                <a:cubicBezTo>
                  <a:pt x="1118607" y="591749"/>
                  <a:pt x="1104320" y="552697"/>
                  <a:pt x="1101462" y="511739"/>
                </a:cubicBezTo>
                <a:cubicBezTo>
                  <a:pt x="1098605" y="482212"/>
                  <a:pt x="1104320" y="452684"/>
                  <a:pt x="1106225" y="422204"/>
                </a:cubicBezTo>
                <a:cubicBezTo>
                  <a:pt x="1107177" y="411727"/>
                  <a:pt x="1110987" y="404107"/>
                  <a:pt x="1119560" y="398392"/>
                </a:cubicBezTo>
                <a:cubicBezTo>
                  <a:pt x="1136705" y="387914"/>
                  <a:pt x="1146230" y="371722"/>
                  <a:pt x="1150040" y="352672"/>
                </a:cubicBezTo>
                <a:cubicBezTo>
                  <a:pt x="1151945" y="344099"/>
                  <a:pt x="1155755" y="335527"/>
                  <a:pt x="1155755" y="326002"/>
                </a:cubicBezTo>
                <a:cubicBezTo>
                  <a:pt x="1155755" y="305047"/>
                  <a:pt x="1155755" y="284092"/>
                  <a:pt x="1153850" y="263137"/>
                </a:cubicBezTo>
                <a:cubicBezTo>
                  <a:pt x="1152897" y="254564"/>
                  <a:pt x="1148135" y="247897"/>
                  <a:pt x="1135752" y="252659"/>
                </a:cubicBezTo>
                <a:cubicBezTo>
                  <a:pt x="1125275" y="256469"/>
                  <a:pt x="1123370" y="252659"/>
                  <a:pt x="1124322" y="241229"/>
                </a:cubicBezTo>
                <a:cubicBezTo>
                  <a:pt x="1125275" y="228847"/>
                  <a:pt x="1125275" y="215512"/>
                  <a:pt x="1125275" y="203129"/>
                </a:cubicBezTo>
                <a:cubicBezTo>
                  <a:pt x="1125275" y="196462"/>
                  <a:pt x="1123370" y="188842"/>
                  <a:pt x="1124322" y="182174"/>
                </a:cubicBezTo>
                <a:cubicBezTo>
                  <a:pt x="1125275" y="133597"/>
                  <a:pt x="1102415" y="93592"/>
                  <a:pt x="1074792" y="56444"/>
                </a:cubicBezTo>
                <a:cubicBezTo>
                  <a:pt x="1069077" y="47872"/>
                  <a:pt x="1057647" y="42157"/>
                  <a:pt x="1048122" y="37394"/>
                </a:cubicBezTo>
                <a:cubicBezTo>
                  <a:pt x="1033835" y="30727"/>
                  <a:pt x="1019547" y="24059"/>
                  <a:pt x="1005260" y="20249"/>
                </a:cubicBezTo>
                <a:cubicBezTo>
                  <a:pt x="959540" y="5009"/>
                  <a:pt x="914772" y="-706"/>
                  <a:pt x="873815" y="24059"/>
                </a:cubicBezTo>
                <a:cubicBezTo>
                  <a:pt x="839525" y="45967"/>
                  <a:pt x="808092" y="71684"/>
                  <a:pt x="782375" y="104069"/>
                </a:cubicBezTo>
                <a:cubicBezTo>
                  <a:pt x="779517" y="107879"/>
                  <a:pt x="776660" y="112642"/>
                  <a:pt x="775707" y="117404"/>
                </a:cubicBezTo>
                <a:cubicBezTo>
                  <a:pt x="772850" y="131692"/>
                  <a:pt x="770945" y="145027"/>
                  <a:pt x="769040" y="159314"/>
                </a:cubicBezTo>
                <a:cubicBezTo>
                  <a:pt x="765230" y="204082"/>
                  <a:pt x="777612" y="249802"/>
                  <a:pt x="759515" y="293617"/>
                </a:cubicBezTo>
                <a:cubicBezTo>
                  <a:pt x="759515" y="294569"/>
                  <a:pt x="759515" y="296474"/>
                  <a:pt x="759515" y="297427"/>
                </a:cubicBezTo>
                <a:cubicBezTo>
                  <a:pt x="760467" y="322192"/>
                  <a:pt x="760467" y="346957"/>
                  <a:pt x="762372" y="370769"/>
                </a:cubicBezTo>
                <a:cubicBezTo>
                  <a:pt x="763325" y="390772"/>
                  <a:pt x="769040" y="409822"/>
                  <a:pt x="786185" y="424109"/>
                </a:cubicBezTo>
                <a:cubicBezTo>
                  <a:pt x="792852" y="429824"/>
                  <a:pt x="797615" y="438397"/>
                  <a:pt x="799520" y="446969"/>
                </a:cubicBezTo>
                <a:cubicBezTo>
                  <a:pt x="805235" y="469829"/>
                  <a:pt x="809045" y="493642"/>
                  <a:pt x="811902" y="517454"/>
                </a:cubicBezTo>
                <a:cubicBezTo>
                  <a:pt x="812855" y="525074"/>
                  <a:pt x="810950" y="536504"/>
                  <a:pt x="806187" y="540314"/>
                </a:cubicBezTo>
                <a:cubicBezTo>
                  <a:pt x="783327" y="557459"/>
                  <a:pt x="761420" y="578414"/>
                  <a:pt x="729035" y="576509"/>
                </a:cubicBezTo>
                <a:cubicBezTo>
                  <a:pt x="725225" y="576509"/>
                  <a:pt x="721415" y="578414"/>
                  <a:pt x="717605" y="579367"/>
                </a:cubicBezTo>
                <a:cubicBezTo>
                  <a:pt x="660455" y="592702"/>
                  <a:pt x="603305" y="606037"/>
                  <a:pt x="546155" y="617467"/>
                </a:cubicBezTo>
                <a:cubicBezTo>
                  <a:pt x="521390" y="622229"/>
                  <a:pt x="494720" y="623182"/>
                  <a:pt x="469955" y="627944"/>
                </a:cubicBezTo>
                <a:cubicBezTo>
                  <a:pt x="445190" y="632707"/>
                  <a:pt x="421377" y="639374"/>
                  <a:pt x="396612" y="646994"/>
                </a:cubicBezTo>
                <a:cubicBezTo>
                  <a:pt x="374705" y="653662"/>
                  <a:pt x="357560" y="668902"/>
                  <a:pt x="348035" y="688904"/>
                </a:cubicBezTo>
                <a:cubicBezTo>
                  <a:pt x="329937" y="727004"/>
                  <a:pt x="321365" y="767009"/>
                  <a:pt x="311840" y="807014"/>
                </a:cubicBezTo>
                <a:cubicBezTo>
                  <a:pt x="308030" y="824159"/>
                  <a:pt x="302315" y="838447"/>
                  <a:pt x="287075" y="848924"/>
                </a:cubicBezTo>
                <a:cubicBezTo>
                  <a:pt x="269930" y="861307"/>
                  <a:pt x="253737" y="875594"/>
                  <a:pt x="246117" y="896549"/>
                </a:cubicBezTo>
                <a:cubicBezTo>
                  <a:pt x="243260" y="905122"/>
                  <a:pt x="239450" y="914647"/>
                  <a:pt x="233735" y="922267"/>
                </a:cubicBezTo>
                <a:cubicBezTo>
                  <a:pt x="209922" y="950842"/>
                  <a:pt x="195635" y="987037"/>
                  <a:pt x="164202" y="1008944"/>
                </a:cubicBezTo>
                <a:cubicBezTo>
                  <a:pt x="159440" y="1012754"/>
                  <a:pt x="155630" y="1018469"/>
                  <a:pt x="152772" y="1024184"/>
                </a:cubicBezTo>
                <a:cubicBezTo>
                  <a:pt x="128960" y="1059427"/>
                  <a:pt x="105147" y="1094669"/>
                  <a:pt x="81335" y="1130864"/>
                </a:cubicBezTo>
                <a:cubicBezTo>
                  <a:pt x="50855" y="1177537"/>
                  <a:pt x="22280" y="1225162"/>
                  <a:pt x="10850" y="1280407"/>
                </a:cubicBezTo>
                <a:cubicBezTo>
                  <a:pt x="2277" y="1320412"/>
                  <a:pt x="8945" y="1359464"/>
                  <a:pt x="27042" y="1395659"/>
                </a:cubicBezTo>
                <a:cubicBezTo>
                  <a:pt x="36567" y="1415662"/>
                  <a:pt x="49902" y="1434712"/>
                  <a:pt x="61332" y="1453762"/>
                </a:cubicBezTo>
                <a:cubicBezTo>
                  <a:pt x="66095" y="1460429"/>
                  <a:pt x="71810" y="1467097"/>
                  <a:pt x="74667" y="1474717"/>
                </a:cubicBezTo>
                <a:cubicBezTo>
                  <a:pt x="78477" y="1489004"/>
                  <a:pt x="83240" y="1501387"/>
                  <a:pt x="97527" y="1509007"/>
                </a:cubicBezTo>
                <a:cubicBezTo>
                  <a:pt x="102290" y="1510912"/>
                  <a:pt x="104195" y="1517579"/>
                  <a:pt x="108005" y="1522342"/>
                </a:cubicBezTo>
                <a:cubicBezTo>
                  <a:pt x="126102" y="1549012"/>
                  <a:pt x="143247" y="1575682"/>
                  <a:pt x="162297" y="1602352"/>
                </a:cubicBezTo>
                <a:cubicBezTo>
                  <a:pt x="174680" y="1620449"/>
                  <a:pt x="189920" y="1636642"/>
                  <a:pt x="201350" y="1654739"/>
                </a:cubicBezTo>
                <a:cubicBezTo>
                  <a:pt x="228020" y="1694744"/>
                  <a:pt x="257547" y="1731892"/>
                  <a:pt x="288980" y="1768087"/>
                </a:cubicBezTo>
                <a:cubicBezTo>
                  <a:pt x="300410" y="1781422"/>
                  <a:pt x="303267" y="1794757"/>
                  <a:pt x="300410" y="1810949"/>
                </a:cubicBezTo>
                <a:cubicBezTo>
                  <a:pt x="295647" y="1843334"/>
                  <a:pt x="290885" y="1875719"/>
                  <a:pt x="288027" y="1909057"/>
                </a:cubicBezTo>
                <a:cubicBezTo>
                  <a:pt x="284217" y="1960492"/>
                  <a:pt x="282312" y="2012879"/>
                  <a:pt x="279455" y="2064314"/>
                </a:cubicBezTo>
                <a:cubicBezTo>
                  <a:pt x="279455" y="2069077"/>
                  <a:pt x="278502" y="2074792"/>
                  <a:pt x="277550" y="2079554"/>
                </a:cubicBezTo>
                <a:cubicBezTo>
                  <a:pt x="273740" y="2117654"/>
                  <a:pt x="268025" y="2154802"/>
                  <a:pt x="266120" y="2192902"/>
                </a:cubicBezTo>
                <a:cubicBezTo>
                  <a:pt x="264215" y="2241479"/>
                  <a:pt x="263262" y="2290057"/>
                  <a:pt x="265167" y="2338634"/>
                </a:cubicBezTo>
                <a:cubicBezTo>
                  <a:pt x="266120" y="2381497"/>
                  <a:pt x="259452" y="2422454"/>
                  <a:pt x="251832" y="2463412"/>
                </a:cubicBezTo>
                <a:cubicBezTo>
                  <a:pt x="248975" y="2479604"/>
                  <a:pt x="253737" y="2490082"/>
                  <a:pt x="268025" y="2496749"/>
                </a:cubicBezTo>
                <a:cubicBezTo>
                  <a:pt x="297552" y="2508179"/>
                  <a:pt x="326127" y="2523419"/>
                  <a:pt x="358512" y="2521514"/>
                </a:cubicBezTo>
                <a:cubicBezTo>
                  <a:pt x="365180" y="2521514"/>
                  <a:pt x="370895" y="2523419"/>
                  <a:pt x="377562" y="2525324"/>
                </a:cubicBezTo>
                <a:cubicBezTo>
                  <a:pt x="411852" y="2531039"/>
                  <a:pt x="443285" y="2530087"/>
                  <a:pt x="467097" y="2499607"/>
                </a:cubicBezTo>
                <a:cubicBezTo>
                  <a:pt x="474717" y="2490082"/>
                  <a:pt x="485195" y="2483414"/>
                  <a:pt x="496625" y="2472937"/>
                </a:cubicBezTo>
                <a:cubicBezTo>
                  <a:pt x="497577" y="2485319"/>
                  <a:pt x="498530" y="2492939"/>
                  <a:pt x="498530" y="2500559"/>
                </a:cubicBezTo>
                <a:cubicBezTo>
                  <a:pt x="498530" y="2551994"/>
                  <a:pt x="498530" y="2602477"/>
                  <a:pt x="497577" y="2653912"/>
                </a:cubicBezTo>
                <a:cubicBezTo>
                  <a:pt x="496625" y="2687249"/>
                  <a:pt x="492815" y="2719634"/>
                  <a:pt x="491862" y="2752972"/>
                </a:cubicBezTo>
                <a:cubicBezTo>
                  <a:pt x="490910" y="2807264"/>
                  <a:pt x="491862" y="2861557"/>
                  <a:pt x="489957" y="2915849"/>
                </a:cubicBezTo>
                <a:cubicBezTo>
                  <a:pt x="486147" y="3045389"/>
                  <a:pt x="496625" y="3174929"/>
                  <a:pt x="483290" y="3303517"/>
                </a:cubicBezTo>
                <a:cubicBezTo>
                  <a:pt x="479480" y="3343522"/>
                  <a:pt x="482337" y="3383527"/>
                  <a:pt x="483290" y="3423532"/>
                </a:cubicBezTo>
                <a:cubicBezTo>
                  <a:pt x="484242" y="3504494"/>
                  <a:pt x="483290" y="3585457"/>
                  <a:pt x="489005" y="3666419"/>
                </a:cubicBezTo>
                <a:cubicBezTo>
                  <a:pt x="495672" y="3761669"/>
                  <a:pt x="495672" y="3857872"/>
                  <a:pt x="497577" y="3953122"/>
                </a:cubicBezTo>
                <a:cubicBezTo>
                  <a:pt x="497577" y="3956932"/>
                  <a:pt x="498530" y="3960742"/>
                  <a:pt x="498530" y="3964552"/>
                </a:cubicBezTo>
                <a:cubicBezTo>
                  <a:pt x="500435" y="3982649"/>
                  <a:pt x="503292" y="4001699"/>
                  <a:pt x="505197" y="4019797"/>
                </a:cubicBezTo>
                <a:cubicBezTo>
                  <a:pt x="506150" y="4040752"/>
                  <a:pt x="506150" y="4062659"/>
                  <a:pt x="507102" y="4083614"/>
                </a:cubicBezTo>
                <a:cubicBezTo>
                  <a:pt x="508055" y="4093139"/>
                  <a:pt x="509007" y="4104569"/>
                  <a:pt x="513770" y="4111237"/>
                </a:cubicBezTo>
                <a:cubicBezTo>
                  <a:pt x="528057" y="4131239"/>
                  <a:pt x="534725" y="4153147"/>
                  <a:pt x="539487" y="4176959"/>
                </a:cubicBezTo>
                <a:cubicBezTo>
                  <a:pt x="546155" y="4211249"/>
                  <a:pt x="554727" y="4244587"/>
                  <a:pt x="562347" y="4278877"/>
                </a:cubicBezTo>
                <a:cubicBezTo>
                  <a:pt x="563300" y="4285544"/>
                  <a:pt x="565205" y="4295069"/>
                  <a:pt x="561395" y="4299832"/>
                </a:cubicBezTo>
                <a:cubicBezTo>
                  <a:pt x="549965" y="4316977"/>
                  <a:pt x="553775" y="4336027"/>
                  <a:pt x="551870" y="4354124"/>
                </a:cubicBezTo>
                <a:cubicBezTo>
                  <a:pt x="549965" y="4379842"/>
                  <a:pt x="563300" y="4395082"/>
                  <a:pt x="583302" y="4404607"/>
                </a:cubicBezTo>
                <a:cubicBezTo>
                  <a:pt x="591875" y="4409369"/>
                  <a:pt x="597590" y="4414132"/>
                  <a:pt x="600447" y="4423657"/>
                </a:cubicBezTo>
                <a:cubicBezTo>
                  <a:pt x="605210" y="4438897"/>
                  <a:pt x="614735" y="4452232"/>
                  <a:pt x="628070" y="4459852"/>
                </a:cubicBezTo>
                <a:cubicBezTo>
                  <a:pt x="648072" y="4469377"/>
                  <a:pt x="669027" y="4478902"/>
                  <a:pt x="690935" y="4483664"/>
                </a:cubicBezTo>
                <a:cubicBezTo>
                  <a:pt x="713795" y="4489379"/>
                  <a:pt x="738560" y="4491284"/>
                  <a:pt x="762372" y="4492237"/>
                </a:cubicBezTo>
                <a:cubicBezTo>
                  <a:pt x="808092" y="4493189"/>
                  <a:pt x="852860" y="4493189"/>
                  <a:pt x="898580" y="4493189"/>
                </a:cubicBezTo>
                <a:cubicBezTo>
                  <a:pt x="917630" y="4493189"/>
                  <a:pt x="922392" y="4482712"/>
                  <a:pt x="913820" y="4464614"/>
                </a:cubicBezTo>
                <a:cubicBezTo>
                  <a:pt x="909057" y="4455089"/>
                  <a:pt x="906200" y="4444612"/>
                  <a:pt x="901437" y="4434134"/>
                </a:cubicBezTo>
                <a:cubicBezTo>
                  <a:pt x="890960" y="4406512"/>
                  <a:pt x="880482" y="4378889"/>
                  <a:pt x="869052" y="4351267"/>
                </a:cubicBezTo>
                <a:cubicBezTo>
                  <a:pt x="867147" y="4346504"/>
                  <a:pt x="863337" y="4342694"/>
                  <a:pt x="859527" y="4338884"/>
                </a:cubicBezTo>
                <a:cubicBezTo>
                  <a:pt x="837620" y="4317929"/>
                  <a:pt x="818570" y="4295069"/>
                  <a:pt x="811902" y="4263637"/>
                </a:cubicBezTo>
                <a:cubicBezTo>
                  <a:pt x="808092" y="4244587"/>
                  <a:pt x="806187" y="4225537"/>
                  <a:pt x="812855" y="4206487"/>
                </a:cubicBezTo>
                <a:cubicBezTo>
                  <a:pt x="817617" y="4193152"/>
                  <a:pt x="820475" y="4178864"/>
                  <a:pt x="823332" y="4165529"/>
                </a:cubicBezTo>
                <a:cubicBezTo>
                  <a:pt x="830000" y="4127429"/>
                  <a:pt x="835715" y="4089329"/>
                  <a:pt x="841430" y="4050277"/>
                </a:cubicBezTo>
                <a:cubicBezTo>
                  <a:pt x="845240" y="4028369"/>
                  <a:pt x="850955" y="4005509"/>
                  <a:pt x="849050" y="3982649"/>
                </a:cubicBezTo>
                <a:cubicBezTo>
                  <a:pt x="843335" y="3899782"/>
                  <a:pt x="839525" y="3817867"/>
                  <a:pt x="837620" y="3734999"/>
                </a:cubicBezTo>
                <a:cubicBezTo>
                  <a:pt x="836667" y="3711187"/>
                  <a:pt x="831905" y="3686422"/>
                  <a:pt x="826190" y="3662609"/>
                </a:cubicBezTo>
                <a:cubicBezTo>
                  <a:pt x="821427" y="3641654"/>
                  <a:pt x="813807" y="3622604"/>
                  <a:pt x="807140" y="3601649"/>
                </a:cubicBezTo>
                <a:cubicBezTo>
                  <a:pt x="801425" y="3580694"/>
                  <a:pt x="794757" y="3559739"/>
                  <a:pt x="789995" y="3537832"/>
                </a:cubicBezTo>
                <a:cubicBezTo>
                  <a:pt x="787137" y="3523544"/>
                  <a:pt x="785232" y="3508304"/>
                  <a:pt x="786185" y="3494017"/>
                </a:cubicBezTo>
                <a:cubicBezTo>
                  <a:pt x="786185" y="3480682"/>
                  <a:pt x="789995" y="3467347"/>
                  <a:pt x="790947" y="3454012"/>
                </a:cubicBezTo>
                <a:cubicBezTo>
                  <a:pt x="793805" y="3434009"/>
                  <a:pt x="797615" y="3413054"/>
                  <a:pt x="798567" y="3393052"/>
                </a:cubicBezTo>
                <a:cubicBezTo>
                  <a:pt x="799520" y="3353999"/>
                  <a:pt x="799520" y="3313994"/>
                  <a:pt x="799520" y="3274942"/>
                </a:cubicBezTo>
                <a:cubicBezTo>
                  <a:pt x="799520" y="3270179"/>
                  <a:pt x="800472" y="3262559"/>
                  <a:pt x="803330" y="3260654"/>
                </a:cubicBezTo>
                <a:cubicBezTo>
                  <a:pt x="818570" y="3252082"/>
                  <a:pt x="817617" y="3237794"/>
                  <a:pt x="819522" y="3223507"/>
                </a:cubicBezTo>
                <a:cubicBezTo>
                  <a:pt x="820475" y="3208267"/>
                  <a:pt x="822380" y="3193979"/>
                  <a:pt x="825237" y="3178739"/>
                </a:cubicBezTo>
                <a:cubicBezTo>
                  <a:pt x="847145" y="3057772"/>
                  <a:pt x="868100" y="2936804"/>
                  <a:pt x="903342" y="2818694"/>
                </a:cubicBezTo>
                <a:cubicBezTo>
                  <a:pt x="910010" y="2796787"/>
                  <a:pt x="915725" y="2773927"/>
                  <a:pt x="921440" y="2752019"/>
                </a:cubicBezTo>
                <a:cubicBezTo>
                  <a:pt x="923345" y="2752972"/>
                  <a:pt x="925250" y="2752972"/>
                  <a:pt x="927155" y="2753924"/>
                </a:cubicBezTo>
                <a:cubicBezTo>
                  <a:pt x="924297" y="2782499"/>
                  <a:pt x="921440" y="2810122"/>
                  <a:pt x="917630" y="2838697"/>
                </a:cubicBezTo>
                <a:cubicBezTo>
                  <a:pt x="906200" y="2923469"/>
                  <a:pt x="895722" y="3008242"/>
                  <a:pt x="899532" y="3093967"/>
                </a:cubicBezTo>
                <a:cubicBezTo>
                  <a:pt x="900485" y="3104444"/>
                  <a:pt x="903342" y="3113969"/>
                  <a:pt x="902390" y="3124447"/>
                </a:cubicBezTo>
                <a:cubicBezTo>
                  <a:pt x="900485" y="3146354"/>
                  <a:pt x="895722" y="3168262"/>
                  <a:pt x="893817" y="3190169"/>
                </a:cubicBezTo>
                <a:cubicBezTo>
                  <a:pt x="892865" y="3201599"/>
                  <a:pt x="893817" y="3213029"/>
                  <a:pt x="894770" y="3224459"/>
                </a:cubicBezTo>
                <a:cubicBezTo>
                  <a:pt x="898580" y="3258749"/>
                  <a:pt x="903342" y="3293039"/>
                  <a:pt x="905247" y="3328282"/>
                </a:cubicBezTo>
                <a:cubicBezTo>
                  <a:pt x="907152" y="3355904"/>
                  <a:pt x="904295" y="3383527"/>
                  <a:pt x="905247" y="3412102"/>
                </a:cubicBezTo>
                <a:cubicBezTo>
                  <a:pt x="908105" y="3485444"/>
                  <a:pt x="910962" y="3559739"/>
                  <a:pt x="913820" y="3633082"/>
                </a:cubicBezTo>
                <a:cubicBezTo>
                  <a:pt x="914772" y="3665467"/>
                  <a:pt x="917630" y="3697852"/>
                  <a:pt x="919535" y="3730237"/>
                </a:cubicBezTo>
                <a:cubicBezTo>
                  <a:pt x="919535" y="3740714"/>
                  <a:pt x="919535" y="3751192"/>
                  <a:pt x="916677" y="3760717"/>
                </a:cubicBezTo>
                <a:cubicBezTo>
                  <a:pt x="907152" y="3794054"/>
                  <a:pt x="897627" y="3827392"/>
                  <a:pt x="896675" y="3862634"/>
                </a:cubicBezTo>
                <a:cubicBezTo>
                  <a:pt x="894770" y="3919784"/>
                  <a:pt x="887150" y="3975982"/>
                  <a:pt x="883340" y="4033132"/>
                </a:cubicBezTo>
                <a:cubicBezTo>
                  <a:pt x="879530" y="4090282"/>
                  <a:pt x="874767" y="4147432"/>
                  <a:pt x="855717" y="4201724"/>
                </a:cubicBezTo>
                <a:cubicBezTo>
                  <a:pt x="845240" y="4233157"/>
                  <a:pt x="850955" y="4246492"/>
                  <a:pt x="880482" y="4262684"/>
                </a:cubicBezTo>
                <a:cubicBezTo>
                  <a:pt x="898580" y="4272209"/>
                  <a:pt x="917630" y="4279829"/>
                  <a:pt x="936680" y="4289354"/>
                </a:cubicBezTo>
                <a:cubicBezTo>
                  <a:pt x="950015" y="4296022"/>
                  <a:pt x="964302" y="4299832"/>
                  <a:pt x="979542" y="4295069"/>
                </a:cubicBezTo>
                <a:cubicBezTo>
                  <a:pt x="993830" y="4290307"/>
                  <a:pt x="1007165" y="4294117"/>
                  <a:pt x="1015737" y="4306499"/>
                </a:cubicBezTo>
                <a:cubicBezTo>
                  <a:pt x="1023357" y="4316977"/>
                  <a:pt x="1030977" y="4329359"/>
                  <a:pt x="1038597" y="4339837"/>
                </a:cubicBezTo>
                <a:cubicBezTo>
                  <a:pt x="1044312" y="4347457"/>
                  <a:pt x="1050980" y="4357934"/>
                  <a:pt x="1059552" y="4361744"/>
                </a:cubicBezTo>
                <a:cubicBezTo>
                  <a:pt x="1093842" y="4379842"/>
                  <a:pt x="1131942" y="4389367"/>
                  <a:pt x="1170995" y="4391272"/>
                </a:cubicBezTo>
                <a:cubicBezTo>
                  <a:pt x="1208142" y="4393177"/>
                  <a:pt x="1246242" y="4391272"/>
                  <a:pt x="1283390" y="4390319"/>
                </a:cubicBezTo>
                <a:cubicBezTo>
                  <a:pt x="1295772" y="4390319"/>
                  <a:pt x="1309107" y="4387462"/>
                  <a:pt x="1321490" y="4385557"/>
                </a:cubicBezTo>
                <a:cubicBezTo>
                  <a:pt x="1336730" y="4382699"/>
                  <a:pt x="1342445" y="4370317"/>
                  <a:pt x="1333872" y="4358887"/>
                </a:cubicBezTo>
                <a:cubicBezTo>
                  <a:pt x="1325300" y="4348409"/>
                  <a:pt x="1323395" y="4336027"/>
                  <a:pt x="1317680" y="4324597"/>
                </a:cubicBezTo>
                <a:cubicBezTo>
                  <a:pt x="1312917" y="4314119"/>
                  <a:pt x="1306250" y="4304594"/>
                  <a:pt x="1297677" y="4296974"/>
                </a:cubicBezTo>
                <a:cubicBezTo>
                  <a:pt x="1286247" y="4286497"/>
                  <a:pt x="1273865" y="4274114"/>
                  <a:pt x="1258625" y="4268399"/>
                </a:cubicBezTo>
                <a:cubicBezTo>
                  <a:pt x="1228145" y="4256017"/>
                  <a:pt x="1207190" y="4235062"/>
                  <a:pt x="1196712" y="4203629"/>
                </a:cubicBezTo>
                <a:cubicBezTo>
                  <a:pt x="1196712" y="4202677"/>
                  <a:pt x="1195760" y="4202677"/>
                  <a:pt x="1195760" y="4201724"/>
                </a:cubicBezTo>
                <a:cubicBezTo>
                  <a:pt x="1188140" y="4180769"/>
                  <a:pt x="1179567" y="4159814"/>
                  <a:pt x="1173852" y="4137907"/>
                </a:cubicBezTo>
                <a:cubicBezTo>
                  <a:pt x="1167185" y="4113142"/>
                  <a:pt x="1165280" y="4087424"/>
                  <a:pt x="1159565" y="4061707"/>
                </a:cubicBezTo>
                <a:cubicBezTo>
                  <a:pt x="1154802" y="4041704"/>
                  <a:pt x="1151945" y="4021702"/>
                  <a:pt x="1165280" y="4002652"/>
                </a:cubicBezTo>
                <a:cubicBezTo>
                  <a:pt x="1170995" y="3994079"/>
                  <a:pt x="1170995" y="3981697"/>
                  <a:pt x="1172900" y="3971219"/>
                </a:cubicBezTo>
                <a:cubicBezTo>
                  <a:pt x="1177662" y="3938834"/>
                  <a:pt x="1181472" y="3907402"/>
                  <a:pt x="1185282" y="3875017"/>
                </a:cubicBezTo>
                <a:cubicBezTo>
                  <a:pt x="1188140" y="3853109"/>
                  <a:pt x="1192902" y="3830249"/>
                  <a:pt x="1194807" y="3808342"/>
                </a:cubicBezTo>
                <a:cubicBezTo>
                  <a:pt x="1198617" y="3763574"/>
                  <a:pt x="1201475" y="3719759"/>
                  <a:pt x="1204332" y="3674992"/>
                </a:cubicBezTo>
                <a:cubicBezTo>
                  <a:pt x="1204332" y="3670229"/>
                  <a:pt x="1205285" y="3666419"/>
                  <a:pt x="1206237" y="3661657"/>
                </a:cubicBezTo>
                <a:cubicBezTo>
                  <a:pt x="1216715" y="3607364"/>
                  <a:pt x="1222430" y="3553072"/>
                  <a:pt x="1226240" y="3498779"/>
                </a:cubicBezTo>
                <a:cubicBezTo>
                  <a:pt x="1227192" y="3477824"/>
                  <a:pt x="1230050" y="3457822"/>
                  <a:pt x="1231002" y="3436867"/>
                </a:cubicBezTo>
                <a:cubicBezTo>
                  <a:pt x="1231955" y="3428294"/>
                  <a:pt x="1231002" y="3419722"/>
                  <a:pt x="1230050" y="3412102"/>
                </a:cubicBezTo>
                <a:cubicBezTo>
                  <a:pt x="1229097" y="3399719"/>
                  <a:pt x="1225287" y="3386384"/>
                  <a:pt x="1225287" y="3374002"/>
                </a:cubicBezTo>
                <a:cubicBezTo>
                  <a:pt x="1224335" y="3347332"/>
                  <a:pt x="1224335" y="3320662"/>
                  <a:pt x="1225287" y="3293992"/>
                </a:cubicBezTo>
                <a:cubicBezTo>
                  <a:pt x="1226240" y="3280657"/>
                  <a:pt x="1229097" y="3267322"/>
                  <a:pt x="1231955" y="3253987"/>
                </a:cubicBezTo>
                <a:cubicBezTo>
                  <a:pt x="1233860" y="3243509"/>
                  <a:pt x="1238622" y="3233032"/>
                  <a:pt x="1239575" y="3222554"/>
                </a:cubicBezTo>
                <a:cubicBezTo>
                  <a:pt x="1243385" y="3188264"/>
                  <a:pt x="1245290" y="3154927"/>
                  <a:pt x="1248147" y="3120637"/>
                </a:cubicBezTo>
                <a:cubicBezTo>
                  <a:pt x="1248147" y="3116827"/>
                  <a:pt x="1249100" y="3113017"/>
                  <a:pt x="1250052" y="3109207"/>
                </a:cubicBezTo>
                <a:cubicBezTo>
                  <a:pt x="1254815" y="3079679"/>
                  <a:pt x="1258625" y="3049199"/>
                  <a:pt x="1263387" y="3019672"/>
                </a:cubicBezTo>
                <a:cubicBezTo>
                  <a:pt x="1267197" y="2996812"/>
                  <a:pt x="1270055" y="2973952"/>
                  <a:pt x="1274817" y="2951092"/>
                </a:cubicBezTo>
                <a:cubicBezTo>
                  <a:pt x="1279580" y="2928232"/>
                  <a:pt x="1288152" y="2906324"/>
                  <a:pt x="1287200" y="2882512"/>
                </a:cubicBezTo>
                <a:cubicBezTo>
                  <a:pt x="1287200" y="2875844"/>
                  <a:pt x="1288152" y="2868224"/>
                  <a:pt x="1289105" y="2861557"/>
                </a:cubicBezTo>
                <a:cubicBezTo>
                  <a:pt x="1293867" y="2829172"/>
                  <a:pt x="1297677" y="2796787"/>
                  <a:pt x="1302440" y="2764402"/>
                </a:cubicBezTo>
                <a:cubicBezTo>
                  <a:pt x="1304345" y="2752019"/>
                  <a:pt x="1306250" y="2740589"/>
                  <a:pt x="1308155" y="2728207"/>
                </a:cubicBezTo>
                <a:cubicBezTo>
                  <a:pt x="1311012" y="2710109"/>
                  <a:pt x="1315775" y="2692012"/>
                  <a:pt x="1317680" y="2672962"/>
                </a:cubicBezTo>
                <a:cubicBezTo>
                  <a:pt x="1322442" y="2634862"/>
                  <a:pt x="1332920" y="2596762"/>
                  <a:pt x="1328157" y="2557709"/>
                </a:cubicBezTo>
                <a:cubicBezTo>
                  <a:pt x="1328157" y="2556757"/>
                  <a:pt x="1328157" y="2554852"/>
                  <a:pt x="1329110" y="2553899"/>
                </a:cubicBezTo>
                <a:cubicBezTo>
                  <a:pt x="1330062" y="2542469"/>
                  <a:pt x="1336730" y="2536754"/>
                  <a:pt x="1348160" y="2535802"/>
                </a:cubicBezTo>
                <a:cubicBezTo>
                  <a:pt x="1384355" y="2531992"/>
                  <a:pt x="1416740" y="2517704"/>
                  <a:pt x="1445315" y="2494844"/>
                </a:cubicBezTo>
                <a:cubicBezTo>
                  <a:pt x="1463412" y="2480557"/>
                  <a:pt x="1479605" y="2465317"/>
                  <a:pt x="1474842" y="2438647"/>
                </a:cubicBezTo>
                <a:cubicBezTo>
                  <a:pt x="1471985" y="2422454"/>
                  <a:pt x="1471985" y="2405309"/>
                  <a:pt x="1470080" y="2388164"/>
                </a:cubicBezTo>
                <a:cubicBezTo>
                  <a:pt x="1469127" y="2375782"/>
                  <a:pt x="1468175" y="2363399"/>
                  <a:pt x="1468175" y="2351017"/>
                </a:cubicBezTo>
                <a:cubicBezTo>
                  <a:pt x="1465317" y="2232907"/>
                  <a:pt x="1472937" y="2115749"/>
                  <a:pt x="1460555" y="1997639"/>
                </a:cubicBezTo>
                <a:cubicBezTo>
                  <a:pt x="1459602" y="1990972"/>
                  <a:pt x="1460555" y="1983352"/>
                  <a:pt x="1460555" y="1976684"/>
                </a:cubicBezTo>
                <a:cubicBezTo>
                  <a:pt x="1460555" y="1966207"/>
                  <a:pt x="1463412" y="1957634"/>
                  <a:pt x="1471985" y="1951919"/>
                </a:cubicBezTo>
                <a:cubicBezTo>
                  <a:pt x="1483415" y="1943347"/>
                  <a:pt x="1491987" y="1932869"/>
                  <a:pt x="1495797" y="1918582"/>
                </a:cubicBezTo>
                <a:cubicBezTo>
                  <a:pt x="1499607" y="1906199"/>
                  <a:pt x="1507227" y="1895722"/>
                  <a:pt x="1513895" y="1884292"/>
                </a:cubicBezTo>
                <a:cubicBezTo>
                  <a:pt x="1533897" y="1853812"/>
                  <a:pt x="1554852" y="1825237"/>
                  <a:pt x="1573902" y="1793804"/>
                </a:cubicBezTo>
                <a:cubicBezTo>
                  <a:pt x="1584380" y="1776659"/>
                  <a:pt x="1590095" y="1757609"/>
                  <a:pt x="1599620" y="1739512"/>
                </a:cubicBezTo>
                <a:cubicBezTo>
                  <a:pt x="1631052" y="1679504"/>
                  <a:pt x="1663437" y="1621402"/>
                  <a:pt x="1692965" y="1561394"/>
                </a:cubicBezTo>
                <a:cubicBezTo>
                  <a:pt x="1703442" y="1539487"/>
                  <a:pt x="1712967" y="1515674"/>
                  <a:pt x="1714872" y="1491862"/>
                </a:cubicBezTo>
                <a:cubicBezTo>
                  <a:pt x="1716777" y="1463287"/>
                  <a:pt x="1723445" y="1435664"/>
                  <a:pt x="1729160" y="1408042"/>
                </a:cubicBezTo>
                <a:cubicBezTo>
                  <a:pt x="1737732" y="1383277"/>
                  <a:pt x="1743447" y="1357559"/>
                  <a:pt x="1732970" y="1329937"/>
                </a:cubicBezTo>
                <a:close/>
                <a:moveTo>
                  <a:pt x="373752" y="1452809"/>
                </a:moveTo>
                <a:cubicBezTo>
                  <a:pt x="373752" y="1455667"/>
                  <a:pt x="368990" y="1457572"/>
                  <a:pt x="367085" y="1460429"/>
                </a:cubicBezTo>
                <a:cubicBezTo>
                  <a:pt x="365180" y="1458524"/>
                  <a:pt x="361370" y="1455667"/>
                  <a:pt x="361370" y="1453762"/>
                </a:cubicBezTo>
                <a:cubicBezTo>
                  <a:pt x="358512" y="1418519"/>
                  <a:pt x="334700" y="1394707"/>
                  <a:pt x="319460" y="1365179"/>
                </a:cubicBezTo>
                <a:cubicBezTo>
                  <a:pt x="317555" y="1360417"/>
                  <a:pt x="313745" y="1356607"/>
                  <a:pt x="310887" y="1351844"/>
                </a:cubicBezTo>
                <a:cubicBezTo>
                  <a:pt x="307077" y="1346129"/>
                  <a:pt x="307077" y="1340414"/>
                  <a:pt x="311840" y="1334699"/>
                </a:cubicBezTo>
                <a:cubicBezTo>
                  <a:pt x="322317" y="1322317"/>
                  <a:pt x="331842" y="1309934"/>
                  <a:pt x="343272" y="1297552"/>
                </a:cubicBezTo>
                <a:cubicBezTo>
                  <a:pt x="354702" y="1285169"/>
                  <a:pt x="360417" y="1285169"/>
                  <a:pt x="367085" y="1301362"/>
                </a:cubicBezTo>
                <a:cubicBezTo>
                  <a:pt x="372800" y="1315649"/>
                  <a:pt x="375657" y="1331842"/>
                  <a:pt x="377562" y="1348034"/>
                </a:cubicBezTo>
                <a:cubicBezTo>
                  <a:pt x="379467" y="1358512"/>
                  <a:pt x="377562" y="1369942"/>
                  <a:pt x="377562" y="1381372"/>
                </a:cubicBezTo>
                <a:cubicBezTo>
                  <a:pt x="378515" y="1381372"/>
                  <a:pt x="379467" y="1381372"/>
                  <a:pt x="381372" y="1381372"/>
                </a:cubicBezTo>
                <a:cubicBezTo>
                  <a:pt x="378515" y="1404232"/>
                  <a:pt x="376610" y="1428044"/>
                  <a:pt x="373752" y="1452809"/>
                </a:cubicBezTo>
                <a:close/>
                <a:moveTo>
                  <a:pt x="575682" y="1686172"/>
                </a:moveTo>
                <a:cubicBezTo>
                  <a:pt x="570920" y="1693792"/>
                  <a:pt x="565205" y="1700459"/>
                  <a:pt x="559490" y="1708079"/>
                </a:cubicBezTo>
                <a:cubicBezTo>
                  <a:pt x="532820" y="1744274"/>
                  <a:pt x="506150" y="1781422"/>
                  <a:pt x="480432" y="1817617"/>
                </a:cubicBezTo>
                <a:cubicBezTo>
                  <a:pt x="477575" y="1821427"/>
                  <a:pt x="477575" y="1828094"/>
                  <a:pt x="476622" y="1834762"/>
                </a:cubicBezTo>
                <a:cubicBezTo>
                  <a:pt x="465192" y="1832857"/>
                  <a:pt x="453762" y="1830952"/>
                  <a:pt x="437570" y="1828094"/>
                </a:cubicBezTo>
                <a:cubicBezTo>
                  <a:pt x="449000" y="1814759"/>
                  <a:pt x="457572" y="1803329"/>
                  <a:pt x="466145" y="1792852"/>
                </a:cubicBezTo>
                <a:cubicBezTo>
                  <a:pt x="496625" y="1757609"/>
                  <a:pt x="527105" y="1723319"/>
                  <a:pt x="557585" y="1688077"/>
                </a:cubicBezTo>
                <a:cubicBezTo>
                  <a:pt x="560442" y="1684267"/>
                  <a:pt x="564252" y="1681409"/>
                  <a:pt x="567110" y="1678552"/>
                </a:cubicBezTo>
                <a:cubicBezTo>
                  <a:pt x="569015" y="1677599"/>
                  <a:pt x="572825" y="1677599"/>
                  <a:pt x="573777" y="1678552"/>
                </a:cubicBezTo>
                <a:cubicBezTo>
                  <a:pt x="575682" y="1680457"/>
                  <a:pt x="576635" y="1685219"/>
                  <a:pt x="575682" y="1686172"/>
                </a:cubicBezTo>
                <a:close/>
                <a:moveTo>
                  <a:pt x="889055" y="1877624"/>
                </a:moveTo>
                <a:cubicBezTo>
                  <a:pt x="889055" y="1874767"/>
                  <a:pt x="889055" y="1872862"/>
                  <a:pt x="890007" y="1871909"/>
                </a:cubicBezTo>
                <a:cubicBezTo>
                  <a:pt x="907152" y="1852859"/>
                  <a:pt x="907152" y="1849049"/>
                  <a:pt x="887150" y="1834762"/>
                </a:cubicBezTo>
                <a:cubicBezTo>
                  <a:pt x="854765" y="1812854"/>
                  <a:pt x="824285" y="1789042"/>
                  <a:pt x="789995" y="1769992"/>
                </a:cubicBezTo>
                <a:cubicBezTo>
                  <a:pt x="757610" y="1752847"/>
                  <a:pt x="722367" y="1741417"/>
                  <a:pt x="689030" y="1727129"/>
                </a:cubicBezTo>
                <a:cubicBezTo>
                  <a:pt x="677600" y="1722367"/>
                  <a:pt x="666170" y="1718557"/>
                  <a:pt x="655692" y="1712842"/>
                </a:cubicBezTo>
                <a:cubicBezTo>
                  <a:pt x="638547" y="1704269"/>
                  <a:pt x="621402" y="1693792"/>
                  <a:pt x="604257" y="1685219"/>
                </a:cubicBezTo>
                <a:cubicBezTo>
                  <a:pt x="586160" y="1675694"/>
                  <a:pt x="585207" y="1648072"/>
                  <a:pt x="602352" y="1636642"/>
                </a:cubicBezTo>
                <a:cubicBezTo>
                  <a:pt x="608067" y="1632832"/>
                  <a:pt x="614735" y="1630927"/>
                  <a:pt x="618545" y="1626164"/>
                </a:cubicBezTo>
                <a:cubicBezTo>
                  <a:pt x="623307" y="1621402"/>
                  <a:pt x="625212" y="1614734"/>
                  <a:pt x="628070" y="1608067"/>
                </a:cubicBezTo>
                <a:cubicBezTo>
                  <a:pt x="631880" y="1599494"/>
                  <a:pt x="632832" y="1589017"/>
                  <a:pt x="637595" y="1581397"/>
                </a:cubicBezTo>
                <a:cubicBezTo>
                  <a:pt x="658550" y="1549012"/>
                  <a:pt x="683315" y="1519484"/>
                  <a:pt x="711890" y="1492814"/>
                </a:cubicBezTo>
                <a:cubicBezTo>
                  <a:pt x="749990" y="1455667"/>
                  <a:pt x="771897" y="1408042"/>
                  <a:pt x="788090" y="1357559"/>
                </a:cubicBezTo>
                <a:cubicBezTo>
                  <a:pt x="812855" y="1278502"/>
                  <a:pt x="823332" y="1197539"/>
                  <a:pt x="821427" y="1114672"/>
                </a:cubicBezTo>
                <a:cubicBezTo>
                  <a:pt x="819522" y="1039424"/>
                  <a:pt x="820475" y="964177"/>
                  <a:pt x="819522" y="889882"/>
                </a:cubicBezTo>
                <a:cubicBezTo>
                  <a:pt x="818570" y="839399"/>
                  <a:pt x="815712" y="788917"/>
                  <a:pt x="813807" y="738434"/>
                </a:cubicBezTo>
                <a:cubicBezTo>
                  <a:pt x="813807" y="732719"/>
                  <a:pt x="813807" y="726052"/>
                  <a:pt x="813807" y="720337"/>
                </a:cubicBezTo>
                <a:cubicBezTo>
                  <a:pt x="815712" y="719384"/>
                  <a:pt x="817617" y="719384"/>
                  <a:pt x="818570" y="718432"/>
                </a:cubicBezTo>
                <a:cubicBezTo>
                  <a:pt x="833810" y="750817"/>
                  <a:pt x="848097" y="783202"/>
                  <a:pt x="863337" y="815587"/>
                </a:cubicBezTo>
                <a:cubicBezTo>
                  <a:pt x="864290" y="815587"/>
                  <a:pt x="865242" y="814634"/>
                  <a:pt x="866195" y="814634"/>
                </a:cubicBezTo>
                <a:cubicBezTo>
                  <a:pt x="860480" y="800347"/>
                  <a:pt x="853812" y="786059"/>
                  <a:pt x="848097" y="771772"/>
                </a:cubicBezTo>
                <a:cubicBezTo>
                  <a:pt x="841430" y="756532"/>
                  <a:pt x="836667" y="741292"/>
                  <a:pt x="828095" y="727004"/>
                </a:cubicBezTo>
                <a:cubicBezTo>
                  <a:pt x="809045" y="692714"/>
                  <a:pt x="809997" y="654614"/>
                  <a:pt x="810950" y="617467"/>
                </a:cubicBezTo>
                <a:cubicBezTo>
                  <a:pt x="810950" y="605084"/>
                  <a:pt x="811902" y="592702"/>
                  <a:pt x="812855" y="580319"/>
                </a:cubicBezTo>
                <a:cubicBezTo>
                  <a:pt x="813807" y="571747"/>
                  <a:pt x="815712" y="564127"/>
                  <a:pt x="816665" y="556507"/>
                </a:cubicBezTo>
                <a:cubicBezTo>
                  <a:pt x="818570" y="555554"/>
                  <a:pt x="819522" y="555554"/>
                  <a:pt x="821427" y="554602"/>
                </a:cubicBezTo>
                <a:cubicBezTo>
                  <a:pt x="832857" y="567937"/>
                  <a:pt x="844287" y="581272"/>
                  <a:pt x="856670" y="594607"/>
                </a:cubicBezTo>
                <a:cubicBezTo>
                  <a:pt x="872862" y="613657"/>
                  <a:pt x="887150" y="635564"/>
                  <a:pt x="913820" y="638422"/>
                </a:cubicBezTo>
                <a:cubicBezTo>
                  <a:pt x="942395" y="642232"/>
                  <a:pt x="956682" y="661282"/>
                  <a:pt x="974780" y="679379"/>
                </a:cubicBezTo>
                <a:cubicBezTo>
                  <a:pt x="981447" y="686047"/>
                  <a:pt x="984305" y="689857"/>
                  <a:pt x="973827" y="696524"/>
                </a:cubicBezTo>
                <a:cubicBezTo>
                  <a:pt x="964302" y="702239"/>
                  <a:pt x="956682" y="711764"/>
                  <a:pt x="950015" y="721289"/>
                </a:cubicBezTo>
                <a:cubicBezTo>
                  <a:pt x="931917" y="746054"/>
                  <a:pt x="914772" y="770819"/>
                  <a:pt x="899532" y="797489"/>
                </a:cubicBezTo>
                <a:cubicBezTo>
                  <a:pt x="910010" y="785107"/>
                  <a:pt x="920487" y="772724"/>
                  <a:pt x="930012" y="759389"/>
                </a:cubicBezTo>
                <a:cubicBezTo>
                  <a:pt x="935727" y="751769"/>
                  <a:pt x="939537" y="749864"/>
                  <a:pt x="945252" y="759389"/>
                </a:cubicBezTo>
                <a:cubicBezTo>
                  <a:pt x="952872" y="771772"/>
                  <a:pt x="961445" y="784154"/>
                  <a:pt x="954777" y="800347"/>
                </a:cubicBezTo>
                <a:cubicBezTo>
                  <a:pt x="913820" y="910837"/>
                  <a:pt x="909057" y="1026089"/>
                  <a:pt x="910962" y="1142294"/>
                </a:cubicBezTo>
                <a:cubicBezTo>
                  <a:pt x="913820" y="1260404"/>
                  <a:pt x="913820" y="1377562"/>
                  <a:pt x="917630" y="1495672"/>
                </a:cubicBezTo>
                <a:cubicBezTo>
                  <a:pt x="920487" y="1589017"/>
                  <a:pt x="924297" y="1683314"/>
                  <a:pt x="929060" y="1776659"/>
                </a:cubicBezTo>
                <a:cubicBezTo>
                  <a:pt x="929060" y="1785232"/>
                  <a:pt x="932870" y="1796662"/>
                  <a:pt x="938585" y="1802377"/>
                </a:cubicBezTo>
                <a:cubicBezTo>
                  <a:pt x="967160" y="1833809"/>
                  <a:pt x="996687" y="1865242"/>
                  <a:pt x="1026215" y="1895722"/>
                </a:cubicBezTo>
                <a:cubicBezTo>
                  <a:pt x="1030025" y="1899532"/>
                  <a:pt x="1033835" y="1903342"/>
                  <a:pt x="1036692" y="1909057"/>
                </a:cubicBezTo>
                <a:cubicBezTo>
                  <a:pt x="983352" y="1909057"/>
                  <a:pt x="935727" y="1897627"/>
                  <a:pt x="889055" y="1877624"/>
                </a:cubicBezTo>
                <a:close/>
                <a:moveTo>
                  <a:pt x="1279580" y="1673789"/>
                </a:moveTo>
                <a:cubicBezTo>
                  <a:pt x="1278627" y="1698554"/>
                  <a:pt x="1274817" y="1723319"/>
                  <a:pt x="1275770" y="1747132"/>
                </a:cubicBezTo>
                <a:cubicBezTo>
                  <a:pt x="1275770" y="1771897"/>
                  <a:pt x="1267197" y="1791899"/>
                  <a:pt x="1250052" y="1809044"/>
                </a:cubicBezTo>
                <a:cubicBezTo>
                  <a:pt x="1229097" y="1829047"/>
                  <a:pt x="1208142" y="1850002"/>
                  <a:pt x="1188140" y="1870004"/>
                </a:cubicBezTo>
                <a:cubicBezTo>
                  <a:pt x="1177662" y="1880482"/>
                  <a:pt x="1170042" y="1891912"/>
                  <a:pt x="1170042" y="1907152"/>
                </a:cubicBezTo>
                <a:cubicBezTo>
                  <a:pt x="1170042" y="1911914"/>
                  <a:pt x="1165280" y="1917629"/>
                  <a:pt x="1160517" y="1919534"/>
                </a:cubicBezTo>
                <a:cubicBezTo>
                  <a:pt x="1154802" y="1922392"/>
                  <a:pt x="1148135" y="1925249"/>
                  <a:pt x="1142420" y="1924297"/>
                </a:cubicBezTo>
                <a:cubicBezTo>
                  <a:pt x="1110987" y="1922392"/>
                  <a:pt x="1079555" y="1919534"/>
                  <a:pt x="1045265" y="1916677"/>
                </a:cubicBezTo>
                <a:cubicBezTo>
                  <a:pt x="1049075" y="1910009"/>
                  <a:pt x="1050980" y="1905247"/>
                  <a:pt x="1053837" y="1901437"/>
                </a:cubicBezTo>
                <a:cubicBezTo>
                  <a:pt x="1079555" y="1868099"/>
                  <a:pt x="1106225" y="1835714"/>
                  <a:pt x="1132895" y="1803329"/>
                </a:cubicBezTo>
                <a:cubicBezTo>
                  <a:pt x="1140515" y="1793804"/>
                  <a:pt x="1144325" y="1784279"/>
                  <a:pt x="1143372" y="1770944"/>
                </a:cubicBezTo>
                <a:cubicBezTo>
                  <a:pt x="1141467" y="1735702"/>
                  <a:pt x="1139562" y="1701412"/>
                  <a:pt x="1137657" y="1666169"/>
                </a:cubicBezTo>
                <a:cubicBezTo>
                  <a:pt x="1134800" y="1612829"/>
                  <a:pt x="1133847" y="1558537"/>
                  <a:pt x="1130037" y="1505197"/>
                </a:cubicBezTo>
                <a:cubicBezTo>
                  <a:pt x="1126227" y="1435664"/>
                  <a:pt x="1121465" y="1366132"/>
                  <a:pt x="1115750" y="1296599"/>
                </a:cubicBezTo>
                <a:cubicBezTo>
                  <a:pt x="1110035" y="1228019"/>
                  <a:pt x="1103367" y="1160392"/>
                  <a:pt x="1094795" y="1091812"/>
                </a:cubicBezTo>
                <a:cubicBezTo>
                  <a:pt x="1084317" y="1006087"/>
                  <a:pt x="1071935" y="920362"/>
                  <a:pt x="1037645" y="839399"/>
                </a:cubicBezTo>
                <a:cubicBezTo>
                  <a:pt x="1029072" y="820349"/>
                  <a:pt x="1024310" y="800347"/>
                  <a:pt x="1019547" y="780344"/>
                </a:cubicBezTo>
                <a:cubicBezTo>
                  <a:pt x="1018595" y="774629"/>
                  <a:pt x="1020500" y="767009"/>
                  <a:pt x="1024310" y="761294"/>
                </a:cubicBezTo>
                <a:cubicBezTo>
                  <a:pt x="1028120" y="755579"/>
                  <a:pt x="1034787" y="751769"/>
                  <a:pt x="1042407" y="744149"/>
                </a:cubicBezTo>
                <a:cubicBezTo>
                  <a:pt x="1051932" y="766057"/>
                  <a:pt x="1060505" y="785107"/>
                  <a:pt x="1069077" y="806062"/>
                </a:cubicBezTo>
                <a:cubicBezTo>
                  <a:pt x="1065267" y="773677"/>
                  <a:pt x="1037645" y="721289"/>
                  <a:pt x="1014785" y="699382"/>
                </a:cubicBezTo>
                <a:cubicBezTo>
                  <a:pt x="1003355" y="688904"/>
                  <a:pt x="1003355" y="687952"/>
                  <a:pt x="1015737" y="677474"/>
                </a:cubicBezTo>
                <a:cubicBezTo>
                  <a:pt x="1033835" y="662234"/>
                  <a:pt x="1051932" y="647947"/>
                  <a:pt x="1068125" y="631754"/>
                </a:cubicBezTo>
                <a:cubicBezTo>
                  <a:pt x="1084317" y="615562"/>
                  <a:pt x="1095747" y="596512"/>
                  <a:pt x="1096700" y="571747"/>
                </a:cubicBezTo>
                <a:cubicBezTo>
                  <a:pt x="1096700" y="565079"/>
                  <a:pt x="1099557" y="559364"/>
                  <a:pt x="1102415" y="552697"/>
                </a:cubicBezTo>
                <a:cubicBezTo>
                  <a:pt x="1111940" y="569842"/>
                  <a:pt x="1122417" y="586987"/>
                  <a:pt x="1120512" y="606989"/>
                </a:cubicBezTo>
                <a:cubicBezTo>
                  <a:pt x="1116702" y="651757"/>
                  <a:pt x="1111940" y="697477"/>
                  <a:pt x="1107177" y="742244"/>
                </a:cubicBezTo>
                <a:cubicBezTo>
                  <a:pt x="1106225" y="748912"/>
                  <a:pt x="1105272" y="754627"/>
                  <a:pt x="1108130" y="761294"/>
                </a:cubicBezTo>
                <a:cubicBezTo>
                  <a:pt x="1114797" y="714622"/>
                  <a:pt x="1120512" y="667949"/>
                  <a:pt x="1127180" y="621277"/>
                </a:cubicBezTo>
                <a:cubicBezTo>
                  <a:pt x="1150992" y="690809"/>
                  <a:pt x="1176710" y="758437"/>
                  <a:pt x="1187187" y="829874"/>
                </a:cubicBezTo>
                <a:cubicBezTo>
                  <a:pt x="1194807" y="886072"/>
                  <a:pt x="1212905" y="939412"/>
                  <a:pt x="1228145" y="993704"/>
                </a:cubicBezTo>
                <a:cubicBezTo>
                  <a:pt x="1240527" y="1037519"/>
                  <a:pt x="1247195" y="1082287"/>
                  <a:pt x="1246242" y="1128007"/>
                </a:cubicBezTo>
                <a:cubicBezTo>
                  <a:pt x="1244337" y="1207064"/>
                  <a:pt x="1252910" y="1285169"/>
                  <a:pt x="1270055" y="1363274"/>
                </a:cubicBezTo>
                <a:cubicBezTo>
                  <a:pt x="1274817" y="1384229"/>
                  <a:pt x="1274817" y="1405184"/>
                  <a:pt x="1276722" y="1427092"/>
                </a:cubicBezTo>
                <a:cubicBezTo>
                  <a:pt x="1279580" y="1463287"/>
                  <a:pt x="1284342" y="1499482"/>
                  <a:pt x="1284342" y="1534724"/>
                </a:cubicBezTo>
                <a:cubicBezTo>
                  <a:pt x="1284342" y="1581397"/>
                  <a:pt x="1281485" y="1628069"/>
                  <a:pt x="1279580" y="1673789"/>
                </a:cubicBezTo>
                <a:close/>
                <a:moveTo>
                  <a:pt x="1437695" y="1289932"/>
                </a:moveTo>
                <a:cubicBezTo>
                  <a:pt x="1439600" y="1289932"/>
                  <a:pt x="1440552" y="1288979"/>
                  <a:pt x="1442457" y="1288979"/>
                </a:cubicBezTo>
                <a:cubicBezTo>
                  <a:pt x="1444362" y="1292789"/>
                  <a:pt x="1446267" y="1296599"/>
                  <a:pt x="1447220" y="1300409"/>
                </a:cubicBezTo>
                <a:cubicBezTo>
                  <a:pt x="1448172" y="1308982"/>
                  <a:pt x="1448172" y="1318507"/>
                  <a:pt x="1448172" y="1327079"/>
                </a:cubicBezTo>
                <a:cubicBezTo>
                  <a:pt x="1446267" y="1352797"/>
                  <a:pt x="1451030" y="1375657"/>
                  <a:pt x="1470080" y="1394707"/>
                </a:cubicBezTo>
                <a:cubicBezTo>
                  <a:pt x="1481510" y="1406137"/>
                  <a:pt x="1481510" y="1418519"/>
                  <a:pt x="1476747" y="1433759"/>
                </a:cubicBezTo>
                <a:cubicBezTo>
                  <a:pt x="1469127" y="1457572"/>
                  <a:pt x="1453887" y="1476622"/>
                  <a:pt x="1439600" y="1497577"/>
                </a:cubicBezTo>
                <a:cubicBezTo>
                  <a:pt x="1431980" y="1428044"/>
                  <a:pt x="1431027" y="1359464"/>
                  <a:pt x="1437695" y="1289932"/>
                </a:cubicBezTo>
                <a:close/>
                <a:moveTo>
                  <a:pt x="1475795" y="1882387"/>
                </a:moveTo>
                <a:cubicBezTo>
                  <a:pt x="1468175" y="1887149"/>
                  <a:pt x="1465317" y="1880482"/>
                  <a:pt x="1462460" y="1874767"/>
                </a:cubicBezTo>
                <a:cubicBezTo>
                  <a:pt x="1438647" y="1833809"/>
                  <a:pt x="1411977" y="1796662"/>
                  <a:pt x="1371972" y="1769992"/>
                </a:cubicBezTo>
                <a:cubicBezTo>
                  <a:pt x="1360542" y="1762372"/>
                  <a:pt x="1348160" y="1756657"/>
                  <a:pt x="1336730" y="1750942"/>
                </a:cubicBezTo>
                <a:cubicBezTo>
                  <a:pt x="1331015" y="1748084"/>
                  <a:pt x="1325300" y="1746179"/>
                  <a:pt x="1319585" y="1744274"/>
                </a:cubicBezTo>
                <a:cubicBezTo>
                  <a:pt x="1319585" y="1742369"/>
                  <a:pt x="1320537" y="1740464"/>
                  <a:pt x="1320537" y="1738559"/>
                </a:cubicBezTo>
                <a:cubicBezTo>
                  <a:pt x="1326252" y="1739512"/>
                  <a:pt x="1331967" y="1738559"/>
                  <a:pt x="1337682" y="1740464"/>
                </a:cubicBezTo>
                <a:cubicBezTo>
                  <a:pt x="1367210" y="1749989"/>
                  <a:pt x="1395785" y="1762372"/>
                  <a:pt x="1416740" y="1788089"/>
                </a:cubicBezTo>
                <a:cubicBezTo>
                  <a:pt x="1434837" y="1809997"/>
                  <a:pt x="1454840" y="1831904"/>
                  <a:pt x="1473890" y="1853812"/>
                </a:cubicBezTo>
                <a:cubicBezTo>
                  <a:pt x="1476747" y="1857622"/>
                  <a:pt x="1478652" y="1861432"/>
                  <a:pt x="1480557" y="1865242"/>
                </a:cubicBezTo>
                <a:cubicBezTo>
                  <a:pt x="1483415" y="1872862"/>
                  <a:pt x="1482462" y="1878577"/>
                  <a:pt x="1475795" y="18823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87330" y="3121936"/>
            <a:ext cx="3776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chức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năng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cần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thiết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96314" y="-21426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4.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xuất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449" y="846978"/>
            <a:ext cx="401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sản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xuất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42" y="1330037"/>
            <a:ext cx="10770919" cy="50707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66239" y="-83498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4.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xuất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4910" y="932252"/>
            <a:ext cx="247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sở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dữ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liệu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35" y="1378634"/>
            <a:ext cx="11471564" cy="5166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82908" y="-39565"/>
            <a:ext cx="11573197" cy="724247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5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4. Qui </a:t>
            </a:r>
            <a:r>
              <a:rPr lang="en-US" sz="5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5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sản</a:t>
            </a:r>
            <a:r>
              <a:rPr lang="en-US" sz="5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xuất</a:t>
            </a:r>
            <a:endParaRPr lang="en-GB" sz="5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045226" y="2441560"/>
            <a:ext cx="4045226" cy="2040445"/>
            <a:chOff x="4035287" y="2912166"/>
            <a:chExt cx="4045226" cy="2040445"/>
          </a:xfrm>
        </p:grpSpPr>
        <p:sp>
          <p:nvSpPr>
            <p:cNvPr id="4" name="Freeform: Shape 3"/>
            <p:cNvSpPr/>
            <p:nvPr/>
          </p:nvSpPr>
          <p:spPr>
            <a:xfrm>
              <a:off x="5404475" y="2912166"/>
              <a:ext cx="1176005" cy="1305067"/>
            </a:xfrm>
            <a:custGeom>
              <a:avLst/>
              <a:gdLst>
                <a:gd name="connsiteX0" fmla="*/ 585046 w 1176005"/>
                <a:gd name="connsiteY0" fmla="*/ 1156 h 1305067"/>
                <a:gd name="connsiteX1" fmla="*/ 1176005 w 1176005"/>
                <a:gd name="connsiteY1" fmla="*/ 68675 h 1305067"/>
                <a:gd name="connsiteX2" fmla="*/ 849399 w 1176005"/>
                <a:gd name="connsiteY2" fmla="*/ 1289864 h 1305067"/>
                <a:gd name="connsiteX3" fmla="*/ 806878 w 1176005"/>
                <a:gd name="connsiteY3" fmla="*/ 1276665 h 1305067"/>
                <a:gd name="connsiteX4" fmla="*/ 653426 w 1176005"/>
                <a:gd name="connsiteY4" fmla="*/ 1261196 h 1305067"/>
                <a:gd name="connsiteX5" fmla="*/ 499974 w 1176005"/>
                <a:gd name="connsiteY5" fmla="*/ 1276665 h 1305067"/>
                <a:gd name="connsiteX6" fmla="*/ 408481 w 1176005"/>
                <a:gd name="connsiteY6" fmla="*/ 1305067 h 1305067"/>
                <a:gd name="connsiteX7" fmla="*/ 0 w 1176005"/>
                <a:gd name="connsiteY7" fmla="*/ 108455 h 1305067"/>
                <a:gd name="connsiteX8" fmla="*/ 585046 w 1176005"/>
                <a:gd name="connsiteY8" fmla="*/ 1156 h 130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6005" h="1305067">
                  <a:moveTo>
                    <a:pt x="585046" y="1156"/>
                  </a:moveTo>
                  <a:cubicBezTo>
                    <a:pt x="783212" y="-5548"/>
                    <a:pt x="982364" y="16885"/>
                    <a:pt x="1176005" y="68675"/>
                  </a:cubicBezTo>
                  <a:lnTo>
                    <a:pt x="849399" y="1289864"/>
                  </a:lnTo>
                  <a:lnTo>
                    <a:pt x="806878" y="1276665"/>
                  </a:lnTo>
                  <a:cubicBezTo>
                    <a:pt x="757312" y="1266523"/>
                    <a:pt x="705991" y="1261196"/>
                    <a:pt x="653426" y="1261196"/>
                  </a:cubicBezTo>
                  <a:cubicBezTo>
                    <a:pt x="600861" y="1261196"/>
                    <a:pt x="549540" y="1266523"/>
                    <a:pt x="499974" y="1276665"/>
                  </a:cubicBezTo>
                  <a:lnTo>
                    <a:pt x="408481" y="1305067"/>
                  </a:lnTo>
                  <a:lnTo>
                    <a:pt x="0" y="108455"/>
                  </a:lnTo>
                  <a:cubicBezTo>
                    <a:pt x="189699" y="43699"/>
                    <a:pt x="386879" y="7859"/>
                    <a:pt x="585046" y="11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279639" y="3000664"/>
              <a:ext cx="1377510" cy="1469861"/>
            </a:xfrm>
            <a:custGeom>
              <a:avLst/>
              <a:gdLst>
                <a:gd name="connsiteX0" fmla="*/ 370006 w 1377510"/>
                <a:gd name="connsiteY0" fmla="*/ 0 h 1469861"/>
                <a:gd name="connsiteX1" fmla="*/ 1377510 w 1377510"/>
                <a:gd name="connsiteY1" fmla="*/ 695823 h 1469861"/>
                <a:gd name="connsiteX2" fmla="*/ 377844 w 1377510"/>
                <a:gd name="connsiteY2" fmla="*/ 1469861 h 1469861"/>
                <a:gd name="connsiteX3" fmla="*/ 316666 w 1377510"/>
                <a:gd name="connsiteY3" fmla="*/ 1395712 h 1469861"/>
                <a:gd name="connsiteX4" fmla="*/ 74640 w 1377510"/>
                <a:gd name="connsiteY4" fmla="*/ 1232534 h 1469861"/>
                <a:gd name="connsiteX5" fmla="*/ 0 w 1377510"/>
                <a:gd name="connsiteY5" fmla="*/ 1209364 h 1469861"/>
                <a:gd name="connsiteX6" fmla="*/ 370006 w 1377510"/>
                <a:gd name="connsiteY6" fmla="*/ 0 h 1469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7510" h="1469861">
                  <a:moveTo>
                    <a:pt x="370006" y="0"/>
                  </a:moveTo>
                  <a:cubicBezTo>
                    <a:pt x="769666" y="122277"/>
                    <a:pt x="1121633" y="365359"/>
                    <a:pt x="1377510" y="695823"/>
                  </a:cubicBezTo>
                  <a:lnTo>
                    <a:pt x="377844" y="1469861"/>
                  </a:lnTo>
                  <a:lnTo>
                    <a:pt x="316666" y="1395712"/>
                  </a:lnTo>
                  <a:cubicBezTo>
                    <a:pt x="247771" y="1326817"/>
                    <a:pt x="165735" y="1271064"/>
                    <a:pt x="74640" y="1232534"/>
                  </a:cubicBezTo>
                  <a:lnTo>
                    <a:pt x="0" y="1209364"/>
                  </a:lnTo>
                  <a:lnTo>
                    <a:pt x="3700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4418578" y="3041066"/>
              <a:ext cx="1372638" cy="1448841"/>
            </a:xfrm>
            <a:custGeom>
              <a:avLst/>
              <a:gdLst>
                <a:gd name="connsiteX0" fmla="*/ 928820 w 1372638"/>
                <a:gd name="connsiteY0" fmla="*/ 0 h 1448841"/>
                <a:gd name="connsiteX1" fmla="*/ 1372638 w 1372638"/>
                <a:gd name="connsiteY1" fmla="*/ 1182915 h 1448841"/>
                <a:gd name="connsiteX2" fmla="*/ 1342945 w 1372638"/>
                <a:gd name="connsiteY2" fmla="*/ 1192132 h 1448841"/>
                <a:gd name="connsiteX3" fmla="*/ 1100919 w 1372638"/>
                <a:gd name="connsiteY3" fmla="*/ 1355310 h 1448841"/>
                <a:gd name="connsiteX4" fmla="*/ 1023749 w 1372638"/>
                <a:gd name="connsiteY4" fmla="*/ 1448841 h 1448841"/>
                <a:gd name="connsiteX5" fmla="*/ 0 w 1372638"/>
                <a:gd name="connsiteY5" fmla="*/ 708983 h 1448841"/>
                <a:gd name="connsiteX6" fmla="*/ 928820 w 1372638"/>
                <a:gd name="connsiteY6" fmla="*/ 0 h 144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2638" h="1448841">
                  <a:moveTo>
                    <a:pt x="928820" y="0"/>
                  </a:moveTo>
                  <a:lnTo>
                    <a:pt x="1372638" y="1182915"/>
                  </a:lnTo>
                  <a:lnTo>
                    <a:pt x="1342945" y="1192132"/>
                  </a:lnTo>
                  <a:cubicBezTo>
                    <a:pt x="1251850" y="1230662"/>
                    <a:pt x="1169814" y="1286415"/>
                    <a:pt x="1100919" y="1355310"/>
                  </a:cubicBezTo>
                  <a:lnTo>
                    <a:pt x="1023749" y="1448841"/>
                  </a:lnTo>
                  <a:lnTo>
                    <a:pt x="0" y="708983"/>
                  </a:lnTo>
                  <a:cubicBezTo>
                    <a:pt x="233113" y="386423"/>
                    <a:pt x="556205" y="139801"/>
                    <a:pt x="9288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669052" y="3735121"/>
              <a:ext cx="1411461" cy="1217490"/>
            </a:xfrm>
            <a:custGeom>
              <a:avLst/>
              <a:gdLst>
                <a:gd name="connsiteX0" fmla="*/ 1017278 w 1411461"/>
                <a:gd name="connsiteY0" fmla="*/ 0 h 1217490"/>
                <a:gd name="connsiteX1" fmla="*/ 1411383 w 1411461"/>
                <a:gd name="connsiteY1" fmla="*/ 1217490 h 1217490"/>
                <a:gd name="connsiteX2" fmla="*/ 149928 w 1411461"/>
                <a:gd name="connsiteY2" fmla="*/ 1206368 h 1217490"/>
                <a:gd name="connsiteX3" fmla="*/ 150267 w 1411461"/>
                <a:gd name="connsiteY3" fmla="*/ 1199659 h 1217490"/>
                <a:gd name="connsiteX4" fmla="*/ 20229 w 1411461"/>
                <a:gd name="connsiteY4" fmla="*/ 773943 h 1217490"/>
                <a:gd name="connsiteX5" fmla="*/ 0 w 1411461"/>
                <a:gd name="connsiteY5" fmla="*/ 749425 h 1217490"/>
                <a:gd name="connsiteX6" fmla="*/ 1017278 w 1411461"/>
                <a:gd name="connsiteY6" fmla="*/ 0 h 121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1461" h="1217490">
                  <a:moveTo>
                    <a:pt x="1017278" y="0"/>
                  </a:moveTo>
                  <a:cubicBezTo>
                    <a:pt x="1276950" y="352481"/>
                    <a:pt x="1415242" y="779702"/>
                    <a:pt x="1411383" y="1217490"/>
                  </a:cubicBezTo>
                  <a:lnTo>
                    <a:pt x="149928" y="1206368"/>
                  </a:lnTo>
                  <a:lnTo>
                    <a:pt x="150267" y="1199659"/>
                  </a:lnTo>
                  <a:cubicBezTo>
                    <a:pt x="150267" y="1041964"/>
                    <a:pt x="102328" y="895466"/>
                    <a:pt x="20229" y="773943"/>
                  </a:cubicBezTo>
                  <a:lnTo>
                    <a:pt x="0" y="749425"/>
                  </a:lnTo>
                  <a:lnTo>
                    <a:pt x="101727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4035287" y="3804779"/>
              <a:ext cx="1391072" cy="1141395"/>
            </a:xfrm>
            <a:custGeom>
              <a:avLst/>
              <a:gdLst>
                <a:gd name="connsiteX0" fmla="*/ 345096 w 1391072"/>
                <a:gd name="connsiteY0" fmla="*/ 0 h 1141395"/>
                <a:gd name="connsiteX1" fmla="*/ 1391072 w 1391072"/>
                <a:gd name="connsiteY1" fmla="*/ 704585 h 1141395"/>
                <a:gd name="connsiteX2" fmla="*/ 1321032 w 1391072"/>
                <a:gd name="connsiteY2" fmla="*/ 833623 h 1141395"/>
                <a:gd name="connsiteX3" fmla="*/ 1261196 w 1391072"/>
                <a:gd name="connsiteY3" fmla="*/ 1130001 h 1141395"/>
                <a:gd name="connsiteX4" fmla="*/ 1261413 w 1391072"/>
                <a:gd name="connsiteY4" fmla="*/ 1134289 h 1141395"/>
                <a:gd name="connsiteX5" fmla="*/ 32 w 1391072"/>
                <a:gd name="connsiteY5" fmla="*/ 1141395 h 1141395"/>
                <a:gd name="connsiteX6" fmla="*/ 345096 w 1391072"/>
                <a:gd name="connsiteY6" fmla="*/ 0 h 114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072" h="1141395">
                  <a:moveTo>
                    <a:pt x="345096" y="0"/>
                  </a:moveTo>
                  <a:lnTo>
                    <a:pt x="1391072" y="704585"/>
                  </a:lnTo>
                  <a:lnTo>
                    <a:pt x="1321032" y="833623"/>
                  </a:lnTo>
                  <a:cubicBezTo>
                    <a:pt x="1282502" y="924718"/>
                    <a:pt x="1261196" y="1024871"/>
                    <a:pt x="1261196" y="1130001"/>
                  </a:cubicBezTo>
                  <a:lnTo>
                    <a:pt x="1261413" y="1134289"/>
                  </a:lnTo>
                  <a:lnTo>
                    <a:pt x="32" y="1141395"/>
                  </a:lnTo>
                  <a:cubicBezTo>
                    <a:pt x="-2258" y="734899"/>
                    <a:pt x="117990" y="337145"/>
                    <a:pt x="345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Block Arc 8"/>
          <p:cNvSpPr/>
          <p:nvPr/>
        </p:nvSpPr>
        <p:spPr>
          <a:xfrm>
            <a:off x="3482938" y="1875031"/>
            <a:ext cx="5169802" cy="5169802"/>
          </a:xfrm>
          <a:prstGeom prst="blockArc">
            <a:avLst>
              <a:gd name="adj1" fmla="val 10770735"/>
              <a:gd name="adj2" fmla="val 23394"/>
              <a:gd name="adj3" fmla="val 96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9"/>
          <p:cNvSpPr/>
          <p:nvPr/>
        </p:nvSpPr>
        <p:spPr>
          <a:xfrm>
            <a:off x="4553529" y="4064113"/>
            <a:ext cx="1732971" cy="614480"/>
          </a:xfrm>
          <a:custGeom>
            <a:avLst/>
            <a:gdLst>
              <a:gd name="connsiteX0" fmla="*/ 47316 w 1732971"/>
              <a:gd name="connsiteY0" fmla="*/ 214 h 614480"/>
              <a:gd name="connsiteX1" fmla="*/ 1231518 w 1732971"/>
              <a:gd name="connsiteY1" fmla="*/ 184648 h 614480"/>
              <a:gd name="connsiteX2" fmla="*/ 1403782 w 1732971"/>
              <a:gd name="connsiteY2" fmla="*/ 211478 h 614480"/>
              <a:gd name="connsiteX3" fmla="*/ 1429198 w 1732971"/>
              <a:gd name="connsiteY3" fmla="*/ 194342 h 614480"/>
              <a:gd name="connsiteX4" fmla="*/ 1514310 w 1732971"/>
              <a:gd name="connsiteY4" fmla="*/ 177158 h 614480"/>
              <a:gd name="connsiteX5" fmla="*/ 1732971 w 1732971"/>
              <a:gd name="connsiteY5" fmla="*/ 395819 h 614480"/>
              <a:gd name="connsiteX6" fmla="*/ 1514310 w 1732971"/>
              <a:gd name="connsiteY6" fmla="*/ 614480 h 614480"/>
              <a:gd name="connsiteX7" fmla="*/ 1312833 w 1732971"/>
              <a:gd name="connsiteY7" fmla="*/ 480932 h 614480"/>
              <a:gd name="connsiteX8" fmla="*/ 1305325 w 1732971"/>
              <a:gd name="connsiteY8" fmla="*/ 443746 h 614480"/>
              <a:gd name="connsiteX9" fmla="*/ 1180404 w 1732971"/>
              <a:gd name="connsiteY9" fmla="*/ 404500 h 614480"/>
              <a:gd name="connsiteX10" fmla="*/ 114 w 1732971"/>
              <a:gd name="connsiteY10" fmla="*/ 14432 h 614480"/>
              <a:gd name="connsiteX11" fmla="*/ 47316 w 1732971"/>
              <a:gd name="connsiteY11" fmla="*/ 214 h 61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32971" h="614480">
                <a:moveTo>
                  <a:pt x="47316" y="214"/>
                </a:moveTo>
                <a:cubicBezTo>
                  <a:pt x="216803" y="-5743"/>
                  <a:pt x="804606" y="113536"/>
                  <a:pt x="1231518" y="184648"/>
                </a:cubicBezTo>
                <a:lnTo>
                  <a:pt x="1403782" y="211478"/>
                </a:lnTo>
                <a:lnTo>
                  <a:pt x="1429198" y="194342"/>
                </a:lnTo>
                <a:cubicBezTo>
                  <a:pt x="1455358" y="183277"/>
                  <a:pt x="1484119" y="177158"/>
                  <a:pt x="1514310" y="177158"/>
                </a:cubicBezTo>
                <a:cubicBezTo>
                  <a:pt x="1635073" y="177158"/>
                  <a:pt x="1732971" y="275056"/>
                  <a:pt x="1732971" y="395819"/>
                </a:cubicBezTo>
                <a:cubicBezTo>
                  <a:pt x="1732971" y="516582"/>
                  <a:pt x="1635073" y="614480"/>
                  <a:pt x="1514310" y="614480"/>
                </a:cubicBezTo>
                <a:cubicBezTo>
                  <a:pt x="1423738" y="614480"/>
                  <a:pt x="1346027" y="559413"/>
                  <a:pt x="1312833" y="480932"/>
                </a:cubicBezTo>
                <a:lnTo>
                  <a:pt x="1305325" y="443746"/>
                </a:lnTo>
                <a:lnTo>
                  <a:pt x="1180404" y="404500"/>
                </a:lnTo>
                <a:cubicBezTo>
                  <a:pt x="697224" y="257518"/>
                  <a:pt x="-10332" y="68135"/>
                  <a:pt x="114" y="14432"/>
                </a:cubicBezTo>
                <a:cubicBezTo>
                  <a:pt x="2441" y="5679"/>
                  <a:pt x="19069" y="1207"/>
                  <a:pt x="47316" y="214"/>
                </a:cubicBezTo>
                <a:close/>
              </a:path>
            </a:pathLst>
          </a:custGeom>
          <a:solidFill>
            <a:schemeClr val="accent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72627" y="4835816"/>
            <a:ext cx="1598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3"/>
                </a:solidFill>
                <a:cs typeface="Arial" panose="020B0604020202020204" pitchFamily="34" charset="0"/>
              </a:rPr>
              <a:t>RISK</a:t>
            </a:r>
            <a:endParaRPr lang="ko-KR" altLang="en-US" sz="44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rot="16795849">
            <a:off x="3273425" y="3639661"/>
            <a:ext cx="109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pc="300" dirty="0">
                <a:solidFill>
                  <a:schemeClr val="bg1"/>
                </a:solidFill>
                <a:cs typeface="Arial" panose="020B0604020202020204" pitchFamily="34" charset="0"/>
              </a:rPr>
              <a:t>LOW</a:t>
            </a:r>
            <a:endParaRPr lang="ko-KR" altLang="en-US" sz="24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4796263">
            <a:off x="7748972" y="3663759"/>
            <a:ext cx="114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spc="300" dirty="0">
                <a:solidFill>
                  <a:schemeClr val="bg1"/>
                </a:solidFill>
                <a:cs typeface="Arial" panose="020B0604020202020204" pitchFamily="34" charset="0"/>
              </a:rPr>
              <a:t>HIGH</a:t>
            </a:r>
            <a:endParaRPr lang="ko-KR" altLang="en-US" sz="2400" b="1" spc="3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Right Arrow 7"/>
          <p:cNvSpPr/>
          <p:nvPr/>
        </p:nvSpPr>
        <p:spPr>
          <a:xfrm rot="16200000">
            <a:off x="6781394" y="4807438"/>
            <a:ext cx="874767" cy="826196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" name="Right Arrow 56"/>
          <p:cNvSpPr/>
          <p:nvPr/>
        </p:nvSpPr>
        <p:spPr>
          <a:xfrm rot="5400000">
            <a:off x="4487514" y="4807438"/>
            <a:ext cx="874767" cy="8261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/>
          <p:cNvSpPr txBox="1"/>
          <p:nvPr/>
        </p:nvSpPr>
        <p:spPr>
          <a:xfrm>
            <a:off x="8322507" y="5005802"/>
            <a:ext cx="3384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Quản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lí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hàng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dư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̣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trư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̃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va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̀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giao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nhận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hàng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2506" y="5780319"/>
            <a:ext cx="3384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Phân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chia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nguồn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lực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kiểm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tra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kê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́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hoạch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sản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xuất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" name="Freeform 17"/>
          <p:cNvSpPr/>
          <p:nvPr/>
        </p:nvSpPr>
        <p:spPr>
          <a:xfrm>
            <a:off x="7360801" y="5998161"/>
            <a:ext cx="881743" cy="0"/>
          </a:xfrm>
          <a:custGeom>
            <a:avLst/>
            <a:gdLst>
              <a:gd name="connsiteX0" fmla="*/ 0 w 881743"/>
              <a:gd name="connsiteY0" fmla="*/ 0 h 0"/>
              <a:gd name="connsiteX1" fmla="*/ 881743 w 88174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1743">
                <a:moveTo>
                  <a:pt x="0" y="0"/>
                </a:moveTo>
                <a:lnTo>
                  <a:pt x="881743" y="0"/>
                </a:lnTo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Freeform 18"/>
          <p:cNvSpPr/>
          <p:nvPr/>
        </p:nvSpPr>
        <p:spPr>
          <a:xfrm>
            <a:off x="7774457" y="5267442"/>
            <a:ext cx="468086" cy="0"/>
          </a:xfrm>
          <a:custGeom>
            <a:avLst/>
            <a:gdLst>
              <a:gd name="connsiteX0" fmla="*/ 0 w 468086"/>
              <a:gd name="connsiteY0" fmla="*/ 0 h 0"/>
              <a:gd name="connsiteX1" fmla="*/ 468086 w 46808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8086">
                <a:moveTo>
                  <a:pt x="0" y="0"/>
                </a:moveTo>
                <a:lnTo>
                  <a:pt x="468086" y="0"/>
                </a:lnTo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TextBox 24"/>
          <p:cNvSpPr txBox="1"/>
          <p:nvPr/>
        </p:nvSpPr>
        <p:spPr>
          <a:xfrm>
            <a:off x="522039" y="4973481"/>
            <a:ext cx="3391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Lập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kê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́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hoạch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va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̀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lựa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chọn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địa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điểm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kinh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doanh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9899" y="5872653"/>
            <a:ext cx="3391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Thiết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kê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́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va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̀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thành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lập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các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nha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̀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máy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sản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xuất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0" name="Freeform 80"/>
          <p:cNvSpPr/>
          <p:nvPr/>
        </p:nvSpPr>
        <p:spPr>
          <a:xfrm rot="10800000">
            <a:off x="3938555" y="5998161"/>
            <a:ext cx="881743" cy="0"/>
          </a:xfrm>
          <a:custGeom>
            <a:avLst/>
            <a:gdLst>
              <a:gd name="connsiteX0" fmla="*/ 0 w 881743"/>
              <a:gd name="connsiteY0" fmla="*/ 0 h 0"/>
              <a:gd name="connsiteX1" fmla="*/ 881743 w 88174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1743">
                <a:moveTo>
                  <a:pt x="0" y="0"/>
                </a:moveTo>
                <a:lnTo>
                  <a:pt x="881743" y="0"/>
                </a:lnTo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1" name="Freeform 81"/>
          <p:cNvSpPr/>
          <p:nvPr/>
        </p:nvSpPr>
        <p:spPr>
          <a:xfrm rot="10800000">
            <a:off x="3938555" y="5267442"/>
            <a:ext cx="468086" cy="0"/>
          </a:xfrm>
          <a:custGeom>
            <a:avLst/>
            <a:gdLst>
              <a:gd name="connsiteX0" fmla="*/ 0 w 468086"/>
              <a:gd name="connsiteY0" fmla="*/ 0 h 0"/>
              <a:gd name="connsiteX1" fmla="*/ 468086 w 46808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8086">
                <a:moveTo>
                  <a:pt x="0" y="0"/>
                </a:moveTo>
                <a:lnTo>
                  <a:pt x="468086" y="0"/>
                </a:lnTo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3" name="TextBox 32"/>
          <p:cNvSpPr txBox="1"/>
          <p:nvPr/>
        </p:nvSpPr>
        <p:spPr>
          <a:xfrm>
            <a:off x="8516066" y="2271600"/>
            <a:ext cx="27117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Hoạch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định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va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̀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theo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dõi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năng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lực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sản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xuất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các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điều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kiện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sản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xuất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2167" y="2271600"/>
            <a:ext cx="27341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Kiểm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tra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chất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lượng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các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yếu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tô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́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đầu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vào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đầu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ra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của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quá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trình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sản</a:t>
            </a:r>
            <a:r>
              <a:rPr lang="en-US" sz="14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+mj-lt"/>
                <a:ea typeface="Calibri" panose="020F0502020204030204" pitchFamily="34" charset="0"/>
              </a:rPr>
              <a:t>xuất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3575" y="1356216"/>
            <a:ext cx="391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chức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năng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cần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thiết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7" grpId="0"/>
      <p:bldP spid="20" grpId="0"/>
      <p:bldP spid="22" grpId="0" animBg="1"/>
      <p:bldP spid="23" grpId="0" animBg="1"/>
      <p:bldP spid="25" grpId="0"/>
      <p:bldP spid="28" grpId="0"/>
      <p:bldP spid="30" grpId="0" animBg="1"/>
      <p:bldP spid="31" grpId="0" animBg="1"/>
      <p:bldP spid="33" grpId="0"/>
      <p:bldP spid="36" grpId="0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09968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5.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toán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384" y="877577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kế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15" y="1246909"/>
            <a:ext cx="11438679" cy="5432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45937" y="-109043"/>
            <a:ext cx="7855033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6.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trị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kho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55264"/>
            <a:ext cx="247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45" y="1503053"/>
            <a:ext cx="5700155" cy="4778994"/>
          </a:xfrm>
          <a:prstGeom prst="rect">
            <a:avLst/>
          </a:prstGeom>
        </p:spPr>
      </p:pic>
      <p:sp>
        <p:nvSpPr>
          <p:cNvPr id="5" name="Text Placeholder 1"/>
          <p:cNvSpPr txBox="1"/>
          <p:nvPr/>
        </p:nvSpPr>
        <p:spPr>
          <a:xfrm>
            <a:off x="7293353" y="779153"/>
            <a:ext cx="4167127" cy="72390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695" algn="just">
              <a:lnSpc>
                <a:spcPct val="150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Cơ</a:t>
            </a: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sở</a:t>
            </a: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dữ</a:t>
            </a: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liệu</a:t>
            </a:r>
            <a:r>
              <a:rPr lang="en-US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:</a:t>
            </a:r>
            <a:endParaRPr lang="en-GB" sz="1800" b="1" dirty="0"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41" y="1724959"/>
            <a:ext cx="5035701" cy="4414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1951"/>
            <a:ext cx="11573197" cy="724247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6.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trị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kho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082403"/>
            <a:ext cx="1898007" cy="578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86818" y="2078618"/>
            <a:ext cx="1836000" cy="578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25964" y="2116813"/>
            <a:ext cx="1836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71857" y="2082403"/>
            <a:ext cx="1836000" cy="5744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9204" y="2103639"/>
            <a:ext cx="1836000" cy="5531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45204" y="2147270"/>
            <a:ext cx="1851664" cy="5095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 Same Side Corner Rectangle 39"/>
          <p:cNvSpPr/>
          <p:nvPr/>
        </p:nvSpPr>
        <p:spPr>
          <a:xfrm rot="18900000">
            <a:off x="10159991" y="1840685"/>
            <a:ext cx="1046955" cy="1076552"/>
          </a:xfrm>
          <a:custGeom>
            <a:avLst/>
            <a:gdLst/>
            <a:ahLst/>
            <a:cxnLst/>
            <a:rect l="l" t="t" r="r" b="b"/>
            <a:pathLst>
              <a:path w="923370" h="923370">
                <a:moveTo>
                  <a:pt x="870649" y="52721"/>
                </a:moveTo>
                <a:cubicBezTo>
                  <a:pt x="903223" y="85294"/>
                  <a:pt x="923370" y="130294"/>
                  <a:pt x="923370" y="180000"/>
                </a:cubicBezTo>
                <a:lnTo>
                  <a:pt x="923370" y="914399"/>
                </a:lnTo>
                <a:lnTo>
                  <a:pt x="914399" y="914399"/>
                </a:lnTo>
                <a:lnTo>
                  <a:pt x="914399" y="923370"/>
                </a:lnTo>
                <a:lnTo>
                  <a:pt x="180000" y="923370"/>
                </a:lnTo>
                <a:cubicBezTo>
                  <a:pt x="80589" y="923370"/>
                  <a:pt x="0" y="842781"/>
                  <a:pt x="0" y="743370"/>
                </a:cubicBezTo>
                <a:cubicBezTo>
                  <a:pt x="0" y="643959"/>
                  <a:pt x="80589" y="563370"/>
                  <a:pt x="179999" y="563370"/>
                </a:cubicBezTo>
                <a:lnTo>
                  <a:pt x="563370" y="563370"/>
                </a:lnTo>
                <a:lnTo>
                  <a:pt x="563370" y="180000"/>
                </a:lnTo>
                <a:cubicBezTo>
                  <a:pt x="563370" y="80589"/>
                  <a:pt x="643959" y="0"/>
                  <a:pt x="743370" y="0"/>
                </a:cubicBezTo>
                <a:cubicBezTo>
                  <a:pt x="793076" y="0"/>
                  <a:pt x="838076" y="20147"/>
                  <a:pt x="870649" y="527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" name="그룹 48"/>
          <p:cNvGrpSpPr/>
          <p:nvPr/>
        </p:nvGrpSpPr>
        <p:grpSpPr>
          <a:xfrm>
            <a:off x="3464303" y="1951005"/>
            <a:ext cx="540000" cy="857809"/>
            <a:chOff x="3064244" y="3659540"/>
            <a:chExt cx="540000" cy="540000"/>
          </a:xfrm>
        </p:grpSpPr>
        <p:sp>
          <p:nvSpPr>
            <p:cNvPr id="11" name="Oval 10"/>
            <p:cNvSpPr/>
            <p:nvPr/>
          </p:nvSpPr>
          <p:spPr>
            <a:xfrm>
              <a:off x="3064244" y="3659540"/>
              <a:ext cx="540000" cy="54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146819" y="3742115"/>
              <a:ext cx="360000" cy="36000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" name="그룹 47"/>
          <p:cNvGrpSpPr/>
          <p:nvPr/>
        </p:nvGrpSpPr>
        <p:grpSpPr>
          <a:xfrm>
            <a:off x="5304362" y="1879332"/>
            <a:ext cx="540000" cy="867293"/>
            <a:chOff x="4504969" y="3665239"/>
            <a:chExt cx="540000" cy="540000"/>
          </a:xfrm>
        </p:grpSpPr>
        <p:sp>
          <p:nvSpPr>
            <p:cNvPr id="14" name="Oval 13"/>
            <p:cNvSpPr/>
            <p:nvPr/>
          </p:nvSpPr>
          <p:spPr>
            <a:xfrm>
              <a:off x="4504969" y="3665239"/>
              <a:ext cx="540000" cy="5400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587544" y="3747814"/>
              <a:ext cx="360000" cy="36000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그룹 27"/>
          <p:cNvGrpSpPr/>
          <p:nvPr/>
        </p:nvGrpSpPr>
        <p:grpSpPr>
          <a:xfrm>
            <a:off x="7144421" y="1951005"/>
            <a:ext cx="540000" cy="801319"/>
            <a:chOff x="5945694" y="3670938"/>
            <a:chExt cx="540000" cy="540000"/>
          </a:xfrm>
        </p:grpSpPr>
        <p:sp>
          <p:nvSpPr>
            <p:cNvPr id="17" name="Oval 16"/>
            <p:cNvSpPr/>
            <p:nvPr/>
          </p:nvSpPr>
          <p:spPr>
            <a:xfrm>
              <a:off x="5945694" y="3670938"/>
              <a:ext cx="540000" cy="54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028269" y="3753513"/>
              <a:ext cx="360000" cy="36000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052906" y="2069393"/>
            <a:ext cx="135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1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80678" y="3267563"/>
            <a:ext cx="1739990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cs typeface="Arial" panose="020B0604020202020204" pitchFamily="34" charset="0"/>
              </a:rPr>
              <a:t>Kiểm</a:t>
            </a:r>
            <a:r>
              <a:rPr lang="en-US" altLang="ko-KR" sz="1600" dirty="0"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cs typeface="Arial" panose="020B0604020202020204" pitchFamily="34" charset="0"/>
              </a:rPr>
              <a:t>soát</a:t>
            </a:r>
            <a:r>
              <a:rPr lang="en-US" altLang="ko-KR" sz="1600" dirty="0"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cs typeface="Arial" panose="020B0604020202020204" pitchFamily="34" charset="0"/>
              </a:rPr>
              <a:t>theo</a:t>
            </a:r>
            <a:r>
              <a:rPr lang="en-US" altLang="ko-KR" sz="1600" dirty="0"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cs typeface="Arial" panose="020B0604020202020204" pitchFamily="34" charset="0"/>
              </a:rPr>
              <a:t>khu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ctr"/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mặt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(BOM)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27770" y="3134939"/>
            <a:ext cx="1825967" cy="300133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tồn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phí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Serial,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Partnumber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chữa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73088" y="948456"/>
            <a:ext cx="614758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6695" algn="just">
              <a:lnSpc>
                <a:spcPct val="150000"/>
              </a:lnSpc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en-US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cần</a:t>
            </a:r>
            <a:r>
              <a:rPr lang="en-US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en-US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1800" b="1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80678" y="2069392"/>
            <a:ext cx="135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2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08450" y="2055035"/>
            <a:ext cx="135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3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780403" y="3028666"/>
            <a:ext cx="1836000" cy="3370666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600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ính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nhu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mua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kinh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tế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đa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đơn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kích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barcode,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7" grpId="0"/>
      <p:bldP spid="36" grpId="0" animBg="1"/>
      <p:bldP spid="39" grpId="0" animBg="1"/>
      <p:bldP spid="53" grpId="0"/>
      <p:bldP spid="56" grpId="0"/>
      <p:bldP spid="57" grpId="0"/>
      <p:bldP spid="5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09968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7.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lý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nhân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sự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384" y="877577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kế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Graphical user interface&#10;&#10;Description automatically generated with low conf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57" y="1505243"/>
            <a:ext cx="11572874" cy="4923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09968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7.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lý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nhân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sự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384" y="877577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sở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dữ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liệu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379031" y="1297563"/>
            <a:ext cx="11015003" cy="241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NhanVien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MaNV,TenNV,DiaChi,SDT,MaPB,MaCV,MaTDHV,Luong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…)</a:t>
            </a:r>
            <a:endParaRPr lang="en-GB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PhongBan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MaPB,TenPB,DiaChi,SDT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)</a:t>
            </a:r>
            <a:endParaRPr lang="en-GB" dirty="0">
              <a:effectLst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ChucVu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MaCV,TenCV</a:t>
            </a:r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)</a:t>
            </a:r>
            <a:endParaRPr lang="en-GB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Luong(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BacLuong,LuongCoBan,HeLuongSoLuong,HeSoPhuCap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HopDongLaoDong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MaHD,MaNV,Luong,LoaiHD,TuNgay,DenNgay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TrinhDoHocVan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MaTDHV,MaNV,ChuyenNganh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그룹 162"/>
          <p:cNvGrpSpPr/>
          <p:nvPr/>
        </p:nvGrpSpPr>
        <p:grpSpPr>
          <a:xfrm>
            <a:off x="9743596" y="2286144"/>
            <a:ext cx="2144939" cy="4138241"/>
            <a:chOff x="8639132" y="1226194"/>
            <a:chExt cx="2538541" cy="4897619"/>
          </a:xfrm>
        </p:grpSpPr>
        <p:grpSp>
          <p:nvGrpSpPr>
            <p:cNvPr id="15" name="Group 2"/>
            <p:cNvGrpSpPr/>
            <p:nvPr/>
          </p:nvGrpSpPr>
          <p:grpSpPr>
            <a:xfrm>
              <a:off x="9361227" y="4899623"/>
              <a:ext cx="1422003" cy="1224190"/>
              <a:chOff x="5580112" y="4160675"/>
              <a:chExt cx="2016224" cy="1735751"/>
            </a:xfrm>
          </p:grpSpPr>
          <p:sp>
            <p:nvSpPr>
              <p:cNvPr id="30" name="Trapezoid 1"/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-1" fmla="*/ 0 w 1584176"/>
                  <a:gd name="connsiteY0-2" fmla="*/ 1235792 h 1235792"/>
                  <a:gd name="connsiteX1-3" fmla="*/ 304038 w 1584176"/>
                  <a:gd name="connsiteY1-4" fmla="*/ 19640 h 1235792"/>
                  <a:gd name="connsiteX2-5" fmla="*/ 1280138 w 1584176"/>
                  <a:gd name="connsiteY2-6" fmla="*/ 19640 h 1235792"/>
                  <a:gd name="connsiteX3-7" fmla="*/ 1584176 w 1584176"/>
                  <a:gd name="connsiteY3-8" fmla="*/ 1235792 h 1235792"/>
                  <a:gd name="connsiteX4-9" fmla="*/ 0 w 1584176"/>
                  <a:gd name="connsiteY4-10" fmla="*/ 1235792 h 1235792"/>
                  <a:gd name="connsiteX0-11" fmla="*/ 0 w 1584176"/>
                  <a:gd name="connsiteY0-12" fmla="*/ 1243290 h 1243290"/>
                  <a:gd name="connsiteX1-13" fmla="*/ 304038 w 1584176"/>
                  <a:gd name="connsiteY1-14" fmla="*/ 27138 h 1243290"/>
                  <a:gd name="connsiteX2-15" fmla="*/ 1280138 w 1584176"/>
                  <a:gd name="connsiteY2-16" fmla="*/ 27138 h 1243290"/>
                  <a:gd name="connsiteX3-17" fmla="*/ 1584176 w 1584176"/>
                  <a:gd name="connsiteY3-18" fmla="*/ 1243290 h 1243290"/>
                  <a:gd name="connsiteX4-19" fmla="*/ 0 w 1584176"/>
                  <a:gd name="connsiteY4-20" fmla="*/ 1243290 h 124329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" name="Trapezoid 6"/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-1" fmla="*/ 0 w 2016224"/>
                  <a:gd name="connsiteY0-2" fmla="*/ 431046 h 431046"/>
                  <a:gd name="connsiteX1-3" fmla="*/ 128109 w 2016224"/>
                  <a:gd name="connsiteY1-4" fmla="*/ 71006 h 431046"/>
                  <a:gd name="connsiteX2-5" fmla="*/ 1888115 w 2016224"/>
                  <a:gd name="connsiteY2-6" fmla="*/ 71006 h 431046"/>
                  <a:gd name="connsiteX3-7" fmla="*/ 2016224 w 2016224"/>
                  <a:gd name="connsiteY3-8" fmla="*/ 431046 h 431046"/>
                  <a:gd name="connsiteX4-9" fmla="*/ 0 w 2016224"/>
                  <a:gd name="connsiteY4-10" fmla="*/ 431046 h 431046"/>
                  <a:gd name="connsiteX0-11" fmla="*/ 0 w 2016224"/>
                  <a:gd name="connsiteY0-12" fmla="*/ 458241 h 458241"/>
                  <a:gd name="connsiteX1-13" fmla="*/ 128109 w 2016224"/>
                  <a:gd name="connsiteY1-14" fmla="*/ 98201 h 458241"/>
                  <a:gd name="connsiteX2-15" fmla="*/ 1888115 w 2016224"/>
                  <a:gd name="connsiteY2-16" fmla="*/ 98201 h 458241"/>
                  <a:gd name="connsiteX3-17" fmla="*/ 2016224 w 2016224"/>
                  <a:gd name="connsiteY3-18" fmla="*/ 458241 h 458241"/>
                  <a:gd name="connsiteX4-19" fmla="*/ 0 w 2016224"/>
                  <a:gd name="connsiteY4-20" fmla="*/ 458241 h 458241"/>
                  <a:gd name="connsiteX0-21" fmla="*/ 0 w 2016224"/>
                  <a:gd name="connsiteY0-22" fmla="*/ 465296 h 465296"/>
                  <a:gd name="connsiteX1-23" fmla="*/ 128109 w 2016224"/>
                  <a:gd name="connsiteY1-24" fmla="*/ 105256 h 465296"/>
                  <a:gd name="connsiteX2-25" fmla="*/ 1888115 w 2016224"/>
                  <a:gd name="connsiteY2-26" fmla="*/ 105256 h 465296"/>
                  <a:gd name="connsiteX3-27" fmla="*/ 2016224 w 2016224"/>
                  <a:gd name="connsiteY3-28" fmla="*/ 465296 h 465296"/>
                  <a:gd name="connsiteX4-29" fmla="*/ 0 w 2016224"/>
                  <a:gd name="connsiteY4-30" fmla="*/ 465296 h 465296"/>
                  <a:gd name="connsiteX0-31" fmla="*/ 0 w 2016224"/>
                  <a:gd name="connsiteY0-32" fmla="*/ 471979 h 471979"/>
                  <a:gd name="connsiteX1-33" fmla="*/ 128109 w 2016224"/>
                  <a:gd name="connsiteY1-34" fmla="*/ 111939 h 471979"/>
                  <a:gd name="connsiteX2-35" fmla="*/ 1888115 w 2016224"/>
                  <a:gd name="connsiteY2-36" fmla="*/ 111939 h 471979"/>
                  <a:gd name="connsiteX3-37" fmla="*/ 2016224 w 2016224"/>
                  <a:gd name="connsiteY3-38" fmla="*/ 471979 h 471979"/>
                  <a:gd name="connsiteX4-39" fmla="*/ 0 w 2016224"/>
                  <a:gd name="connsiteY4-40" fmla="*/ 471979 h 4719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2" name="Oval 5"/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6" name="Oval 1"/>
            <p:cNvSpPr/>
            <p:nvPr/>
          </p:nvSpPr>
          <p:spPr>
            <a:xfrm>
              <a:off x="9251061" y="1226194"/>
              <a:ext cx="1532091" cy="1343867"/>
            </a:xfrm>
            <a:custGeom>
              <a:avLst/>
              <a:gdLst/>
              <a:ahLst/>
              <a:cxnLst/>
              <a:rect l="l" t="t" r="r" b="b"/>
              <a:pathLst>
                <a:path w="1629237" h="1429078">
                  <a:moveTo>
                    <a:pt x="788250" y="811267"/>
                  </a:moveTo>
                  <a:cubicBezTo>
                    <a:pt x="777162" y="823036"/>
                    <a:pt x="761883" y="830075"/>
                    <a:pt x="745080" y="830075"/>
                  </a:cubicBezTo>
                  <a:cubicBezTo>
                    <a:pt x="731312" y="830075"/>
                    <a:pt x="718566" y="825349"/>
                    <a:pt x="708901" y="816356"/>
                  </a:cubicBezTo>
                  <a:lnTo>
                    <a:pt x="793313" y="1349315"/>
                  </a:lnTo>
                  <a:lnTo>
                    <a:pt x="826489" y="1349049"/>
                  </a:lnTo>
                  <a:lnTo>
                    <a:pt x="826489" y="1349030"/>
                  </a:lnTo>
                  <a:lnTo>
                    <a:pt x="827682" y="1349040"/>
                  </a:lnTo>
                  <a:lnTo>
                    <a:pt x="828874" y="1349030"/>
                  </a:lnTo>
                  <a:lnTo>
                    <a:pt x="828874" y="1349049"/>
                  </a:lnTo>
                  <a:lnTo>
                    <a:pt x="861656" y="1349312"/>
                  </a:lnTo>
                  <a:lnTo>
                    <a:pt x="945043" y="822831"/>
                  </a:lnTo>
                  <a:cubicBezTo>
                    <a:pt x="936966" y="827649"/>
                    <a:pt x="927625" y="830075"/>
                    <a:pt x="917761" y="830075"/>
                  </a:cubicBezTo>
                  <a:cubicBezTo>
                    <a:pt x="900958" y="830075"/>
                    <a:pt x="885679" y="823036"/>
                    <a:pt x="874591" y="811267"/>
                  </a:cubicBezTo>
                  <a:cubicBezTo>
                    <a:pt x="863502" y="823036"/>
                    <a:pt x="848223" y="830075"/>
                    <a:pt x="831420" y="830075"/>
                  </a:cubicBezTo>
                  <a:cubicBezTo>
                    <a:pt x="814617" y="830075"/>
                    <a:pt x="799338" y="823036"/>
                    <a:pt x="788250" y="811267"/>
                  </a:cubicBezTo>
                  <a:close/>
                  <a:moveTo>
                    <a:pt x="1629237" y="597932"/>
                  </a:moveTo>
                  <a:lnTo>
                    <a:pt x="1629237" y="724090"/>
                  </a:lnTo>
                  <a:lnTo>
                    <a:pt x="1449012" y="698858"/>
                  </a:lnTo>
                  <a:lnTo>
                    <a:pt x="1449012" y="623164"/>
                  </a:lnTo>
                  <a:close/>
                  <a:moveTo>
                    <a:pt x="0" y="597932"/>
                  </a:moveTo>
                  <a:lnTo>
                    <a:pt x="180225" y="623164"/>
                  </a:lnTo>
                  <a:lnTo>
                    <a:pt x="180225" y="698858"/>
                  </a:lnTo>
                  <a:lnTo>
                    <a:pt x="0" y="724090"/>
                  </a:lnTo>
                  <a:close/>
                  <a:moveTo>
                    <a:pt x="826489" y="343855"/>
                  </a:moveTo>
                  <a:cubicBezTo>
                    <a:pt x="582980" y="344141"/>
                    <a:pt x="385675" y="541640"/>
                    <a:pt x="385675" y="785222"/>
                  </a:cubicBezTo>
                  <a:cubicBezTo>
                    <a:pt x="385675" y="950118"/>
                    <a:pt x="503361" y="1112862"/>
                    <a:pt x="596022" y="1187212"/>
                  </a:cubicBezTo>
                  <a:cubicBezTo>
                    <a:pt x="638271" y="1236093"/>
                    <a:pt x="634922" y="1237095"/>
                    <a:pt x="652091" y="1299657"/>
                  </a:cubicBezTo>
                  <a:cubicBezTo>
                    <a:pt x="658931" y="1343524"/>
                    <a:pt x="645074" y="1347909"/>
                    <a:pt x="684382" y="1350189"/>
                  </a:cubicBezTo>
                  <a:lnTo>
                    <a:pt x="713002" y="1349959"/>
                  </a:lnTo>
                  <a:lnTo>
                    <a:pt x="616715" y="742031"/>
                  </a:lnTo>
                  <a:cubicBezTo>
                    <a:pt x="613343" y="720743"/>
                    <a:pt x="627867" y="700753"/>
                    <a:pt x="649155" y="697381"/>
                  </a:cubicBezTo>
                  <a:lnTo>
                    <a:pt x="650512" y="697167"/>
                  </a:lnTo>
                  <a:cubicBezTo>
                    <a:pt x="669859" y="694102"/>
                    <a:pt x="688135" y="705820"/>
                    <a:pt x="693142" y="724182"/>
                  </a:cubicBezTo>
                  <a:cubicBezTo>
                    <a:pt x="703502" y="705062"/>
                    <a:pt x="722973" y="692875"/>
                    <a:pt x="745080" y="692875"/>
                  </a:cubicBezTo>
                  <a:cubicBezTo>
                    <a:pt x="761883" y="692875"/>
                    <a:pt x="777162" y="699916"/>
                    <a:pt x="788250" y="711684"/>
                  </a:cubicBezTo>
                  <a:cubicBezTo>
                    <a:pt x="799338" y="699916"/>
                    <a:pt x="814617" y="692875"/>
                    <a:pt x="831420" y="692875"/>
                  </a:cubicBezTo>
                  <a:cubicBezTo>
                    <a:pt x="848223" y="692875"/>
                    <a:pt x="863502" y="699916"/>
                    <a:pt x="874591" y="711684"/>
                  </a:cubicBezTo>
                  <a:cubicBezTo>
                    <a:pt x="885679" y="699916"/>
                    <a:pt x="900958" y="692875"/>
                    <a:pt x="917761" y="692875"/>
                  </a:cubicBezTo>
                  <a:cubicBezTo>
                    <a:pt x="936430" y="692875"/>
                    <a:pt x="953219" y="701567"/>
                    <a:pt x="964433" y="715752"/>
                  </a:cubicBezTo>
                  <a:cubicBezTo>
                    <a:pt x="971427" y="700847"/>
                    <a:pt x="987718" y="691969"/>
                    <a:pt x="1004850" y="694683"/>
                  </a:cubicBezTo>
                  <a:lnTo>
                    <a:pt x="1006207" y="694898"/>
                  </a:lnTo>
                  <a:cubicBezTo>
                    <a:pt x="1027496" y="698270"/>
                    <a:pt x="1042019" y="718259"/>
                    <a:pt x="1038647" y="739547"/>
                  </a:cubicBezTo>
                  <a:lnTo>
                    <a:pt x="941968" y="1349956"/>
                  </a:lnTo>
                  <a:lnTo>
                    <a:pt x="970980" y="1350189"/>
                  </a:lnTo>
                  <a:cubicBezTo>
                    <a:pt x="1010288" y="1347909"/>
                    <a:pt x="996432" y="1343524"/>
                    <a:pt x="1003271" y="1299657"/>
                  </a:cubicBezTo>
                  <a:cubicBezTo>
                    <a:pt x="1020440" y="1237095"/>
                    <a:pt x="1017091" y="1236093"/>
                    <a:pt x="1059340" y="1187212"/>
                  </a:cubicBezTo>
                  <a:cubicBezTo>
                    <a:pt x="1152001" y="1112862"/>
                    <a:pt x="1269687" y="950118"/>
                    <a:pt x="1269687" y="785222"/>
                  </a:cubicBezTo>
                  <a:cubicBezTo>
                    <a:pt x="1269687" y="541640"/>
                    <a:pt x="1072383" y="344141"/>
                    <a:pt x="828874" y="343855"/>
                  </a:cubicBezTo>
                  <a:lnTo>
                    <a:pt x="828874" y="343965"/>
                  </a:lnTo>
                  <a:lnTo>
                    <a:pt x="827682" y="343872"/>
                  </a:lnTo>
                  <a:lnTo>
                    <a:pt x="826489" y="343965"/>
                  </a:lnTo>
                  <a:close/>
                  <a:moveTo>
                    <a:pt x="826666" y="234292"/>
                  </a:moveTo>
                  <a:lnTo>
                    <a:pt x="827682" y="234370"/>
                  </a:lnTo>
                  <a:lnTo>
                    <a:pt x="828696" y="234292"/>
                  </a:lnTo>
                  <a:cubicBezTo>
                    <a:pt x="1127204" y="234292"/>
                    <a:pt x="1369193" y="476281"/>
                    <a:pt x="1369193" y="774790"/>
                  </a:cubicBezTo>
                  <a:cubicBezTo>
                    <a:pt x="1369193" y="976792"/>
                    <a:pt x="1224964" y="1176156"/>
                    <a:pt x="1111484" y="1267155"/>
                  </a:cubicBezTo>
                  <a:cubicBezTo>
                    <a:pt x="1077677" y="1306104"/>
                    <a:pt x="1092596" y="1326571"/>
                    <a:pt x="1085332" y="1377346"/>
                  </a:cubicBezTo>
                  <a:cubicBezTo>
                    <a:pt x="1066445" y="1416544"/>
                    <a:pt x="1049551" y="1429078"/>
                    <a:pt x="1016165" y="1429078"/>
                  </a:cubicBezTo>
                  <a:lnTo>
                    <a:pt x="827682" y="1428403"/>
                  </a:lnTo>
                  <a:lnTo>
                    <a:pt x="639197" y="1429078"/>
                  </a:lnTo>
                  <a:cubicBezTo>
                    <a:pt x="605812" y="1429078"/>
                    <a:pt x="588918" y="1416544"/>
                    <a:pt x="570030" y="1377346"/>
                  </a:cubicBezTo>
                  <a:cubicBezTo>
                    <a:pt x="562766" y="1326571"/>
                    <a:pt x="577686" y="1306104"/>
                    <a:pt x="543878" y="1267155"/>
                  </a:cubicBezTo>
                  <a:cubicBezTo>
                    <a:pt x="430398" y="1176156"/>
                    <a:pt x="286169" y="976792"/>
                    <a:pt x="286169" y="774790"/>
                  </a:cubicBezTo>
                  <a:cubicBezTo>
                    <a:pt x="286169" y="476281"/>
                    <a:pt x="528158" y="234292"/>
                    <a:pt x="826666" y="234292"/>
                  </a:cubicBezTo>
                  <a:close/>
                  <a:moveTo>
                    <a:pt x="1287881" y="124716"/>
                  </a:moveTo>
                  <a:lnTo>
                    <a:pt x="1384523" y="205808"/>
                  </a:lnTo>
                  <a:lnTo>
                    <a:pt x="1249349" y="327650"/>
                  </a:lnTo>
                  <a:lnTo>
                    <a:pt x="1191363" y="278995"/>
                  </a:lnTo>
                  <a:close/>
                  <a:moveTo>
                    <a:pt x="332408" y="124716"/>
                  </a:moveTo>
                  <a:lnTo>
                    <a:pt x="428926" y="278995"/>
                  </a:lnTo>
                  <a:lnTo>
                    <a:pt x="370940" y="327650"/>
                  </a:lnTo>
                  <a:lnTo>
                    <a:pt x="235766" y="205808"/>
                  </a:lnTo>
                  <a:close/>
                  <a:moveTo>
                    <a:pt x="764602" y="0"/>
                  </a:moveTo>
                  <a:lnTo>
                    <a:pt x="890759" y="0"/>
                  </a:lnTo>
                  <a:lnTo>
                    <a:pt x="865528" y="180225"/>
                  </a:lnTo>
                  <a:lnTo>
                    <a:pt x="789834" y="180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Freeform 9"/>
            <p:cNvSpPr/>
            <p:nvPr/>
          </p:nvSpPr>
          <p:spPr>
            <a:xfrm>
              <a:off x="9810121" y="3031449"/>
              <a:ext cx="384488" cy="2030026"/>
            </a:xfrm>
            <a:custGeom>
              <a:avLst/>
              <a:gdLst>
                <a:gd name="connsiteX0" fmla="*/ 171450 w 323850"/>
                <a:gd name="connsiteY0" fmla="*/ 28575 h 2152650"/>
                <a:gd name="connsiteX1" fmla="*/ 152400 w 323850"/>
                <a:gd name="connsiteY1" fmla="*/ 647700 h 2152650"/>
                <a:gd name="connsiteX2" fmla="*/ 0 w 323850"/>
                <a:gd name="connsiteY2" fmla="*/ 1457325 h 2152650"/>
                <a:gd name="connsiteX3" fmla="*/ 180975 w 323850"/>
                <a:gd name="connsiteY3" fmla="*/ 2152650 h 2152650"/>
                <a:gd name="connsiteX4" fmla="*/ 323850 w 323850"/>
                <a:gd name="connsiteY4" fmla="*/ 2066925 h 2152650"/>
                <a:gd name="connsiteX5" fmla="*/ 161925 w 323850"/>
                <a:gd name="connsiteY5" fmla="*/ 1419225 h 2152650"/>
                <a:gd name="connsiteX6" fmla="*/ 295275 w 323850"/>
                <a:gd name="connsiteY6" fmla="*/ 628650 h 2152650"/>
                <a:gd name="connsiteX7" fmla="*/ 285750 w 323850"/>
                <a:gd name="connsiteY7" fmla="*/ 542925 h 2152650"/>
                <a:gd name="connsiteX8" fmla="*/ 276225 w 323850"/>
                <a:gd name="connsiteY8" fmla="*/ 0 h 2152650"/>
                <a:gd name="connsiteX9" fmla="*/ 171450 w 323850"/>
                <a:gd name="connsiteY9" fmla="*/ 28575 h 2152650"/>
                <a:gd name="connsiteX0-1" fmla="*/ 167117 w 323850"/>
                <a:gd name="connsiteY0-2" fmla="*/ 2573 h 2152650"/>
                <a:gd name="connsiteX1-3" fmla="*/ 152400 w 323850"/>
                <a:gd name="connsiteY1-4" fmla="*/ 647700 h 2152650"/>
                <a:gd name="connsiteX2-5" fmla="*/ 0 w 323850"/>
                <a:gd name="connsiteY2-6" fmla="*/ 1457325 h 2152650"/>
                <a:gd name="connsiteX3-7" fmla="*/ 180975 w 323850"/>
                <a:gd name="connsiteY3-8" fmla="*/ 2152650 h 2152650"/>
                <a:gd name="connsiteX4-9" fmla="*/ 323850 w 323850"/>
                <a:gd name="connsiteY4-10" fmla="*/ 2066925 h 2152650"/>
                <a:gd name="connsiteX5-11" fmla="*/ 161925 w 323850"/>
                <a:gd name="connsiteY5-12" fmla="*/ 1419225 h 2152650"/>
                <a:gd name="connsiteX6-13" fmla="*/ 295275 w 323850"/>
                <a:gd name="connsiteY6-14" fmla="*/ 628650 h 2152650"/>
                <a:gd name="connsiteX7-15" fmla="*/ 285750 w 323850"/>
                <a:gd name="connsiteY7-16" fmla="*/ 542925 h 2152650"/>
                <a:gd name="connsiteX8-17" fmla="*/ 276225 w 323850"/>
                <a:gd name="connsiteY8-18" fmla="*/ 0 h 2152650"/>
                <a:gd name="connsiteX9-19" fmla="*/ 167117 w 323850"/>
                <a:gd name="connsiteY9-20" fmla="*/ 2573 h 2152650"/>
                <a:gd name="connsiteX0-21" fmla="*/ 167117 w 323850"/>
                <a:gd name="connsiteY0-22" fmla="*/ 2573 h 2152650"/>
                <a:gd name="connsiteX1-23" fmla="*/ 152400 w 323850"/>
                <a:gd name="connsiteY1-24" fmla="*/ 647700 h 2152650"/>
                <a:gd name="connsiteX2-25" fmla="*/ 0 w 323850"/>
                <a:gd name="connsiteY2-26" fmla="*/ 1457325 h 2152650"/>
                <a:gd name="connsiteX3-27" fmla="*/ 180975 w 323850"/>
                <a:gd name="connsiteY3-28" fmla="*/ 2152650 h 2152650"/>
                <a:gd name="connsiteX4-29" fmla="*/ 323850 w 323850"/>
                <a:gd name="connsiteY4-30" fmla="*/ 2066925 h 2152650"/>
                <a:gd name="connsiteX5-31" fmla="*/ 161925 w 323850"/>
                <a:gd name="connsiteY5-32" fmla="*/ 1419225 h 2152650"/>
                <a:gd name="connsiteX6-33" fmla="*/ 295275 w 323850"/>
                <a:gd name="connsiteY6-34" fmla="*/ 628650 h 2152650"/>
                <a:gd name="connsiteX7-35" fmla="*/ 285750 w 323850"/>
                <a:gd name="connsiteY7-36" fmla="*/ 542925 h 2152650"/>
                <a:gd name="connsiteX8-37" fmla="*/ 276225 w 323850"/>
                <a:gd name="connsiteY8-38" fmla="*/ 0 h 2152650"/>
                <a:gd name="connsiteX9-39" fmla="*/ 167117 w 323850"/>
                <a:gd name="connsiteY9-40" fmla="*/ 2573 h 2152650"/>
                <a:gd name="connsiteX0-41" fmla="*/ 167117 w 323850"/>
                <a:gd name="connsiteY0-42" fmla="*/ 2573 h 2152650"/>
                <a:gd name="connsiteX1-43" fmla="*/ 152400 w 323850"/>
                <a:gd name="connsiteY1-44" fmla="*/ 647700 h 2152650"/>
                <a:gd name="connsiteX2-45" fmla="*/ 0 w 323850"/>
                <a:gd name="connsiteY2-46" fmla="*/ 1457325 h 2152650"/>
                <a:gd name="connsiteX3-47" fmla="*/ 180975 w 323850"/>
                <a:gd name="connsiteY3-48" fmla="*/ 2152650 h 2152650"/>
                <a:gd name="connsiteX4-49" fmla="*/ 323850 w 323850"/>
                <a:gd name="connsiteY4-50" fmla="*/ 2066925 h 2152650"/>
                <a:gd name="connsiteX5-51" fmla="*/ 161925 w 323850"/>
                <a:gd name="connsiteY5-52" fmla="*/ 1419225 h 2152650"/>
                <a:gd name="connsiteX6-53" fmla="*/ 295275 w 323850"/>
                <a:gd name="connsiteY6-54" fmla="*/ 628650 h 2152650"/>
                <a:gd name="connsiteX7-55" fmla="*/ 285750 w 323850"/>
                <a:gd name="connsiteY7-56" fmla="*/ 542925 h 2152650"/>
                <a:gd name="connsiteX8-57" fmla="*/ 276225 w 323850"/>
                <a:gd name="connsiteY8-58" fmla="*/ 0 h 2152650"/>
                <a:gd name="connsiteX9-59" fmla="*/ 167117 w 323850"/>
                <a:gd name="connsiteY9-60" fmla="*/ 2573 h 2152650"/>
                <a:gd name="connsiteX0-61" fmla="*/ 167117 w 323850"/>
                <a:gd name="connsiteY0-62" fmla="*/ 2573 h 2152650"/>
                <a:gd name="connsiteX1-63" fmla="*/ 152400 w 323850"/>
                <a:gd name="connsiteY1-64" fmla="*/ 647700 h 2152650"/>
                <a:gd name="connsiteX2-65" fmla="*/ 0 w 323850"/>
                <a:gd name="connsiteY2-66" fmla="*/ 1457325 h 2152650"/>
                <a:gd name="connsiteX3-67" fmla="*/ 180975 w 323850"/>
                <a:gd name="connsiteY3-68" fmla="*/ 2152650 h 2152650"/>
                <a:gd name="connsiteX4-69" fmla="*/ 323850 w 323850"/>
                <a:gd name="connsiteY4-70" fmla="*/ 2066925 h 2152650"/>
                <a:gd name="connsiteX5-71" fmla="*/ 161925 w 323850"/>
                <a:gd name="connsiteY5-72" fmla="*/ 1419225 h 2152650"/>
                <a:gd name="connsiteX6-73" fmla="*/ 295275 w 323850"/>
                <a:gd name="connsiteY6-74" fmla="*/ 628650 h 2152650"/>
                <a:gd name="connsiteX7-75" fmla="*/ 285750 w 323850"/>
                <a:gd name="connsiteY7-76" fmla="*/ 542925 h 2152650"/>
                <a:gd name="connsiteX8-77" fmla="*/ 276225 w 323850"/>
                <a:gd name="connsiteY8-78" fmla="*/ 0 h 2152650"/>
                <a:gd name="connsiteX9-79" fmla="*/ 167117 w 323850"/>
                <a:gd name="connsiteY9-80" fmla="*/ 2573 h 2152650"/>
                <a:gd name="connsiteX0-81" fmla="*/ 167117 w 323850"/>
                <a:gd name="connsiteY0-82" fmla="*/ 2573 h 2152650"/>
                <a:gd name="connsiteX1-83" fmla="*/ 152400 w 323850"/>
                <a:gd name="connsiteY1-84" fmla="*/ 647700 h 2152650"/>
                <a:gd name="connsiteX2-85" fmla="*/ 0 w 323850"/>
                <a:gd name="connsiteY2-86" fmla="*/ 1457325 h 2152650"/>
                <a:gd name="connsiteX3-87" fmla="*/ 180975 w 323850"/>
                <a:gd name="connsiteY3-88" fmla="*/ 2152650 h 2152650"/>
                <a:gd name="connsiteX4-89" fmla="*/ 323850 w 323850"/>
                <a:gd name="connsiteY4-90" fmla="*/ 2066925 h 2152650"/>
                <a:gd name="connsiteX5-91" fmla="*/ 161925 w 323850"/>
                <a:gd name="connsiteY5-92" fmla="*/ 1419225 h 2152650"/>
                <a:gd name="connsiteX6-93" fmla="*/ 295275 w 323850"/>
                <a:gd name="connsiteY6-94" fmla="*/ 628650 h 2152650"/>
                <a:gd name="connsiteX7-95" fmla="*/ 276225 w 323850"/>
                <a:gd name="connsiteY7-96" fmla="*/ 0 h 2152650"/>
                <a:gd name="connsiteX8-97" fmla="*/ 167117 w 323850"/>
                <a:gd name="connsiteY8-98" fmla="*/ 2573 h 2152650"/>
                <a:gd name="connsiteX0-99" fmla="*/ 167117 w 327783"/>
                <a:gd name="connsiteY0-100" fmla="*/ 2573 h 2152650"/>
                <a:gd name="connsiteX1-101" fmla="*/ 152400 w 327783"/>
                <a:gd name="connsiteY1-102" fmla="*/ 647700 h 2152650"/>
                <a:gd name="connsiteX2-103" fmla="*/ 0 w 327783"/>
                <a:gd name="connsiteY2-104" fmla="*/ 1457325 h 2152650"/>
                <a:gd name="connsiteX3-105" fmla="*/ 180975 w 327783"/>
                <a:gd name="connsiteY3-106" fmla="*/ 2152650 h 2152650"/>
                <a:gd name="connsiteX4-107" fmla="*/ 323850 w 327783"/>
                <a:gd name="connsiteY4-108" fmla="*/ 2066925 h 2152650"/>
                <a:gd name="connsiteX5-109" fmla="*/ 161925 w 327783"/>
                <a:gd name="connsiteY5-110" fmla="*/ 1419225 h 2152650"/>
                <a:gd name="connsiteX6-111" fmla="*/ 295275 w 327783"/>
                <a:gd name="connsiteY6-112" fmla="*/ 628650 h 2152650"/>
                <a:gd name="connsiteX7-113" fmla="*/ 276225 w 327783"/>
                <a:gd name="connsiteY7-114" fmla="*/ 0 h 2152650"/>
                <a:gd name="connsiteX8-115" fmla="*/ 167117 w 327783"/>
                <a:gd name="connsiteY8-116" fmla="*/ 2573 h 2152650"/>
                <a:gd name="connsiteX0-117" fmla="*/ 167117 w 349517"/>
                <a:gd name="connsiteY0-118" fmla="*/ 2573 h 2152650"/>
                <a:gd name="connsiteX1-119" fmla="*/ 152400 w 349517"/>
                <a:gd name="connsiteY1-120" fmla="*/ 647700 h 2152650"/>
                <a:gd name="connsiteX2-121" fmla="*/ 0 w 349517"/>
                <a:gd name="connsiteY2-122" fmla="*/ 1457325 h 2152650"/>
                <a:gd name="connsiteX3-123" fmla="*/ 180975 w 349517"/>
                <a:gd name="connsiteY3-124" fmla="*/ 2152650 h 2152650"/>
                <a:gd name="connsiteX4-125" fmla="*/ 323850 w 349517"/>
                <a:gd name="connsiteY4-126" fmla="*/ 2066925 h 2152650"/>
                <a:gd name="connsiteX5-127" fmla="*/ 161925 w 349517"/>
                <a:gd name="connsiteY5-128" fmla="*/ 1419225 h 2152650"/>
                <a:gd name="connsiteX6-129" fmla="*/ 295275 w 349517"/>
                <a:gd name="connsiteY6-130" fmla="*/ 628650 h 2152650"/>
                <a:gd name="connsiteX7-131" fmla="*/ 349310 w 349517"/>
                <a:gd name="connsiteY7-132" fmla="*/ 216050 h 2152650"/>
                <a:gd name="connsiteX8-133" fmla="*/ 276225 w 349517"/>
                <a:gd name="connsiteY8-134" fmla="*/ 0 h 2152650"/>
                <a:gd name="connsiteX9-135" fmla="*/ 167117 w 349517"/>
                <a:gd name="connsiteY9-136" fmla="*/ 2573 h 2152650"/>
                <a:gd name="connsiteX0-137" fmla="*/ 167117 w 349517"/>
                <a:gd name="connsiteY0-138" fmla="*/ 2573 h 2152650"/>
                <a:gd name="connsiteX1-139" fmla="*/ 152400 w 349517"/>
                <a:gd name="connsiteY1-140" fmla="*/ 647700 h 2152650"/>
                <a:gd name="connsiteX2-141" fmla="*/ 0 w 349517"/>
                <a:gd name="connsiteY2-142" fmla="*/ 1457325 h 2152650"/>
                <a:gd name="connsiteX3-143" fmla="*/ 180975 w 349517"/>
                <a:gd name="connsiteY3-144" fmla="*/ 2152650 h 2152650"/>
                <a:gd name="connsiteX4-145" fmla="*/ 323850 w 349517"/>
                <a:gd name="connsiteY4-146" fmla="*/ 2066925 h 2152650"/>
                <a:gd name="connsiteX5-147" fmla="*/ 161925 w 349517"/>
                <a:gd name="connsiteY5-148" fmla="*/ 1419225 h 2152650"/>
                <a:gd name="connsiteX6-149" fmla="*/ 295275 w 349517"/>
                <a:gd name="connsiteY6-150" fmla="*/ 628650 h 2152650"/>
                <a:gd name="connsiteX7-151" fmla="*/ 349310 w 349517"/>
                <a:gd name="connsiteY7-152" fmla="*/ 216050 h 2152650"/>
                <a:gd name="connsiteX8-153" fmla="*/ 276225 w 349517"/>
                <a:gd name="connsiteY8-154" fmla="*/ 0 h 2152650"/>
                <a:gd name="connsiteX9-155" fmla="*/ 167117 w 349517"/>
                <a:gd name="connsiteY9-156" fmla="*/ 2573 h 2152650"/>
                <a:gd name="connsiteX0-157" fmla="*/ 167117 w 349517"/>
                <a:gd name="connsiteY0-158" fmla="*/ 2573 h 2152650"/>
                <a:gd name="connsiteX1-159" fmla="*/ 152400 w 349517"/>
                <a:gd name="connsiteY1-160" fmla="*/ 647700 h 2152650"/>
                <a:gd name="connsiteX2-161" fmla="*/ 0 w 349517"/>
                <a:gd name="connsiteY2-162" fmla="*/ 1457325 h 2152650"/>
                <a:gd name="connsiteX3-163" fmla="*/ 180975 w 349517"/>
                <a:gd name="connsiteY3-164" fmla="*/ 2152650 h 2152650"/>
                <a:gd name="connsiteX4-165" fmla="*/ 323850 w 349517"/>
                <a:gd name="connsiteY4-166" fmla="*/ 2066925 h 2152650"/>
                <a:gd name="connsiteX5-167" fmla="*/ 161925 w 349517"/>
                <a:gd name="connsiteY5-168" fmla="*/ 1419225 h 2152650"/>
                <a:gd name="connsiteX6-169" fmla="*/ 295275 w 349517"/>
                <a:gd name="connsiteY6-170" fmla="*/ 628650 h 2152650"/>
                <a:gd name="connsiteX7-171" fmla="*/ 349310 w 349517"/>
                <a:gd name="connsiteY7-172" fmla="*/ 216050 h 2152650"/>
                <a:gd name="connsiteX8-173" fmla="*/ 276225 w 349517"/>
                <a:gd name="connsiteY8-174" fmla="*/ 0 h 2152650"/>
                <a:gd name="connsiteX9-175" fmla="*/ 167117 w 349517"/>
                <a:gd name="connsiteY9-176" fmla="*/ 2573 h 2152650"/>
                <a:gd name="connsiteX0-177" fmla="*/ 167117 w 349782"/>
                <a:gd name="connsiteY0-178" fmla="*/ 2573 h 2152650"/>
                <a:gd name="connsiteX1-179" fmla="*/ 152400 w 349782"/>
                <a:gd name="connsiteY1-180" fmla="*/ 647700 h 2152650"/>
                <a:gd name="connsiteX2-181" fmla="*/ 0 w 349782"/>
                <a:gd name="connsiteY2-182" fmla="*/ 1457325 h 2152650"/>
                <a:gd name="connsiteX3-183" fmla="*/ 180975 w 349782"/>
                <a:gd name="connsiteY3-184" fmla="*/ 2152650 h 2152650"/>
                <a:gd name="connsiteX4-185" fmla="*/ 323850 w 349782"/>
                <a:gd name="connsiteY4-186" fmla="*/ 2066925 h 2152650"/>
                <a:gd name="connsiteX5-187" fmla="*/ 161925 w 349782"/>
                <a:gd name="connsiteY5-188" fmla="*/ 1419225 h 2152650"/>
                <a:gd name="connsiteX6-189" fmla="*/ 295275 w 349782"/>
                <a:gd name="connsiteY6-190" fmla="*/ 628650 h 2152650"/>
                <a:gd name="connsiteX7-191" fmla="*/ 349310 w 349782"/>
                <a:gd name="connsiteY7-192" fmla="*/ 216050 h 2152650"/>
                <a:gd name="connsiteX8-193" fmla="*/ 276225 w 349782"/>
                <a:gd name="connsiteY8-194" fmla="*/ 0 h 2152650"/>
                <a:gd name="connsiteX9-195" fmla="*/ 167117 w 349782"/>
                <a:gd name="connsiteY9-196" fmla="*/ 2573 h 2152650"/>
                <a:gd name="connsiteX0-197" fmla="*/ 167117 w 349782"/>
                <a:gd name="connsiteY0-198" fmla="*/ 2573 h 2152650"/>
                <a:gd name="connsiteX1-199" fmla="*/ 152400 w 349782"/>
                <a:gd name="connsiteY1-200" fmla="*/ 647700 h 2152650"/>
                <a:gd name="connsiteX2-201" fmla="*/ 0 w 349782"/>
                <a:gd name="connsiteY2-202" fmla="*/ 1457325 h 2152650"/>
                <a:gd name="connsiteX3-203" fmla="*/ 180975 w 349782"/>
                <a:gd name="connsiteY3-204" fmla="*/ 2152650 h 2152650"/>
                <a:gd name="connsiteX4-205" fmla="*/ 323850 w 349782"/>
                <a:gd name="connsiteY4-206" fmla="*/ 2066925 h 2152650"/>
                <a:gd name="connsiteX5-207" fmla="*/ 161925 w 349782"/>
                <a:gd name="connsiteY5-208" fmla="*/ 1419225 h 2152650"/>
                <a:gd name="connsiteX6-209" fmla="*/ 295275 w 349782"/>
                <a:gd name="connsiteY6-210" fmla="*/ 628650 h 2152650"/>
                <a:gd name="connsiteX7-211" fmla="*/ 349310 w 349782"/>
                <a:gd name="connsiteY7-212" fmla="*/ 216050 h 2152650"/>
                <a:gd name="connsiteX8-213" fmla="*/ 276225 w 349782"/>
                <a:gd name="connsiteY8-214" fmla="*/ 0 h 2152650"/>
                <a:gd name="connsiteX9-215" fmla="*/ 167117 w 349782"/>
                <a:gd name="connsiteY9-216" fmla="*/ 2573 h 2152650"/>
                <a:gd name="connsiteX0-217" fmla="*/ 167117 w 349782"/>
                <a:gd name="connsiteY0-218" fmla="*/ 2573 h 2152650"/>
                <a:gd name="connsiteX1-219" fmla="*/ 152400 w 349782"/>
                <a:gd name="connsiteY1-220" fmla="*/ 647700 h 2152650"/>
                <a:gd name="connsiteX2-221" fmla="*/ 0 w 349782"/>
                <a:gd name="connsiteY2-222" fmla="*/ 1457325 h 2152650"/>
                <a:gd name="connsiteX3-223" fmla="*/ 180975 w 349782"/>
                <a:gd name="connsiteY3-224" fmla="*/ 2152650 h 2152650"/>
                <a:gd name="connsiteX4-225" fmla="*/ 323850 w 349782"/>
                <a:gd name="connsiteY4-226" fmla="*/ 2066925 h 2152650"/>
                <a:gd name="connsiteX5-227" fmla="*/ 161925 w 349782"/>
                <a:gd name="connsiteY5-228" fmla="*/ 1419225 h 2152650"/>
                <a:gd name="connsiteX6-229" fmla="*/ 295275 w 349782"/>
                <a:gd name="connsiteY6-230" fmla="*/ 628650 h 2152650"/>
                <a:gd name="connsiteX7-231" fmla="*/ 349310 w 349782"/>
                <a:gd name="connsiteY7-232" fmla="*/ 216050 h 2152650"/>
                <a:gd name="connsiteX8-233" fmla="*/ 276225 w 349782"/>
                <a:gd name="connsiteY8-234" fmla="*/ 0 h 2152650"/>
                <a:gd name="connsiteX9-235" fmla="*/ 167117 w 349782"/>
                <a:gd name="connsiteY9-236" fmla="*/ 2573 h 2152650"/>
                <a:gd name="connsiteX0-237" fmla="*/ 167117 w 349782"/>
                <a:gd name="connsiteY0-238" fmla="*/ 2573 h 2152650"/>
                <a:gd name="connsiteX1-239" fmla="*/ 152400 w 349782"/>
                <a:gd name="connsiteY1-240" fmla="*/ 647700 h 2152650"/>
                <a:gd name="connsiteX2-241" fmla="*/ 0 w 349782"/>
                <a:gd name="connsiteY2-242" fmla="*/ 1457325 h 2152650"/>
                <a:gd name="connsiteX3-243" fmla="*/ 180975 w 349782"/>
                <a:gd name="connsiteY3-244" fmla="*/ 2152650 h 2152650"/>
                <a:gd name="connsiteX4-245" fmla="*/ 323850 w 349782"/>
                <a:gd name="connsiteY4-246" fmla="*/ 2066925 h 2152650"/>
                <a:gd name="connsiteX5-247" fmla="*/ 161925 w 349782"/>
                <a:gd name="connsiteY5-248" fmla="*/ 1419225 h 2152650"/>
                <a:gd name="connsiteX6-249" fmla="*/ 295275 w 349782"/>
                <a:gd name="connsiteY6-250" fmla="*/ 628650 h 2152650"/>
                <a:gd name="connsiteX7-251" fmla="*/ 349310 w 349782"/>
                <a:gd name="connsiteY7-252" fmla="*/ 216050 h 2152650"/>
                <a:gd name="connsiteX8-253" fmla="*/ 276225 w 349782"/>
                <a:gd name="connsiteY8-254" fmla="*/ 0 h 2152650"/>
                <a:gd name="connsiteX9-255" fmla="*/ 167117 w 349782"/>
                <a:gd name="connsiteY9-256" fmla="*/ 2573 h 2152650"/>
                <a:gd name="connsiteX0-257" fmla="*/ 178793 w 361458"/>
                <a:gd name="connsiteY0-258" fmla="*/ 2573 h 2152650"/>
                <a:gd name="connsiteX1-259" fmla="*/ 164076 w 361458"/>
                <a:gd name="connsiteY1-260" fmla="*/ 647700 h 2152650"/>
                <a:gd name="connsiteX2-261" fmla="*/ 11676 w 361458"/>
                <a:gd name="connsiteY2-262" fmla="*/ 1457325 h 2152650"/>
                <a:gd name="connsiteX3-263" fmla="*/ 192651 w 361458"/>
                <a:gd name="connsiteY3-264" fmla="*/ 2152650 h 2152650"/>
                <a:gd name="connsiteX4-265" fmla="*/ 335526 w 361458"/>
                <a:gd name="connsiteY4-266" fmla="*/ 2066925 h 2152650"/>
                <a:gd name="connsiteX5-267" fmla="*/ 173601 w 361458"/>
                <a:gd name="connsiteY5-268" fmla="*/ 1419225 h 2152650"/>
                <a:gd name="connsiteX6-269" fmla="*/ 306951 w 361458"/>
                <a:gd name="connsiteY6-270" fmla="*/ 628650 h 2152650"/>
                <a:gd name="connsiteX7-271" fmla="*/ 360986 w 361458"/>
                <a:gd name="connsiteY7-272" fmla="*/ 216050 h 2152650"/>
                <a:gd name="connsiteX8-273" fmla="*/ 287901 w 361458"/>
                <a:gd name="connsiteY8-274" fmla="*/ 0 h 2152650"/>
                <a:gd name="connsiteX9-275" fmla="*/ 178793 w 361458"/>
                <a:gd name="connsiteY9-276" fmla="*/ 2573 h 2152650"/>
                <a:gd name="connsiteX0-277" fmla="*/ 178793 w 361849"/>
                <a:gd name="connsiteY0-278" fmla="*/ 2573 h 2152650"/>
                <a:gd name="connsiteX1-279" fmla="*/ 164076 w 361849"/>
                <a:gd name="connsiteY1-280" fmla="*/ 647700 h 2152650"/>
                <a:gd name="connsiteX2-281" fmla="*/ 11676 w 361849"/>
                <a:gd name="connsiteY2-282" fmla="*/ 1457325 h 2152650"/>
                <a:gd name="connsiteX3-283" fmla="*/ 192651 w 361849"/>
                <a:gd name="connsiteY3-284" fmla="*/ 2152650 h 2152650"/>
                <a:gd name="connsiteX4-285" fmla="*/ 335526 w 361849"/>
                <a:gd name="connsiteY4-286" fmla="*/ 2066925 h 2152650"/>
                <a:gd name="connsiteX5-287" fmla="*/ 173601 w 361849"/>
                <a:gd name="connsiteY5-288" fmla="*/ 1419225 h 2152650"/>
                <a:gd name="connsiteX6-289" fmla="*/ 315618 w 361849"/>
                <a:gd name="connsiteY6-290" fmla="*/ 654652 h 2152650"/>
                <a:gd name="connsiteX7-291" fmla="*/ 360986 w 361849"/>
                <a:gd name="connsiteY7-292" fmla="*/ 216050 h 2152650"/>
                <a:gd name="connsiteX8-293" fmla="*/ 287901 w 361849"/>
                <a:gd name="connsiteY8-294" fmla="*/ 0 h 2152650"/>
                <a:gd name="connsiteX9-295" fmla="*/ 178793 w 361849"/>
                <a:gd name="connsiteY9-296" fmla="*/ 2573 h 2152650"/>
                <a:gd name="connsiteX0-297" fmla="*/ 178793 w 361849"/>
                <a:gd name="connsiteY0-298" fmla="*/ 2573 h 2152650"/>
                <a:gd name="connsiteX1-299" fmla="*/ 164076 w 361849"/>
                <a:gd name="connsiteY1-300" fmla="*/ 647700 h 2152650"/>
                <a:gd name="connsiteX2-301" fmla="*/ 11676 w 361849"/>
                <a:gd name="connsiteY2-302" fmla="*/ 1457325 h 2152650"/>
                <a:gd name="connsiteX3-303" fmla="*/ 192651 w 361849"/>
                <a:gd name="connsiteY3-304" fmla="*/ 2152650 h 2152650"/>
                <a:gd name="connsiteX4-305" fmla="*/ 361528 w 361849"/>
                <a:gd name="connsiteY4-306" fmla="*/ 2131929 h 2152650"/>
                <a:gd name="connsiteX5-307" fmla="*/ 173601 w 361849"/>
                <a:gd name="connsiteY5-308" fmla="*/ 1419225 h 2152650"/>
                <a:gd name="connsiteX6-309" fmla="*/ 315618 w 361849"/>
                <a:gd name="connsiteY6-310" fmla="*/ 654652 h 2152650"/>
                <a:gd name="connsiteX7-311" fmla="*/ 360986 w 361849"/>
                <a:gd name="connsiteY7-312" fmla="*/ 216050 h 2152650"/>
                <a:gd name="connsiteX8-313" fmla="*/ 287901 w 361849"/>
                <a:gd name="connsiteY8-314" fmla="*/ 0 h 2152650"/>
                <a:gd name="connsiteX9-315" fmla="*/ 178793 w 361849"/>
                <a:gd name="connsiteY9-316" fmla="*/ 2573 h 2152650"/>
                <a:gd name="connsiteX0-317" fmla="*/ 178793 w 361528"/>
                <a:gd name="connsiteY0-318" fmla="*/ 2573 h 2152650"/>
                <a:gd name="connsiteX1-319" fmla="*/ 164076 w 361528"/>
                <a:gd name="connsiteY1-320" fmla="*/ 647700 h 2152650"/>
                <a:gd name="connsiteX2-321" fmla="*/ 11676 w 361528"/>
                <a:gd name="connsiteY2-322" fmla="*/ 1457325 h 2152650"/>
                <a:gd name="connsiteX3-323" fmla="*/ 192651 w 361528"/>
                <a:gd name="connsiteY3-324" fmla="*/ 2152650 h 2152650"/>
                <a:gd name="connsiteX4-325" fmla="*/ 361528 w 361528"/>
                <a:gd name="connsiteY4-326" fmla="*/ 2131929 h 2152650"/>
                <a:gd name="connsiteX5-327" fmla="*/ 173601 w 361528"/>
                <a:gd name="connsiteY5-328" fmla="*/ 1419225 h 2152650"/>
                <a:gd name="connsiteX6-329" fmla="*/ 315618 w 361528"/>
                <a:gd name="connsiteY6-330" fmla="*/ 654652 h 2152650"/>
                <a:gd name="connsiteX7-331" fmla="*/ 287901 w 361528"/>
                <a:gd name="connsiteY7-332" fmla="*/ 0 h 2152650"/>
                <a:gd name="connsiteX8-333" fmla="*/ 178793 w 361528"/>
                <a:gd name="connsiteY8-334" fmla="*/ 2573 h 2152650"/>
                <a:gd name="connsiteX0-335" fmla="*/ 178793 w 374776"/>
                <a:gd name="connsiteY0-336" fmla="*/ 2573 h 2152650"/>
                <a:gd name="connsiteX1-337" fmla="*/ 164076 w 374776"/>
                <a:gd name="connsiteY1-338" fmla="*/ 647700 h 2152650"/>
                <a:gd name="connsiteX2-339" fmla="*/ 11676 w 374776"/>
                <a:gd name="connsiteY2-340" fmla="*/ 1457325 h 2152650"/>
                <a:gd name="connsiteX3-341" fmla="*/ 192651 w 374776"/>
                <a:gd name="connsiteY3-342" fmla="*/ 2152650 h 2152650"/>
                <a:gd name="connsiteX4-343" fmla="*/ 361528 w 374776"/>
                <a:gd name="connsiteY4-344" fmla="*/ 2131929 h 2152650"/>
                <a:gd name="connsiteX5-345" fmla="*/ 173601 w 374776"/>
                <a:gd name="connsiteY5-346" fmla="*/ 1419225 h 2152650"/>
                <a:gd name="connsiteX6-347" fmla="*/ 315618 w 374776"/>
                <a:gd name="connsiteY6-348" fmla="*/ 654652 h 2152650"/>
                <a:gd name="connsiteX7-349" fmla="*/ 287901 w 374776"/>
                <a:gd name="connsiteY7-350" fmla="*/ 0 h 2152650"/>
                <a:gd name="connsiteX8-351" fmla="*/ 178793 w 374776"/>
                <a:gd name="connsiteY8-352" fmla="*/ 2573 h 2152650"/>
                <a:gd name="connsiteX0-353" fmla="*/ 178793 w 391181"/>
                <a:gd name="connsiteY0-354" fmla="*/ 2573 h 2152650"/>
                <a:gd name="connsiteX1-355" fmla="*/ 164076 w 391181"/>
                <a:gd name="connsiteY1-356" fmla="*/ 647700 h 2152650"/>
                <a:gd name="connsiteX2-357" fmla="*/ 11676 w 391181"/>
                <a:gd name="connsiteY2-358" fmla="*/ 1457325 h 2152650"/>
                <a:gd name="connsiteX3-359" fmla="*/ 192651 w 391181"/>
                <a:gd name="connsiteY3-360" fmla="*/ 2152650 h 2152650"/>
                <a:gd name="connsiteX4-361" fmla="*/ 361528 w 391181"/>
                <a:gd name="connsiteY4-362" fmla="*/ 2131929 h 2152650"/>
                <a:gd name="connsiteX5-363" fmla="*/ 173601 w 391181"/>
                <a:gd name="connsiteY5-364" fmla="*/ 1419225 h 2152650"/>
                <a:gd name="connsiteX6-365" fmla="*/ 315618 w 391181"/>
                <a:gd name="connsiteY6-366" fmla="*/ 654652 h 2152650"/>
                <a:gd name="connsiteX7-367" fmla="*/ 287901 w 391181"/>
                <a:gd name="connsiteY7-368" fmla="*/ 0 h 2152650"/>
                <a:gd name="connsiteX8-369" fmla="*/ 178793 w 391181"/>
                <a:gd name="connsiteY8-370" fmla="*/ 2573 h 2152650"/>
                <a:gd name="connsiteX0-371" fmla="*/ 148458 w 391181"/>
                <a:gd name="connsiteY0-372" fmla="*/ 15574 h 2152650"/>
                <a:gd name="connsiteX1-373" fmla="*/ 164076 w 391181"/>
                <a:gd name="connsiteY1-374" fmla="*/ 647700 h 2152650"/>
                <a:gd name="connsiteX2-375" fmla="*/ 11676 w 391181"/>
                <a:gd name="connsiteY2-376" fmla="*/ 1457325 h 2152650"/>
                <a:gd name="connsiteX3-377" fmla="*/ 192651 w 391181"/>
                <a:gd name="connsiteY3-378" fmla="*/ 2152650 h 2152650"/>
                <a:gd name="connsiteX4-379" fmla="*/ 361528 w 391181"/>
                <a:gd name="connsiteY4-380" fmla="*/ 2131929 h 2152650"/>
                <a:gd name="connsiteX5-381" fmla="*/ 173601 w 391181"/>
                <a:gd name="connsiteY5-382" fmla="*/ 1419225 h 2152650"/>
                <a:gd name="connsiteX6-383" fmla="*/ 315618 w 391181"/>
                <a:gd name="connsiteY6-384" fmla="*/ 654652 h 2152650"/>
                <a:gd name="connsiteX7-385" fmla="*/ 287901 w 391181"/>
                <a:gd name="connsiteY7-386" fmla="*/ 0 h 2152650"/>
                <a:gd name="connsiteX8-387" fmla="*/ 148458 w 391181"/>
                <a:gd name="connsiteY8-388" fmla="*/ 15574 h 2152650"/>
                <a:gd name="connsiteX0-389" fmla="*/ 148458 w 391181"/>
                <a:gd name="connsiteY0-390" fmla="*/ 15574 h 2152650"/>
                <a:gd name="connsiteX1-391" fmla="*/ 164076 w 391181"/>
                <a:gd name="connsiteY1-392" fmla="*/ 647700 h 2152650"/>
                <a:gd name="connsiteX2-393" fmla="*/ 11676 w 391181"/>
                <a:gd name="connsiteY2-394" fmla="*/ 1457325 h 2152650"/>
                <a:gd name="connsiteX3-395" fmla="*/ 192651 w 391181"/>
                <a:gd name="connsiteY3-396" fmla="*/ 2152650 h 2152650"/>
                <a:gd name="connsiteX4-397" fmla="*/ 361528 w 391181"/>
                <a:gd name="connsiteY4-398" fmla="*/ 2131929 h 2152650"/>
                <a:gd name="connsiteX5-399" fmla="*/ 173601 w 391181"/>
                <a:gd name="connsiteY5-400" fmla="*/ 1419225 h 2152650"/>
                <a:gd name="connsiteX6-401" fmla="*/ 315618 w 391181"/>
                <a:gd name="connsiteY6-402" fmla="*/ 654652 h 2152650"/>
                <a:gd name="connsiteX7-403" fmla="*/ 287901 w 391181"/>
                <a:gd name="connsiteY7-404" fmla="*/ 0 h 2152650"/>
                <a:gd name="connsiteX8-405" fmla="*/ 148458 w 391181"/>
                <a:gd name="connsiteY8-406" fmla="*/ 15574 h 2152650"/>
                <a:gd name="connsiteX0-407" fmla="*/ 148458 w 391181"/>
                <a:gd name="connsiteY0-408" fmla="*/ 15574 h 2152650"/>
                <a:gd name="connsiteX1-409" fmla="*/ 164076 w 391181"/>
                <a:gd name="connsiteY1-410" fmla="*/ 647700 h 2152650"/>
                <a:gd name="connsiteX2-411" fmla="*/ 11676 w 391181"/>
                <a:gd name="connsiteY2-412" fmla="*/ 1457325 h 2152650"/>
                <a:gd name="connsiteX3-413" fmla="*/ 192651 w 391181"/>
                <a:gd name="connsiteY3-414" fmla="*/ 2152650 h 2152650"/>
                <a:gd name="connsiteX4-415" fmla="*/ 361528 w 391181"/>
                <a:gd name="connsiteY4-416" fmla="*/ 2131929 h 2152650"/>
                <a:gd name="connsiteX5-417" fmla="*/ 173601 w 391181"/>
                <a:gd name="connsiteY5-418" fmla="*/ 1419225 h 2152650"/>
                <a:gd name="connsiteX6-419" fmla="*/ 315618 w 391181"/>
                <a:gd name="connsiteY6-420" fmla="*/ 654652 h 2152650"/>
                <a:gd name="connsiteX7-421" fmla="*/ 287901 w 391181"/>
                <a:gd name="connsiteY7-422" fmla="*/ 0 h 2152650"/>
                <a:gd name="connsiteX8-423" fmla="*/ 148458 w 391181"/>
                <a:gd name="connsiteY8-424" fmla="*/ 15574 h 2152650"/>
                <a:gd name="connsiteX0-425" fmla="*/ 150132 w 392855"/>
                <a:gd name="connsiteY0-426" fmla="*/ 15574 h 2152650"/>
                <a:gd name="connsiteX1-427" fmla="*/ 148416 w 392855"/>
                <a:gd name="connsiteY1-428" fmla="*/ 647700 h 2152650"/>
                <a:gd name="connsiteX2-429" fmla="*/ 13350 w 392855"/>
                <a:gd name="connsiteY2-430" fmla="*/ 1457325 h 2152650"/>
                <a:gd name="connsiteX3-431" fmla="*/ 194325 w 392855"/>
                <a:gd name="connsiteY3-432" fmla="*/ 2152650 h 2152650"/>
                <a:gd name="connsiteX4-433" fmla="*/ 363202 w 392855"/>
                <a:gd name="connsiteY4-434" fmla="*/ 2131929 h 2152650"/>
                <a:gd name="connsiteX5-435" fmla="*/ 175275 w 392855"/>
                <a:gd name="connsiteY5-436" fmla="*/ 1419225 h 2152650"/>
                <a:gd name="connsiteX6-437" fmla="*/ 317292 w 392855"/>
                <a:gd name="connsiteY6-438" fmla="*/ 654652 h 2152650"/>
                <a:gd name="connsiteX7-439" fmla="*/ 289575 w 392855"/>
                <a:gd name="connsiteY7-440" fmla="*/ 0 h 2152650"/>
                <a:gd name="connsiteX8-441" fmla="*/ 150132 w 392855"/>
                <a:gd name="connsiteY8-442" fmla="*/ 15574 h 2152650"/>
                <a:gd name="connsiteX0-443" fmla="*/ 132798 w 392855"/>
                <a:gd name="connsiteY0-444" fmla="*/ 11240 h 2152650"/>
                <a:gd name="connsiteX1-445" fmla="*/ 148416 w 392855"/>
                <a:gd name="connsiteY1-446" fmla="*/ 647700 h 2152650"/>
                <a:gd name="connsiteX2-447" fmla="*/ 13350 w 392855"/>
                <a:gd name="connsiteY2-448" fmla="*/ 1457325 h 2152650"/>
                <a:gd name="connsiteX3-449" fmla="*/ 194325 w 392855"/>
                <a:gd name="connsiteY3-450" fmla="*/ 2152650 h 2152650"/>
                <a:gd name="connsiteX4-451" fmla="*/ 363202 w 392855"/>
                <a:gd name="connsiteY4-452" fmla="*/ 2131929 h 2152650"/>
                <a:gd name="connsiteX5-453" fmla="*/ 175275 w 392855"/>
                <a:gd name="connsiteY5-454" fmla="*/ 1419225 h 2152650"/>
                <a:gd name="connsiteX6-455" fmla="*/ 317292 w 392855"/>
                <a:gd name="connsiteY6-456" fmla="*/ 654652 h 2152650"/>
                <a:gd name="connsiteX7-457" fmla="*/ 289575 w 392855"/>
                <a:gd name="connsiteY7-458" fmla="*/ 0 h 2152650"/>
                <a:gd name="connsiteX8-459" fmla="*/ 132798 w 392855"/>
                <a:gd name="connsiteY8-460" fmla="*/ 11240 h 2152650"/>
                <a:gd name="connsiteX0-461" fmla="*/ 115464 w 392855"/>
                <a:gd name="connsiteY0-462" fmla="*/ 0 h 2158745"/>
                <a:gd name="connsiteX1-463" fmla="*/ 148416 w 392855"/>
                <a:gd name="connsiteY1-464" fmla="*/ 653795 h 2158745"/>
                <a:gd name="connsiteX2-465" fmla="*/ 13350 w 392855"/>
                <a:gd name="connsiteY2-466" fmla="*/ 1463420 h 2158745"/>
                <a:gd name="connsiteX3-467" fmla="*/ 194325 w 392855"/>
                <a:gd name="connsiteY3-468" fmla="*/ 2158745 h 2158745"/>
                <a:gd name="connsiteX4-469" fmla="*/ 363202 w 392855"/>
                <a:gd name="connsiteY4-470" fmla="*/ 2138024 h 2158745"/>
                <a:gd name="connsiteX5-471" fmla="*/ 175275 w 392855"/>
                <a:gd name="connsiteY5-472" fmla="*/ 1425320 h 2158745"/>
                <a:gd name="connsiteX6-473" fmla="*/ 317292 w 392855"/>
                <a:gd name="connsiteY6-474" fmla="*/ 660747 h 2158745"/>
                <a:gd name="connsiteX7-475" fmla="*/ 289575 w 392855"/>
                <a:gd name="connsiteY7-476" fmla="*/ 6095 h 2158745"/>
                <a:gd name="connsiteX8-477" fmla="*/ 115464 w 392855"/>
                <a:gd name="connsiteY8-478" fmla="*/ 0 h 2158745"/>
                <a:gd name="connsiteX0-479" fmla="*/ 115464 w 392855"/>
                <a:gd name="connsiteY0-480" fmla="*/ 0 h 2158745"/>
                <a:gd name="connsiteX1-481" fmla="*/ 148416 w 392855"/>
                <a:gd name="connsiteY1-482" fmla="*/ 653795 h 2158745"/>
                <a:gd name="connsiteX2-483" fmla="*/ 13350 w 392855"/>
                <a:gd name="connsiteY2-484" fmla="*/ 1463420 h 2158745"/>
                <a:gd name="connsiteX3-485" fmla="*/ 194325 w 392855"/>
                <a:gd name="connsiteY3-486" fmla="*/ 2158745 h 2158745"/>
                <a:gd name="connsiteX4-487" fmla="*/ 363202 w 392855"/>
                <a:gd name="connsiteY4-488" fmla="*/ 2138024 h 2158745"/>
                <a:gd name="connsiteX5-489" fmla="*/ 175275 w 392855"/>
                <a:gd name="connsiteY5-490" fmla="*/ 1425320 h 2158745"/>
                <a:gd name="connsiteX6-491" fmla="*/ 317292 w 392855"/>
                <a:gd name="connsiteY6-492" fmla="*/ 660747 h 2158745"/>
                <a:gd name="connsiteX7-493" fmla="*/ 289575 w 392855"/>
                <a:gd name="connsiteY7-494" fmla="*/ 6095 h 2158745"/>
                <a:gd name="connsiteX8-495" fmla="*/ 115464 w 392855"/>
                <a:gd name="connsiteY8-496" fmla="*/ 0 h 2158745"/>
                <a:gd name="connsiteX0-497" fmla="*/ 115464 w 387669"/>
                <a:gd name="connsiteY0-498" fmla="*/ 0 h 2158745"/>
                <a:gd name="connsiteX1-499" fmla="*/ 148416 w 387669"/>
                <a:gd name="connsiteY1-500" fmla="*/ 653795 h 2158745"/>
                <a:gd name="connsiteX2-501" fmla="*/ 13350 w 387669"/>
                <a:gd name="connsiteY2-502" fmla="*/ 1463420 h 2158745"/>
                <a:gd name="connsiteX3-503" fmla="*/ 194325 w 387669"/>
                <a:gd name="connsiteY3-504" fmla="*/ 2158745 h 2158745"/>
                <a:gd name="connsiteX4-505" fmla="*/ 363202 w 387669"/>
                <a:gd name="connsiteY4-506" fmla="*/ 2138024 h 2158745"/>
                <a:gd name="connsiteX5-507" fmla="*/ 175275 w 387669"/>
                <a:gd name="connsiteY5-508" fmla="*/ 1425320 h 2158745"/>
                <a:gd name="connsiteX6-509" fmla="*/ 317292 w 387669"/>
                <a:gd name="connsiteY6-510" fmla="*/ 660747 h 2158745"/>
                <a:gd name="connsiteX7-511" fmla="*/ 289575 w 387669"/>
                <a:gd name="connsiteY7-512" fmla="*/ 6095 h 2158745"/>
                <a:gd name="connsiteX8-513" fmla="*/ 115464 w 387669"/>
                <a:gd name="connsiteY8-514" fmla="*/ 0 h 2158745"/>
                <a:gd name="connsiteX0-515" fmla="*/ 115464 w 387669"/>
                <a:gd name="connsiteY0-516" fmla="*/ 0 h 2158745"/>
                <a:gd name="connsiteX1-517" fmla="*/ 148416 w 387669"/>
                <a:gd name="connsiteY1-518" fmla="*/ 653795 h 2158745"/>
                <a:gd name="connsiteX2-519" fmla="*/ 13350 w 387669"/>
                <a:gd name="connsiteY2-520" fmla="*/ 1463420 h 2158745"/>
                <a:gd name="connsiteX3-521" fmla="*/ 194325 w 387669"/>
                <a:gd name="connsiteY3-522" fmla="*/ 2158745 h 2158745"/>
                <a:gd name="connsiteX4-523" fmla="*/ 363202 w 387669"/>
                <a:gd name="connsiteY4-524" fmla="*/ 2138024 h 2158745"/>
                <a:gd name="connsiteX5-525" fmla="*/ 175275 w 387669"/>
                <a:gd name="connsiteY5-526" fmla="*/ 1425320 h 2158745"/>
                <a:gd name="connsiteX6-527" fmla="*/ 317292 w 387669"/>
                <a:gd name="connsiteY6-528" fmla="*/ 660747 h 2158745"/>
                <a:gd name="connsiteX7-529" fmla="*/ 289575 w 387669"/>
                <a:gd name="connsiteY7-530" fmla="*/ 6095 h 2158745"/>
                <a:gd name="connsiteX8-531" fmla="*/ 115464 w 387669"/>
                <a:gd name="connsiteY8-532" fmla="*/ 0 h 2158745"/>
                <a:gd name="connsiteX0-533" fmla="*/ 115464 w 387669"/>
                <a:gd name="connsiteY0-534" fmla="*/ 0 h 2158745"/>
                <a:gd name="connsiteX1-535" fmla="*/ 148416 w 387669"/>
                <a:gd name="connsiteY1-536" fmla="*/ 653795 h 2158745"/>
                <a:gd name="connsiteX2-537" fmla="*/ 13350 w 387669"/>
                <a:gd name="connsiteY2-538" fmla="*/ 1463420 h 2158745"/>
                <a:gd name="connsiteX3-539" fmla="*/ 194325 w 387669"/>
                <a:gd name="connsiteY3-540" fmla="*/ 2158745 h 2158745"/>
                <a:gd name="connsiteX4-541" fmla="*/ 363202 w 387669"/>
                <a:gd name="connsiteY4-542" fmla="*/ 2138024 h 2158745"/>
                <a:gd name="connsiteX5-543" fmla="*/ 175275 w 387669"/>
                <a:gd name="connsiteY5-544" fmla="*/ 1425320 h 2158745"/>
                <a:gd name="connsiteX6-545" fmla="*/ 317292 w 387669"/>
                <a:gd name="connsiteY6-546" fmla="*/ 660747 h 2158745"/>
                <a:gd name="connsiteX7-547" fmla="*/ 289575 w 387669"/>
                <a:gd name="connsiteY7-548" fmla="*/ 6095 h 2158745"/>
                <a:gd name="connsiteX8-549" fmla="*/ 115464 w 387669"/>
                <a:gd name="connsiteY8-550" fmla="*/ 0 h 2158745"/>
                <a:gd name="connsiteX0-551" fmla="*/ 127719 w 399924"/>
                <a:gd name="connsiteY0-552" fmla="*/ 0 h 2158745"/>
                <a:gd name="connsiteX1-553" fmla="*/ 160671 w 399924"/>
                <a:gd name="connsiteY1-554" fmla="*/ 653795 h 2158745"/>
                <a:gd name="connsiteX2-555" fmla="*/ 25605 w 399924"/>
                <a:gd name="connsiteY2-556" fmla="*/ 1463420 h 2158745"/>
                <a:gd name="connsiteX3-557" fmla="*/ 206580 w 399924"/>
                <a:gd name="connsiteY3-558" fmla="*/ 2158745 h 2158745"/>
                <a:gd name="connsiteX4-559" fmla="*/ 375457 w 399924"/>
                <a:gd name="connsiteY4-560" fmla="*/ 2138024 h 2158745"/>
                <a:gd name="connsiteX5-561" fmla="*/ 187530 w 399924"/>
                <a:gd name="connsiteY5-562" fmla="*/ 1425320 h 2158745"/>
                <a:gd name="connsiteX6-563" fmla="*/ 329547 w 399924"/>
                <a:gd name="connsiteY6-564" fmla="*/ 660747 h 2158745"/>
                <a:gd name="connsiteX7-565" fmla="*/ 301830 w 399924"/>
                <a:gd name="connsiteY7-566" fmla="*/ 6095 h 2158745"/>
                <a:gd name="connsiteX8-567" fmla="*/ 127719 w 399924"/>
                <a:gd name="connsiteY8-568" fmla="*/ 0 h 2158745"/>
                <a:gd name="connsiteX0-569" fmla="*/ 127719 w 399924"/>
                <a:gd name="connsiteY0-570" fmla="*/ 0 h 2158745"/>
                <a:gd name="connsiteX1-571" fmla="*/ 160671 w 399924"/>
                <a:gd name="connsiteY1-572" fmla="*/ 653795 h 2158745"/>
                <a:gd name="connsiteX2-573" fmla="*/ 25605 w 399924"/>
                <a:gd name="connsiteY2-574" fmla="*/ 1463420 h 2158745"/>
                <a:gd name="connsiteX3-575" fmla="*/ 206580 w 399924"/>
                <a:gd name="connsiteY3-576" fmla="*/ 2158745 h 2158745"/>
                <a:gd name="connsiteX4-577" fmla="*/ 375457 w 399924"/>
                <a:gd name="connsiteY4-578" fmla="*/ 2138024 h 2158745"/>
                <a:gd name="connsiteX5-579" fmla="*/ 187530 w 399924"/>
                <a:gd name="connsiteY5-580" fmla="*/ 1425320 h 2158745"/>
                <a:gd name="connsiteX6-581" fmla="*/ 329547 w 399924"/>
                <a:gd name="connsiteY6-582" fmla="*/ 660747 h 2158745"/>
                <a:gd name="connsiteX7-583" fmla="*/ 301830 w 399924"/>
                <a:gd name="connsiteY7-584" fmla="*/ 6095 h 2158745"/>
                <a:gd name="connsiteX8-585" fmla="*/ 127719 w 399924"/>
                <a:gd name="connsiteY8-586" fmla="*/ 0 h 2158745"/>
                <a:gd name="connsiteX0-587" fmla="*/ 127719 w 399924"/>
                <a:gd name="connsiteY0-588" fmla="*/ 0 h 2158745"/>
                <a:gd name="connsiteX1-589" fmla="*/ 160671 w 399924"/>
                <a:gd name="connsiteY1-590" fmla="*/ 653795 h 2158745"/>
                <a:gd name="connsiteX2-591" fmla="*/ 25605 w 399924"/>
                <a:gd name="connsiteY2-592" fmla="*/ 1463420 h 2158745"/>
                <a:gd name="connsiteX3-593" fmla="*/ 206580 w 399924"/>
                <a:gd name="connsiteY3-594" fmla="*/ 2158745 h 2158745"/>
                <a:gd name="connsiteX4-595" fmla="*/ 375457 w 399924"/>
                <a:gd name="connsiteY4-596" fmla="*/ 2138024 h 2158745"/>
                <a:gd name="connsiteX5-597" fmla="*/ 187530 w 399924"/>
                <a:gd name="connsiteY5-598" fmla="*/ 1425320 h 2158745"/>
                <a:gd name="connsiteX6-599" fmla="*/ 329547 w 399924"/>
                <a:gd name="connsiteY6-600" fmla="*/ 660747 h 2158745"/>
                <a:gd name="connsiteX7-601" fmla="*/ 301830 w 399924"/>
                <a:gd name="connsiteY7-602" fmla="*/ 6095 h 2158745"/>
                <a:gd name="connsiteX8-603" fmla="*/ 127719 w 399924"/>
                <a:gd name="connsiteY8-604" fmla="*/ 0 h 2158745"/>
                <a:gd name="connsiteX0-605" fmla="*/ 146589 w 418794"/>
                <a:gd name="connsiteY0-606" fmla="*/ 0 h 2158745"/>
                <a:gd name="connsiteX1-607" fmla="*/ 179541 w 418794"/>
                <a:gd name="connsiteY1-608" fmla="*/ 653795 h 2158745"/>
                <a:gd name="connsiteX2-609" fmla="*/ 22807 w 418794"/>
                <a:gd name="connsiteY2-610" fmla="*/ 1463420 h 2158745"/>
                <a:gd name="connsiteX3-611" fmla="*/ 225450 w 418794"/>
                <a:gd name="connsiteY3-612" fmla="*/ 2158745 h 2158745"/>
                <a:gd name="connsiteX4-613" fmla="*/ 394327 w 418794"/>
                <a:gd name="connsiteY4-614" fmla="*/ 2138024 h 2158745"/>
                <a:gd name="connsiteX5-615" fmla="*/ 206400 w 418794"/>
                <a:gd name="connsiteY5-616" fmla="*/ 1425320 h 2158745"/>
                <a:gd name="connsiteX6-617" fmla="*/ 348417 w 418794"/>
                <a:gd name="connsiteY6-618" fmla="*/ 660747 h 2158745"/>
                <a:gd name="connsiteX7-619" fmla="*/ 320700 w 418794"/>
                <a:gd name="connsiteY7-620" fmla="*/ 6095 h 2158745"/>
                <a:gd name="connsiteX8-621" fmla="*/ 146589 w 418794"/>
                <a:gd name="connsiteY8-622" fmla="*/ 0 h 2158745"/>
                <a:gd name="connsiteX0-623" fmla="*/ 136662 w 408867"/>
                <a:gd name="connsiteY0-624" fmla="*/ 0 h 2158745"/>
                <a:gd name="connsiteX1-625" fmla="*/ 169614 w 408867"/>
                <a:gd name="connsiteY1-626" fmla="*/ 653795 h 2158745"/>
                <a:gd name="connsiteX2-627" fmla="*/ 12880 w 408867"/>
                <a:gd name="connsiteY2-628" fmla="*/ 1463420 h 2158745"/>
                <a:gd name="connsiteX3-629" fmla="*/ 215523 w 408867"/>
                <a:gd name="connsiteY3-630" fmla="*/ 2158745 h 2158745"/>
                <a:gd name="connsiteX4-631" fmla="*/ 384400 w 408867"/>
                <a:gd name="connsiteY4-632" fmla="*/ 2138024 h 2158745"/>
                <a:gd name="connsiteX5-633" fmla="*/ 196473 w 408867"/>
                <a:gd name="connsiteY5-634" fmla="*/ 1425320 h 2158745"/>
                <a:gd name="connsiteX6-635" fmla="*/ 338490 w 408867"/>
                <a:gd name="connsiteY6-636" fmla="*/ 660747 h 2158745"/>
                <a:gd name="connsiteX7-637" fmla="*/ 310773 w 408867"/>
                <a:gd name="connsiteY7-638" fmla="*/ 6095 h 2158745"/>
                <a:gd name="connsiteX8-639" fmla="*/ 136662 w 408867"/>
                <a:gd name="connsiteY8-640" fmla="*/ 0 h 2158745"/>
                <a:gd name="connsiteX0-641" fmla="*/ 136662 w 408867"/>
                <a:gd name="connsiteY0-642" fmla="*/ 0 h 2158745"/>
                <a:gd name="connsiteX1-643" fmla="*/ 169614 w 408867"/>
                <a:gd name="connsiteY1-644" fmla="*/ 653795 h 2158745"/>
                <a:gd name="connsiteX2-645" fmla="*/ 12880 w 408867"/>
                <a:gd name="connsiteY2-646" fmla="*/ 1463420 h 2158745"/>
                <a:gd name="connsiteX3-647" fmla="*/ 215523 w 408867"/>
                <a:gd name="connsiteY3-648" fmla="*/ 2158745 h 2158745"/>
                <a:gd name="connsiteX4-649" fmla="*/ 384400 w 408867"/>
                <a:gd name="connsiteY4-650" fmla="*/ 2138024 h 2158745"/>
                <a:gd name="connsiteX5-651" fmla="*/ 196473 w 408867"/>
                <a:gd name="connsiteY5-652" fmla="*/ 1425320 h 2158745"/>
                <a:gd name="connsiteX6-653" fmla="*/ 338490 w 408867"/>
                <a:gd name="connsiteY6-654" fmla="*/ 660747 h 2158745"/>
                <a:gd name="connsiteX7-655" fmla="*/ 310773 w 408867"/>
                <a:gd name="connsiteY7-656" fmla="*/ 6095 h 2158745"/>
                <a:gd name="connsiteX8-657" fmla="*/ 136662 w 408867"/>
                <a:gd name="connsiteY8-658" fmla="*/ 0 h 2158745"/>
                <a:gd name="connsiteX0-659" fmla="*/ 136662 w 408867"/>
                <a:gd name="connsiteY0-660" fmla="*/ 0 h 2158745"/>
                <a:gd name="connsiteX1-661" fmla="*/ 169614 w 408867"/>
                <a:gd name="connsiteY1-662" fmla="*/ 653795 h 2158745"/>
                <a:gd name="connsiteX2-663" fmla="*/ 12880 w 408867"/>
                <a:gd name="connsiteY2-664" fmla="*/ 1463420 h 2158745"/>
                <a:gd name="connsiteX3-665" fmla="*/ 215523 w 408867"/>
                <a:gd name="connsiteY3-666" fmla="*/ 2158745 h 2158745"/>
                <a:gd name="connsiteX4-667" fmla="*/ 384400 w 408867"/>
                <a:gd name="connsiteY4-668" fmla="*/ 2138024 h 2158745"/>
                <a:gd name="connsiteX5-669" fmla="*/ 196473 w 408867"/>
                <a:gd name="connsiteY5-670" fmla="*/ 1425320 h 2158745"/>
                <a:gd name="connsiteX6-671" fmla="*/ 338490 w 408867"/>
                <a:gd name="connsiteY6-672" fmla="*/ 660747 h 2158745"/>
                <a:gd name="connsiteX7-673" fmla="*/ 310773 w 408867"/>
                <a:gd name="connsiteY7-674" fmla="*/ 6095 h 2158745"/>
                <a:gd name="connsiteX8-675" fmla="*/ 136662 w 408867"/>
                <a:gd name="connsiteY8-676" fmla="*/ 0 h 2158745"/>
                <a:gd name="connsiteX0-677" fmla="*/ 136662 w 408867"/>
                <a:gd name="connsiteY0-678" fmla="*/ 0 h 2158745"/>
                <a:gd name="connsiteX1-679" fmla="*/ 169614 w 408867"/>
                <a:gd name="connsiteY1-680" fmla="*/ 653795 h 2158745"/>
                <a:gd name="connsiteX2-681" fmla="*/ 12880 w 408867"/>
                <a:gd name="connsiteY2-682" fmla="*/ 1463420 h 2158745"/>
                <a:gd name="connsiteX3-683" fmla="*/ 215523 w 408867"/>
                <a:gd name="connsiteY3-684" fmla="*/ 2158745 h 2158745"/>
                <a:gd name="connsiteX4-685" fmla="*/ 384400 w 408867"/>
                <a:gd name="connsiteY4-686" fmla="*/ 2138024 h 2158745"/>
                <a:gd name="connsiteX5-687" fmla="*/ 192139 w 408867"/>
                <a:gd name="connsiteY5-688" fmla="*/ 1442655 h 2158745"/>
                <a:gd name="connsiteX6-689" fmla="*/ 338490 w 408867"/>
                <a:gd name="connsiteY6-690" fmla="*/ 660747 h 2158745"/>
                <a:gd name="connsiteX7-691" fmla="*/ 310773 w 408867"/>
                <a:gd name="connsiteY7-692" fmla="*/ 6095 h 2158745"/>
                <a:gd name="connsiteX8-693" fmla="*/ 136662 w 408867"/>
                <a:gd name="connsiteY8-694" fmla="*/ 0 h 2158745"/>
                <a:gd name="connsiteX0-695" fmla="*/ 136662 w 408867"/>
                <a:gd name="connsiteY0-696" fmla="*/ 0 h 2158745"/>
                <a:gd name="connsiteX1-697" fmla="*/ 169614 w 408867"/>
                <a:gd name="connsiteY1-698" fmla="*/ 653795 h 2158745"/>
                <a:gd name="connsiteX2-699" fmla="*/ 12880 w 408867"/>
                <a:gd name="connsiteY2-700" fmla="*/ 1463420 h 2158745"/>
                <a:gd name="connsiteX3-701" fmla="*/ 215523 w 408867"/>
                <a:gd name="connsiteY3-702" fmla="*/ 2158745 h 2158745"/>
                <a:gd name="connsiteX4-703" fmla="*/ 384400 w 408867"/>
                <a:gd name="connsiteY4-704" fmla="*/ 2138024 h 2158745"/>
                <a:gd name="connsiteX5-705" fmla="*/ 183472 w 408867"/>
                <a:gd name="connsiteY5-706" fmla="*/ 1464323 h 2158745"/>
                <a:gd name="connsiteX6-707" fmla="*/ 338490 w 408867"/>
                <a:gd name="connsiteY6-708" fmla="*/ 660747 h 2158745"/>
                <a:gd name="connsiteX7-709" fmla="*/ 310773 w 408867"/>
                <a:gd name="connsiteY7-710" fmla="*/ 6095 h 2158745"/>
                <a:gd name="connsiteX8-711" fmla="*/ 136662 w 408867"/>
                <a:gd name="connsiteY8-712" fmla="*/ 0 h 2158745"/>
                <a:gd name="connsiteX0-713" fmla="*/ 136662 w 408867"/>
                <a:gd name="connsiteY0-714" fmla="*/ 0 h 2158745"/>
                <a:gd name="connsiteX1-715" fmla="*/ 169614 w 408867"/>
                <a:gd name="connsiteY1-716" fmla="*/ 653795 h 2158745"/>
                <a:gd name="connsiteX2-717" fmla="*/ 12880 w 408867"/>
                <a:gd name="connsiteY2-718" fmla="*/ 1463420 h 2158745"/>
                <a:gd name="connsiteX3-719" fmla="*/ 215523 w 408867"/>
                <a:gd name="connsiteY3-720" fmla="*/ 2158745 h 2158745"/>
                <a:gd name="connsiteX4-721" fmla="*/ 384400 w 408867"/>
                <a:gd name="connsiteY4-722" fmla="*/ 2138024 h 2158745"/>
                <a:gd name="connsiteX5-723" fmla="*/ 183472 w 408867"/>
                <a:gd name="connsiteY5-724" fmla="*/ 1464323 h 2158745"/>
                <a:gd name="connsiteX6-725" fmla="*/ 338490 w 408867"/>
                <a:gd name="connsiteY6-726" fmla="*/ 660747 h 2158745"/>
                <a:gd name="connsiteX7-727" fmla="*/ 310773 w 408867"/>
                <a:gd name="connsiteY7-728" fmla="*/ 6095 h 2158745"/>
                <a:gd name="connsiteX8-729" fmla="*/ 136662 w 408867"/>
                <a:gd name="connsiteY8-730" fmla="*/ 0 h 21587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408867" h="2158745">
                  <a:moveTo>
                    <a:pt x="136662" y="0"/>
                  </a:moveTo>
                  <a:cubicBezTo>
                    <a:pt x="357106" y="423057"/>
                    <a:pt x="226524" y="447420"/>
                    <a:pt x="169614" y="653795"/>
                  </a:cubicBezTo>
                  <a:cubicBezTo>
                    <a:pt x="62476" y="928004"/>
                    <a:pt x="-35995" y="1228214"/>
                    <a:pt x="12880" y="1463420"/>
                  </a:cubicBezTo>
                  <a:cubicBezTo>
                    <a:pt x="90539" y="1695195"/>
                    <a:pt x="124862" y="1909635"/>
                    <a:pt x="215523" y="2158745"/>
                  </a:cubicBezTo>
                  <a:lnTo>
                    <a:pt x="384400" y="2138024"/>
                  </a:lnTo>
                  <a:cubicBezTo>
                    <a:pt x="291422" y="1891788"/>
                    <a:pt x="246114" y="1701891"/>
                    <a:pt x="183472" y="1464323"/>
                  </a:cubicBezTo>
                  <a:cubicBezTo>
                    <a:pt x="123916" y="1200798"/>
                    <a:pt x="220367" y="928605"/>
                    <a:pt x="338490" y="660747"/>
                  </a:cubicBezTo>
                  <a:cubicBezTo>
                    <a:pt x="409544" y="458878"/>
                    <a:pt x="463586" y="335791"/>
                    <a:pt x="310773" y="6095"/>
                  </a:cubicBezTo>
                  <a:lnTo>
                    <a:pt x="136662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8" name="Group 8"/>
            <p:cNvGrpSpPr/>
            <p:nvPr/>
          </p:nvGrpSpPr>
          <p:grpSpPr>
            <a:xfrm rot="15300000">
              <a:off x="8824481" y="3920674"/>
              <a:ext cx="840355" cy="1211053"/>
              <a:chOff x="967240" y="3289369"/>
              <a:chExt cx="1100200" cy="1585520"/>
            </a:xfrm>
          </p:grpSpPr>
          <p:sp>
            <p:nvSpPr>
              <p:cNvPr id="28" name="Freeform 3"/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Freeform 4"/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9" name="Freeform 13"/>
            <p:cNvSpPr/>
            <p:nvPr/>
          </p:nvSpPr>
          <p:spPr>
            <a:xfrm rot="4407011">
              <a:off x="10407640" y="2828708"/>
              <a:ext cx="312622" cy="880439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-1" fmla="*/ 550099 w 552481"/>
                <a:gd name="connsiteY0-2" fmla="*/ 0 h 1585520"/>
                <a:gd name="connsiteX1-3" fmla="*/ 550454 w 552481"/>
                <a:gd name="connsiteY1-4" fmla="*/ 236086 h 1585520"/>
                <a:gd name="connsiteX2-5" fmla="*/ 488816 w 552481"/>
                <a:gd name="connsiteY2-6" fmla="*/ 193543 h 1585520"/>
                <a:gd name="connsiteX3-7" fmla="*/ 550466 w 552481"/>
                <a:gd name="connsiteY3-8" fmla="*/ 244157 h 1585520"/>
                <a:gd name="connsiteX4-9" fmla="*/ 550735 w 552481"/>
                <a:gd name="connsiteY4-10" fmla="*/ 423083 h 1585520"/>
                <a:gd name="connsiteX5-11" fmla="*/ 440807 w 552481"/>
                <a:gd name="connsiteY5-12" fmla="*/ 347209 h 1585520"/>
                <a:gd name="connsiteX6-13" fmla="*/ 550756 w 552481"/>
                <a:gd name="connsiteY6-14" fmla="*/ 437477 h 1585520"/>
                <a:gd name="connsiteX7-15" fmla="*/ 551026 w 552481"/>
                <a:gd name="connsiteY7-16" fmla="*/ 616991 h 1585520"/>
                <a:gd name="connsiteX8-17" fmla="*/ 372197 w 552481"/>
                <a:gd name="connsiteY8-18" fmla="*/ 491984 h 1585520"/>
                <a:gd name="connsiteX9-19" fmla="*/ 551056 w 552481"/>
                <a:gd name="connsiteY9-20" fmla="*/ 637056 h 1585520"/>
                <a:gd name="connsiteX10-21" fmla="*/ 551331 w 552481"/>
                <a:gd name="connsiteY10-22" fmla="*/ 819782 h 1585520"/>
                <a:gd name="connsiteX11-23" fmla="*/ 270832 w 552481"/>
                <a:gd name="connsiteY11-24" fmla="*/ 619203 h 1585520"/>
                <a:gd name="connsiteX12-25" fmla="*/ 551364 w 552481"/>
                <a:gd name="connsiteY12-26" fmla="*/ 841805 h 1585520"/>
                <a:gd name="connsiteX13-27" fmla="*/ 551613 w 552481"/>
                <a:gd name="connsiteY13-28" fmla="*/ 1007603 h 1585520"/>
                <a:gd name="connsiteX14-29" fmla="*/ 184579 w 552481"/>
                <a:gd name="connsiteY14-30" fmla="*/ 741931 h 1585520"/>
                <a:gd name="connsiteX15-31" fmla="*/ 551646 w 552481"/>
                <a:gd name="connsiteY15-32" fmla="*/ 1029766 h 1585520"/>
                <a:gd name="connsiteX16-33" fmla="*/ 551910 w 552481"/>
                <a:gd name="connsiteY16-34" fmla="*/ 1205103 h 1585520"/>
                <a:gd name="connsiteX17-35" fmla="*/ 119129 w 552481"/>
                <a:gd name="connsiteY17-36" fmla="*/ 889458 h 1585520"/>
                <a:gd name="connsiteX18-37" fmla="*/ 551942 w 552481"/>
                <a:gd name="connsiteY18-38" fmla="*/ 1226335 h 1585520"/>
                <a:gd name="connsiteX19-39" fmla="*/ 552201 w 552481"/>
                <a:gd name="connsiteY19-40" fmla="*/ 1398749 h 1585520"/>
                <a:gd name="connsiteX20-41" fmla="*/ 184579 w 552481"/>
                <a:gd name="connsiteY20-42" fmla="*/ 1132651 h 1585520"/>
                <a:gd name="connsiteX21-43" fmla="*/ 509865 w 552481"/>
                <a:gd name="connsiteY21-44" fmla="*/ 1387661 h 1585520"/>
                <a:gd name="connsiteX22-45" fmla="*/ 552481 w 552481"/>
                <a:gd name="connsiteY22-46" fmla="*/ 1585328 h 1585520"/>
                <a:gd name="connsiteX23-47" fmla="*/ 103908 w 552481"/>
                <a:gd name="connsiteY23-48" fmla="*/ 1357263 h 1585520"/>
                <a:gd name="connsiteX24-49" fmla="*/ 550099 w 552481"/>
                <a:gd name="connsiteY24-50" fmla="*/ 0 h 1585520"/>
                <a:gd name="connsiteX0-51" fmla="*/ 550099 w 552481"/>
                <a:gd name="connsiteY0-52" fmla="*/ 0 h 1585520"/>
                <a:gd name="connsiteX1-53" fmla="*/ 550454 w 552481"/>
                <a:gd name="connsiteY1-54" fmla="*/ 236086 h 1585520"/>
                <a:gd name="connsiteX2-55" fmla="*/ 488816 w 552481"/>
                <a:gd name="connsiteY2-56" fmla="*/ 193543 h 1585520"/>
                <a:gd name="connsiteX3-57" fmla="*/ 550466 w 552481"/>
                <a:gd name="connsiteY3-58" fmla="*/ 244157 h 1585520"/>
                <a:gd name="connsiteX4-59" fmla="*/ 550735 w 552481"/>
                <a:gd name="connsiteY4-60" fmla="*/ 423083 h 1585520"/>
                <a:gd name="connsiteX5-61" fmla="*/ 440807 w 552481"/>
                <a:gd name="connsiteY5-62" fmla="*/ 347209 h 1585520"/>
                <a:gd name="connsiteX6-63" fmla="*/ 550756 w 552481"/>
                <a:gd name="connsiteY6-64" fmla="*/ 437477 h 1585520"/>
                <a:gd name="connsiteX7-65" fmla="*/ 551026 w 552481"/>
                <a:gd name="connsiteY7-66" fmla="*/ 616991 h 1585520"/>
                <a:gd name="connsiteX8-67" fmla="*/ 372197 w 552481"/>
                <a:gd name="connsiteY8-68" fmla="*/ 491984 h 1585520"/>
                <a:gd name="connsiteX9-69" fmla="*/ 551056 w 552481"/>
                <a:gd name="connsiteY9-70" fmla="*/ 637056 h 1585520"/>
                <a:gd name="connsiteX10-71" fmla="*/ 551331 w 552481"/>
                <a:gd name="connsiteY10-72" fmla="*/ 819782 h 1585520"/>
                <a:gd name="connsiteX11-73" fmla="*/ 270832 w 552481"/>
                <a:gd name="connsiteY11-74" fmla="*/ 619203 h 1585520"/>
                <a:gd name="connsiteX12-75" fmla="*/ 551364 w 552481"/>
                <a:gd name="connsiteY12-76" fmla="*/ 841805 h 1585520"/>
                <a:gd name="connsiteX13-77" fmla="*/ 551613 w 552481"/>
                <a:gd name="connsiteY13-78" fmla="*/ 1007603 h 1585520"/>
                <a:gd name="connsiteX14-79" fmla="*/ 184579 w 552481"/>
                <a:gd name="connsiteY14-80" fmla="*/ 741931 h 1585520"/>
                <a:gd name="connsiteX15-81" fmla="*/ 551646 w 552481"/>
                <a:gd name="connsiteY15-82" fmla="*/ 1029766 h 1585520"/>
                <a:gd name="connsiteX16-83" fmla="*/ 551910 w 552481"/>
                <a:gd name="connsiteY16-84" fmla="*/ 1205103 h 1585520"/>
                <a:gd name="connsiteX17-85" fmla="*/ 119129 w 552481"/>
                <a:gd name="connsiteY17-86" fmla="*/ 889458 h 1585520"/>
                <a:gd name="connsiteX18-87" fmla="*/ 551942 w 552481"/>
                <a:gd name="connsiteY18-88" fmla="*/ 1226335 h 1585520"/>
                <a:gd name="connsiteX19-89" fmla="*/ 519836 w 552481"/>
                <a:gd name="connsiteY19-90" fmla="*/ 1370630 h 1585520"/>
                <a:gd name="connsiteX20-91" fmla="*/ 184579 w 552481"/>
                <a:gd name="connsiteY20-92" fmla="*/ 1132651 h 1585520"/>
                <a:gd name="connsiteX21-93" fmla="*/ 509865 w 552481"/>
                <a:gd name="connsiteY21-94" fmla="*/ 1387661 h 1585520"/>
                <a:gd name="connsiteX22-95" fmla="*/ 552481 w 552481"/>
                <a:gd name="connsiteY22-96" fmla="*/ 1585328 h 1585520"/>
                <a:gd name="connsiteX23-97" fmla="*/ 103908 w 552481"/>
                <a:gd name="connsiteY23-98" fmla="*/ 1357263 h 1585520"/>
                <a:gd name="connsiteX24-99" fmla="*/ 550099 w 552481"/>
                <a:gd name="connsiteY24-100" fmla="*/ 0 h 1585520"/>
                <a:gd name="connsiteX0-101" fmla="*/ 550099 w 552481"/>
                <a:gd name="connsiteY0-102" fmla="*/ 0 h 1585520"/>
                <a:gd name="connsiteX1-103" fmla="*/ 550454 w 552481"/>
                <a:gd name="connsiteY1-104" fmla="*/ 236086 h 1585520"/>
                <a:gd name="connsiteX2-105" fmla="*/ 488816 w 552481"/>
                <a:gd name="connsiteY2-106" fmla="*/ 193543 h 1585520"/>
                <a:gd name="connsiteX3-107" fmla="*/ 550466 w 552481"/>
                <a:gd name="connsiteY3-108" fmla="*/ 244157 h 1585520"/>
                <a:gd name="connsiteX4-109" fmla="*/ 550735 w 552481"/>
                <a:gd name="connsiteY4-110" fmla="*/ 423083 h 1585520"/>
                <a:gd name="connsiteX5-111" fmla="*/ 440807 w 552481"/>
                <a:gd name="connsiteY5-112" fmla="*/ 347209 h 1585520"/>
                <a:gd name="connsiteX6-113" fmla="*/ 550756 w 552481"/>
                <a:gd name="connsiteY6-114" fmla="*/ 437477 h 1585520"/>
                <a:gd name="connsiteX7-115" fmla="*/ 551026 w 552481"/>
                <a:gd name="connsiteY7-116" fmla="*/ 616991 h 1585520"/>
                <a:gd name="connsiteX8-117" fmla="*/ 372197 w 552481"/>
                <a:gd name="connsiteY8-118" fmla="*/ 491984 h 1585520"/>
                <a:gd name="connsiteX9-119" fmla="*/ 551056 w 552481"/>
                <a:gd name="connsiteY9-120" fmla="*/ 637056 h 1585520"/>
                <a:gd name="connsiteX10-121" fmla="*/ 551331 w 552481"/>
                <a:gd name="connsiteY10-122" fmla="*/ 819782 h 1585520"/>
                <a:gd name="connsiteX11-123" fmla="*/ 270832 w 552481"/>
                <a:gd name="connsiteY11-124" fmla="*/ 619203 h 1585520"/>
                <a:gd name="connsiteX12-125" fmla="*/ 551364 w 552481"/>
                <a:gd name="connsiteY12-126" fmla="*/ 841805 h 1585520"/>
                <a:gd name="connsiteX13-127" fmla="*/ 551613 w 552481"/>
                <a:gd name="connsiteY13-128" fmla="*/ 1007603 h 1585520"/>
                <a:gd name="connsiteX14-129" fmla="*/ 184579 w 552481"/>
                <a:gd name="connsiteY14-130" fmla="*/ 741931 h 1585520"/>
                <a:gd name="connsiteX15-131" fmla="*/ 551646 w 552481"/>
                <a:gd name="connsiteY15-132" fmla="*/ 1029766 h 1585520"/>
                <a:gd name="connsiteX16-133" fmla="*/ 551910 w 552481"/>
                <a:gd name="connsiteY16-134" fmla="*/ 1205103 h 1585520"/>
                <a:gd name="connsiteX17-135" fmla="*/ 119129 w 552481"/>
                <a:gd name="connsiteY17-136" fmla="*/ 889458 h 1585520"/>
                <a:gd name="connsiteX18-137" fmla="*/ 504472 w 552481"/>
                <a:gd name="connsiteY18-138" fmla="*/ 1198018 h 1585520"/>
                <a:gd name="connsiteX19-139" fmla="*/ 519836 w 552481"/>
                <a:gd name="connsiteY19-140" fmla="*/ 1370630 h 1585520"/>
                <a:gd name="connsiteX20-141" fmla="*/ 184579 w 552481"/>
                <a:gd name="connsiteY20-142" fmla="*/ 1132651 h 1585520"/>
                <a:gd name="connsiteX21-143" fmla="*/ 509865 w 552481"/>
                <a:gd name="connsiteY21-144" fmla="*/ 1387661 h 1585520"/>
                <a:gd name="connsiteX22-145" fmla="*/ 552481 w 552481"/>
                <a:gd name="connsiteY22-146" fmla="*/ 1585328 h 1585520"/>
                <a:gd name="connsiteX23-147" fmla="*/ 103908 w 552481"/>
                <a:gd name="connsiteY23-148" fmla="*/ 1357263 h 1585520"/>
                <a:gd name="connsiteX24-149" fmla="*/ 550099 w 552481"/>
                <a:gd name="connsiteY24-150" fmla="*/ 0 h 1585520"/>
                <a:gd name="connsiteX0-151" fmla="*/ 550099 w 552481"/>
                <a:gd name="connsiteY0-152" fmla="*/ 0 h 1585520"/>
                <a:gd name="connsiteX1-153" fmla="*/ 550454 w 552481"/>
                <a:gd name="connsiteY1-154" fmla="*/ 236086 h 1585520"/>
                <a:gd name="connsiteX2-155" fmla="*/ 488816 w 552481"/>
                <a:gd name="connsiteY2-156" fmla="*/ 193543 h 1585520"/>
                <a:gd name="connsiteX3-157" fmla="*/ 550466 w 552481"/>
                <a:gd name="connsiteY3-158" fmla="*/ 244157 h 1585520"/>
                <a:gd name="connsiteX4-159" fmla="*/ 550735 w 552481"/>
                <a:gd name="connsiteY4-160" fmla="*/ 423083 h 1585520"/>
                <a:gd name="connsiteX5-161" fmla="*/ 440807 w 552481"/>
                <a:gd name="connsiteY5-162" fmla="*/ 347209 h 1585520"/>
                <a:gd name="connsiteX6-163" fmla="*/ 550756 w 552481"/>
                <a:gd name="connsiteY6-164" fmla="*/ 437477 h 1585520"/>
                <a:gd name="connsiteX7-165" fmla="*/ 551026 w 552481"/>
                <a:gd name="connsiteY7-166" fmla="*/ 616991 h 1585520"/>
                <a:gd name="connsiteX8-167" fmla="*/ 372197 w 552481"/>
                <a:gd name="connsiteY8-168" fmla="*/ 491984 h 1585520"/>
                <a:gd name="connsiteX9-169" fmla="*/ 551056 w 552481"/>
                <a:gd name="connsiteY9-170" fmla="*/ 637056 h 1585520"/>
                <a:gd name="connsiteX10-171" fmla="*/ 551331 w 552481"/>
                <a:gd name="connsiteY10-172" fmla="*/ 819782 h 1585520"/>
                <a:gd name="connsiteX11-173" fmla="*/ 270832 w 552481"/>
                <a:gd name="connsiteY11-174" fmla="*/ 619203 h 1585520"/>
                <a:gd name="connsiteX12-175" fmla="*/ 551364 w 552481"/>
                <a:gd name="connsiteY12-176" fmla="*/ 841805 h 1585520"/>
                <a:gd name="connsiteX13-177" fmla="*/ 551613 w 552481"/>
                <a:gd name="connsiteY13-178" fmla="*/ 1007603 h 1585520"/>
                <a:gd name="connsiteX14-179" fmla="*/ 184579 w 552481"/>
                <a:gd name="connsiteY14-180" fmla="*/ 741931 h 1585520"/>
                <a:gd name="connsiteX15-181" fmla="*/ 551646 w 552481"/>
                <a:gd name="connsiteY15-182" fmla="*/ 1029766 h 1585520"/>
                <a:gd name="connsiteX16-183" fmla="*/ 507056 w 552481"/>
                <a:gd name="connsiteY16-184" fmla="*/ 1169267 h 1585520"/>
                <a:gd name="connsiteX17-185" fmla="*/ 119129 w 552481"/>
                <a:gd name="connsiteY17-186" fmla="*/ 889458 h 1585520"/>
                <a:gd name="connsiteX18-187" fmla="*/ 504472 w 552481"/>
                <a:gd name="connsiteY18-188" fmla="*/ 1198018 h 1585520"/>
                <a:gd name="connsiteX19-189" fmla="*/ 519836 w 552481"/>
                <a:gd name="connsiteY19-190" fmla="*/ 1370630 h 1585520"/>
                <a:gd name="connsiteX20-191" fmla="*/ 184579 w 552481"/>
                <a:gd name="connsiteY20-192" fmla="*/ 1132651 h 1585520"/>
                <a:gd name="connsiteX21-193" fmla="*/ 509865 w 552481"/>
                <a:gd name="connsiteY21-194" fmla="*/ 1387661 h 1585520"/>
                <a:gd name="connsiteX22-195" fmla="*/ 552481 w 552481"/>
                <a:gd name="connsiteY22-196" fmla="*/ 1585328 h 1585520"/>
                <a:gd name="connsiteX23-197" fmla="*/ 103908 w 552481"/>
                <a:gd name="connsiteY23-198" fmla="*/ 1357263 h 1585520"/>
                <a:gd name="connsiteX24-199" fmla="*/ 550099 w 552481"/>
                <a:gd name="connsiteY24-200" fmla="*/ 0 h 1585520"/>
                <a:gd name="connsiteX0-201" fmla="*/ 550099 w 552481"/>
                <a:gd name="connsiteY0-202" fmla="*/ 0 h 1585520"/>
                <a:gd name="connsiteX1-203" fmla="*/ 550454 w 552481"/>
                <a:gd name="connsiteY1-204" fmla="*/ 236086 h 1585520"/>
                <a:gd name="connsiteX2-205" fmla="*/ 488816 w 552481"/>
                <a:gd name="connsiteY2-206" fmla="*/ 193543 h 1585520"/>
                <a:gd name="connsiteX3-207" fmla="*/ 550466 w 552481"/>
                <a:gd name="connsiteY3-208" fmla="*/ 244157 h 1585520"/>
                <a:gd name="connsiteX4-209" fmla="*/ 550735 w 552481"/>
                <a:gd name="connsiteY4-210" fmla="*/ 423083 h 1585520"/>
                <a:gd name="connsiteX5-211" fmla="*/ 440807 w 552481"/>
                <a:gd name="connsiteY5-212" fmla="*/ 347209 h 1585520"/>
                <a:gd name="connsiteX6-213" fmla="*/ 550756 w 552481"/>
                <a:gd name="connsiteY6-214" fmla="*/ 437477 h 1585520"/>
                <a:gd name="connsiteX7-215" fmla="*/ 551026 w 552481"/>
                <a:gd name="connsiteY7-216" fmla="*/ 616991 h 1585520"/>
                <a:gd name="connsiteX8-217" fmla="*/ 372197 w 552481"/>
                <a:gd name="connsiteY8-218" fmla="*/ 491984 h 1585520"/>
                <a:gd name="connsiteX9-219" fmla="*/ 551056 w 552481"/>
                <a:gd name="connsiteY9-220" fmla="*/ 637056 h 1585520"/>
                <a:gd name="connsiteX10-221" fmla="*/ 551331 w 552481"/>
                <a:gd name="connsiteY10-222" fmla="*/ 819782 h 1585520"/>
                <a:gd name="connsiteX11-223" fmla="*/ 270832 w 552481"/>
                <a:gd name="connsiteY11-224" fmla="*/ 619203 h 1585520"/>
                <a:gd name="connsiteX12-225" fmla="*/ 551364 w 552481"/>
                <a:gd name="connsiteY12-226" fmla="*/ 841805 h 1585520"/>
                <a:gd name="connsiteX13-227" fmla="*/ 551613 w 552481"/>
                <a:gd name="connsiteY13-228" fmla="*/ 1007603 h 1585520"/>
                <a:gd name="connsiteX14-229" fmla="*/ 184579 w 552481"/>
                <a:gd name="connsiteY14-230" fmla="*/ 741931 h 1585520"/>
                <a:gd name="connsiteX15-231" fmla="*/ 521700 w 552481"/>
                <a:gd name="connsiteY15-232" fmla="*/ 1009232 h 1585520"/>
                <a:gd name="connsiteX16-233" fmla="*/ 507056 w 552481"/>
                <a:gd name="connsiteY16-234" fmla="*/ 1169267 h 1585520"/>
                <a:gd name="connsiteX17-235" fmla="*/ 119129 w 552481"/>
                <a:gd name="connsiteY17-236" fmla="*/ 889458 h 1585520"/>
                <a:gd name="connsiteX18-237" fmla="*/ 504472 w 552481"/>
                <a:gd name="connsiteY18-238" fmla="*/ 1198018 h 1585520"/>
                <a:gd name="connsiteX19-239" fmla="*/ 519836 w 552481"/>
                <a:gd name="connsiteY19-240" fmla="*/ 1370630 h 1585520"/>
                <a:gd name="connsiteX20-241" fmla="*/ 184579 w 552481"/>
                <a:gd name="connsiteY20-242" fmla="*/ 1132651 h 1585520"/>
                <a:gd name="connsiteX21-243" fmla="*/ 509865 w 552481"/>
                <a:gd name="connsiteY21-244" fmla="*/ 1387661 h 1585520"/>
                <a:gd name="connsiteX22-245" fmla="*/ 552481 w 552481"/>
                <a:gd name="connsiteY22-246" fmla="*/ 1585328 h 1585520"/>
                <a:gd name="connsiteX23-247" fmla="*/ 103908 w 552481"/>
                <a:gd name="connsiteY23-248" fmla="*/ 1357263 h 1585520"/>
                <a:gd name="connsiteX24-249" fmla="*/ 550099 w 552481"/>
                <a:gd name="connsiteY24-250" fmla="*/ 0 h 1585520"/>
                <a:gd name="connsiteX0-251" fmla="*/ 550099 w 552481"/>
                <a:gd name="connsiteY0-252" fmla="*/ 0 h 1585520"/>
                <a:gd name="connsiteX1-253" fmla="*/ 550454 w 552481"/>
                <a:gd name="connsiteY1-254" fmla="*/ 236086 h 1585520"/>
                <a:gd name="connsiteX2-255" fmla="*/ 488816 w 552481"/>
                <a:gd name="connsiteY2-256" fmla="*/ 193543 h 1585520"/>
                <a:gd name="connsiteX3-257" fmla="*/ 550466 w 552481"/>
                <a:gd name="connsiteY3-258" fmla="*/ 244157 h 1585520"/>
                <a:gd name="connsiteX4-259" fmla="*/ 550735 w 552481"/>
                <a:gd name="connsiteY4-260" fmla="*/ 423083 h 1585520"/>
                <a:gd name="connsiteX5-261" fmla="*/ 440807 w 552481"/>
                <a:gd name="connsiteY5-262" fmla="*/ 347209 h 1585520"/>
                <a:gd name="connsiteX6-263" fmla="*/ 550756 w 552481"/>
                <a:gd name="connsiteY6-264" fmla="*/ 437477 h 1585520"/>
                <a:gd name="connsiteX7-265" fmla="*/ 551026 w 552481"/>
                <a:gd name="connsiteY7-266" fmla="*/ 616991 h 1585520"/>
                <a:gd name="connsiteX8-267" fmla="*/ 372197 w 552481"/>
                <a:gd name="connsiteY8-268" fmla="*/ 491984 h 1585520"/>
                <a:gd name="connsiteX9-269" fmla="*/ 551056 w 552481"/>
                <a:gd name="connsiteY9-270" fmla="*/ 637056 h 1585520"/>
                <a:gd name="connsiteX10-271" fmla="*/ 551331 w 552481"/>
                <a:gd name="connsiteY10-272" fmla="*/ 819782 h 1585520"/>
                <a:gd name="connsiteX11-273" fmla="*/ 270832 w 552481"/>
                <a:gd name="connsiteY11-274" fmla="*/ 619203 h 1585520"/>
                <a:gd name="connsiteX12-275" fmla="*/ 551364 w 552481"/>
                <a:gd name="connsiteY12-276" fmla="*/ 841805 h 1585520"/>
                <a:gd name="connsiteX13-277" fmla="*/ 534221 w 552481"/>
                <a:gd name="connsiteY13-278" fmla="*/ 989751 h 1585520"/>
                <a:gd name="connsiteX14-279" fmla="*/ 184579 w 552481"/>
                <a:gd name="connsiteY14-280" fmla="*/ 741931 h 1585520"/>
                <a:gd name="connsiteX15-281" fmla="*/ 521700 w 552481"/>
                <a:gd name="connsiteY15-282" fmla="*/ 1009232 h 1585520"/>
                <a:gd name="connsiteX16-283" fmla="*/ 507056 w 552481"/>
                <a:gd name="connsiteY16-284" fmla="*/ 1169267 h 1585520"/>
                <a:gd name="connsiteX17-285" fmla="*/ 119129 w 552481"/>
                <a:gd name="connsiteY17-286" fmla="*/ 889458 h 1585520"/>
                <a:gd name="connsiteX18-287" fmla="*/ 504472 w 552481"/>
                <a:gd name="connsiteY18-288" fmla="*/ 1198018 h 1585520"/>
                <a:gd name="connsiteX19-289" fmla="*/ 519836 w 552481"/>
                <a:gd name="connsiteY19-290" fmla="*/ 1370630 h 1585520"/>
                <a:gd name="connsiteX20-291" fmla="*/ 184579 w 552481"/>
                <a:gd name="connsiteY20-292" fmla="*/ 1132651 h 1585520"/>
                <a:gd name="connsiteX21-293" fmla="*/ 509865 w 552481"/>
                <a:gd name="connsiteY21-294" fmla="*/ 1387661 h 1585520"/>
                <a:gd name="connsiteX22-295" fmla="*/ 552481 w 552481"/>
                <a:gd name="connsiteY22-296" fmla="*/ 1585328 h 1585520"/>
                <a:gd name="connsiteX23-297" fmla="*/ 103908 w 552481"/>
                <a:gd name="connsiteY23-298" fmla="*/ 1357263 h 1585520"/>
                <a:gd name="connsiteX24-299" fmla="*/ 550099 w 552481"/>
                <a:gd name="connsiteY24-300" fmla="*/ 0 h 1585520"/>
                <a:gd name="connsiteX0-301" fmla="*/ 550099 w 552481"/>
                <a:gd name="connsiteY0-302" fmla="*/ 0 h 1585520"/>
                <a:gd name="connsiteX1-303" fmla="*/ 550454 w 552481"/>
                <a:gd name="connsiteY1-304" fmla="*/ 236086 h 1585520"/>
                <a:gd name="connsiteX2-305" fmla="*/ 488816 w 552481"/>
                <a:gd name="connsiteY2-306" fmla="*/ 193543 h 1585520"/>
                <a:gd name="connsiteX3-307" fmla="*/ 550466 w 552481"/>
                <a:gd name="connsiteY3-308" fmla="*/ 244157 h 1585520"/>
                <a:gd name="connsiteX4-309" fmla="*/ 550735 w 552481"/>
                <a:gd name="connsiteY4-310" fmla="*/ 423083 h 1585520"/>
                <a:gd name="connsiteX5-311" fmla="*/ 440807 w 552481"/>
                <a:gd name="connsiteY5-312" fmla="*/ 347209 h 1585520"/>
                <a:gd name="connsiteX6-313" fmla="*/ 550756 w 552481"/>
                <a:gd name="connsiteY6-314" fmla="*/ 437477 h 1585520"/>
                <a:gd name="connsiteX7-315" fmla="*/ 551026 w 552481"/>
                <a:gd name="connsiteY7-316" fmla="*/ 616991 h 1585520"/>
                <a:gd name="connsiteX8-317" fmla="*/ 372197 w 552481"/>
                <a:gd name="connsiteY8-318" fmla="*/ 491984 h 1585520"/>
                <a:gd name="connsiteX9-319" fmla="*/ 551056 w 552481"/>
                <a:gd name="connsiteY9-320" fmla="*/ 637056 h 1585520"/>
                <a:gd name="connsiteX10-321" fmla="*/ 551331 w 552481"/>
                <a:gd name="connsiteY10-322" fmla="*/ 819782 h 1585520"/>
                <a:gd name="connsiteX11-323" fmla="*/ 270832 w 552481"/>
                <a:gd name="connsiteY11-324" fmla="*/ 619203 h 1585520"/>
                <a:gd name="connsiteX12-325" fmla="*/ 501344 w 552481"/>
                <a:gd name="connsiteY12-326" fmla="*/ 815973 h 1585520"/>
                <a:gd name="connsiteX13-327" fmla="*/ 534221 w 552481"/>
                <a:gd name="connsiteY13-328" fmla="*/ 989751 h 1585520"/>
                <a:gd name="connsiteX14-329" fmla="*/ 184579 w 552481"/>
                <a:gd name="connsiteY14-330" fmla="*/ 741931 h 1585520"/>
                <a:gd name="connsiteX15-331" fmla="*/ 521700 w 552481"/>
                <a:gd name="connsiteY15-332" fmla="*/ 1009232 h 1585520"/>
                <a:gd name="connsiteX16-333" fmla="*/ 507056 w 552481"/>
                <a:gd name="connsiteY16-334" fmla="*/ 1169267 h 1585520"/>
                <a:gd name="connsiteX17-335" fmla="*/ 119129 w 552481"/>
                <a:gd name="connsiteY17-336" fmla="*/ 889458 h 1585520"/>
                <a:gd name="connsiteX18-337" fmla="*/ 504472 w 552481"/>
                <a:gd name="connsiteY18-338" fmla="*/ 1198018 h 1585520"/>
                <a:gd name="connsiteX19-339" fmla="*/ 519836 w 552481"/>
                <a:gd name="connsiteY19-340" fmla="*/ 1370630 h 1585520"/>
                <a:gd name="connsiteX20-341" fmla="*/ 184579 w 552481"/>
                <a:gd name="connsiteY20-342" fmla="*/ 1132651 h 1585520"/>
                <a:gd name="connsiteX21-343" fmla="*/ 509865 w 552481"/>
                <a:gd name="connsiteY21-344" fmla="*/ 1387661 h 1585520"/>
                <a:gd name="connsiteX22-345" fmla="*/ 552481 w 552481"/>
                <a:gd name="connsiteY22-346" fmla="*/ 1585328 h 1585520"/>
                <a:gd name="connsiteX23-347" fmla="*/ 103908 w 552481"/>
                <a:gd name="connsiteY23-348" fmla="*/ 1357263 h 1585520"/>
                <a:gd name="connsiteX24-349" fmla="*/ 550099 w 552481"/>
                <a:gd name="connsiteY24-350" fmla="*/ 0 h 1585520"/>
                <a:gd name="connsiteX0-351" fmla="*/ 550099 w 552481"/>
                <a:gd name="connsiteY0-352" fmla="*/ 0 h 1585520"/>
                <a:gd name="connsiteX1-353" fmla="*/ 550454 w 552481"/>
                <a:gd name="connsiteY1-354" fmla="*/ 236086 h 1585520"/>
                <a:gd name="connsiteX2-355" fmla="*/ 488816 w 552481"/>
                <a:gd name="connsiteY2-356" fmla="*/ 193543 h 1585520"/>
                <a:gd name="connsiteX3-357" fmla="*/ 550466 w 552481"/>
                <a:gd name="connsiteY3-358" fmla="*/ 244157 h 1585520"/>
                <a:gd name="connsiteX4-359" fmla="*/ 550735 w 552481"/>
                <a:gd name="connsiteY4-360" fmla="*/ 423083 h 1585520"/>
                <a:gd name="connsiteX5-361" fmla="*/ 440807 w 552481"/>
                <a:gd name="connsiteY5-362" fmla="*/ 347209 h 1585520"/>
                <a:gd name="connsiteX6-363" fmla="*/ 550756 w 552481"/>
                <a:gd name="connsiteY6-364" fmla="*/ 437477 h 1585520"/>
                <a:gd name="connsiteX7-365" fmla="*/ 551026 w 552481"/>
                <a:gd name="connsiteY7-366" fmla="*/ 616991 h 1585520"/>
                <a:gd name="connsiteX8-367" fmla="*/ 372197 w 552481"/>
                <a:gd name="connsiteY8-368" fmla="*/ 491984 h 1585520"/>
                <a:gd name="connsiteX9-369" fmla="*/ 551056 w 552481"/>
                <a:gd name="connsiteY9-370" fmla="*/ 637056 h 1585520"/>
                <a:gd name="connsiteX10-371" fmla="*/ 508896 w 552481"/>
                <a:gd name="connsiteY10-372" fmla="*/ 791532 h 1585520"/>
                <a:gd name="connsiteX11-373" fmla="*/ 270832 w 552481"/>
                <a:gd name="connsiteY11-374" fmla="*/ 619203 h 1585520"/>
                <a:gd name="connsiteX12-375" fmla="*/ 501344 w 552481"/>
                <a:gd name="connsiteY12-376" fmla="*/ 815973 h 1585520"/>
                <a:gd name="connsiteX13-377" fmla="*/ 534221 w 552481"/>
                <a:gd name="connsiteY13-378" fmla="*/ 989751 h 1585520"/>
                <a:gd name="connsiteX14-379" fmla="*/ 184579 w 552481"/>
                <a:gd name="connsiteY14-380" fmla="*/ 741931 h 1585520"/>
                <a:gd name="connsiteX15-381" fmla="*/ 521700 w 552481"/>
                <a:gd name="connsiteY15-382" fmla="*/ 1009232 h 1585520"/>
                <a:gd name="connsiteX16-383" fmla="*/ 507056 w 552481"/>
                <a:gd name="connsiteY16-384" fmla="*/ 1169267 h 1585520"/>
                <a:gd name="connsiteX17-385" fmla="*/ 119129 w 552481"/>
                <a:gd name="connsiteY17-386" fmla="*/ 889458 h 1585520"/>
                <a:gd name="connsiteX18-387" fmla="*/ 504472 w 552481"/>
                <a:gd name="connsiteY18-388" fmla="*/ 1198018 h 1585520"/>
                <a:gd name="connsiteX19-389" fmla="*/ 519836 w 552481"/>
                <a:gd name="connsiteY19-390" fmla="*/ 1370630 h 1585520"/>
                <a:gd name="connsiteX20-391" fmla="*/ 184579 w 552481"/>
                <a:gd name="connsiteY20-392" fmla="*/ 1132651 h 1585520"/>
                <a:gd name="connsiteX21-393" fmla="*/ 509865 w 552481"/>
                <a:gd name="connsiteY21-394" fmla="*/ 1387661 h 1585520"/>
                <a:gd name="connsiteX22-395" fmla="*/ 552481 w 552481"/>
                <a:gd name="connsiteY22-396" fmla="*/ 1585328 h 1585520"/>
                <a:gd name="connsiteX23-397" fmla="*/ 103908 w 552481"/>
                <a:gd name="connsiteY23-398" fmla="*/ 1357263 h 1585520"/>
                <a:gd name="connsiteX24-399" fmla="*/ 550099 w 552481"/>
                <a:gd name="connsiteY24-400" fmla="*/ 0 h 1585520"/>
                <a:gd name="connsiteX0-401" fmla="*/ 550099 w 552481"/>
                <a:gd name="connsiteY0-402" fmla="*/ 0 h 1585520"/>
                <a:gd name="connsiteX1-403" fmla="*/ 550454 w 552481"/>
                <a:gd name="connsiteY1-404" fmla="*/ 236086 h 1585520"/>
                <a:gd name="connsiteX2-405" fmla="*/ 488816 w 552481"/>
                <a:gd name="connsiteY2-406" fmla="*/ 193543 h 1585520"/>
                <a:gd name="connsiteX3-407" fmla="*/ 550466 w 552481"/>
                <a:gd name="connsiteY3-408" fmla="*/ 244157 h 1585520"/>
                <a:gd name="connsiteX4-409" fmla="*/ 550735 w 552481"/>
                <a:gd name="connsiteY4-410" fmla="*/ 423083 h 1585520"/>
                <a:gd name="connsiteX5-411" fmla="*/ 440807 w 552481"/>
                <a:gd name="connsiteY5-412" fmla="*/ 347209 h 1585520"/>
                <a:gd name="connsiteX6-413" fmla="*/ 550756 w 552481"/>
                <a:gd name="connsiteY6-414" fmla="*/ 437477 h 1585520"/>
                <a:gd name="connsiteX7-415" fmla="*/ 551026 w 552481"/>
                <a:gd name="connsiteY7-416" fmla="*/ 616991 h 1585520"/>
                <a:gd name="connsiteX8-417" fmla="*/ 372197 w 552481"/>
                <a:gd name="connsiteY8-418" fmla="*/ 491984 h 1585520"/>
                <a:gd name="connsiteX9-419" fmla="*/ 521176 w 552481"/>
                <a:gd name="connsiteY9-420" fmla="*/ 611487 h 1585520"/>
                <a:gd name="connsiteX10-421" fmla="*/ 508896 w 552481"/>
                <a:gd name="connsiteY10-422" fmla="*/ 791532 h 1585520"/>
                <a:gd name="connsiteX11-423" fmla="*/ 270832 w 552481"/>
                <a:gd name="connsiteY11-424" fmla="*/ 619203 h 1585520"/>
                <a:gd name="connsiteX12-425" fmla="*/ 501344 w 552481"/>
                <a:gd name="connsiteY12-426" fmla="*/ 815973 h 1585520"/>
                <a:gd name="connsiteX13-427" fmla="*/ 534221 w 552481"/>
                <a:gd name="connsiteY13-428" fmla="*/ 989751 h 1585520"/>
                <a:gd name="connsiteX14-429" fmla="*/ 184579 w 552481"/>
                <a:gd name="connsiteY14-430" fmla="*/ 741931 h 1585520"/>
                <a:gd name="connsiteX15-431" fmla="*/ 521700 w 552481"/>
                <a:gd name="connsiteY15-432" fmla="*/ 1009232 h 1585520"/>
                <a:gd name="connsiteX16-433" fmla="*/ 507056 w 552481"/>
                <a:gd name="connsiteY16-434" fmla="*/ 1169267 h 1585520"/>
                <a:gd name="connsiteX17-435" fmla="*/ 119129 w 552481"/>
                <a:gd name="connsiteY17-436" fmla="*/ 889458 h 1585520"/>
                <a:gd name="connsiteX18-437" fmla="*/ 504472 w 552481"/>
                <a:gd name="connsiteY18-438" fmla="*/ 1198018 h 1585520"/>
                <a:gd name="connsiteX19-439" fmla="*/ 519836 w 552481"/>
                <a:gd name="connsiteY19-440" fmla="*/ 1370630 h 1585520"/>
                <a:gd name="connsiteX20-441" fmla="*/ 184579 w 552481"/>
                <a:gd name="connsiteY20-442" fmla="*/ 1132651 h 1585520"/>
                <a:gd name="connsiteX21-443" fmla="*/ 509865 w 552481"/>
                <a:gd name="connsiteY21-444" fmla="*/ 1387661 h 1585520"/>
                <a:gd name="connsiteX22-445" fmla="*/ 552481 w 552481"/>
                <a:gd name="connsiteY22-446" fmla="*/ 1585328 h 1585520"/>
                <a:gd name="connsiteX23-447" fmla="*/ 103908 w 552481"/>
                <a:gd name="connsiteY23-448" fmla="*/ 1357263 h 1585520"/>
                <a:gd name="connsiteX24-449" fmla="*/ 550099 w 552481"/>
                <a:gd name="connsiteY24-450" fmla="*/ 0 h 1585520"/>
                <a:gd name="connsiteX0-451" fmla="*/ 550099 w 552481"/>
                <a:gd name="connsiteY0-452" fmla="*/ 0 h 1585520"/>
                <a:gd name="connsiteX1-453" fmla="*/ 550454 w 552481"/>
                <a:gd name="connsiteY1-454" fmla="*/ 236086 h 1585520"/>
                <a:gd name="connsiteX2-455" fmla="*/ 488816 w 552481"/>
                <a:gd name="connsiteY2-456" fmla="*/ 193543 h 1585520"/>
                <a:gd name="connsiteX3-457" fmla="*/ 550466 w 552481"/>
                <a:gd name="connsiteY3-458" fmla="*/ 244157 h 1585520"/>
                <a:gd name="connsiteX4-459" fmla="*/ 550735 w 552481"/>
                <a:gd name="connsiteY4-460" fmla="*/ 423083 h 1585520"/>
                <a:gd name="connsiteX5-461" fmla="*/ 440807 w 552481"/>
                <a:gd name="connsiteY5-462" fmla="*/ 347209 h 1585520"/>
                <a:gd name="connsiteX6-463" fmla="*/ 550756 w 552481"/>
                <a:gd name="connsiteY6-464" fmla="*/ 437477 h 1585520"/>
                <a:gd name="connsiteX7-465" fmla="*/ 523630 w 552481"/>
                <a:gd name="connsiteY7-466" fmla="*/ 593972 h 1585520"/>
                <a:gd name="connsiteX8-467" fmla="*/ 372197 w 552481"/>
                <a:gd name="connsiteY8-468" fmla="*/ 491984 h 1585520"/>
                <a:gd name="connsiteX9-469" fmla="*/ 521176 w 552481"/>
                <a:gd name="connsiteY9-470" fmla="*/ 611487 h 1585520"/>
                <a:gd name="connsiteX10-471" fmla="*/ 508896 w 552481"/>
                <a:gd name="connsiteY10-472" fmla="*/ 791532 h 1585520"/>
                <a:gd name="connsiteX11-473" fmla="*/ 270832 w 552481"/>
                <a:gd name="connsiteY11-474" fmla="*/ 619203 h 1585520"/>
                <a:gd name="connsiteX12-475" fmla="*/ 501344 w 552481"/>
                <a:gd name="connsiteY12-476" fmla="*/ 815973 h 1585520"/>
                <a:gd name="connsiteX13-477" fmla="*/ 534221 w 552481"/>
                <a:gd name="connsiteY13-478" fmla="*/ 989751 h 1585520"/>
                <a:gd name="connsiteX14-479" fmla="*/ 184579 w 552481"/>
                <a:gd name="connsiteY14-480" fmla="*/ 741931 h 1585520"/>
                <a:gd name="connsiteX15-481" fmla="*/ 521700 w 552481"/>
                <a:gd name="connsiteY15-482" fmla="*/ 1009232 h 1585520"/>
                <a:gd name="connsiteX16-483" fmla="*/ 507056 w 552481"/>
                <a:gd name="connsiteY16-484" fmla="*/ 1169267 h 1585520"/>
                <a:gd name="connsiteX17-485" fmla="*/ 119129 w 552481"/>
                <a:gd name="connsiteY17-486" fmla="*/ 889458 h 1585520"/>
                <a:gd name="connsiteX18-487" fmla="*/ 504472 w 552481"/>
                <a:gd name="connsiteY18-488" fmla="*/ 1198018 h 1585520"/>
                <a:gd name="connsiteX19-489" fmla="*/ 519836 w 552481"/>
                <a:gd name="connsiteY19-490" fmla="*/ 1370630 h 1585520"/>
                <a:gd name="connsiteX20-491" fmla="*/ 184579 w 552481"/>
                <a:gd name="connsiteY20-492" fmla="*/ 1132651 h 1585520"/>
                <a:gd name="connsiteX21-493" fmla="*/ 509865 w 552481"/>
                <a:gd name="connsiteY21-494" fmla="*/ 1387661 h 1585520"/>
                <a:gd name="connsiteX22-495" fmla="*/ 552481 w 552481"/>
                <a:gd name="connsiteY22-496" fmla="*/ 1585328 h 1585520"/>
                <a:gd name="connsiteX23-497" fmla="*/ 103908 w 552481"/>
                <a:gd name="connsiteY23-498" fmla="*/ 1357263 h 1585520"/>
                <a:gd name="connsiteX24-499" fmla="*/ 550099 w 552481"/>
                <a:gd name="connsiteY24-500" fmla="*/ 0 h 1585520"/>
                <a:gd name="connsiteX0-501" fmla="*/ 550099 w 552481"/>
                <a:gd name="connsiteY0-502" fmla="*/ 0 h 1585520"/>
                <a:gd name="connsiteX1-503" fmla="*/ 550454 w 552481"/>
                <a:gd name="connsiteY1-504" fmla="*/ 236086 h 1585520"/>
                <a:gd name="connsiteX2-505" fmla="*/ 488816 w 552481"/>
                <a:gd name="connsiteY2-506" fmla="*/ 193543 h 1585520"/>
                <a:gd name="connsiteX3-507" fmla="*/ 550466 w 552481"/>
                <a:gd name="connsiteY3-508" fmla="*/ 244157 h 1585520"/>
                <a:gd name="connsiteX4-509" fmla="*/ 550735 w 552481"/>
                <a:gd name="connsiteY4-510" fmla="*/ 423083 h 1585520"/>
                <a:gd name="connsiteX5-511" fmla="*/ 440807 w 552481"/>
                <a:gd name="connsiteY5-512" fmla="*/ 347209 h 1585520"/>
                <a:gd name="connsiteX6-513" fmla="*/ 530748 w 552481"/>
                <a:gd name="connsiteY6-514" fmla="*/ 427144 h 1585520"/>
                <a:gd name="connsiteX7-515" fmla="*/ 523630 w 552481"/>
                <a:gd name="connsiteY7-516" fmla="*/ 593972 h 1585520"/>
                <a:gd name="connsiteX8-517" fmla="*/ 372197 w 552481"/>
                <a:gd name="connsiteY8-518" fmla="*/ 491984 h 1585520"/>
                <a:gd name="connsiteX9-519" fmla="*/ 521176 w 552481"/>
                <a:gd name="connsiteY9-520" fmla="*/ 611487 h 1585520"/>
                <a:gd name="connsiteX10-521" fmla="*/ 508896 w 552481"/>
                <a:gd name="connsiteY10-522" fmla="*/ 791532 h 1585520"/>
                <a:gd name="connsiteX11-523" fmla="*/ 270832 w 552481"/>
                <a:gd name="connsiteY11-524" fmla="*/ 619203 h 1585520"/>
                <a:gd name="connsiteX12-525" fmla="*/ 501344 w 552481"/>
                <a:gd name="connsiteY12-526" fmla="*/ 815973 h 1585520"/>
                <a:gd name="connsiteX13-527" fmla="*/ 534221 w 552481"/>
                <a:gd name="connsiteY13-528" fmla="*/ 989751 h 1585520"/>
                <a:gd name="connsiteX14-529" fmla="*/ 184579 w 552481"/>
                <a:gd name="connsiteY14-530" fmla="*/ 741931 h 1585520"/>
                <a:gd name="connsiteX15-531" fmla="*/ 521700 w 552481"/>
                <a:gd name="connsiteY15-532" fmla="*/ 1009232 h 1585520"/>
                <a:gd name="connsiteX16-533" fmla="*/ 507056 w 552481"/>
                <a:gd name="connsiteY16-534" fmla="*/ 1169267 h 1585520"/>
                <a:gd name="connsiteX17-535" fmla="*/ 119129 w 552481"/>
                <a:gd name="connsiteY17-536" fmla="*/ 889458 h 1585520"/>
                <a:gd name="connsiteX18-537" fmla="*/ 504472 w 552481"/>
                <a:gd name="connsiteY18-538" fmla="*/ 1198018 h 1585520"/>
                <a:gd name="connsiteX19-539" fmla="*/ 519836 w 552481"/>
                <a:gd name="connsiteY19-540" fmla="*/ 1370630 h 1585520"/>
                <a:gd name="connsiteX20-541" fmla="*/ 184579 w 552481"/>
                <a:gd name="connsiteY20-542" fmla="*/ 1132651 h 1585520"/>
                <a:gd name="connsiteX21-543" fmla="*/ 509865 w 552481"/>
                <a:gd name="connsiteY21-544" fmla="*/ 1387661 h 1585520"/>
                <a:gd name="connsiteX22-545" fmla="*/ 552481 w 552481"/>
                <a:gd name="connsiteY22-546" fmla="*/ 1585328 h 1585520"/>
                <a:gd name="connsiteX23-547" fmla="*/ 103908 w 552481"/>
                <a:gd name="connsiteY23-548" fmla="*/ 1357263 h 1585520"/>
                <a:gd name="connsiteX24-549" fmla="*/ 550099 w 552481"/>
                <a:gd name="connsiteY24-550" fmla="*/ 0 h 1585520"/>
                <a:gd name="connsiteX0-551" fmla="*/ 550099 w 552481"/>
                <a:gd name="connsiteY0-552" fmla="*/ 0 h 1585520"/>
                <a:gd name="connsiteX1-553" fmla="*/ 550454 w 552481"/>
                <a:gd name="connsiteY1-554" fmla="*/ 236086 h 1585520"/>
                <a:gd name="connsiteX2-555" fmla="*/ 488816 w 552481"/>
                <a:gd name="connsiteY2-556" fmla="*/ 193543 h 1585520"/>
                <a:gd name="connsiteX3-557" fmla="*/ 550466 w 552481"/>
                <a:gd name="connsiteY3-558" fmla="*/ 244157 h 1585520"/>
                <a:gd name="connsiteX4-559" fmla="*/ 528440 w 552481"/>
                <a:gd name="connsiteY4-560" fmla="*/ 395095 h 1585520"/>
                <a:gd name="connsiteX5-561" fmla="*/ 440807 w 552481"/>
                <a:gd name="connsiteY5-562" fmla="*/ 347209 h 1585520"/>
                <a:gd name="connsiteX6-563" fmla="*/ 530748 w 552481"/>
                <a:gd name="connsiteY6-564" fmla="*/ 427144 h 1585520"/>
                <a:gd name="connsiteX7-565" fmla="*/ 523630 w 552481"/>
                <a:gd name="connsiteY7-566" fmla="*/ 593972 h 1585520"/>
                <a:gd name="connsiteX8-567" fmla="*/ 372197 w 552481"/>
                <a:gd name="connsiteY8-568" fmla="*/ 491984 h 1585520"/>
                <a:gd name="connsiteX9-569" fmla="*/ 521176 w 552481"/>
                <a:gd name="connsiteY9-570" fmla="*/ 611487 h 1585520"/>
                <a:gd name="connsiteX10-571" fmla="*/ 508896 w 552481"/>
                <a:gd name="connsiteY10-572" fmla="*/ 791532 h 1585520"/>
                <a:gd name="connsiteX11-573" fmla="*/ 270832 w 552481"/>
                <a:gd name="connsiteY11-574" fmla="*/ 619203 h 1585520"/>
                <a:gd name="connsiteX12-575" fmla="*/ 501344 w 552481"/>
                <a:gd name="connsiteY12-576" fmla="*/ 815973 h 1585520"/>
                <a:gd name="connsiteX13-577" fmla="*/ 534221 w 552481"/>
                <a:gd name="connsiteY13-578" fmla="*/ 989751 h 1585520"/>
                <a:gd name="connsiteX14-579" fmla="*/ 184579 w 552481"/>
                <a:gd name="connsiteY14-580" fmla="*/ 741931 h 1585520"/>
                <a:gd name="connsiteX15-581" fmla="*/ 521700 w 552481"/>
                <a:gd name="connsiteY15-582" fmla="*/ 1009232 h 1585520"/>
                <a:gd name="connsiteX16-583" fmla="*/ 507056 w 552481"/>
                <a:gd name="connsiteY16-584" fmla="*/ 1169267 h 1585520"/>
                <a:gd name="connsiteX17-585" fmla="*/ 119129 w 552481"/>
                <a:gd name="connsiteY17-586" fmla="*/ 889458 h 1585520"/>
                <a:gd name="connsiteX18-587" fmla="*/ 504472 w 552481"/>
                <a:gd name="connsiteY18-588" fmla="*/ 1198018 h 1585520"/>
                <a:gd name="connsiteX19-589" fmla="*/ 519836 w 552481"/>
                <a:gd name="connsiteY19-590" fmla="*/ 1370630 h 1585520"/>
                <a:gd name="connsiteX20-591" fmla="*/ 184579 w 552481"/>
                <a:gd name="connsiteY20-592" fmla="*/ 1132651 h 1585520"/>
                <a:gd name="connsiteX21-593" fmla="*/ 509865 w 552481"/>
                <a:gd name="connsiteY21-594" fmla="*/ 1387661 h 1585520"/>
                <a:gd name="connsiteX22-595" fmla="*/ 552481 w 552481"/>
                <a:gd name="connsiteY22-596" fmla="*/ 1585328 h 1585520"/>
                <a:gd name="connsiteX23-597" fmla="*/ 103908 w 552481"/>
                <a:gd name="connsiteY23-598" fmla="*/ 1357263 h 1585520"/>
                <a:gd name="connsiteX24-599" fmla="*/ 550099 w 552481"/>
                <a:gd name="connsiteY24-600" fmla="*/ 0 h 1585520"/>
                <a:gd name="connsiteX0-601" fmla="*/ 550099 w 552481"/>
                <a:gd name="connsiteY0-602" fmla="*/ 0 h 1585520"/>
                <a:gd name="connsiteX1-603" fmla="*/ 550454 w 552481"/>
                <a:gd name="connsiteY1-604" fmla="*/ 236086 h 1585520"/>
                <a:gd name="connsiteX2-605" fmla="*/ 488816 w 552481"/>
                <a:gd name="connsiteY2-606" fmla="*/ 193543 h 1585520"/>
                <a:gd name="connsiteX3-607" fmla="*/ 532877 w 552481"/>
                <a:gd name="connsiteY3-608" fmla="*/ 241409 h 1585520"/>
                <a:gd name="connsiteX4-609" fmla="*/ 528440 w 552481"/>
                <a:gd name="connsiteY4-610" fmla="*/ 395095 h 1585520"/>
                <a:gd name="connsiteX5-611" fmla="*/ 440807 w 552481"/>
                <a:gd name="connsiteY5-612" fmla="*/ 347209 h 1585520"/>
                <a:gd name="connsiteX6-613" fmla="*/ 530748 w 552481"/>
                <a:gd name="connsiteY6-614" fmla="*/ 427144 h 1585520"/>
                <a:gd name="connsiteX7-615" fmla="*/ 523630 w 552481"/>
                <a:gd name="connsiteY7-616" fmla="*/ 593972 h 1585520"/>
                <a:gd name="connsiteX8-617" fmla="*/ 372197 w 552481"/>
                <a:gd name="connsiteY8-618" fmla="*/ 491984 h 1585520"/>
                <a:gd name="connsiteX9-619" fmla="*/ 521176 w 552481"/>
                <a:gd name="connsiteY9-620" fmla="*/ 611487 h 1585520"/>
                <a:gd name="connsiteX10-621" fmla="*/ 508896 w 552481"/>
                <a:gd name="connsiteY10-622" fmla="*/ 791532 h 1585520"/>
                <a:gd name="connsiteX11-623" fmla="*/ 270832 w 552481"/>
                <a:gd name="connsiteY11-624" fmla="*/ 619203 h 1585520"/>
                <a:gd name="connsiteX12-625" fmla="*/ 501344 w 552481"/>
                <a:gd name="connsiteY12-626" fmla="*/ 815973 h 1585520"/>
                <a:gd name="connsiteX13-627" fmla="*/ 534221 w 552481"/>
                <a:gd name="connsiteY13-628" fmla="*/ 989751 h 1585520"/>
                <a:gd name="connsiteX14-629" fmla="*/ 184579 w 552481"/>
                <a:gd name="connsiteY14-630" fmla="*/ 741931 h 1585520"/>
                <a:gd name="connsiteX15-631" fmla="*/ 521700 w 552481"/>
                <a:gd name="connsiteY15-632" fmla="*/ 1009232 h 1585520"/>
                <a:gd name="connsiteX16-633" fmla="*/ 507056 w 552481"/>
                <a:gd name="connsiteY16-634" fmla="*/ 1169267 h 1585520"/>
                <a:gd name="connsiteX17-635" fmla="*/ 119129 w 552481"/>
                <a:gd name="connsiteY17-636" fmla="*/ 889458 h 1585520"/>
                <a:gd name="connsiteX18-637" fmla="*/ 504472 w 552481"/>
                <a:gd name="connsiteY18-638" fmla="*/ 1198018 h 1585520"/>
                <a:gd name="connsiteX19-639" fmla="*/ 519836 w 552481"/>
                <a:gd name="connsiteY19-640" fmla="*/ 1370630 h 1585520"/>
                <a:gd name="connsiteX20-641" fmla="*/ 184579 w 552481"/>
                <a:gd name="connsiteY20-642" fmla="*/ 1132651 h 1585520"/>
                <a:gd name="connsiteX21-643" fmla="*/ 509865 w 552481"/>
                <a:gd name="connsiteY21-644" fmla="*/ 1387661 h 1585520"/>
                <a:gd name="connsiteX22-645" fmla="*/ 552481 w 552481"/>
                <a:gd name="connsiteY22-646" fmla="*/ 1585328 h 1585520"/>
                <a:gd name="connsiteX23-647" fmla="*/ 103908 w 552481"/>
                <a:gd name="connsiteY23-648" fmla="*/ 1357263 h 1585520"/>
                <a:gd name="connsiteX24-649" fmla="*/ 550099 w 552481"/>
                <a:gd name="connsiteY24-650" fmla="*/ 0 h 1585520"/>
                <a:gd name="connsiteX0-651" fmla="*/ 550099 w 580141"/>
                <a:gd name="connsiteY0-652" fmla="*/ 54739 h 1640259"/>
                <a:gd name="connsiteX1-653" fmla="*/ 536842 w 580141"/>
                <a:gd name="connsiteY1-654" fmla="*/ 262901 h 1640259"/>
                <a:gd name="connsiteX2-655" fmla="*/ 550454 w 580141"/>
                <a:gd name="connsiteY2-656" fmla="*/ 290825 h 1640259"/>
                <a:gd name="connsiteX3-657" fmla="*/ 488816 w 580141"/>
                <a:gd name="connsiteY3-658" fmla="*/ 248282 h 1640259"/>
                <a:gd name="connsiteX4-659" fmla="*/ 532877 w 580141"/>
                <a:gd name="connsiteY4-660" fmla="*/ 296148 h 1640259"/>
                <a:gd name="connsiteX5-661" fmla="*/ 528440 w 580141"/>
                <a:gd name="connsiteY5-662" fmla="*/ 449834 h 1640259"/>
                <a:gd name="connsiteX6-663" fmla="*/ 440807 w 580141"/>
                <a:gd name="connsiteY6-664" fmla="*/ 401948 h 1640259"/>
                <a:gd name="connsiteX7-665" fmla="*/ 530748 w 580141"/>
                <a:gd name="connsiteY7-666" fmla="*/ 481883 h 1640259"/>
                <a:gd name="connsiteX8-667" fmla="*/ 523630 w 580141"/>
                <a:gd name="connsiteY8-668" fmla="*/ 648711 h 1640259"/>
                <a:gd name="connsiteX9-669" fmla="*/ 372197 w 580141"/>
                <a:gd name="connsiteY9-670" fmla="*/ 546723 h 1640259"/>
                <a:gd name="connsiteX10-671" fmla="*/ 521176 w 580141"/>
                <a:gd name="connsiteY10-672" fmla="*/ 666226 h 1640259"/>
                <a:gd name="connsiteX11-673" fmla="*/ 508896 w 580141"/>
                <a:gd name="connsiteY11-674" fmla="*/ 846271 h 1640259"/>
                <a:gd name="connsiteX12-675" fmla="*/ 270832 w 580141"/>
                <a:gd name="connsiteY12-676" fmla="*/ 673942 h 1640259"/>
                <a:gd name="connsiteX13-677" fmla="*/ 501344 w 580141"/>
                <a:gd name="connsiteY13-678" fmla="*/ 870712 h 1640259"/>
                <a:gd name="connsiteX14-679" fmla="*/ 534221 w 580141"/>
                <a:gd name="connsiteY14-680" fmla="*/ 1044490 h 1640259"/>
                <a:gd name="connsiteX15-681" fmla="*/ 184579 w 580141"/>
                <a:gd name="connsiteY15-682" fmla="*/ 796670 h 1640259"/>
                <a:gd name="connsiteX16-683" fmla="*/ 521700 w 580141"/>
                <a:gd name="connsiteY16-684" fmla="*/ 1063971 h 1640259"/>
                <a:gd name="connsiteX17-685" fmla="*/ 507056 w 580141"/>
                <a:gd name="connsiteY17-686" fmla="*/ 1224006 h 1640259"/>
                <a:gd name="connsiteX18-687" fmla="*/ 119129 w 580141"/>
                <a:gd name="connsiteY18-688" fmla="*/ 944197 h 1640259"/>
                <a:gd name="connsiteX19-689" fmla="*/ 504472 w 580141"/>
                <a:gd name="connsiteY19-690" fmla="*/ 1252757 h 1640259"/>
                <a:gd name="connsiteX20-691" fmla="*/ 519836 w 580141"/>
                <a:gd name="connsiteY20-692" fmla="*/ 1425369 h 1640259"/>
                <a:gd name="connsiteX21-693" fmla="*/ 184579 w 580141"/>
                <a:gd name="connsiteY21-694" fmla="*/ 1187390 h 1640259"/>
                <a:gd name="connsiteX22-695" fmla="*/ 509865 w 580141"/>
                <a:gd name="connsiteY22-696" fmla="*/ 1442400 h 1640259"/>
                <a:gd name="connsiteX23-697" fmla="*/ 552481 w 580141"/>
                <a:gd name="connsiteY23-698" fmla="*/ 1640067 h 1640259"/>
                <a:gd name="connsiteX24-699" fmla="*/ 103908 w 580141"/>
                <a:gd name="connsiteY24-700" fmla="*/ 1412002 h 1640259"/>
                <a:gd name="connsiteX25" fmla="*/ 550099 w 580141"/>
                <a:gd name="connsiteY25" fmla="*/ 54739 h 1640259"/>
                <a:gd name="connsiteX0-701" fmla="*/ 550099 w 580141"/>
                <a:gd name="connsiteY0-702" fmla="*/ 54739 h 1640259"/>
                <a:gd name="connsiteX1-703" fmla="*/ 536842 w 580141"/>
                <a:gd name="connsiteY1-704" fmla="*/ 262901 h 1640259"/>
                <a:gd name="connsiteX2-705" fmla="*/ 550454 w 580141"/>
                <a:gd name="connsiteY2-706" fmla="*/ 290825 h 1640259"/>
                <a:gd name="connsiteX3-707" fmla="*/ 488816 w 580141"/>
                <a:gd name="connsiteY3-708" fmla="*/ 248282 h 1640259"/>
                <a:gd name="connsiteX4-709" fmla="*/ 532877 w 580141"/>
                <a:gd name="connsiteY4-710" fmla="*/ 296148 h 1640259"/>
                <a:gd name="connsiteX5-711" fmla="*/ 528440 w 580141"/>
                <a:gd name="connsiteY5-712" fmla="*/ 449834 h 1640259"/>
                <a:gd name="connsiteX6-713" fmla="*/ 440807 w 580141"/>
                <a:gd name="connsiteY6-714" fmla="*/ 401948 h 1640259"/>
                <a:gd name="connsiteX7-715" fmla="*/ 530748 w 580141"/>
                <a:gd name="connsiteY7-716" fmla="*/ 481883 h 1640259"/>
                <a:gd name="connsiteX8-717" fmla="*/ 523630 w 580141"/>
                <a:gd name="connsiteY8-718" fmla="*/ 648711 h 1640259"/>
                <a:gd name="connsiteX9-719" fmla="*/ 372197 w 580141"/>
                <a:gd name="connsiteY9-720" fmla="*/ 546723 h 1640259"/>
                <a:gd name="connsiteX10-721" fmla="*/ 521176 w 580141"/>
                <a:gd name="connsiteY10-722" fmla="*/ 666226 h 1640259"/>
                <a:gd name="connsiteX11-723" fmla="*/ 508896 w 580141"/>
                <a:gd name="connsiteY11-724" fmla="*/ 846271 h 1640259"/>
                <a:gd name="connsiteX12-725" fmla="*/ 270832 w 580141"/>
                <a:gd name="connsiteY12-726" fmla="*/ 673942 h 1640259"/>
                <a:gd name="connsiteX13-727" fmla="*/ 501344 w 580141"/>
                <a:gd name="connsiteY13-728" fmla="*/ 870712 h 1640259"/>
                <a:gd name="connsiteX14-729" fmla="*/ 484201 w 580141"/>
                <a:gd name="connsiteY14-730" fmla="*/ 1018658 h 1640259"/>
                <a:gd name="connsiteX15-731" fmla="*/ 184579 w 580141"/>
                <a:gd name="connsiteY15-732" fmla="*/ 796670 h 1640259"/>
                <a:gd name="connsiteX16-733" fmla="*/ 521700 w 580141"/>
                <a:gd name="connsiteY16-734" fmla="*/ 1063971 h 1640259"/>
                <a:gd name="connsiteX17-735" fmla="*/ 507056 w 580141"/>
                <a:gd name="connsiteY17-736" fmla="*/ 1224006 h 1640259"/>
                <a:gd name="connsiteX18-737" fmla="*/ 119129 w 580141"/>
                <a:gd name="connsiteY18-738" fmla="*/ 944197 h 1640259"/>
                <a:gd name="connsiteX19-739" fmla="*/ 504472 w 580141"/>
                <a:gd name="connsiteY19-740" fmla="*/ 1252757 h 1640259"/>
                <a:gd name="connsiteX20-741" fmla="*/ 519836 w 580141"/>
                <a:gd name="connsiteY20-742" fmla="*/ 1425369 h 1640259"/>
                <a:gd name="connsiteX21-743" fmla="*/ 184579 w 580141"/>
                <a:gd name="connsiteY21-744" fmla="*/ 1187390 h 1640259"/>
                <a:gd name="connsiteX22-745" fmla="*/ 509865 w 580141"/>
                <a:gd name="connsiteY22-746" fmla="*/ 1442400 h 1640259"/>
                <a:gd name="connsiteX23-747" fmla="*/ 552481 w 580141"/>
                <a:gd name="connsiteY23-748" fmla="*/ 1640067 h 1640259"/>
                <a:gd name="connsiteX24-749" fmla="*/ 103908 w 580141"/>
                <a:gd name="connsiteY24-750" fmla="*/ 1412002 h 1640259"/>
                <a:gd name="connsiteX25-751" fmla="*/ 550099 w 580141"/>
                <a:gd name="connsiteY25-752" fmla="*/ 54739 h 1640259"/>
                <a:gd name="connsiteX0-753" fmla="*/ 550099 w 580141"/>
                <a:gd name="connsiteY0-754" fmla="*/ 54739 h 1640259"/>
                <a:gd name="connsiteX1-755" fmla="*/ 536842 w 580141"/>
                <a:gd name="connsiteY1-756" fmla="*/ 262901 h 1640259"/>
                <a:gd name="connsiteX2-757" fmla="*/ 550454 w 580141"/>
                <a:gd name="connsiteY2-758" fmla="*/ 290825 h 1640259"/>
                <a:gd name="connsiteX3-759" fmla="*/ 488816 w 580141"/>
                <a:gd name="connsiteY3-760" fmla="*/ 248282 h 1640259"/>
                <a:gd name="connsiteX4-761" fmla="*/ 532877 w 580141"/>
                <a:gd name="connsiteY4-762" fmla="*/ 296148 h 1640259"/>
                <a:gd name="connsiteX5-763" fmla="*/ 528440 w 580141"/>
                <a:gd name="connsiteY5-764" fmla="*/ 449834 h 1640259"/>
                <a:gd name="connsiteX6-765" fmla="*/ 440807 w 580141"/>
                <a:gd name="connsiteY6-766" fmla="*/ 401948 h 1640259"/>
                <a:gd name="connsiteX7-767" fmla="*/ 530748 w 580141"/>
                <a:gd name="connsiteY7-768" fmla="*/ 481883 h 1640259"/>
                <a:gd name="connsiteX8-769" fmla="*/ 523630 w 580141"/>
                <a:gd name="connsiteY8-770" fmla="*/ 648711 h 1640259"/>
                <a:gd name="connsiteX9-771" fmla="*/ 372197 w 580141"/>
                <a:gd name="connsiteY9-772" fmla="*/ 546723 h 1640259"/>
                <a:gd name="connsiteX10-773" fmla="*/ 521176 w 580141"/>
                <a:gd name="connsiteY10-774" fmla="*/ 666226 h 1640259"/>
                <a:gd name="connsiteX11-775" fmla="*/ 508896 w 580141"/>
                <a:gd name="connsiteY11-776" fmla="*/ 846271 h 1640259"/>
                <a:gd name="connsiteX12-777" fmla="*/ 270832 w 580141"/>
                <a:gd name="connsiteY12-778" fmla="*/ 673942 h 1640259"/>
                <a:gd name="connsiteX13-779" fmla="*/ 501344 w 580141"/>
                <a:gd name="connsiteY13-780" fmla="*/ 870712 h 1640259"/>
                <a:gd name="connsiteX14-781" fmla="*/ 484201 w 580141"/>
                <a:gd name="connsiteY14-782" fmla="*/ 1018658 h 1640259"/>
                <a:gd name="connsiteX15-783" fmla="*/ 184579 w 580141"/>
                <a:gd name="connsiteY15-784" fmla="*/ 796670 h 1640259"/>
                <a:gd name="connsiteX16-785" fmla="*/ 479002 w 580141"/>
                <a:gd name="connsiteY16-786" fmla="*/ 1055860 h 1640259"/>
                <a:gd name="connsiteX17-787" fmla="*/ 507056 w 580141"/>
                <a:gd name="connsiteY17-788" fmla="*/ 1224006 h 1640259"/>
                <a:gd name="connsiteX18-789" fmla="*/ 119129 w 580141"/>
                <a:gd name="connsiteY18-790" fmla="*/ 944197 h 1640259"/>
                <a:gd name="connsiteX19-791" fmla="*/ 504472 w 580141"/>
                <a:gd name="connsiteY19-792" fmla="*/ 1252757 h 1640259"/>
                <a:gd name="connsiteX20-793" fmla="*/ 519836 w 580141"/>
                <a:gd name="connsiteY20-794" fmla="*/ 1425369 h 1640259"/>
                <a:gd name="connsiteX21-795" fmla="*/ 184579 w 580141"/>
                <a:gd name="connsiteY21-796" fmla="*/ 1187390 h 1640259"/>
                <a:gd name="connsiteX22-797" fmla="*/ 509865 w 580141"/>
                <a:gd name="connsiteY22-798" fmla="*/ 1442400 h 1640259"/>
                <a:gd name="connsiteX23-799" fmla="*/ 552481 w 580141"/>
                <a:gd name="connsiteY23-800" fmla="*/ 1640067 h 1640259"/>
                <a:gd name="connsiteX24-801" fmla="*/ 103908 w 580141"/>
                <a:gd name="connsiteY24-802" fmla="*/ 1412002 h 1640259"/>
                <a:gd name="connsiteX25-803" fmla="*/ 550099 w 580141"/>
                <a:gd name="connsiteY25-804" fmla="*/ 54739 h 1640259"/>
                <a:gd name="connsiteX0-805" fmla="*/ 550099 w 580141"/>
                <a:gd name="connsiteY0-806" fmla="*/ 54739 h 1640259"/>
                <a:gd name="connsiteX1-807" fmla="*/ 536842 w 580141"/>
                <a:gd name="connsiteY1-808" fmla="*/ 262901 h 1640259"/>
                <a:gd name="connsiteX2-809" fmla="*/ 550454 w 580141"/>
                <a:gd name="connsiteY2-810" fmla="*/ 290825 h 1640259"/>
                <a:gd name="connsiteX3-811" fmla="*/ 488816 w 580141"/>
                <a:gd name="connsiteY3-812" fmla="*/ 248282 h 1640259"/>
                <a:gd name="connsiteX4-813" fmla="*/ 532877 w 580141"/>
                <a:gd name="connsiteY4-814" fmla="*/ 296148 h 1640259"/>
                <a:gd name="connsiteX5-815" fmla="*/ 528440 w 580141"/>
                <a:gd name="connsiteY5-816" fmla="*/ 449834 h 1640259"/>
                <a:gd name="connsiteX6-817" fmla="*/ 440807 w 580141"/>
                <a:gd name="connsiteY6-818" fmla="*/ 401948 h 1640259"/>
                <a:gd name="connsiteX7-819" fmla="*/ 530748 w 580141"/>
                <a:gd name="connsiteY7-820" fmla="*/ 481883 h 1640259"/>
                <a:gd name="connsiteX8-821" fmla="*/ 523630 w 580141"/>
                <a:gd name="connsiteY8-822" fmla="*/ 648711 h 1640259"/>
                <a:gd name="connsiteX9-823" fmla="*/ 372197 w 580141"/>
                <a:gd name="connsiteY9-824" fmla="*/ 546723 h 1640259"/>
                <a:gd name="connsiteX10-825" fmla="*/ 521176 w 580141"/>
                <a:gd name="connsiteY10-826" fmla="*/ 666226 h 1640259"/>
                <a:gd name="connsiteX11-827" fmla="*/ 508896 w 580141"/>
                <a:gd name="connsiteY11-828" fmla="*/ 846271 h 1640259"/>
                <a:gd name="connsiteX12-829" fmla="*/ 270832 w 580141"/>
                <a:gd name="connsiteY12-830" fmla="*/ 673942 h 1640259"/>
                <a:gd name="connsiteX13-831" fmla="*/ 501344 w 580141"/>
                <a:gd name="connsiteY13-832" fmla="*/ 870712 h 1640259"/>
                <a:gd name="connsiteX14-833" fmla="*/ 484201 w 580141"/>
                <a:gd name="connsiteY14-834" fmla="*/ 1018658 h 1640259"/>
                <a:gd name="connsiteX15-835" fmla="*/ 184579 w 580141"/>
                <a:gd name="connsiteY15-836" fmla="*/ 796670 h 1640259"/>
                <a:gd name="connsiteX16-837" fmla="*/ 479002 w 580141"/>
                <a:gd name="connsiteY16-838" fmla="*/ 1055860 h 1640259"/>
                <a:gd name="connsiteX17-839" fmla="*/ 474625 w 580141"/>
                <a:gd name="connsiteY17-840" fmla="*/ 1200922 h 1640259"/>
                <a:gd name="connsiteX18-841" fmla="*/ 119129 w 580141"/>
                <a:gd name="connsiteY18-842" fmla="*/ 944197 h 1640259"/>
                <a:gd name="connsiteX19-843" fmla="*/ 504472 w 580141"/>
                <a:gd name="connsiteY19-844" fmla="*/ 1252757 h 1640259"/>
                <a:gd name="connsiteX20-845" fmla="*/ 519836 w 580141"/>
                <a:gd name="connsiteY20-846" fmla="*/ 1425369 h 1640259"/>
                <a:gd name="connsiteX21-847" fmla="*/ 184579 w 580141"/>
                <a:gd name="connsiteY21-848" fmla="*/ 1187390 h 1640259"/>
                <a:gd name="connsiteX22-849" fmla="*/ 509865 w 580141"/>
                <a:gd name="connsiteY22-850" fmla="*/ 1442400 h 1640259"/>
                <a:gd name="connsiteX23-851" fmla="*/ 552481 w 580141"/>
                <a:gd name="connsiteY23-852" fmla="*/ 1640067 h 1640259"/>
                <a:gd name="connsiteX24-853" fmla="*/ 103908 w 580141"/>
                <a:gd name="connsiteY24-854" fmla="*/ 1412002 h 1640259"/>
                <a:gd name="connsiteX25-855" fmla="*/ 550099 w 580141"/>
                <a:gd name="connsiteY25-856" fmla="*/ 54739 h 1640259"/>
                <a:gd name="connsiteX0-857" fmla="*/ 550099 w 580141"/>
                <a:gd name="connsiteY0-858" fmla="*/ 54739 h 1640259"/>
                <a:gd name="connsiteX1-859" fmla="*/ 536842 w 580141"/>
                <a:gd name="connsiteY1-860" fmla="*/ 262901 h 1640259"/>
                <a:gd name="connsiteX2-861" fmla="*/ 550454 w 580141"/>
                <a:gd name="connsiteY2-862" fmla="*/ 290825 h 1640259"/>
                <a:gd name="connsiteX3-863" fmla="*/ 488816 w 580141"/>
                <a:gd name="connsiteY3-864" fmla="*/ 248282 h 1640259"/>
                <a:gd name="connsiteX4-865" fmla="*/ 532877 w 580141"/>
                <a:gd name="connsiteY4-866" fmla="*/ 296148 h 1640259"/>
                <a:gd name="connsiteX5-867" fmla="*/ 528440 w 580141"/>
                <a:gd name="connsiteY5-868" fmla="*/ 449834 h 1640259"/>
                <a:gd name="connsiteX6-869" fmla="*/ 440807 w 580141"/>
                <a:gd name="connsiteY6-870" fmla="*/ 401948 h 1640259"/>
                <a:gd name="connsiteX7-871" fmla="*/ 530748 w 580141"/>
                <a:gd name="connsiteY7-872" fmla="*/ 481883 h 1640259"/>
                <a:gd name="connsiteX8-873" fmla="*/ 523630 w 580141"/>
                <a:gd name="connsiteY8-874" fmla="*/ 648711 h 1640259"/>
                <a:gd name="connsiteX9-875" fmla="*/ 372197 w 580141"/>
                <a:gd name="connsiteY9-876" fmla="*/ 546723 h 1640259"/>
                <a:gd name="connsiteX10-877" fmla="*/ 521176 w 580141"/>
                <a:gd name="connsiteY10-878" fmla="*/ 666226 h 1640259"/>
                <a:gd name="connsiteX11-879" fmla="*/ 508896 w 580141"/>
                <a:gd name="connsiteY11-880" fmla="*/ 846271 h 1640259"/>
                <a:gd name="connsiteX12-881" fmla="*/ 270832 w 580141"/>
                <a:gd name="connsiteY12-882" fmla="*/ 673942 h 1640259"/>
                <a:gd name="connsiteX13-883" fmla="*/ 501344 w 580141"/>
                <a:gd name="connsiteY13-884" fmla="*/ 870712 h 1640259"/>
                <a:gd name="connsiteX14-885" fmla="*/ 484201 w 580141"/>
                <a:gd name="connsiteY14-886" fmla="*/ 1018658 h 1640259"/>
                <a:gd name="connsiteX15-887" fmla="*/ 184579 w 580141"/>
                <a:gd name="connsiteY15-888" fmla="*/ 796670 h 1640259"/>
                <a:gd name="connsiteX16-889" fmla="*/ 479002 w 580141"/>
                <a:gd name="connsiteY16-890" fmla="*/ 1055860 h 1640259"/>
                <a:gd name="connsiteX17-891" fmla="*/ 474625 w 580141"/>
                <a:gd name="connsiteY17-892" fmla="*/ 1200922 h 1640259"/>
                <a:gd name="connsiteX18-893" fmla="*/ 119129 w 580141"/>
                <a:gd name="connsiteY18-894" fmla="*/ 944197 h 1640259"/>
                <a:gd name="connsiteX19-895" fmla="*/ 467006 w 580141"/>
                <a:gd name="connsiteY19-896" fmla="*/ 1229607 h 1640259"/>
                <a:gd name="connsiteX20-897" fmla="*/ 519836 w 580141"/>
                <a:gd name="connsiteY20-898" fmla="*/ 1425369 h 1640259"/>
                <a:gd name="connsiteX21-899" fmla="*/ 184579 w 580141"/>
                <a:gd name="connsiteY21-900" fmla="*/ 1187390 h 1640259"/>
                <a:gd name="connsiteX22-901" fmla="*/ 509865 w 580141"/>
                <a:gd name="connsiteY22-902" fmla="*/ 1442400 h 1640259"/>
                <a:gd name="connsiteX23-903" fmla="*/ 552481 w 580141"/>
                <a:gd name="connsiteY23-904" fmla="*/ 1640067 h 1640259"/>
                <a:gd name="connsiteX24-905" fmla="*/ 103908 w 580141"/>
                <a:gd name="connsiteY24-906" fmla="*/ 1412002 h 1640259"/>
                <a:gd name="connsiteX25-907" fmla="*/ 550099 w 580141"/>
                <a:gd name="connsiteY25-908" fmla="*/ 54739 h 1640259"/>
                <a:gd name="connsiteX0-909" fmla="*/ 550099 w 580141"/>
                <a:gd name="connsiteY0-910" fmla="*/ 54739 h 1640259"/>
                <a:gd name="connsiteX1-911" fmla="*/ 536842 w 580141"/>
                <a:gd name="connsiteY1-912" fmla="*/ 262901 h 1640259"/>
                <a:gd name="connsiteX2-913" fmla="*/ 550454 w 580141"/>
                <a:gd name="connsiteY2-914" fmla="*/ 290825 h 1640259"/>
                <a:gd name="connsiteX3-915" fmla="*/ 488816 w 580141"/>
                <a:gd name="connsiteY3-916" fmla="*/ 248282 h 1640259"/>
                <a:gd name="connsiteX4-917" fmla="*/ 532877 w 580141"/>
                <a:gd name="connsiteY4-918" fmla="*/ 296148 h 1640259"/>
                <a:gd name="connsiteX5-919" fmla="*/ 528440 w 580141"/>
                <a:gd name="connsiteY5-920" fmla="*/ 449834 h 1640259"/>
                <a:gd name="connsiteX6-921" fmla="*/ 440807 w 580141"/>
                <a:gd name="connsiteY6-922" fmla="*/ 401948 h 1640259"/>
                <a:gd name="connsiteX7-923" fmla="*/ 530748 w 580141"/>
                <a:gd name="connsiteY7-924" fmla="*/ 481883 h 1640259"/>
                <a:gd name="connsiteX8-925" fmla="*/ 523630 w 580141"/>
                <a:gd name="connsiteY8-926" fmla="*/ 648711 h 1640259"/>
                <a:gd name="connsiteX9-927" fmla="*/ 372197 w 580141"/>
                <a:gd name="connsiteY9-928" fmla="*/ 546723 h 1640259"/>
                <a:gd name="connsiteX10-929" fmla="*/ 521176 w 580141"/>
                <a:gd name="connsiteY10-930" fmla="*/ 666226 h 1640259"/>
                <a:gd name="connsiteX11-931" fmla="*/ 508896 w 580141"/>
                <a:gd name="connsiteY11-932" fmla="*/ 846271 h 1640259"/>
                <a:gd name="connsiteX12-933" fmla="*/ 270832 w 580141"/>
                <a:gd name="connsiteY12-934" fmla="*/ 673942 h 1640259"/>
                <a:gd name="connsiteX13-935" fmla="*/ 501344 w 580141"/>
                <a:gd name="connsiteY13-936" fmla="*/ 870712 h 1640259"/>
                <a:gd name="connsiteX14-937" fmla="*/ 484201 w 580141"/>
                <a:gd name="connsiteY14-938" fmla="*/ 1018658 h 1640259"/>
                <a:gd name="connsiteX15-939" fmla="*/ 184579 w 580141"/>
                <a:gd name="connsiteY15-940" fmla="*/ 796670 h 1640259"/>
                <a:gd name="connsiteX16-941" fmla="*/ 479002 w 580141"/>
                <a:gd name="connsiteY16-942" fmla="*/ 1055860 h 1640259"/>
                <a:gd name="connsiteX17-943" fmla="*/ 474625 w 580141"/>
                <a:gd name="connsiteY17-944" fmla="*/ 1200922 h 1640259"/>
                <a:gd name="connsiteX18-945" fmla="*/ 119129 w 580141"/>
                <a:gd name="connsiteY18-946" fmla="*/ 944197 h 1640259"/>
                <a:gd name="connsiteX19-947" fmla="*/ 467006 w 580141"/>
                <a:gd name="connsiteY19-948" fmla="*/ 1229607 h 1640259"/>
                <a:gd name="connsiteX20-949" fmla="*/ 519836 w 580141"/>
                <a:gd name="connsiteY20-950" fmla="*/ 1425369 h 1640259"/>
                <a:gd name="connsiteX21-951" fmla="*/ 184579 w 580141"/>
                <a:gd name="connsiteY21-952" fmla="*/ 1187390 h 1640259"/>
                <a:gd name="connsiteX22-953" fmla="*/ 480050 w 580141"/>
                <a:gd name="connsiteY22-954" fmla="*/ 1411796 h 1640259"/>
                <a:gd name="connsiteX23-955" fmla="*/ 552481 w 580141"/>
                <a:gd name="connsiteY23-956" fmla="*/ 1640067 h 1640259"/>
                <a:gd name="connsiteX24-957" fmla="*/ 103908 w 580141"/>
                <a:gd name="connsiteY24-958" fmla="*/ 1412002 h 1640259"/>
                <a:gd name="connsiteX25-959" fmla="*/ 550099 w 580141"/>
                <a:gd name="connsiteY25-960" fmla="*/ 54739 h 1640259"/>
                <a:gd name="connsiteX0-961" fmla="*/ 550099 w 580141"/>
                <a:gd name="connsiteY0-962" fmla="*/ 54739 h 1640259"/>
                <a:gd name="connsiteX1-963" fmla="*/ 536842 w 580141"/>
                <a:gd name="connsiteY1-964" fmla="*/ 262901 h 1640259"/>
                <a:gd name="connsiteX2-965" fmla="*/ 550454 w 580141"/>
                <a:gd name="connsiteY2-966" fmla="*/ 290825 h 1640259"/>
                <a:gd name="connsiteX3-967" fmla="*/ 488816 w 580141"/>
                <a:gd name="connsiteY3-968" fmla="*/ 248282 h 1640259"/>
                <a:gd name="connsiteX4-969" fmla="*/ 532877 w 580141"/>
                <a:gd name="connsiteY4-970" fmla="*/ 296148 h 1640259"/>
                <a:gd name="connsiteX5-971" fmla="*/ 528440 w 580141"/>
                <a:gd name="connsiteY5-972" fmla="*/ 449834 h 1640259"/>
                <a:gd name="connsiteX6-973" fmla="*/ 440807 w 580141"/>
                <a:gd name="connsiteY6-974" fmla="*/ 401948 h 1640259"/>
                <a:gd name="connsiteX7-975" fmla="*/ 530748 w 580141"/>
                <a:gd name="connsiteY7-976" fmla="*/ 481883 h 1640259"/>
                <a:gd name="connsiteX8-977" fmla="*/ 523630 w 580141"/>
                <a:gd name="connsiteY8-978" fmla="*/ 648711 h 1640259"/>
                <a:gd name="connsiteX9-979" fmla="*/ 372197 w 580141"/>
                <a:gd name="connsiteY9-980" fmla="*/ 546723 h 1640259"/>
                <a:gd name="connsiteX10-981" fmla="*/ 521176 w 580141"/>
                <a:gd name="connsiteY10-982" fmla="*/ 666226 h 1640259"/>
                <a:gd name="connsiteX11-983" fmla="*/ 508896 w 580141"/>
                <a:gd name="connsiteY11-984" fmla="*/ 846271 h 1640259"/>
                <a:gd name="connsiteX12-985" fmla="*/ 270832 w 580141"/>
                <a:gd name="connsiteY12-986" fmla="*/ 673942 h 1640259"/>
                <a:gd name="connsiteX13-987" fmla="*/ 501344 w 580141"/>
                <a:gd name="connsiteY13-988" fmla="*/ 870712 h 1640259"/>
                <a:gd name="connsiteX14-989" fmla="*/ 484201 w 580141"/>
                <a:gd name="connsiteY14-990" fmla="*/ 1018658 h 1640259"/>
                <a:gd name="connsiteX15-991" fmla="*/ 184579 w 580141"/>
                <a:gd name="connsiteY15-992" fmla="*/ 796670 h 1640259"/>
                <a:gd name="connsiteX16-993" fmla="*/ 479002 w 580141"/>
                <a:gd name="connsiteY16-994" fmla="*/ 1055860 h 1640259"/>
                <a:gd name="connsiteX17-995" fmla="*/ 474625 w 580141"/>
                <a:gd name="connsiteY17-996" fmla="*/ 1200922 h 1640259"/>
                <a:gd name="connsiteX18-997" fmla="*/ 119129 w 580141"/>
                <a:gd name="connsiteY18-998" fmla="*/ 944197 h 1640259"/>
                <a:gd name="connsiteX19-999" fmla="*/ 467006 w 580141"/>
                <a:gd name="connsiteY19-1000" fmla="*/ 1229607 h 1640259"/>
                <a:gd name="connsiteX20-1001" fmla="*/ 487405 w 580141"/>
                <a:gd name="connsiteY20-1002" fmla="*/ 1402284 h 1640259"/>
                <a:gd name="connsiteX21-1003" fmla="*/ 184579 w 580141"/>
                <a:gd name="connsiteY21-1004" fmla="*/ 1187390 h 1640259"/>
                <a:gd name="connsiteX22-1005" fmla="*/ 480050 w 580141"/>
                <a:gd name="connsiteY22-1006" fmla="*/ 1411796 h 1640259"/>
                <a:gd name="connsiteX23-1007" fmla="*/ 552481 w 580141"/>
                <a:gd name="connsiteY23-1008" fmla="*/ 1640067 h 1640259"/>
                <a:gd name="connsiteX24-1009" fmla="*/ 103908 w 580141"/>
                <a:gd name="connsiteY24-1010" fmla="*/ 1412002 h 1640259"/>
                <a:gd name="connsiteX25-1011" fmla="*/ 550099 w 580141"/>
                <a:gd name="connsiteY25-1012" fmla="*/ 54739 h 1640259"/>
                <a:gd name="connsiteX0-1013" fmla="*/ 550099 w 580141"/>
                <a:gd name="connsiteY0-1014" fmla="*/ 54739 h 1640259"/>
                <a:gd name="connsiteX1-1015" fmla="*/ 536842 w 580141"/>
                <a:gd name="connsiteY1-1016" fmla="*/ 262901 h 1640259"/>
                <a:gd name="connsiteX2-1017" fmla="*/ 550454 w 580141"/>
                <a:gd name="connsiteY2-1018" fmla="*/ 290825 h 1640259"/>
                <a:gd name="connsiteX3-1019" fmla="*/ 488816 w 580141"/>
                <a:gd name="connsiteY3-1020" fmla="*/ 248282 h 1640259"/>
                <a:gd name="connsiteX4-1021" fmla="*/ 532877 w 580141"/>
                <a:gd name="connsiteY4-1022" fmla="*/ 296148 h 1640259"/>
                <a:gd name="connsiteX5-1023" fmla="*/ 528440 w 580141"/>
                <a:gd name="connsiteY5-1024" fmla="*/ 449834 h 1640259"/>
                <a:gd name="connsiteX6-1025" fmla="*/ 440807 w 580141"/>
                <a:gd name="connsiteY6-1026" fmla="*/ 401948 h 1640259"/>
                <a:gd name="connsiteX7-1027" fmla="*/ 530748 w 580141"/>
                <a:gd name="connsiteY7-1028" fmla="*/ 481883 h 1640259"/>
                <a:gd name="connsiteX8-1029" fmla="*/ 523630 w 580141"/>
                <a:gd name="connsiteY8-1030" fmla="*/ 648711 h 1640259"/>
                <a:gd name="connsiteX9-1031" fmla="*/ 372197 w 580141"/>
                <a:gd name="connsiteY9-1032" fmla="*/ 546723 h 1640259"/>
                <a:gd name="connsiteX10-1033" fmla="*/ 521176 w 580141"/>
                <a:gd name="connsiteY10-1034" fmla="*/ 666226 h 1640259"/>
                <a:gd name="connsiteX11-1035" fmla="*/ 508896 w 580141"/>
                <a:gd name="connsiteY11-1036" fmla="*/ 846271 h 1640259"/>
                <a:gd name="connsiteX12-1037" fmla="*/ 270832 w 580141"/>
                <a:gd name="connsiteY12-1038" fmla="*/ 673942 h 1640259"/>
                <a:gd name="connsiteX13-1039" fmla="*/ 501344 w 580141"/>
                <a:gd name="connsiteY13-1040" fmla="*/ 870712 h 1640259"/>
                <a:gd name="connsiteX14-1041" fmla="*/ 484201 w 580141"/>
                <a:gd name="connsiteY14-1042" fmla="*/ 1018658 h 1640259"/>
                <a:gd name="connsiteX15-1043" fmla="*/ 184579 w 580141"/>
                <a:gd name="connsiteY15-1044" fmla="*/ 796670 h 1640259"/>
                <a:gd name="connsiteX16-1045" fmla="*/ 479002 w 580141"/>
                <a:gd name="connsiteY16-1046" fmla="*/ 1055860 h 1640259"/>
                <a:gd name="connsiteX17-1047" fmla="*/ 474625 w 580141"/>
                <a:gd name="connsiteY17-1048" fmla="*/ 1200922 h 1640259"/>
                <a:gd name="connsiteX18-1049" fmla="*/ 119129 w 580141"/>
                <a:gd name="connsiteY18-1050" fmla="*/ 944197 h 1640259"/>
                <a:gd name="connsiteX19-1051" fmla="*/ 467006 w 580141"/>
                <a:gd name="connsiteY19-1052" fmla="*/ 1229607 h 1640259"/>
                <a:gd name="connsiteX20-1053" fmla="*/ 480083 w 580141"/>
                <a:gd name="connsiteY20-1054" fmla="*/ 1384563 h 1640259"/>
                <a:gd name="connsiteX21-1055" fmla="*/ 184579 w 580141"/>
                <a:gd name="connsiteY21-1056" fmla="*/ 1187390 h 1640259"/>
                <a:gd name="connsiteX22-1057" fmla="*/ 480050 w 580141"/>
                <a:gd name="connsiteY22-1058" fmla="*/ 1411796 h 1640259"/>
                <a:gd name="connsiteX23-1059" fmla="*/ 552481 w 580141"/>
                <a:gd name="connsiteY23-1060" fmla="*/ 1640067 h 1640259"/>
                <a:gd name="connsiteX24-1061" fmla="*/ 103908 w 580141"/>
                <a:gd name="connsiteY24-1062" fmla="*/ 1412002 h 1640259"/>
                <a:gd name="connsiteX25-1063" fmla="*/ 550099 w 580141"/>
                <a:gd name="connsiteY25-1064" fmla="*/ 54739 h 1640259"/>
                <a:gd name="connsiteX0-1065" fmla="*/ 550099 w 580141"/>
                <a:gd name="connsiteY0-1066" fmla="*/ 54739 h 1640259"/>
                <a:gd name="connsiteX1-1067" fmla="*/ 536842 w 580141"/>
                <a:gd name="connsiteY1-1068" fmla="*/ 262901 h 1640259"/>
                <a:gd name="connsiteX2-1069" fmla="*/ 550454 w 580141"/>
                <a:gd name="connsiteY2-1070" fmla="*/ 290825 h 1640259"/>
                <a:gd name="connsiteX3-1071" fmla="*/ 488816 w 580141"/>
                <a:gd name="connsiteY3-1072" fmla="*/ 248282 h 1640259"/>
                <a:gd name="connsiteX4-1073" fmla="*/ 532877 w 580141"/>
                <a:gd name="connsiteY4-1074" fmla="*/ 296148 h 1640259"/>
                <a:gd name="connsiteX5-1075" fmla="*/ 528440 w 580141"/>
                <a:gd name="connsiteY5-1076" fmla="*/ 449834 h 1640259"/>
                <a:gd name="connsiteX6-1077" fmla="*/ 440807 w 580141"/>
                <a:gd name="connsiteY6-1078" fmla="*/ 401948 h 1640259"/>
                <a:gd name="connsiteX7-1079" fmla="*/ 530748 w 580141"/>
                <a:gd name="connsiteY7-1080" fmla="*/ 481883 h 1640259"/>
                <a:gd name="connsiteX8-1081" fmla="*/ 523630 w 580141"/>
                <a:gd name="connsiteY8-1082" fmla="*/ 648711 h 1640259"/>
                <a:gd name="connsiteX9-1083" fmla="*/ 372197 w 580141"/>
                <a:gd name="connsiteY9-1084" fmla="*/ 546723 h 1640259"/>
                <a:gd name="connsiteX10-1085" fmla="*/ 498617 w 580141"/>
                <a:gd name="connsiteY10-1086" fmla="*/ 658378 h 1640259"/>
                <a:gd name="connsiteX11-1087" fmla="*/ 508896 w 580141"/>
                <a:gd name="connsiteY11-1088" fmla="*/ 846271 h 1640259"/>
                <a:gd name="connsiteX12-1089" fmla="*/ 270832 w 580141"/>
                <a:gd name="connsiteY12-1090" fmla="*/ 673942 h 1640259"/>
                <a:gd name="connsiteX13-1091" fmla="*/ 501344 w 580141"/>
                <a:gd name="connsiteY13-1092" fmla="*/ 870712 h 1640259"/>
                <a:gd name="connsiteX14-1093" fmla="*/ 484201 w 580141"/>
                <a:gd name="connsiteY14-1094" fmla="*/ 1018658 h 1640259"/>
                <a:gd name="connsiteX15-1095" fmla="*/ 184579 w 580141"/>
                <a:gd name="connsiteY15-1096" fmla="*/ 796670 h 1640259"/>
                <a:gd name="connsiteX16-1097" fmla="*/ 479002 w 580141"/>
                <a:gd name="connsiteY16-1098" fmla="*/ 1055860 h 1640259"/>
                <a:gd name="connsiteX17-1099" fmla="*/ 474625 w 580141"/>
                <a:gd name="connsiteY17-1100" fmla="*/ 1200922 h 1640259"/>
                <a:gd name="connsiteX18-1101" fmla="*/ 119129 w 580141"/>
                <a:gd name="connsiteY18-1102" fmla="*/ 944197 h 1640259"/>
                <a:gd name="connsiteX19-1103" fmla="*/ 467006 w 580141"/>
                <a:gd name="connsiteY19-1104" fmla="*/ 1229607 h 1640259"/>
                <a:gd name="connsiteX20-1105" fmla="*/ 480083 w 580141"/>
                <a:gd name="connsiteY20-1106" fmla="*/ 1384563 h 1640259"/>
                <a:gd name="connsiteX21-1107" fmla="*/ 184579 w 580141"/>
                <a:gd name="connsiteY21-1108" fmla="*/ 1187390 h 1640259"/>
                <a:gd name="connsiteX22-1109" fmla="*/ 480050 w 580141"/>
                <a:gd name="connsiteY22-1110" fmla="*/ 1411796 h 1640259"/>
                <a:gd name="connsiteX23-1111" fmla="*/ 552481 w 580141"/>
                <a:gd name="connsiteY23-1112" fmla="*/ 1640067 h 1640259"/>
                <a:gd name="connsiteX24-1113" fmla="*/ 103908 w 580141"/>
                <a:gd name="connsiteY24-1114" fmla="*/ 1412002 h 1640259"/>
                <a:gd name="connsiteX25-1115" fmla="*/ 550099 w 580141"/>
                <a:gd name="connsiteY25-1116" fmla="*/ 54739 h 1640259"/>
                <a:gd name="connsiteX0-1117" fmla="*/ 550099 w 580141"/>
                <a:gd name="connsiteY0-1118" fmla="*/ 54739 h 1640259"/>
                <a:gd name="connsiteX1-1119" fmla="*/ 536842 w 580141"/>
                <a:gd name="connsiteY1-1120" fmla="*/ 262901 h 1640259"/>
                <a:gd name="connsiteX2-1121" fmla="*/ 550454 w 580141"/>
                <a:gd name="connsiteY2-1122" fmla="*/ 290825 h 1640259"/>
                <a:gd name="connsiteX3-1123" fmla="*/ 488816 w 580141"/>
                <a:gd name="connsiteY3-1124" fmla="*/ 248282 h 1640259"/>
                <a:gd name="connsiteX4-1125" fmla="*/ 532877 w 580141"/>
                <a:gd name="connsiteY4-1126" fmla="*/ 296148 h 1640259"/>
                <a:gd name="connsiteX5-1127" fmla="*/ 528440 w 580141"/>
                <a:gd name="connsiteY5-1128" fmla="*/ 449834 h 1640259"/>
                <a:gd name="connsiteX6-1129" fmla="*/ 440807 w 580141"/>
                <a:gd name="connsiteY6-1130" fmla="*/ 401948 h 1640259"/>
                <a:gd name="connsiteX7-1131" fmla="*/ 530748 w 580141"/>
                <a:gd name="connsiteY7-1132" fmla="*/ 481883 h 1640259"/>
                <a:gd name="connsiteX8-1133" fmla="*/ 498587 w 580141"/>
                <a:gd name="connsiteY8-1134" fmla="*/ 638313 h 1640259"/>
                <a:gd name="connsiteX9-1135" fmla="*/ 372197 w 580141"/>
                <a:gd name="connsiteY9-1136" fmla="*/ 546723 h 1640259"/>
                <a:gd name="connsiteX10-1137" fmla="*/ 498617 w 580141"/>
                <a:gd name="connsiteY10-1138" fmla="*/ 658378 h 1640259"/>
                <a:gd name="connsiteX11-1139" fmla="*/ 508896 w 580141"/>
                <a:gd name="connsiteY11-1140" fmla="*/ 846271 h 1640259"/>
                <a:gd name="connsiteX12-1141" fmla="*/ 270832 w 580141"/>
                <a:gd name="connsiteY12-1142" fmla="*/ 673942 h 1640259"/>
                <a:gd name="connsiteX13-1143" fmla="*/ 501344 w 580141"/>
                <a:gd name="connsiteY13-1144" fmla="*/ 870712 h 1640259"/>
                <a:gd name="connsiteX14-1145" fmla="*/ 484201 w 580141"/>
                <a:gd name="connsiteY14-1146" fmla="*/ 1018658 h 1640259"/>
                <a:gd name="connsiteX15-1147" fmla="*/ 184579 w 580141"/>
                <a:gd name="connsiteY15-1148" fmla="*/ 796670 h 1640259"/>
                <a:gd name="connsiteX16-1149" fmla="*/ 479002 w 580141"/>
                <a:gd name="connsiteY16-1150" fmla="*/ 1055860 h 1640259"/>
                <a:gd name="connsiteX17-1151" fmla="*/ 474625 w 580141"/>
                <a:gd name="connsiteY17-1152" fmla="*/ 1200922 h 1640259"/>
                <a:gd name="connsiteX18-1153" fmla="*/ 119129 w 580141"/>
                <a:gd name="connsiteY18-1154" fmla="*/ 944197 h 1640259"/>
                <a:gd name="connsiteX19-1155" fmla="*/ 467006 w 580141"/>
                <a:gd name="connsiteY19-1156" fmla="*/ 1229607 h 1640259"/>
                <a:gd name="connsiteX20-1157" fmla="*/ 480083 w 580141"/>
                <a:gd name="connsiteY20-1158" fmla="*/ 1384563 h 1640259"/>
                <a:gd name="connsiteX21-1159" fmla="*/ 184579 w 580141"/>
                <a:gd name="connsiteY21-1160" fmla="*/ 1187390 h 1640259"/>
                <a:gd name="connsiteX22-1161" fmla="*/ 480050 w 580141"/>
                <a:gd name="connsiteY22-1162" fmla="*/ 1411796 h 1640259"/>
                <a:gd name="connsiteX23-1163" fmla="*/ 552481 w 580141"/>
                <a:gd name="connsiteY23-1164" fmla="*/ 1640067 h 1640259"/>
                <a:gd name="connsiteX24-1165" fmla="*/ 103908 w 580141"/>
                <a:gd name="connsiteY24-1166" fmla="*/ 1412002 h 1640259"/>
                <a:gd name="connsiteX25-1167" fmla="*/ 550099 w 580141"/>
                <a:gd name="connsiteY25-1168" fmla="*/ 54739 h 1640259"/>
                <a:gd name="connsiteX0-1169" fmla="*/ 550099 w 580141"/>
                <a:gd name="connsiteY0-1170" fmla="*/ 54739 h 1640259"/>
                <a:gd name="connsiteX1-1171" fmla="*/ 536842 w 580141"/>
                <a:gd name="connsiteY1-1172" fmla="*/ 262901 h 1640259"/>
                <a:gd name="connsiteX2-1173" fmla="*/ 550454 w 580141"/>
                <a:gd name="connsiteY2-1174" fmla="*/ 290825 h 1640259"/>
                <a:gd name="connsiteX3-1175" fmla="*/ 488816 w 580141"/>
                <a:gd name="connsiteY3-1176" fmla="*/ 248282 h 1640259"/>
                <a:gd name="connsiteX4-1177" fmla="*/ 532877 w 580141"/>
                <a:gd name="connsiteY4-1178" fmla="*/ 296148 h 1640259"/>
                <a:gd name="connsiteX5-1179" fmla="*/ 528440 w 580141"/>
                <a:gd name="connsiteY5-1180" fmla="*/ 449834 h 1640259"/>
                <a:gd name="connsiteX6-1181" fmla="*/ 440807 w 580141"/>
                <a:gd name="connsiteY6-1182" fmla="*/ 401948 h 1640259"/>
                <a:gd name="connsiteX7-1183" fmla="*/ 518260 w 580141"/>
                <a:gd name="connsiteY7-1184" fmla="*/ 474167 h 1640259"/>
                <a:gd name="connsiteX8-1185" fmla="*/ 498587 w 580141"/>
                <a:gd name="connsiteY8-1186" fmla="*/ 638313 h 1640259"/>
                <a:gd name="connsiteX9-1187" fmla="*/ 372197 w 580141"/>
                <a:gd name="connsiteY9-1188" fmla="*/ 546723 h 1640259"/>
                <a:gd name="connsiteX10-1189" fmla="*/ 498617 w 580141"/>
                <a:gd name="connsiteY10-1190" fmla="*/ 658378 h 1640259"/>
                <a:gd name="connsiteX11-1191" fmla="*/ 508896 w 580141"/>
                <a:gd name="connsiteY11-1192" fmla="*/ 846271 h 1640259"/>
                <a:gd name="connsiteX12-1193" fmla="*/ 270832 w 580141"/>
                <a:gd name="connsiteY12-1194" fmla="*/ 673942 h 1640259"/>
                <a:gd name="connsiteX13-1195" fmla="*/ 501344 w 580141"/>
                <a:gd name="connsiteY13-1196" fmla="*/ 870712 h 1640259"/>
                <a:gd name="connsiteX14-1197" fmla="*/ 484201 w 580141"/>
                <a:gd name="connsiteY14-1198" fmla="*/ 1018658 h 1640259"/>
                <a:gd name="connsiteX15-1199" fmla="*/ 184579 w 580141"/>
                <a:gd name="connsiteY15-1200" fmla="*/ 796670 h 1640259"/>
                <a:gd name="connsiteX16-1201" fmla="*/ 479002 w 580141"/>
                <a:gd name="connsiteY16-1202" fmla="*/ 1055860 h 1640259"/>
                <a:gd name="connsiteX17-1203" fmla="*/ 474625 w 580141"/>
                <a:gd name="connsiteY17-1204" fmla="*/ 1200922 h 1640259"/>
                <a:gd name="connsiteX18-1205" fmla="*/ 119129 w 580141"/>
                <a:gd name="connsiteY18-1206" fmla="*/ 944197 h 1640259"/>
                <a:gd name="connsiteX19-1207" fmla="*/ 467006 w 580141"/>
                <a:gd name="connsiteY19-1208" fmla="*/ 1229607 h 1640259"/>
                <a:gd name="connsiteX20-1209" fmla="*/ 480083 w 580141"/>
                <a:gd name="connsiteY20-1210" fmla="*/ 1384563 h 1640259"/>
                <a:gd name="connsiteX21-1211" fmla="*/ 184579 w 580141"/>
                <a:gd name="connsiteY21-1212" fmla="*/ 1187390 h 1640259"/>
                <a:gd name="connsiteX22-1213" fmla="*/ 480050 w 580141"/>
                <a:gd name="connsiteY22-1214" fmla="*/ 1411796 h 1640259"/>
                <a:gd name="connsiteX23-1215" fmla="*/ 552481 w 580141"/>
                <a:gd name="connsiteY23-1216" fmla="*/ 1640067 h 1640259"/>
                <a:gd name="connsiteX24-1217" fmla="*/ 103908 w 580141"/>
                <a:gd name="connsiteY24-1218" fmla="*/ 1412002 h 1640259"/>
                <a:gd name="connsiteX25-1219" fmla="*/ 550099 w 580141"/>
                <a:gd name="connsiteY25-1220" fmla="*/ 54739 h 1640259"/>
                <a:gd name="connsiteX0-1221" fmla="*/ 550099 w 580141"/>
                <a:gd name="connsiteY0-1222" fmla="*/ 54739 h 1640259"/>
                <a:gd name="connsiteX1-1223" fmla="*/ 536842 w 580141"/>
                <a:gd name="connsiteY1-1224" fmla="*/ 262901 h 1640259"/>
                <a:gd name="connsiteX2-1225" fmla="*/ 550454 w 580141"/>
                <a:gd name="connsiteY2-1226" fmla="*/ 290825 h 1640259"/>
                <a:gd name="connsiteX3-1227" fmla="*/ 488816 w 580141"/>
                <a:gd name="connsiteY3-1228" fmla="*/ 248282 h 1640259"/>
                <a:gd name="connsiteX4-1229" fmla="*/ 532877 w 580141"/>
                <a:gd name="connsiteY4-1230" fmla="*/ 296148 h 1640259"/>
                <a:gd name="connsiteX5-1231" fmla="*/ 528440 w 580141"/>
                <a:gd name="connsiteY5-1232" fmla="*/ 449834 h 1640259"/>
                <a:gd name="connsiteX6-1233" fmla="*/ 440807 w 580141"/>
                <a:gd name="connsiteY6-1234" fmla="*/ 401948 h 1640259"/>
                <a:gd name="connsiteX7-1235" fmla="*/ 518260 w 580141"/>
                <a:gd name="connsiteY7-1236" fmla="*/ 474167 h 1640259"/>
                <a:gd name="connsiteX8-1237" fmla="*/ 498587 w 580141"/>
                <a:gd name="connsiteY8-1238" fmla="*/ 638313 h 1640259"/>
                <a:gd name="connsiteX9-1239" fmla="*/ 372197 w 580141"/>
                <a:gd name="connsiteY9-1240" fmla="*/ 546723 h 1640259"/>
                <a:gd name="connsiteX10-1241" fmla="*/ 498617 w 580141"/>
                <a:gd name="connsiteY10-1242" fmla="*/ 658378 h 1640259"/>
                <a:gd name="connsiteX11-1243" fmla="*/ 484050 w 580141"/>
                <a:gd name="connsiteY11-1244" fmla="*/ 820768 h 1640259"/>
                <a:gd name="connsiteX12-1245" fmla="*/ 270832 w 580141"/>
                <a:gd name="connsiteY12-1246" fmla="*/ 673942 h 1640259"/>
                <a:gd name="connsiteX13-1247" fmla="*/ 501344 w 580141"/>
                <a:gd name="connsiteY13-1248" fmla="*/ 870712 h 1640259"/>
                <a:gd name="connsiteX14-1249" fmla="*/ 484201 w 580141"/>
                <a:gd name="connsiteY14-1250" fmla="*/ 1018658 h 1640259"/>
                <a:gd name="connsiteX15-1251" fmla="*/ 184579 w 580141"/>
                <a:gd name="connsiteY15-1252" fmla="*/ 796670 h 1640259"/>
                <a:gd name="connsiteX16-1253" fmla="*/ 479002 w 580141"/>
                <a:gd name="connsiteY16-1254" fmla="*/ 1055860 h 1640259"/>
                <a:gd name="connsiteX17-1255" fmla="*/ 474625 w 580141"/>
                <a:gd name="connsiteY17-1256" fmla="*/ 1200922 h 1640259"/>
                <a:gd name="connsiteX18-1257" fmla="*/ 119129 w 580141"/>
                <a:gd name="connsiteY18-1258" fmla="*/ 944197 h 1640259"/>
                <a:gd name="connsiteX19-1259" fmla="*/ 467006 w 580141"/>
                <a:gd name="connsiteY19-1260" fmla="*/ 1229607 h 1640259"/>
                <a:gd name="connsiteX20-1261" fmla="*/ 480083 w 580141"/>
                <a:gd name="connsiteY20-1262" fmla="*/ 1384563 h 1640259"/>
                <a:gd name="connsiteX21-1263" fmla="*/ 184579 w 580141"/>
                <a:gd name="connsiteY21-1264" fmla="*/ 1187390 h 1640259"/>
                <a:gd name="connsiteX22-1265" fmla="*/ 480050 w 580141"/>
                <a:gd name="connsiteY22-1266" fmla="*/ 1411796 h 1640259"/>
                <a:gd name="connsiteX23-1267" fmla="*/ 552481 w 580141"/>
                <a:gd name="connsiteY23-1268" fmla="*/ 1640067 h 1640259"/>
                <a:gd name="connsiteX24-1269" fmla="*/ 103908 w 580141"/>
                <a:gd name="connsiteY24-1270" fmla="*/ 1412002 h 1640259"/>
                <a:gd name="connsiteX25-1271" fmla="*/ 550099 w 580141"/>
                <a:gd name="connsiteY25-1272" fmla="*/ 54739 h 1640259"/>
                <a:gd name="connsiteX0-1273" fmla="*/ 550099 w 580141"/>
                <a:gd name="connsiteY0-1274" fmla="*/ 54739 h 1640259"/>
                <a:gd name="connsiteX1-1275" fmla="*/ 536842 w 580141"/>
                <a:gd name="connsiteY1-1276" fmla="*/ 262901 h 1640259"/>
                <a:gd name="connsiteX2-1277" fmla="*/ 550454 w 580141"/>
                <a:gd name="connsiteY2-1278" fmla="*/ 290825 h 1640259"/>
                <a:gd name="connsiteX3-1279" fmla="*/ 488816 w 580141"/>
                <a:gd name="connsiteY3-1280" fmla="*/ 248282 h 1640259"/>
                <a:gd name="connsiteX4-1281" fmla="*/ 532877 w 580141"/>
                <a:gd name="connsiteY4-1282" fmla="*/ 296148 h 1640259"/>
                <a:gd name="connsiteX5-1283" fmla="*/ 528440 w 580141"/>
                <a:gd name="connsiteY5-1284" fmla="*/ 449834 h 1640259"/>
                <a:gd name="connsiteX6-1285" fmla="*/ 440807 w 580141"/>
                <a:gd name="connsiteY6-1286" fmla="*/ 401948 h 1640259"/>
                <a:gd name="connsiteX7-1287" fmla="*/ 518260 w 580141"/>
                <a:gd name="connsiteY7-1288" fmla="*/ 474167 h 1640259"/>
                <a:gd name="connsiteX8-1289" fmla="*/ 498587 w 580141"/>
                <a:gd name="connsiteY8-1290" fmla="*/ 638313 h 1640259"/>
                <a:gd name="connsiteX9-1291" fmla="*/ 372197 w 580141"/>
                <a:gd name="connsiteY9-1292" fmla="*/ 546723 h 1640259"/>
                <a:gd name="connsiteX10-1293" fmla="*/ 498617 w 580141"/>
                <a:gd name="connsiteY10-1294" fmla="*/ 658378 h 1640259"/>
                <a:gd name="connsiteX11-1295" fmla="*/ 484050 w 580141"/>
                <a:gd name="connsiteY11-1296" fmla="*/ 820768 h 1640259"/>
                <a:gd name="connsiteX12-1297" fmla="*/ 270832 w 580141"/>
                <a:gd name="connsiteY12-1298" fmla="*/ 673942 h 1640259"/>
                <a:gd name="connsiteX13-1299" fmla="*/ 478917 w 580141"/>
                <a:gd name="connsiteY13-1300" fmla="*/ 852794 h 1640259"/>
                <a:gd name="connsiteX14-1301" fmla="*/ 484201 w 580141"/>
                <a:gd name="connsiteY14-1302" fmla="*/ 1018658 h 1640259"/>
                <a:gd name="connsiteX15-1303" fmla="*/ 184579 w 580141"/>
                <a:gd name="connsiteY15-1304" fmla="*/ 796670 h 1640259"/>
                <a:gd name="connsiteX16-1305" fmla="*/ 479002 w 580141"/>
                <a:gd name="connsiteY16-1306" fmla="*/ 1055860 h 1640259"/>
                <a:gd name="connsiteX17-1307" fmla="*/ 474625 w 580141"/>
                <a:gd name="connsiteY17-1308" fmla="*/ 1200922 h 1640259"/>
                <a:gd name="connsiteX18-1309" fmla="*/ 119129 w 580141"/>
                <a:gd name="connsiteY18-1310" fmla="*/ 944197 h 1640259"/>
                <a:gd name="connsiteX19-1311" fmla="*/ 467006 w 580141"/>
                <a:gd name="connsiteY19-1312" fmla="*/ 1229607 h 1640259"/>
                <a:gd name="connsiteX20-1313" fmla="*/ 480083 w 580141"/>
                <a:gd name="connsiteY20-1314" fmla="*/ 1384563 h 1640259"/>
                <a:gd name="connsiteX21-1315" fmla="*/ 184579 w 580141"/>
                <a:gd name="connsiteY21-1316" fmla="*/ 1187390 h 1640259"/>
                <a:gd name="connsiteX22-1317" fmla="*/ 480050 w 580141"/>
                <a:gd name="connsiteY22-1318" fmla="*/ 1411796 h 1640259"/>
                <a:gd name="connsiteX23-1319" fmla="*/ 552481 w 580141"/>
                <a:gd name="connsiteY23-1320" fmla="*/ 1640067 h 1640259"/>
                <a:gd name="connsiteX24-1321" fmla="*/ 103908 w 580141"/>
                <a:gd name="connsiteY24-1322" fmla="*/ 1412002 h 1640259"/>
                <a:gd name="connsiteX25-1323" fmla="*/ 550099 w 580141"/>
                <a:gd name="connsiteY25-1324" fmla="*/ 54739 h 1640259"/>
                <a:gd name="connsiteX0-1325" fmla="*/ 550099 w 580141"/>
                <a:gd name="connsiteY0-1326" fmla="*/ 54739 h 1640259"/>
                <a:gd name="connsiteX1-1327" fmla="*/ 536842 w 580141"/>
                <a:gd name="connsiteY1-1328" fmla="*/ 262901 h 1640259"/>
                <a:gd name="connsiteX2-1329" fmla="*/ 550454 w 580141"/>
                <a:gd name="connsiteY2-1330" fmla="*/ 290825 h 1640259"/>
                <a:gd name="connsiteX3-1331" fmla="*/ 488816 w 580141"/>
                <a:gd name="connsiteY3-1332" fmla="*/ 248282 h 1640259"/>
                <a:gd name="connsiteX4-1333" fmla="*/ 532877 w 580141"/>
                <a:gd name="connsiteY4-1334" fmla="*/ 296148 h 1640259"/>
                <a:gd name="connsiteX5-1335" fmla="*/ 528440 w 580141"/>
                <a:gd name="connsiteY5-1336" fmla="*/ 449834 h 1640259"/>
                <a:gd name="connsiteX6-1337" fmla="*/ 440807 w 580141"/>
                <a:gd name="connsiteY6-1338" fmla="*/ 401948 h 1640259"/>
                <a:gd name="connsiteX7-1339" fmla="*/ 518260 w 580141"/>
                <a:gd name="connsiteY7-1340" fmla="*/ 474167 h 1640259"/>
                <a:gd name="connsiteX8-1341" fmla="*/ 498587 w 580141"/>
                <a:gd name="connsiteY8-1342" fmla="*/ 638313 h 1640259"/>
                <a:gd name="connsiteX9-1343" fmla="*/ 372197 w 580141"/>
                <a:gd name="connsiteY9-1344" fmla="*/ 546723 h 1640259"/>
                <a:gd name="connsiteX10-1345" fmla="*/ 498617 w 580141"/>
                <a:gd name="connsiteY10-1346" fmla="*/ 658378 h 1640259"/>
                <a:gd name="connsiteX11-1347" fmla="*/ 484050 w 580141"/>
                <a:gd name="connsiteY11-1348" fmla="*/ 820768 h 1640259"/>
                <a:gd name="connsiteX12-1349" fmla="*/ 270832 w 580141"/>
                <a:gd name="connsiteY12-1350" fmla="*/ 673942 h 1640259"/>
                <a:gd name="connsiteX13-1351" fmla="*/ 478917 w 580141"/>
                <a:gd name="connsiteY13-1352" fmla="*/ 852794 h 1640259"/>
                <a:gd name="connsiteX14-1353" fmla="*/ 484201 w 580141"/>
                <a:gd name="connsiteY14-1354" fmla="*/ 1018658 h 1640259"/>
                <a:gd name="connsiteX15-1355" fmla="*/ 184579 w 580141"/>
                <a:gd name="connsiteY15-1356" fmla="*/ 796670 h 1640259"/>
                <a:gd name="connsiteX16-1357" fmla="*/ 479002 w 580141"/>
                <a:gd name="connsiteY16-1358" fmla="*/ 1055860 h 1640259"/>
                <a:gd name="connsiteX17-1359" fmla="*/ 459783 w 580141"/>
                <a:gd name="connsiteY17-1360" fmla="*/ 1180585 h 1640259"/>
                <a:gd name="connsiteX18-1361" fmla="*/ 119129 w 580141"/>
                <a:gd name="connsiteY18-1362" fmla="*/ 944197 h 1640259"/>
                <a:gd name="connsiteX19-1363" fmla="*/ 467006 w 580141"/>
                <a:gd name="connsiteY19-1364" fmla="*/ 1229607 h 1640259"/>
                <a:gd name="connsiteX20-1365" fmla="*/ 480083 w 580141"/>
                <a:gd name="connsiteY20-1366" fmla="*/ 1384563 h 1640259"/>
                <a:gd name="connsiteX21-1367" fmla="*/ 184579 w 580141"/>
                <a:gd name="connsiteY21-1368" fmla="*/ 1187390 h 1640259"/>
                <a:gd name="connsiteX22-1369" fmla="*/ 480050 w 580141"/>
                <a:gd name="connsiteY22-1370" fmla="*/ 1411796 h 1640259"/>
                <a:gd name="connsiteX23-1371" fmla="*/ 552481 w 580141"/>
                <a:gd name="connsiteY23-1372" fmla="*/ 1640067 h 1640259"/>
                <a:gd name="connsiteX24-1373" fmla="*/ 103908 w 580141"/>
                <a:gd name="connsiteY24-1374" fmla="*/ 1412002 h 1640259"/>
                <a:gd name="connsiteX25-1375" fmla="*/ 550099 w 580141"/>
                <a:gd name="connsiteY25-1376" fmla="*/ 54739 h 1640259"/>
                <a:gd name="connsiteX0-1377" fmla="*/ 550099 w 580141"/>
                <a:gd name="connsiteY0-1378" fmla="*/ 54739 h 1640259"/>
                <a:gd name="connsiteX1-1379" fmla="*/ 536842 w 580141"/>
                <a:gd name="connsiteY1-1380" fmla="*/ 262901 h 1640259"/>
                <a:gd name="connsiteX2-1381" fmla="*/ 550454 w 580141"/>
                <a:gd name="connsiteY2-1382" fmla="*/ 290825 h 1640259"/>
                <a:gd name="connsiteX3-1383" fmla="*/ 488816 w 580141"/>
                <a:gd name="connsiteY3-1384" fmla="*/ 248282 h 1640259"/>
                <a:gd name="connsiteX4-1385" fmla="*/ 532877 w 580141"/>
                <a:gd name="connsiteY4-1386" fmla="*/ 296148 h 1640259"/>
                <a:gd name="connsiteX5-1387" fmla="*/ 528440 w 580141"/>
                <a:gd name="connsiteY5-1388" fmla="*/ 449834 h 1640259"/>
                <a:gd name="connsiteX6-1389" fmla="*/ 440807 w 580141"/>
                <a:gd name="connsiteY6-1390" fmla="*/ 401948 h 1640259"/>
                <a:gd name="connsiteX7-1391" fmla="*/ 518260 w 580141"/>
                <a:gd name="connsiteY7-1392" fmla="*/ 474167 h 1640259"/>
                <a:gd name="connsiteX8-1393" fmla="*/ 498587 w 580141"/>
                <a:gd name="connsiteY8-1394" fmla="*/ 638313 h 1640259"/>
                <a:gd name="connsiteX9-1395" fmla="*/ 372197 w 580141"/>
                <a:gd name="connsiteY9-1396" fmla="*/ 546723 h 1640259"/>
                <a:gd name="connsiteX10-1397" fmla="*/ 498617 w 580141"/>
                <a:gd name="connsiteY10-1398" fmla="*/ 658378 h 1640259"/>
                <a:gd name="connsiteX11-1399" fmla="*/ 484050 w 580141"/>
                <a:gd name="connsiteY11-1400" fmla="*/ 820768 h 1640259"/>
                <a:gd name="connsiteX12-1401" fmla="*/ 270832 w 580141"/>
                <a:gd name="connsiteY12-1402" fmla="*/ 673942 h 1640259"/>
                <a:gd name="connsiteX13-1403" fmla="*/ 478917 w 580141"/>
                <a:gd name="connsiteY13-1404" fmla="*/ 852794 h 1640259"/>
                <a:gd name="connsiteX14-1405" fmla="*/ 484201 w 580141"/>
                <a:gd name="connsiteY14-1406" fmla="*/ 1018658 h 1640259"/>
                <a:gd name="connsiteX15-1407" fmla="*/ 184579 w 580141"/>
                <a:gd name="connsiteY15-1408" fmla="*/ 796670 h 1640259"/>
                <a:gd name="connsiteX16-1409" fmla="*/ 466579 w 580141"/>
                <a:gd name="connsiteY16-1410" fmla="*/ 1043108 h 1640259"/>
                <a:gd name="connsiteX17-1411" fmla="*/ 459783 w 580141"/>
                <a:gd name="connsiteY17-1412" fmla="*/ 1180585 h 1640259"/>
                <a:gd name="connsiteX18-1413" fmla="*/ 119129 w 580141"/>
                <a:gd name="connsiteY18-1414" fmla="*/ 944197 h 1640259"/>
                <a:gd name="connsiteX19-1415" fmla="*/ 467006 w 580141"/>
                <a:gd name="connsiteY19-1416" fmla="*/ 1229607 h 1640259"/>
                <a:gd name="connsiteX20-1417" fmla="*/ 480083 w 580141"/>
                <a:gd name="connsiteY20-1418" fmla="*/ 1384563 h 1640259"/>
                <a:gd name="connsiteX21-1419" fmla="*/ 184579 w 580141"/>
                <a:gd name="connsiteY21-1420" fmla="*/ 1187390 h 1640259"/>
                <a:gd name="connsiteX22-1421" fmla="*/ 480050 w 580141"/>
                <a:gd name="connsiteY22-1422" fmla="*/ 1411796 h 1640259"/>
                <a:gd name="connsiteX23-1423" fmla="*/ 552481 w 580141"/>
                <a:gd name="connsiteY23-1424" fmla="*/ 1640067 h 1640259"/>
                <a:gd name="connsiteX24-1425" fmla="*/ 103908 w 580141"/>
                <a:gd name="connsiteY24-1426" fmla="*/ 1412002 h 1640259"/>
                <a:gd name="connsiteX25-1427" fmla="*/ 550099 w 580141"/>
                <a:gd name="connsiteY25-1428" fmla="*/ 54739 h 1640259"/>
                <a:gd name="connsiteX0-1429" fmla="*/ 550099 w 580141"/>
                <a:gd name="connsiteY0-1430" fmla="*/ 54739 h 1640259"/>
                <a:gd name="connsiteX1-1431" fmla="*/ 536842 w 580141"/>
                <a:gd name="connsiteY1-1432" fmla="*/ 262901 h 1640259"/>
                <a:gd name="connsiteX2-1433" fmla="*/ 550454 w 580141"/>
                <a:gd name="connsiteY2-1434" fmla="*/ 290825 h 1640259"/>
                <a:gd name="connsiteX3-1435" fmla="*/ 488816 w 580141"/>
                <a:gd name="connsiteY3-1436" fmla="*/ 248282 h 1640259"/>
                <a:gd name="connsiteX4-1437" fmla="*/ 532877 w 580141"/>
                <a:gd name="connsiteY4-1438" fmla="*/ 296148 h 1640259"/>
                <a:gd name="connsiteX5-1439" fmla="*/ 528440 w 580141"/>
                <a:gd name="connsiteY5-1440" fmla="*/ 449834 h 1640259"/>
                <a:gd name="connsiteX6-1441" fmla="*/ 440807 w 580141"/>
                <a:gd name="connsiteY6-1442" fmla="*/ 401948 h 1640259"/>
                <a:gd name="connsiteX7-1443" fmla="*/ 518260 w 580141"/>
                <a:gd name="connsiteY7-1444" fmla="*/ 474167 h 1640259"/>
                <a:gd name="connsiteX8-1445" fmla="*/ 498587 w 580141"/>
                <a:gd name="connsiteY8-1446" fmla="*/ 638313 h 1640259"/>
                <a:gd name="connsiteX9-1447" fmla="*/ 372197 w 580141"/>
                <a:gd name="connsiteY9-1448" fmla="*/ 546723 h 1640259"/>
                <a:gd name="connsiteX10-1449" fmla="*/ 498617 w 580141"/>
                <a:gd name="connsiteY10-1450" fmla="*/ 658378 h 1640259"/>
                <a:gd name="connsiteX11-1451" fmla="*/ 484050 w 580141"/>
                <a:gd name="connsiteY11-1452" fmla="*/ 820768 h 1640259"/>
                <a:gd name="connsiteX12-1453" fmla="*/ 270832 w 580141"/>
                <a:gd name="connsiteY12-1454" fmla="*/ 673942 h 1640259"/>
                <a:gd name="connsiteX13-1455" fmla="*/ 478917 w 580141"/>
                <a:gd name="connsiteY13-1456" fmla="*/ 852794 h 1640259"/>
                <a:gd name="connsiteX14-1457" fmla="*/ 469294 w 580141"/>
                <a:gd name="connsiteY14-1458" fmla="*/ 1003356 h 1640259"/>
                <a:gd name="connsiteX15-1459" fmla="*/ 184579 w 580141"/>
                <a:gd name="connsiteY15-1460" fmla="*/ 796670 h 1640259"/>
                <a:gd name="connsiteX16-1461" fmla="*/ 466579 w 580141"/>
                <a:gd name="connsiteY16-1462" fmla="*/ 1043108 h 1640259"/>
                <a:gd name="connsiteX17-1463" fmla="*/ 459783 w 580141"/>
                <a:gd name="connsiteY17-1464" fmla="*/ 1180585 h 1640259"/>
                <a:gd name="connsiteX18-1465" fmla="*/ 119129 w 580141"/>
                <a:gd name="connsiteY18-1466" fmla="*/ 944197 h 1640259"/>
                <a:gd name="connsiteX19-1467" fmla="*/ 467006 w 580141"/>
                <a:gd name="connsiteY19-1468" fmla="*/ 1229607 h 1640259"/>
                <a:gd name="connsiteX20-1469" fmla="*/ 480083 w 580141"/>
                <a:gd name="connsiteY20-1470" fmla="*/ 1384563 h 1640259"/>
                <a:gd name="connsiteX21-1471" fmla="*/ 184579 w 580141"/>
                <a:gd name="connsiteY21-1472" fmla="*/ 1187390 h 1640259"/>
                <a:gd name="connsiteX22-1473" fmla="*/ 480050 w 580141"/>
                <a:gd name="connsiteY22-1474" fmla="*/ 1411796 h 1640259"/>
                <a:gd name="connsiteX23-1475" fmla="*/ 552481 w 580141"/>
                <a:gd name="connsiteY23-1476" fmla="*/ 1640067 h 1640259"/>
                <a:gd name="connsiteX24-1477" fmla="*/ 103908 w 580141"/>
                <a:gd name="connsiteY24-1478" fmla="*/ 1412002 h 1640259"/>
                <a:gd name="connsiteX25-1479" fmla="*/ 550099 w 580141"/>
                <a:gd name="connsiteY25-1480" fmla="*/ 54739 h 1640259"/>
                <a:gd name="connsiteX0-1481" fmla="*/ 550099 w 580141"/>
                <a:gd name="connsiteY0-1482" fmla="*/ 54739 h 1640259"/>
                <a:gd name="connsiteX1-1483" fmla="*/ 536842 w 580141"/>
                <a:gd name="connsiteY1-1484" fmla="*/ 262901 h 1640259"/>
                <a:gd name="connsiteX2-1485" fmla="*/ 550454 w 580141"/>
                <a:gd name="connsiteY2-1486" fmla="*/ 290825 h 1640259"/>
                <a:gd name="connsiteX3-1487" fmla="*/ 488816 w 580141"/>
                <a:gd name="connsiteY3-1488" fmla="*/ 248282 h 1640259"/>
                <a:gd name="connsiteX4-1489" fmla="*/ 532877 w 580141"/>
                <a:gd name="connsiteY4-1490" fmla="*/ 296148 h 1640259"/>
                <a:gd name="connsiteX5-1491" fmla="*/ 511048 w 580141"/>
                <a:gd name="connsiteY5-1492" fmla="*/ 431982 h 1640259"/>
                <a:gd name="connsiteX6-1493" fmla="*/ 440807 w 580141"/>
                <a:gd name="connsiteY6-1494" fmla="*/ 401948 h 1640259"/>
                <a:gd name="connsiteX7-1495" fmla="*/ 518260 w 580141"/>
                <a:gd name="connsiteY7-1496" fmla="*/ 474167 h 1640259"/>
                <a:gd name="connsiteX8-1497" fmla="*/ 498587 w 580141"/>
                <a:gd name="connsiteY8-1498" fmla="*/ 638313 h 1640259"/>
                <a:gd name="connsiteX9-1499" fmla="*/ 372197 w 580141"/>
                <a:gd name="connsiteY9-1500" fmla="*/ 546723 h 1640259"/>
                <a:gd name="connsiteX10-1501" fmla="*/ 498617 w 580141"/>
                <a:gd name="connsiteY10-1502" fmla="*/ 658378 h 1640259"/>
                <a:gd name="connsiteX11-1503" fmla="*/ 484050 w 580141"/>
                <a:gd name="connsiteY11-1504" fmla="*/ 820768 h 1640259"/>
                <a:gd name="connsiteX12-1505" fmla="*/ 270832 w 580141"/>
                <a:gd name="connsiteY12-1506" fmla="*/ 673942 h 1640259"/>
                <a:gd name="connsiteX13-1507" fmla="*/ 478917 w 580141"/>
                <a:gd name="connsiteY13-1508" fmla="*/ 852794 h 1640259"/>
                <a:gd name="connsiteX14-1509" fmla="*/ 469294 w 580141"/>
                <a:gd name="connsiteY14-1510" fmla="*/ 1003356 h 1640259"/>
                <a:gd name="connsiteX15-1511" fmla="*/ 184579 w 580141"/>
                <a:gd name="connsiteY15-1512" fmla="*/ 796670 h 1640259"/>
                <a:gd name="connsiteX16-1513" fmla="*/ 466579 w 580141"/>
                <a:gd name="connsiteY16-1514" fmla="*/ 1043108 h 1640259"/>
                <a:gd name="connsiteX17-1515" fmla="*/ 459783 w 580141"/>
                <a:gd name="connsiteY17-1516" fmla="*/ 1180585 h 1640259"/>
                <a:gd name="connsiteX18-1517" fmla="*/ 119129 w 580141"/>
                <a:gd name="connsiteY18-1518" fmla="*/ 944197 h 1640259"/>
                <a:gd name="connsiteX19-1519" fmla="*/ 467006 w 580141"/>
                <a:gd name="connsiteY19-1520" fmla="*/ 1229607 h 1640259"/>
                <a:gd name="connsiteX20-1521" fmla="*/ 480083 w 580141"/>
                <a:gd name="connsiteY20-1522" fmla="*/ 1384563 h 1640259"/>
                <a:gd name="connsiteX21-1523" fmla="*/ 184579 w 580141"/>
                <a:gd name="connsiteY21-1524" fmla="*/ 1187390 h 1640259"/>
                <a:gd name="connsiteX22-1525" fmla="*/ 480050 w 580141"/>
                <a:gd name="connsiteY22-1526" fmla="*/ 1411796 h 1640259"/>
                <a:gd name="connsiteX23-1527" fmla="*/ 552481 w 580141"/>
                <a:gd name="connsiteY23-1528" fmla="*/ 1640067 h 1640259"/>
                <a:gd name="connsiteX24-1529" fmla="*/ 103908 w 580141"/>
                <a:gd name="connsiteY24-1530" fmla="*/ 1412002 h 1640259"/>
                <a:gd name="connsiteX25-1531" fmla="*/ 550099 w 580141"/>
                <a:gd name="connsiteY25-1532" fmla="*/ 54739 h 1640259"/>
                <a:gd name="connsiteX0-1533" fmla="*/ 550099 w 582162"/>
                <a:gd name="connsiteY0-1534" fmla="*/ 54028 h 1639548"/>
                <a:gd name="connsiteX1-1535" fmla="*/ 536842 w 582162"/>
                <a:gd name="connsiteY1-1536" fmla="*/ 262190 h 1639548"/>
                <a:gd name="connsiteX2-1537" fmla="*/ 488816 w 582162"/>
                <a:gd name="connsiteY2-1538" fmla="*/ 247571 h 1639548"/>
                <a:gd name="connsiteX3-1539" fmla="*/ 532877 w 582162"/>
                <a:gd name="connsiteY3-1540" fmla="*/ 295437 h 1639548"/>
                <a:gd name="connsiteX4-1541" fmla="*/ 511048 w 582162"/>
                <a:gd name="connsiteY4-1542" fmla="*/ 431271 h 1639548"/>
                <a:gd name="connsiteX5-1543" fmla="*/ 440807 w 582162"/>
                <a:gd name="connsiteY5-1544" fmla="*/ 401237 h 1639548"/>
                <a:gd name="connsiteX6-1545" fmla="*/ 518260 w 582162"/>
                <a:gd name="connsiteY6-1546" fmla="*/ 473456 h 1639548"/>
                <a:gd name="connsiteX7-1547" fmla="*/ 498587 w 582162"/>
                <a:gd name="connsiteY7-1548" fmla="*/ 637602 h 1639548"/>
                <a:gd name="connsiteX8-1549" fmla="*/ 372197 w 582162"/>
                <a:gd name="connsiteY8-1550" fmla="*/ 546012 h 1639548"/>
                <a:gd name="connsiteX9-1551" fmla="*/ 498617 w 582162"/>
                <a:gd name="connsiteY9-1552" fmla="*/ 657667 h 1639548"/>
                <a:gd name="connsiteX10-1553" fmla="*/ 484050 w 582162"/>
                <a:gd name="connsiteY10-1554" fmla="*/ 820057 h 1639548"/>
                <a:gd name="connsiteX11-1555" fmla="*/ 270832 w 582162"/>
                <a:gd name="connsiteY11-1556" fmla="*/ 673231 h 1639548"/>
                <a:gd name="connsiteX12-1557" fmla="*/ 478917 w 582162"/>
                <a:gd name="connsiteY12-1558" fmla="*/ 852083 h 1639548"/>
                <a:gd name="connsiteX13-1559" fmla="*/ 469294 w 582162"/>
                <a:gd name="connsiteY13-1560" fmla="*/ 1002645 h 1639548"/>
                <a:gd name="connsiteX14-1561" fmla="*/ 184579 w 582162"/>
                <a:gd name="connsiteY14-1562" fmla="*/ 795959 h 1639548"/>
                <a:gd name="connsiteX15-1563" fmla="*/ 466579 w 582162"/>
                <a:gd name="connsiteY15-1564" fmla="*/ 1042397 h 1639548"/>
                <a:gd name="connsiteX16-1565" fmla="*/ 459783 w 582162"/>
                <a:gd name="connsiteY16-1566" fmla="*/ 1179874 h 1639548"/>
                <a:gd name="connsiteX17-1567" fmla="*/ 119129 w 582162"/>
                <a:gd name="connsiteY17-1568" fmla="*/ 943486 h 1639548"/>
                <a:gd name="connsiteX18-1569" fmla="*/ 467006 w 582162"/>
                <a:gd name="connsiteY18-1570" fmla="*/ 1228896 h 1639548"/>
                <a:gd name="connsiteX19-1571" fmla="*/ 480083 w 582162"/>
                <a:gd name="connsiteY19-1572" fmla="*/ 1383852 h 1639548"/>
                <a:gd name="connsiteX20-1573" fmla="*/ 184579 w 582162"/>
                <a:gd name="connsiteY20-1574" fmla="*/ 1186679 h 1639548"/>
                <a:gd name="connsiteX21-1575" fmla="*/ 480050 w 582162"/>
                <a:gd name="connsiteY21-1576" fmla="*/ 1411085 h 1639548"/>
                <a:gd name="connsiteX22-1577" fmla="*/ 552481 w 582162"/>
                <a:gd name="connsiteY22-1578" fmla="*/ 1639356 h 1639548"/>
                <a:gd name="connsiteX23-1579" fmla="*/ 103908 w 582162"/>
                <a:gd name="connsiteY23-1580" fmla="*/ 1411291 h 1639548"/>
                <a:gd name="connsiteX24-1581" fmla="*/ 550099 w 582162"/>
                <a:gd name="connsiteY24-1582" fmla="*/ 54028 h 1639548"/>
                <a:gd name="connsiteX0-1583" fmla="*/ 550099 w 582162"/>
                <a:gd name="connsiteY0-1584" fmla="*/ 54028 h 1639548"/>
                <a:gd name="connsiteX1-1585" fmla="*/ 536842 w 582162"/>
                <a:gd name="connsiteY1-1586" fmla="*/ 262190 h 1639548"/>
                <a:gd name="connsiteX2-1587" fmla="*/ 488816 w 582162"/>
                <a:gd name="connsiteY2-1588" fmla="*/ 247571 h 1639548"/>
                <a:gd name="connsiteX3-1589" fmla="*/ 532877 w 582162"/>
                <a:gd name="connsiteY3-1590" fmla="*/ 295437 h 1639548"/>
                <a:gd name="connsiteX4-1591" fmla="*/ 526021 w 582162"/>
                <a:gd name="connsiteY4-1592" fmla="*/ 441538 h 1639548"/>
                <a:gd name="connsiteX5-1593" fmla="*/ 440807 w 582162"/>
                <a:gd name="connsiteY5-1594" fmla="*/ 401237 h 1639548"/>
                <a:gd name="connsiteX6-1595" fmla="*/ 518260 w 582162"/>
                <a:gd name="connsiteY6-1596" fmla="*/ 473456 h 1639548"/>
                <a:gd name="connsiteX7-1597" fmla="*/ 498587 w 582162"/>
                <a:gd name="connsiteY7-1598" fmla="*/ 637602 h 1639548"/>
                <a:gd name="connsiteX8-1599" fmla="*/ 372197 w 582162"/>
                <a:gd name="connsiteY8-1600" fmla="*/ 546012 h 1639548"/>
                <a:gd name="connsiteX9-1601" fmla="*/ 498617 w 582162"/>
                <a:gd name="connsiteY9-1602" fmla="*/ 657667 h 1639548"/>
                <a:gd name="connsiteX10-1603" fmla="*/ 484050 w 582162"/>
                <a:gd name="connsiteY10-1604" fmla="*/ 820057 h 1639548"/>
                <a:gd name="connsiteX11-1605" fmla="*/ 270832 w 582162"/>
                <a:gd name="connsiteY11-1606" fmla="*/ 673231 h 1639548"/>
                <a:gd name="connsiteX12-1607" fmla="*/ 478917 w 582162"/>
                <a:gd name="connsiteY12-1608" fmla="*/ 852083 h 1639548"/>
                <a:gd name="connsiteX13-1609" fmla="*/ 469294 w 582162"/>
                <a:gd name="connsiteY13-1610" fmla="*/ 1002645 h 1639548"/>
                <a:gd name="connsiteX14-1611" fmla="*/ 184579 w 582162"/>
                <a:gd name="connsiteY14-1612" fmla="*/ 795959 h 1639548"/>
                <a:gd name="connsiteX15-1613" fmla="*/ 466579 w 582162"/>
                <a:gd name="connsiteY15-1614" fmla="*/ 1042397 h 1639548"/>
                <a:gd name="connsiteX16-1615" fmla="*/ 459783 w 582162"/>
                <a:gd name="connsiteY16-1616" fmla="*/ 1179874 h 1639548"/>
                <a:gd name="connsiteX17-1617" fmla="*/ 119129 w 582162"/>
                <a:gd name="connsiteY17-1618" fmla="*/ 943486 h 1639548"/>
                <a:gd name="connsiteX18-1619" fmla="*/ 467006 w 582162"/>
                <a:gd name="connsiteY18-1620" fmla="*/ 1228896 h 1639548"/>
                <a:gd name="connsiteX19-1621" fmla="*/ 480083 w 582162"/>
                <a:gd name="connsiteY19-1622" fmla="*/ 1383852 h 1639548"/>
                <a:gd name="connsiteX20-1623" fmla="*/ 184579 w 582162"/>
                <a:gd name="connsiteY20-1624" fmla="*/ 1186679 h 1639548"/>
                <a:gd name="connsiteX21-1625" fmla="*/ 480050 w 582162"/>
                <a:gd name="connsiteY21-1626" fmla="*/ 1411085 h 1639548"/>
                <a:gd name="connsiteX22-1627" fmla="*/ 552481 w 582162"/>
                <a:gd name="connsiteY22-1628" fmla="*/ 1639356 h 1639548"/>
                <a:gd name="connsiteX23-1629" fmla="*/ 103908 w 582162"/>
                <a:gd name="connsiteY23-1630" fmla="*/ 1411291 h 1639548"/>
                <a:gd name="connsiteX24-1631" fmla="*/ 550099 w 582162"/>
                <a:gd name="connsiteY24-1632" fmla="*/ 54028 h 1639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0" name="Group 12"/>
            <p:cNvGrpSpPr/>
            <p:nvPr/>
          </p:nvGrpSpPr>
          <p:grpSpPr>
            <a:xfrm rot="5400000">
              <a:off x="10163425" y="3352604"/>
              <a:ext cx="830970" cy="1197527"/>
              <a:chOff x="967240" y="3289369"/>
              <a:chExt cx="1100200" cy="1585520"/>
            </a:xfrm>
          </p:grpSpPr>
          <p:sp>
            <p:nvSpPr>
              <p:cNvPr id="26" name="Freeform 16"/>
              <p:cNvSpPr/>
              <p:nvPr/>
            </p:nvSpPr>
            <p:spPr>
              <a:xfrm>
                <a:off x="967240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Freeform 17"/>
              <p:cNvSpPr/>
              <p:nvPr/>
            </p:nvSpPr>
            <p:spPr>
              <a:xfrm flipH="1">
                <a:off x="1514959" y="3289369"/>
                <a:ext cx="552481" cy="1585520"/>
              </a:xfrm>
              <a:custGeom>
                <a:avLst/>
                <a:gdLst/>
                <a:ahLst/>
                <a:cxnLst/>
                <a:rect l="l" t="t" r="r" b="b"/>
                <a:pathLst>
                  <a:path w="552481" h="1585520">
                    <a:moveTo>
                      <a:pt x="550099" y="0"/>
                    </a:moveTo>
                    <a:lnTo>
                      <a:pt x="550454" y="236086"/>
                    </a:lnTo>
                    <a:lnTo>
                      <a:pt x="488816" y="193543"/>
                    </a:lnTo>
                    <a:lnTo>
                      <a:pt x="550466" y="244157"/>
                    </a:lnTo>
                    <a:lnTo>
                      <a:pt x="550735" y="423083"/>
                    </a:lnTo>
                    <a:lnTo>
                      <a:pt x="440807" y="347209"/>
                    </a:lnTo>
                    <a:lnTo>
                      <a:pt x="550756" y="437477"/>
                    </a:lnTo>
                    <a:lnTo>
                      <a:pt x="551026" y="616991"/>
                    </a:lnTo>
                    <a:lnTo>
                      <a:pt x="372197" y="491984"/>
                    </a:lnTo>
                    <a:lnTo>
                      <a:pt x="551056" y="637056"/>
                    </a:lnTo>
                    <a:lnTo>
                      <a:pt x="551331" y="819782"/>
                    </a:lnTo>
                    <a:lnTo>
                      <a:pt x="270832" y="619203"/>
                    </a:lnTo>
                    <a:lnTo>
                      <a:pt x="551364" y="841805"/>
                    </a:lnTo>
                    <a:lnTo>
                      <a:pt x="551613" y="1007603"/>
                    </a:lnTo>
                    <a:lnTo>
                      <a:pt x="184579" y="741931"/>
                    </a:lnTo>
                    <a:lnTo>
                      <a:pt x="551646" y="1029766"/>
                    </a:lnTo>
                    <a:lnTo>
                      <a:pt x="551910" y="1205103"/>
                    </a:lnTo>
                    <a:lnTo>
                      <a:pt x="119129" y="889458"/>
                    </a:lnTo>
                    <a:lnTo>
                      <a:pt x="551942" y="1226335"/>
                    </a:lnTo>
                    <a:lnTo>
                      <a:pt x="552201" y="1398749"/>
                    </a:lnTo>
                    <a:lnTo>
                      <a:pt x="184579" y="1132651"/>
                    </a:lnTo>
                    <a:lnTo>
                      <a:pt x="552234" y="1420947"/>
                    </a:lnTo>
                    <a:lnTo>
                      <a:pt x="552481" y="1585328"/>
                    </a:lnTo>
                    <a:cubicBezTo>
                      <a:pt x="331520" y="1590267"/>
                      <a:pt x="189138" y="1499959"/>
                      <a:pt x="103908" y="1357263"/>
                    </a:cubicBezTo>
                    <a:cubicBezTo>
                      <a:pt x="-144138" y="933499"/>
                      <a:pt x="70524" y="593019"/>
                      <a:pt x="550099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1" name="Freeform 18"/>
            <p:cNvSpPr/>
            <p:nvPr/>
          </p:nvSpPr>
          <p:spPr>
            <a:xfrm rot="7156190" flipV="1">
              <a:off x="9396128" y="2784216"/>
              <a:ext cx="368290" cy="1037214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-1" fmla="*/ 550099 w 552481"/>
                <a:gd name="connsiteY0-2" fmla="*/ 0 h 1585520"/>
                <a:gd name="connsiteX1-3" fmla="*/ 550454 w 552481"/>
                <a:gd name="connsiteY1-4" fmla="*/ 236086 h 1585520"/>
                <a:gd name="connsiteX2-5" fmla="*/ 488816 w 552481"/>
                <a:gd name="connsiteY2-6" fmla="*/ 193543 h 1585520"/>
                <a:gd name="connsiteX3-7" fmla="*/ 550466 w 552481"/>
                <a:gd name="connsiteY3-8" fmla="*/ 244157 h 1585520"/>
                <a:gd name="connsiteX4-9" fmla="*/ 550735 w 552481"/>
                <a:gd name="connsiteY4-10" fmla="*/ 423083 h 1585520"/>
                <a:gd name="connsiteX5-11" fmla="*/ 440807 w 552481"/>
                <a:gd name="connsiteY5-12" fmla="*/ 347209 h 1585520"/>
                <a:gd name="connsiteX6-13" fmla="*/ 550756 w 552481"/>
                <a:gd name="connsiteY6-14" fmla="*/ 437477 h 1585520"/>
                <a:gd name="connsiteX7-15" fmla="*/ 551026 w 552481"/>
                <a:gd name="connsiteY7-16" fmla="*/ 616991 h 1585520"/>
                <a:gd name="connsiteX8-17" fmla="*/ 372197 w 552481"/>
                <a:gd name="connsiteY8-18" fmla="*/ 491984 h 1585520"/>
                <a:gd name="connsiteX9-19" fmla="*/ 551056 w 552481"/>
                <a:gd name="connsiteY9-20" fmla="*/ 637056 h 1585520"/>
                <a:gd name="connsiteX10-21" fmla="*/ 551331 w 552481"/>
                <a:gd name="connsiteY10-22" fmla="*/ 819782 h 1585520"/>
                <a:gd name="connsiteX11-23" fmla="*/ 270832 w 552481"/>
                <a:gd name="connsiteY11-24" fmla="*/ 619203 h 1585520"/>
                <a:gd name="connsiteX12-25" fmla="*/ 551364 w 552481"/>
                <a:gd name="connsiteY12-26" fmla="*/ 841805 h 1585520"/>
                <a:gd name="connsiteX13-27" fmla="*/ 551613 w 552481"/>
                <a:gd name="connsiteY13-28" fmla="*/ 1007603 h 1585520"/>
                <a:gd name="connsiteX14-29" fmla="*/ 184579 w 552481"/>
                <a:gd name="connsiteY14-30" fmla="*/ 741931 h 1585520"/>
                <a:gd name="connsiteX15-31" fmla="*/ 551646 w 552481"/>
                <a:gd name="connsiteY15-32" fmla="*/ 1029766 h 1585520"/>
                <a:gd name="connsiteX16-33" fmla="*/ 551910 w 552481"/>
                <a:gd name="connsiteY16-34" fmla="*/ 1205103 h 1585520"/>
                <a:gd name="connsiteX17-35" fmla="*/ 119129 w 552481"/>
                <a:gd name="connsiteY17-36" fmla="*/ 889458 h 1585520"/>
                <a:gd name="connsiteX18-37" fmla="*/ 551942 w 552481"/>
                <a:gd name="connsiteY18-38" fmla="*/ 1226335 h 1585520"/>
                <a:gd name="connsiteX19-39" fmla="*/ 552201 w 552481"/>
                <a:gd name="connsiteY19-40" fmla="*/ 1398749 h 1585520"/>
                <a:gd name="connsiteX20-41" fmla="*/ 184579 w 552481"/>
                <a:gd name="connsiteY20-42" fmla="*/ 1132651 h 1585520"/>
                <a:gd name="connsiteX21-43" fmla="*/ 509865 w 552481"/>
                <a:gd name="connsiteY21-44" fmla="*/ 1387661 h 1585520"/>
                <a:gd name="connsiteX22-45" fmla="*/ 552481 w 552481"/>
                <a:gd name="connsiteY22-46" fmla="*/ 1585328 h 1585520"/>
                <a:gd name="connsiteX23-47" fmla="*/ 103908 w 552481"/>
                <a:gd name="connsiteY23-48" fmla="*/ 1357263 h 1585520"/>
                <a:gd name="connsiteX24-49" fmla="*/ 550099 w 552481"/>
                <a:gd name="connsiteY24-50" fmla="*/ 0 h 1585520"/>
                <a:gd name="connsiteX0-51" fmla="*/ 550099 w 552481"/>
                <a:gd name="connsiteY0-52" fmla="*/ 0 h 1585520"/>
                <a:gd name="connsiteX1-53" fmla="*/ 550454 w 552481"/>
                <a:gd name="connsiteY1-54" fmla="*/ 236086 h 1585520"/>
                <a:gd name="connsiteX2-55" fmla="*/ 488816 w 552481"/>
                <a:gd name="connsiteY2-56" fmla="*/ 193543 h 1585520"/>
                <a:gd name="connsiteX3-57" fmla="*/ 550466 w 552481"/>
                <a:gd name="connsiteY3-58" fmla="*/ 244157 h 1585520"/>
                <a:gd name="connsiteX4-59" fmla="*/ 550735 w 552481"/>
                <a:gd name="connsiteY4-60" fmla="*/ 423083 h 1585520"/>
                <a:gd name="connsiteX5-61" fmla="*/ 440807 w 552481"/>
                <a:gd name="connsiteY5-62" fmla="*/ 347209 h 1585520"/>
                <a:gd name="connsiteX6-63" fmla="*/ 550756 w 552481"/>
                <a:gd name="connsiteY6-64" fmla="*/ 437477 h 1585520"/>
                <a:gd name="connsiteX7-65" fmla="*/ 551026 w 552481"/>
                <a:gd name="connsiteY7-66" fmla="*/ 616991 h 1585520"/>
                <a:gd name="connsiteX8-67" fmla="*/ 372197 w 552481"/>
                <a:gd name="connsiteY8-68" fmla="*/ 491984 h 1585520"/>
                <a:gd name="connsiteX9-69" fmla="*/ 551056 w 552481"/>
                <a:gd name="connsiteY9-70" fmla="*/ 637056 h 1585520"/>
                <a:gd name="connsiteX10-71" fmla="*/ 551331 w 552481"/>
                <a:gd name="connsiteY10-72" fmla="*/ 819782 h 1585520"/>
                <a:gd name="connsiteX11-73" fmla="*/ 270832 w 552481"/>
                <a:gd name="connsiteY11-74" fmla="*/ 619203 h 1585520"/>
                <a:gd name="connsiteX12-75" fmla="*/ 551364 w 552481"/>
                <a:gd name="connsiteY12-76" fmla="*/ 841805 h 1585520"/>
                <a:gd name="connsiteX13-77" fmla="*/ 551613 w 552481"/>
                <a:gd name="connsiteY13-78" fmla="*/ 1007603 h 1585520"/>
                <a:gd name="connsiteX14-79" fmla="*/ 184579 w 552481"/>
                <a:gd name="connsiteY14-80" fmla="*/ 741931 h 1585520"/>
                <a:gd name="connsiteX15-81" fmla="*/ 551646 w 552481"/>
                <a:gd name="connsiteY15-82" fmla="*/ 1029766 h 1585520"/>
                <a:gd name="connsiteX16-83" fmla="*/ 551910 w 552481"/>
                <a:gd name="connsiteY16-84" fmla="*/ 1205103 h 1585520"/>
                <a:gd name="connsiteX17-85" fmla="*/ 119129 w 552481"/>
                <a:gd name="connsiteY17-86" fmla="*/ 889458 h 1585520"/>
                <a:gd name="connsiteX18-87" fmla="*/ 551942 w 552481"/>
                <a:gd name="connsiteY18-88" fmla="*/ 1226335 h 1585520"/>
                <a:gd name="connsiteX19-89" fmla="*/ 519836 w 552481"/>
                <a:gd name="connsiteY19-90" fmla="*/ 1370630 h 1585520"/>
                <a:gd name="connsiteX20-91" fmla="*/ 184579 w 552481"/>
                <a:gd name="connsiteY20-92" fmla="*/ 1132651 h 1585520"/>
                <a:gd name="connsiteX21-93" fmla="*/ 509865 w 552481"/>
                <a:gd name="connsiteY21-94" fmla="*/ 1387661 h 1585520"/>
                <a:gd name="connsiteX22-95" fmla="*/ 552481 w 552481"/>
                <a:gd name="connsiteY22-96" fmla="*/ 1585328 h 1585520"/>
                <a:gd name="connsiteX23-97" fmla="*/ 103908 w 552481"/>
                <a:gd name="connsiteY23-98" fmla="*/ 1357263 h 1585520"/>
                <a:gd name="connsiteX24-99" fmla="*/ 550099 w 552481"/>
                <a:gd name="connsiteY24-100" fmla="*/ 0 h 1585520"/>
                <a:gd name="connsiteX0-101" fmla="*/ 550099 w 552481"/>
                <a:gd name="connsiteY0-102" fmla="*/ 0 h 1585520"/>
                <a:gd name="connsiteX1-103" fmla="*/ 550454 w 552481"/>
                <a:gd name="connsiteY1-104" fmla="*/ 236086 h 1585520"/>
                <a:gd name="connsiteX2-105" fmla="*/ 488816 w 552481"/>
                <a:gd name="connsiteY2-106" fmla="*/ 193543 h 1585520"/>
                <a:gd name="connsiteX3-107" fmla="*/ 550466 w 552481"/>
                <a:gd name="connsiteY3-108" fmla="*/ 244157 h 1585520"/>
                <a:gd name="connsiteX4-109" fmla="*/ 550735 w 552481"/>
                <a:gd name="connsiteY4-110" fmla="*/ 423083 h 1585520"/>
                <a:gd name="connsiteX5-111" fmla="*/ 440807 w 552481"/>
                <a:gd name="connsiteY5-112" fmla="*/ 347209 h 1585520"/>
                <a:gd name="connsiteX6-113" fmla="*/ 550756 w 552481"/>
                <a:gd name="connsiteY6-114" fmla="*/ 437477 h 1585520"/>
                <a:gd name="connsiteX7-115" fmla="*/ 551026 w 552481"/>
                <a:gd name="connsiteY7-116" fmla="*/ 616991 h 1585520"/>
                <a:gd name="connsiteX8-117" fmla="*/ 372197 w 552481"/>
                <a:gd name="connsiteY8-118" fmla="*/ 491984 h 1585520"/>
                <a:gd name="connsiteX9-119" fmla="*/ 551056 w 552481"/>
                <a:gd name="connsiteY9-120" fmla="*/ 637056 h 1585520"/>
                <a:gd name="connsiteX10-121" fmla="*/ 551331 w 552481"/>
                <a:gd name="connsiteY10-122" fmla="*/ 819782 h 1585520"/>
                <a:gd name="connsiteX11-123" fmla="*/ 270832 w 552481"/>
                <a:gd name="connsiteY11-124" fmla="*/ 619203 h 1585520"/>
                <a:gd name="connsiteX12-125" fmla="*/ 551364 w 552481"/>
                <a:gd name="connsiteY12-126" fmla="*/ 841805 h 1585520"/>
                <a:gd name="connsiteX13-127" fmla="*/ 551613 w 552481"/>
                <a:gd name="connsiteY13-128" fmla="*/ 1007603 h 1585520"/>
                <a:gd name="connsiteX14-129" fmla="*/ 184579 w 552481"/>
                <a:gd name="connsiteY14-130" fmla="*/ 741931 h 1585520"/>
                <a:gd name="connsiteX15-131" fmla="*/ 551646 w 552481"/>
                <a:gd name="connsiteY15-132" fmla="*/ 1029766 h 1585520"/>
                <a:gd name="connsiteX16-133" fmla="*/ 551910 w 552481"/>
                <a:gd name="connsiteY16-134" fmla="*/ 1205103 h 1585520"/>
                <a:gd name="connsiteX17-135" fmla="*/ 119129 w 552481"/>
                <a:gd name="connsiteY17-136" fmla="*/ 889458 h 1585520"/>
                <a:gd name="connsiteX18-137" fmla="*/ 504472 w 552481"/>
                <a:gd name="connsiteY18-138" fmla="*/ 1198018 h 1585520"/>
                <a:gd name="connsiteX19-139" fmla="*/ 519836 w 552481"/>
                <a:gd name="connsiteY19-140" fmla="*/ 1370630 h 1585520"/>
                <a:gd name="connsiteX20-141" fmla="*/ 184579 w 552481"/>
                <a:gd name="connsiteY20-142" fmla="*/ 1132651 h 1585520"/>
                <a:gd name="connsiteX21-143" fmla="*/ 509865 w 552481"/>
                <a:gd name="connsiteY21-144" fmla="*/ 1387661 h 1585520"/>
                <a:gd name="connsiteX22-145" fmla="*/ 552481 w 552481"/>
                <a:gd name="connsiteY22-146" fmla="*/ 1585328 h 1585520"/>
                <a:gd name="connsiteX23-147" fmla="*/ 103908 w 552481"/>
                <a:gd name="connsiteY23-148" fmla="*/ 1357263 h 1585520"/>
                <a:gd name="connsiteX24-149" fmla="*/ 550099 w 552481"/>
                <a:gd name="connsiteY24-150" fmla="*/ 0 h 1585520"/>
                <a:gd name="connsiteX0-151" fmla="*/ 550099 w 552481"/>
                <a:gd name="connsiteY0-152" fmla="*/ 0 h 1585520"/>
                <a:gd name="connsiteX1-153" fmla="*/ 550454 w 552481"/>
                <a:gd name="connsiteY1-154" fmla="*/ 236086 h 1585520"/>
                <a:gd name="connsiteX2-155" fmla="*/ 488816 w 552481"/>
                <a:gd name="connsiteY2-156" fmla="*/ 193543 h 1585520"/>
                <a:gd name="connsiteX3-157" fmla="*/ 550466 w 552481"/>
                <a:gd name="connsiteY3-158" fmla="*/ 244157 h 1585520"/>
                <a:gd name="connsiteX4-159" fmla="*/ 550735 w 552481"/>
                <a:gd name="connsiteY4-160" fmla="*/ 423083 h 1585520"/>
                <a:gd name="connsiteX5-161" fmla="*/ 440807 w 552481"/>
                <a:gd name="connsiteY5-162" fmla="*/ 347209 h 1585520"/>
                <a:gd name="connsiteX6-163" fmla="*/ 550756 w 552481"/>
                <a:gd name="connsiteY6-164" fmla="*/ 437477 h 1585520"/>
                <a:gd name="connsiteX7-165" fmla="*/ 551026 w 552481"/>
                <a:gd name="connsiteY7-166" fmla="*/ 616991 h 1585520"/>
                <a:gd name="connsiteX8-167" fmla="*/ 372197 w 552481"/>
                <a:gd name="connsiteY8-168" fmla="*/ 491984 h 1585520"/>
                <a:gd name="connsiteX9-169" fmla="*/ 551056 w 552481"/>
                <a:gd name="connsiteY9-170" fmla="*/ 637056 h 1585520"/>
                <a:gd name="connsiteX10-171" fmla="*/ 551331 w 552481"/>
                <a:gd name="connsiteY10-172" fmla="*/ 819782 h 1585520"/>
                <a:gd name="connsiteX11-173" fmla="*/ 270832 w 552481"/>
                <a:gd name="connsiteY11-174" fmla="*/ 619203 h 1585520"/>
                <a:gd name="connsiteX12-175" fmla="*/ 551364 w 552481"/>
                <a:gd name="connsiteY12-176" fmla="*/ 841805 h 1585520"/>
                <a:gd name="connsiteX13-177" fmla="*/ 551613 w 552481"/>
                <a:gd name="connsiteY13-178" fmla="*/ 1007603 h 1585520"/>
                <a:gd name="connsiteX14-179" fmla="*/ 184579 w 552481"/>
                <a:gd name="connsiteY14-180" fmla="*/ 741931 h 1585520"/>
                <a:gd name="connsiteX15-181" fmla="*/ 551646 w 552481"/>
                <a:gd name="connsiteY15-182" fmla="*/ 1029766 h 1585520"/>
                <a:gd name="connsiteX16-183" fmla="*/ 507056 w 552481"/>
                <a:gd name="connsiteY16-184" fmla="*/ 1169267 h 1585520"/>
                <a:gd name="connsiteX17-185" fmla="*/ 119129 w 552481"/>
                <a:gd name="connsiteY17-186" fmla="*/ 889458 h 1585520"/>
                <a:gd name="connsiteX18-187" fmla="*/ 504472 w 552481"/>
                <a:gd name="connsiteY18-188" fmla="*/ 1198018 h 1585520"/>
                <a:gd name="connsiteX19-189" fmla="*/ 519836 w 552481"/>
                <a:gd name="connsiteY19-190" fmla="*/ 1370630 h 1585520"/>
                <a:gd name="connsiteX20-191" fmla="*/ 184579 w 552481"/>
                <a:gd name="connsiteY20-192" fmla="*/ 1132651 h 1585520"/>
                <a:gd name="connsiteX21-193" fmla="*/ 509865 w 552481"/>
                <a:gd name="connsiteY21-194" fmla="*/ 1387661 h 1585520"/>
                <a:gd name="connsiteX22-195" fmla="*/ 552481 w 552481"/>
                <a:gd name="connsiteY22-196" fmla="*/ 1585328 h 1585520"/>
                <a:gd name="connsiteX23-197" fmla="*/ 103908 w 552481"/>
                <a:gd name="connsiteY23-198" fmla="*/ 1357263 h 1585520"/>
                <a:gd name="connsiteX24-199" fmla="*/ 550099 w 552481"/>
                <a:gd name="connsiteY24-200" fmla="*/ 0 h 1585520"/>
                <a:gd name="connsiteX0-201" fmla="*/ 550099 w 552481"/>
                <a:gd name="connsiteY0-202" fmla="*/ 0 h 1585520"/>
                <a:gd name="connsiteX1-203" fmla="*/ 550454 w 552481"/>
                <a:gd name="connsiteY1-204" fmla="*/ 236086 h 1585520"/>
                <a:gd name="connsiteX2-205" fmla="*/ 488816 w 552481"/>
                <a:gd name="connsiteY2-206" fmla="*/ 193543 h 1585520"/>
                <a:gd name="connsiteX3-207" fmla="*/ 550466 w 552481"/>
                <a:gd name="connsiteY3-208" fmla="*/ 244157 h 1585520"/>
                <a:gd name="connsiteX4-209" fmla="*/ 550735 w 552481"/>
                <a:gd name="connsiteY4-210" fmla="*/ 423083 h 1585520"/>
                <a:gd name="connsiteX5-211" fmla="*/ 440807 w 552481"/>
                <a:gd name="connsiteY5-212" fmla="*/ 347209 h 1585520"/>
                <a:gd name="connsiteX6-213" fmla="*/ 550756 w 552481"/>
                <a:gd name="connsiteY6-214" fmla="*/ 437477 h 1585520"/>
                <a:gd name="connsiteX7-215" fmla="*/ 551026 w 552481"/>
                <a:gd name="connsiteY7-216" fmla="*/ 616991 h 1585520"/>
                <a:gd name="connsiteX8-217" fmla="*/ 372197 w 552481"/>
                <a:gd name="connsiteY8-218" fmla="*/ 491984 h 1585520"/>
                <a:gd name="connsiteX9-219" fmla="*/ 551056 w 552481"/>
                <a:gd name="connsiteY9-220" fmla="*/ 637056 h 1585520"/>
                <a:gd name="connsiteX10-221" fmla="*/ 551331 w 552481"/>
                <a:gd name="connsiteY10-222" fmla="*/ 819782 h 1585520"/>
                <a:gd name="connsiteX11-223" fmla="*/ 270832 w 552481"/>
                <a:gd name="connsiteY11-224" fmla="*/ 619203 h 1585520"/>
                <a:gd name="connsiteX12-225" fmla="*/ 551364 w 552481"/>
                <a:gd name="connsiteY12-226" fmla="*/ 841805 h 1585520"/>
                <a:gd name="connsiteX13-227" fmla="*/ 551613 w 552481"/>
                <a:gd name="connsiteY13-228" fmla="*/ 1007603 h 1585520"/>
                <a:gd name="connsiteX14-229" fmla="*/ 184579 w 552481"/>
                <a:gd name="connsiteY14-230" fmla="*/ 741931 h 1585520"/>
                <a:gd name="connsiteX15-231" fmla="*/ 521700 w 552481"/>
                <a:gd name="connsiteY15-232" fmla="*/ 1009232 h 1585520"/>
                <a:gd name="connsiteX16-233" fmla="*/ 507056 w 552481"/>
                <a:gd name="connsiteY16-234" fmla="*/ 1169267 h 1585520"/>
                <a:gd name="connsiteX17-235" fmla="*/ 119129 w 552481"/>
                <a:gd name="connsiteY17-236" fmla="*/ 889458 h 1585520"/>
                <a:gd name="connsiteX18-237" fmla="*/ 504472 w 552481"/>
                <a:gd name="connsiteY18-238" fmla="*/ 1198018 h 1585520"/>
                <a:gd name="connsiteX19-239" fmla="*/ 519836 w 552481"/>
                <a:gd name="connsiteY19-240" fmla="*/ 1370630 h 1585520"/>
                <a:gd name="connsiteX20-241" fmla="*/ 184579 w 552481"/>
                <a:gd name="connsiteY20-242" fmla="*/ 1132651 h 1585520"/>
                <a:gd name="connsiteX21-243" fmla="*/ 509865 w 552481"/>
                <a:gd name="connsiteY21-244" fmla="*/ 1387661 h 1585520"/>
                <a:gd name="connsiteX22-245" fmla="*/ 552481 w 552481"/>
                <a:gd name="connsiteY22-246" fmla="*/ 1585328 h 1585520"/>
                <a:gd name="connsiteX23-247" fmla="*/ 103908 w 552481"/>
                <a:gd name="connsiteY23-248" fmla="*/ 1357263 h 1585520"/>
                <a:gd name="connsiteX24-249" fmla="*/ 550099 w 552481"/>
                <a:gd name="connsiteY24-250" fmla="*/ 0 h 1585520"/>
                <a:gd name="connsiteX0-251" fmla="*/ 550099 w 552481"/>
                <a:gd name="connsiteY0-252" fmla="*/ 0 h 1585520"/>
                <a:gd name="connsiteX1-253" fmla="*/ 550454 w 552481"/>
                <a:gd name="connsiteY1-254" fmla="*/ 236086 h 1585520"/>
                <a:gd name="connsiteX2-255" fmla="*/ 488816 w 552481"/>
                <a:gd name="connsiteY2-256" fmla="*/ 193543 h 1585520"/>
                <a:gd name="connsiteX3-257" fmla="*/ 550466 w 552481"/>
                <a:gd name="connsiteY3-258" fmla="*/ 244157 h 1585520"/>
                <a:gd name="connsiteX4-259" fmla="*/ 550735 w 552481"/>
                <a:gd name="connsiteY4-260" fmla="*/ 423083 h 1585520"/>
                <a:gd name="connsiteX5-261" fmla="*/ 440807 w 552481"/>
                <a:gd name="connsiteY5-262" fmla="*/ 347209 h 1585520"/>
                <a:gd name="connsiteX6-263" fmla="*/ 550756 w 552481"/>
                <a:gd name="connsiteY6-264" fmla="*/ 437477 h 1585520"/>
                <a:gd name="connsiteX7-265" fmla="*/ 551026 w 552481"/>
                <a:gd name="connsiteY7-266" fmla="*/ 616991 h 1585520"/>
                <a:gd name="connsiteX8-267" fmla="*/ 372197 w 552481"/>
                <a:gd name="connsiteY8-268" fmla="*/ 491984 h 1585520"/>
                <a:gd name="connsiteX9-269" fmla="*/ 551056 w 552481"/>
                <a:gd name="connsiteY9-270" fmla="*/ 637056 h 1585520"/>
                <a:gd name="connsiteX10-271" fmla="*/ 551331 w 552481"/>
                <a:gd name="connsiteY10-272" fmla="*/ 819782 h 1585520"/>
                <a:gd name="connsiteX11-273" fmla="*/ 270832 w 552481"/>
                <a:gd name="connsiteY11-274" fmla="*/ 619203 h 1585520"/>
                <a:gd name="connsiteX12-275" fmla="*/ 551364 w 552481"/>
                <a:gd name="connsiteY12-276" fmla="*/ 841805 h 1585520"/>
                <a:gd name="connsiteX13-277" fmla="*/ 534221 w 552481"/>
                <a:gd name="connsiteY13-278" fmla="*/ 989751 h 1585520"/>
                <a:gd name="connsiteX14-279" fmla="*/ 184579 w 552481"/>
                <a:gd name="connsiteY14-280" fmla="*/ 741931 h 1585520"/>
                <a:gd name="connsiteX15-281" fmla="*/ 521700 w 552481"/>
                <a:gd name="connsiteY15-282" fmla="*/ 1009232 h 1585520"/>
                <a:gd name="connsiteX16-283" fmla="*/ 507056 w 552481"/>
                <a:gd name="connsiteY16-284" fmla="*/ 1169267 h 1585520"/>
                <a:gd name="connsiteX17-285" fmla="*/ 119129 w 552481"/>
                <a:gd name="connsiteY17-286" fmla="*/ 889458 h 1585520"/>
                <a:gd name="connsiteX18-287" fmla="*/ 504472 w 552481"/>
                <a:gd name="connsiteY18-288" fmla="*/ 1198018 h 1585520"/>
                <a:gd name="connsiteX19-289" fmla="*/ 519836 w 552481"/>
                <a:gd name="connsiteY19-290" fmla="*/ 1370630 h 1585520"/>
                <a:gd name="connsiteX20-291" fmla="*/ 184579 w 552481"/>
                <a:gd name="connsiteY20-292" fmla="*/ 1132651 h 1585520"/>
                <a:gd name="connsiteX21-293" fmla="*/ 509865 w 552481"/>
                <a:gd name="connsiteY21-294" fmla="*/ 1387661 h 1585520"/>
                <a:gd name="connsiteX22-295" fmla="*/ 552481 w 552481"/>
                <a:gd name="connsiteY22-296" fmla="*/ 1585328 h 1585520"/>
                <a:gd name="connsiteX23-297" fmla="*/ 103908 w 552481"/>
                <a:gd name="connsiteY23-298" fmla="*/ 1357263 h 1585520"/>
                <a:gd name="connsiteX24-299" fmla="*/ 550099 w 552481"/>
                <a:gd name="connsiteY24-300" fmla="*/ 0 h 1585520"/>
                <a:gd name="connsiteX0-301" fmla="*/ 550099 w 552481"/>
                <a:gd name="connsiteY0-302" fmla="*/ 0 h 1585520"/>
                <a:gd name="connsiteX1-303" fmla="*/ 550454 w 552481"/>
                <a:gd name="connsiteY1-304" fmla="*/ 236086 h 1585520"/>
                <a:gd name="connsiteX2-305" fmla="*/ 488816 w 552481"/>
                <a:gd name="connsiteY2-306" fmla="*/ 193543 h 1585520"/>
                <a:gd name="connsiteX3-307" fmla="*/ 550466 w 552481"/>
                <a:gd name="connsiteY3-308" fmla="*/ 244157 h 1585520"/>
                <a:gd name="connsiteX4-309" fmla="*/ 550735 w 552481"/>
                <a:gd name="connsiteY4-310" fmla="*/ 423083 h 1585520"/>
                <a:gd name="connsiteX5-311" fmla="*/ 440807 w 552481"/>
                <a:gd name="connsiteY5-312" fmla="*/ 347209 h 1585520"/>
                <a:gd name="connsiteX6-313" fmla="*/ 550756 w 552481"/>
                <a:gd name="connsiteY6-314" fmla="*/ 437477 h 1585520"/>
                <a:gd name="connsiteX7-315" fmla="*/ 551026 w 552481"/>
                <a:gd name="connsiteY7-316" fmla="*/ 616991 h 1585520"/>
                <a:gd name="connsiteX8-317" fmla="*/ 372197 w 552481"/>
                <a:gd name="connsiteY8-318" fmla="*/ 491984 h 1585520"/>
                <a:gd name="connsiteX9-319" fmla="*/ 551056 w 552481"/>
                <a:gd name="connsiteY9-320" fmla="*/ 637056 h 1585520"/>
                <a:gd name="connsiteX10-321" fmla="*/ 551331 w 552481"/>
                <a:gd name="connsiteY10-322" fmla="*/ 819782 h 1585520"/>
                <a:gd name="connsiteX11-323" fmla="*/ 270832 w 552481"/>
                <a:gd name="connsiteY11-324" fmla="*/ 619203 h 1585520"/>
                <a:gd name="connsiteX12-325" fmla="*/ 501344 w 552481"/>
                <a:gd name="connsiteY12-326" fmla="*/ 815973 h 1585520"/>
                <a:gd name="connsiteX13-327" fmla="*/ 534221 w 552481"/>
                <a:gd name="connsiteY13-328" fmla="*/ 989751 h 1585520"/>
                <a:gd name="connsiteX14-329" fmla="*/ 184579 w 552481"/>
                <a:gd name="connsiteY14-330" fmla="*/ 741931 h 1585520"/>
                <a:gd name="connsiteX15-331" fmla="*/ 521700 w 552481"/>
                <a:gd name="connsiteY15-332" fmla="*/ 1009232 h 1585520"/>
                <a:gd name="connsiteX16-333" fmla="*/ 507056 w 552481"/>
                <a:gd name="connsiteY16-334" fmla="*/ 1169267 h 1585520"/>
                <a:gd name="connsiteX17-335" fmla="*/ 119129 w 552481"/>
                <a:gd name="connsiteY17-336" fmla="*/ 889458 h 1585520"/>
                <a:gd name="connsiteX18-337" fmla="*/ 504472 w 552481"/>
                <a:gd name="connsiteY18-338" fmla="*/ 1198018 h 1585520"/>
                <a:gd name="connsiteX19-339" fmla="*/ 519836 w 552481"/>
                <a:gd name="connsiteY19-340" fmla="*/ 1370630 h 1585520"/>
                <a:gd name="connsiteX20-341" fmla="*/ 184579 w 552481"/>
                <a:gd name="connsiteY20-342" fmla="*/ 1132651 h 1585520"/>
                <a:gd name="connsiteX21-343" fmla="*/ 509865 w 552481"/>
                <a:gd name="connsiteY21-344" fmla="*/ 1387661 h 1585520"/>
                <a:gd name="connsiteX22-345" fmla="*/ 552481 w 552481"/>
                <a:gd name="connsiteY22-346" fmla="*/ 1585328 h 1585520"/>
                <a:gd name="connsiteX23-347" fmla="*/ 103908 w 552481"/>
                <a:gd name="connsiteY23-348" fmla="*/ 1357263 h 1585520"/>
                <a:gd name="connsiteX24-349" fmla="*/ 550099 w 552481"/>
                <a:gd name="connsiteY24-350" fmla="*/ 0 h 1585520"/>
                <a:gd name="connsiteX0-351" fmla="*/ 550099 w 552481"/>
                <a:gd name="connsiteY0-352" fmla="*/ 0 h 1585520"/>
                <a:gd name="connsiteX1-353" fmla="*/ 550454 w 552481"/>
                <a:gd name="connsiteY1-354" fmla="*/ 236086 h 1585520"/>
                <a:gd name="connsiteX2-355" fmla="*/ 488816 w 552481"/>
                <a:gd name="connsiteY2-356" fmla="*/ 193543 h 1585520"/>
                <a:gd name="connsiteX3-357" fmla="*/ 550466 w 552481"/>
                <a:gd name="connsiteY3-358" fmla="*/ 244157 h 1585520"/>
                <a:gd name="connsiteX4-359" fmla="*/ 550735 w 552481"/>
                <a:gd name="connsiteY4-360" fmla="*/ 423083 h 1585520"/>
                <a:gd name="connsiteX5-361" fmla="*/ 440807 w 552481"/>
                <a:gd name="connsiteY5-362" fmla="*/ 347209 h 1585520"/>
                <a:gd name="connsiteX6-363" fmla="*/ 550756 w 552481"/>
                <a:gd name="connsiteY6-364" fmla="*/ 437477 h 1585520"/>
                <a:gd name="connsiteX7-365" fmla="*/ 551026 w 552481"/>
                <a:gd name="connsiteY7-366" fmla="*/ 616991 h 1585520"/>
                <a:gd name="connsiteX8-367" fmla="*/ 372197 w 552481"/>
                <a:gd name="connsiteY8-368" fmla="*/ 491984 h 1585520"/>
                <a:gd name="connsiteX9-369" fmla="*/ 551056 w 552481"/>
                <a:gd name="connsiteY9-370" fmla="*/ 637056 h 1585520"/>
                <a:gd name="connsiteX10-371" fmla="*/ 508896 w 552481"/>
                <a:gd name="connsiteY10-372" fmla="*/ 791532 h 1585520"/>
                <a:gd name="connsiteX11-373" fmla="*/ 270832 w 552481"/>
                <a:gd name="connsiteY11-374" fmla="*/ 619203 h 1585520"/>
                <a:gd name="connsiteX12-375" fmla="*/ 501344 w 552481"/>
                <a:gd name="connsiteY12-376" fmla="*/ 815973 h 1585520"/>
                <a:gd name="connsiteX13-377" fmla="*/ 534221 w 552481"/>
                <a:gd name="connsiteY13-378" fmla="*/ 989751 h 1585520"/>
                <a:gd name="connsiteX14-379" fmla="*/ 184579 w 552481"/>
                <a:gd name="connsiteY14-380" fmla="*/ 741931 h 1585520"/>
                <a:gd name="connsiteX15-381" fmla="*/ 521700 w 552481"/>
                <a:gd name="connsiteY15-382" fmla="*/ 1009232 h 1585520"/>
                <a:gd name="connsiteX16-383" fmla="*/ 507056 w 552481"/>
                <a:gd name="connsiteY16-384" fmla="*/ 1169267 h 1585520"/>
                <a:gd name="connsiteX17-385" fmla="*/ 119129 w 552481"/>
                <a:gd name="connsiteY17-386" fmla="*/ 889458 h 1585520"/>
                <a:gd name="connsiteX18-387" fmla="*/ 504472 w 552481"/>
                <a:gd name="connsiteY18-388" fmla="*/ 1198018 h 1585520"/>
                <a:gd name="connsiteX19-389" fmla="*/ 519836 w 552481"/>
                <a:gd name="connsiteY19-390" fmla="*/ 1370630 h 1585520"/>
                <a:gd name="connsiteX20-391" fmla="*/ 184579 w 552481"/>
                <a:gd name="connsiteY20-392" fmla="*/ 1132651 h 1585520"/>
                <a:gd name="connsiteX21-393" fmla="*/ 509865 w 552481"/>
                <a:gd name="connsiteY21-394" fmla="*/ 1387661 h 1585520"/>
                <a:gd name="connsiteX22-395" fmla="*/ 552481 w 552481"/>
                <a:gd name="connsiteY22-396" fmla="*/ 1585328 h 1585520"/>
                <a:gd name="connsiteX23-397" fmla="*/ 103908 w 552481"/>
                <a:gd name="connsiteY23-398" fmla="*/ 1357263 h 1585520"/>
                <a:gd name="connsiteX24-399" fmla="*/ 550099 w 552481"/>
                <a:gd name="connsiteY24-400" fmla="*/ 0 h 1585520"/>
                <a:gd name="connsiteX0-401" fmla="*/ 550099 w 552481"/>
                <a:gd name="connsiteY0-402" fmla="*/ 0 h 1585520"/>
                <a:gd name="connsiteX1-403" fmla="*/ 550454 w 552481"/>
                <a:gd name="connsiteY1-404" fmla="*/ 236086 h 1585520"/>
                <a:gd name="connsiteX2-405" fmla="*/ 488816 w 552481"/>
                <a:gd name="connsiteY2-406" fmla="*/ 193543 h 1585520"/>
                <a:gd name="connsiteX3-407" fmla="*/ 550466 w 552481"/>
                <a:gd name="connsiteY3-408" fmla="*/ 244157 h 1585520"/>
                <a:gd name="connsiteX4-409" fmla="*/ 550735 w 552481"/>
                <a:gd name="connsiteY4-410" fmla="*/ 423083 h 1585520"/>
                <a:gd name="connsiteX5-411" fmla="*/ 440807 w 552481"/>
                <a:gd name="connsiteY5-412" fmla="*/ 347209 h 1585520"/>
                <a:gd name="connsiteX6-413" fmla="*/ 550756 w 552481"/>
                <a:gd name="connsiteY6-414" fmla="*/ 437477 h 1585520"/>
                <a:gd name="connsiteX7-415" fmla="*/ 551026 w 552481"/>
                <a:gd name="connsiteY7-416" fmla="*/ 616991 h 1585520"/>
                <a:gd name="connsiteX8-417" fmla="*/ 372197 w 552481"/>
                <a:gd name="connsiteY8-418" fmla="*/ 491984 h 1585520"/>
                <a:gd name="connsiteX9-419" fmla="*/ 521176 w 552481"/>
                <a:gd name="connsiteY9-420" fmla="*/ 611487 h 1585520"/>
                <a:gd name="connsiteX10-421" fmla="*/ 508896 w 552481"/>
                <a:gd name="connsiteY10-422" fmla="*/ 791532 h 1585520"/>
                <a:gd name="connsiteX11-423" fmla="*/ 270832 w 552481"/>
                <a:gd name="connsiteY11-424" fmla="*/ 619203 h 1585520"/>
                <a:gd name="connsiteX12-425" fmla="*/ 501344 w 552481"/>
                <a:gd name="connsiteY12-426" fmla="*/ 815973 h 1585520"/>
                <a:gd name="connsiteX13-427" fmla="*/ 534221 w 552481"/>
                <a:gd name="connsiteY13-428" fmla="*/ 989751 h 1585520"/>
                <a:gd name="connsiteX14-429" fmla="*/ 184579 w 552481"/>
                <a:gd name="connsiteY14-430" fmla="*/ 741931 h 1585520"/>
                <a:gd name="connsiteX15-431" fmla="*/ 521700 w 552481"/>
                <a:gd name="connsiteY15-432" fmla="*/ 1009232 h 1585520"/>
                <a:gd name="connsiteX16-433" fmla="*/ 507056 w 552481"/>
                <a:gd name="connsiteY16-434" fmla="*/ 1169267 h 1585520"/>
                <a:gd name="connsiteX17-435" fmla="*/ 119129 w 552481"/>
                <a:gd name="connsiteY17-436" fmla="*/ 889458 h 1585520"/>
                <a:gd name="connsiteX18-437" fmla="*/ 504472 w 552481"/>
                <a:gd name="connsiteY18-438" fmla="*/ 1198018 h 1585520"/>
                <a:gd name="connsiteX19-439" fmla="*/ 519836 w 552481"/>
                <a:gd name="connsiteY19-440" fmla="*/ 1370630 h 1585520"/>
                <a:gd name="connsiteX20-441" fmla="*/ 184579 w 552481"/>
                <a:gd name="connsiteY20-442" fmla="*/ 1132651 h 1585520"/>
                <a:gd name="connsiteX21-443" fmla="*/ 509865 w 552481"/>
                <a:gd name="connsiteY21-444" fmla="*/ 1387661 h 1585520"/>
                <a:gd name="connsiteX22-445" fmla="*/ 552481 w 552481"/>
                <a:gd name="connsiteY22-446" fmla="*/ 1585328 h 1585520"/>
                <a:gd name="connsiteX23-447" fmla="*/ 103908 w 552481"/>
                <a:gd name="connsiteY23-448" fmla="*/ 1357263 h 1585520"/>
                <a:gd name="connsiteX24-449" fmla="*/ 550099 w 552481"/>
                <a:gd name="connsiteY24-450" fmla="*/ 0 h 1585520"/>
                <a:gd name="connsiteX0-451" fmla="*/ 550099 w 552481"/>
                <a:gd name="connsiteY0-452" fmla="*/ 0 h 1585520"/>
                <a:gd name="connsiteX1-453" fmla="*/ 550454 w 552481"/>
                <a:gd name="connsiteY1-454" fmla="*/ 236086 h 1585520"/>
                <a:gd name="connsiteX2-455" fmla="*/ 488816 w 552481"/>
                <a:gd name="connsiteY2-456" fmla="*/ 193543 h 1585520"/>
                <a:gd name="connsiteX3-457" fmla="*/ 550466 w 552481"/>
                <a:gd name="connsiteY3-458" fmla="*/ 244157 h 1585520"/>
                <a:gd name="connsiteX4-459" fmla="*/ 550735 w 552481"/>
                <a:gd name="connsiteY4-460" fmla="*/ 423083 h 1585520"/>
                <a:gd name="connsiteX5-461" fmla="*/ 440807 w 552481"/>
                <a:gd name="connsiteY5-462" fmla="*/ 347209 h 1585520"/>
                <a:gd name="connsiteX6-463" fmla="*/ 550756 w 552481"/>
                <a:gd name="connsiteY6-464" fmla="*/ 437477 h 1585520"/>
                <a:gd name="connsiteX7-465" fmla="*/ 523630 w 552481"/>
                <a:gd name="connsiteY7-466" fmla="*/ 593972 h 1585520"/>
                <a:gd name="connsiteX8-467" fmla="*/ 372197 w 552481"/>
                <a:gd name="connsiteY8-468" fmla="*/ 491984 h 1585520"/>
                <a:gd name="connsiteX9-469" fmla="*/ 521176 w 552481"/>
                <a:gd name="connsiteY9-470" fmla="*/ 611487 h 1585520"/>
                <a:gd name="connsiteX10-471" fmla="*/ 508896 w 552481"/>
                <a:gd name="connsiteY10-472" fmla="*/ 791532 h 1585520"/>
                <a:gd name="connsiteX11-473" fmla="*/ 270832 w 552481"/>
                <a:gd name="connsiteY11-474" fmla="*/ 619203 h 1585520"/>
                <a:gd name="connsiteX12-475" fmla="*/ 501344 w 552481"/>
                <a:gd name="connsiteY12-476" fmla="*/ 815973 h 1585520"/>
                <a:gd name="connsiteX13-477" fmla="*/ 534221 w 552481"/>
                <a:gd name="connsiteY13-478" fmla="*/ 989751 h 1585520"/>
                <a:gd name="connsiteX14-479" fmla="*/ 184579 w 552481"/>
                <a:gd name="connsiteY14-480" fmla="*/ 741931 h 1585520"/>
                <a:gd name="connsiteX15-481" fmla="*/ 521700 w 552481"/>
                <a:gd name="connsiteY15-482" fmla="*/ 1009232 h 1585520"/>
                <a:gd name="connsiteX16-483" fmla="*/ 507056 w 552481"/>
                <a:gd name="connsiteY16-484" fmla="*/ 1169267 h 1585520"/>
                <a:gd name="connsiteX17-485" fmla="*/ 119129 w 552481"/>
                <a:gd name="connsiteY17-486" fmla="*/ 889458 h 1585520"/>
                <a:gd name="connsiteX18-487" fmla="*/ 504472 w 552481"/>
                <a:gd name="connsiteY18-488" fmla="*/ 1198018 h 1585520"/>
                <a:gd name="connsiteX19-489" fmla="*/ 519836 w 552481"/>
                <a:gd name="connsiteY19-490" fmla="*/ 1370630 h 1585520"/>
                <a:gd name="connsiteX20-491" fmla="*/ 184579 w 552481"/>
                <a:gd name="connsiteY20-492" fmla="*/ 1132651 h 1585520"/>
                <a:gd name="connsiteX21-493" fmla="*/ 509865 w 552481"/>
                <a:gd name="connsiteY21-494" fmla="*/ 1387661 h 1585520"/>
                <a:gd name="connsiteX22-495" fmla="*/ 552481 w 552481"/>
                <a:gd name="connsiteY22-496" fmla="*/ 1585328 h 1585520"/>
                <a:gd name="connsiteX23-497" fmla="*/ 103908 w 552481"/>
                <a:gd name="connsiteY23-498" fmla="*/ 1357263 h 1585520"/>
                <a:gd name="connsiteX24-499" fmla="*/ 550099 w 552481"/>
                <a:gd name="connsiteY24-500" fmla="*/ 0 h 1585520"/>
                <a:gd name="connsiteX0-501" fmla="*/ 550099 w 552481"/>
                <a:gd name="connsiteY0-502" fmla="*/ 0 h 1585520"/>
                <a:gd name="connsiteX1-503" fmla="*/ 550454 w 552481"/>
                <a:gd name="connsiteY1-504" fmla="*/ 236086 h 1585520"/>
                <a:gd name="connsiteX2-505" fmla="*/ 488816 w 552481"/>
                <a:gd name="connsiteY2-506" fmla="*/ 193543 h 1585520"/>
                <a:gd name="connsiteX3-507" fmla="*/ 550466 w 552481"/>
                <a:gd name="connsiteY3-508" fmla="*/ 244157 h 1585520"/>
                <a:gd name="connsiteX4-509" fmla="*/ 550735 w 552481"/>
                <a:gd name="connsiteY4-510" fmla="*/ 423083 h 1585520"/>
                <a:gd name="connsiteX5-511" fmla="*/ 440807 w 552481"/>
                <a:gd name="connsiteY5-512" fmla="*/ 347209 h 1585520"/>
                <a:gd name="connsiteX6-513" fmla="*/ 530748 w 552481"/>
                <a:gd name="connsiteY6-514" fmla="*/ 427144 h 1585520"/>
                <a:gd name="connsiteX7-515" fmla="*/ 523630 w 552481"/>
                <a:gd name="connsiteY7-516" fmla="*/ 593972 h 1585520"/>
                <a:gd name="connsiteX8-517" fmla="*/ 372197 w 552481"/>
                <a:gd name="connsiteY8-518" fmla="*/ 491984 h 1585520"/>
                <a:gd name="connsiteX9-519" fmla="*/ 521176 w 552481"/>
                <a:gd name="connsiteY9-520" fmla="*/ 611487 h 1585520"/>
                <a:gd name="connsiteX10-521" fmla="*/ 508896 w 552481"/>
                <a:gd name="connsiteY10-522" fmla="*/ 791532 h 1585520"/>
                <a:gd name="connsiteX11-523" fmla="*/ 270832 w 552481"/>
                <a:gd name="connsiteY11-524" fmla="*/ 619203 h 1585520"/>
                <a:gd name="connsiteX12-525" fmla="*/ 501344 w 552481"/>
                <a:gd name="connsiteY12-526" fmla="*/ 815973 h 1585520"/>
                <a:gd name="connsiteX13-527" fmla="*/ 534221 w 552481"/>
                <a:gd name="connsiteY13-528" fmla="*/ 989751 h 1585520"/>
                <a:gd name="connsiteX14-529" fmla="*/ 184579 w 552481"/>
                <a:gd name="connsiteY14-530" fmla="*/ 741931 h 1585520"/>
                <a:gd name="connsiteX15-531" fmla="*/ 521700 w 552481"/>
                <a:gd name="connsiteY15-532" fmla="*/ 1009232 h 1585520"/>
                <a:gd name="connsiteX16-533" fmla="*/ 507056 w 552481"/>
                <a:gd name="connsiteY16-534" fmla="*/ 1169267 h 1585520"/>
                <a:gd name="connsiteX17-535" fmla="*/ 119129 w 552481"/>
                <a:gd name="connsiteY17-536" fmla="*/ 889458 h 1585520"/>
                <a:gd name="connsiteX18-537" fmla="*/ 504472 w 552481"/>
                <a:gd name="connsiteY18-538" fmla="*/ 1198018 h 1585520"/>
                <a:gd name="connsiteX19-539" fmla="*/ 519836 w 552481"/>
                <a:gd name="connsiteY19-540" fmla="*/ 1370630 h 1585520"/>
                <a:gd name="connsiteX20-541" fmla="*/ 184579 w 552481"/>
                <a:gd name="connsiteY20-542" fmla="*/ 1132651 h 1585520"/>
                <a:gd name="connsiteX21-543" fmla="*/ 509865 w 552481"/>
                <a:gd name="connsiteY21-544" fmla="*/ 1387661 h 1585520"/>
                <a:gd name="connsiteX22-545" fmla="*/ 552481 w 552481"/>
                <a:gd name="connsiteY22-546" fmla="*/ 1585328 h 1585520"/>
                <a:gd name="connsiteX23-547" fmla="*/ 103908 w 552481"/>
                <a:gd name="connsiteY23-548" fmla="*/ 1357263 h 1585520"/>
                <a:gd name="connsiteX24-549" fmla="*/ 550099 w 552481"/>
                <a:gd name="connsiteY24-550" fmla="*/ 0 h 1585520"/>
                <a:gd name="connsiteX0-551" fmla="*/ 550099 w 552481"/>
                <a:gd name="connsiteY0-552" fmla="*/ 0 h 1585520"/>
                <a:gd name="connsiteX1-553" fmla="*/ 550454 w 552481"/>
                <a:gd name="connsiteY1-554" fmla="*/ 236086 h 1585520"/>
                <a:gd name="connsiteX2-555" fmla="*/ 488816 w 552481"/>
                <a:gd name="connsiteY2-556" fmla="*/ 193543 h 1585520"/>
                <a:gd name="connsiteX3-557" fmla="*/ 550466 w 552481"/>
                <a:gd name="connsiteY3-558" fmla="*/ 244157 h 1585520"/>
                <a:gd name="connsiteX4-559" fmla="*/ 528440 w 552481"/>
                <a:gd name="connsiteY4-560" fmla="*/ 395095 h 1585520"/>
                <a:gd name="connsiteX5-561" fmla="*/ 440807 w 552481"/>
                <a:gd name="connsiteY5-562" fmla="*/ 347209 h 1585520"/>
                <a:gd name="connsiteX6-563" fmla="*/ 530748 w 552481"/>
                <a:gd name="connsiteY6-564" fmla="*/ 427144 h 1585520"/>
                <a:gd name="connsiteX7-565" fmla="*/ 523630 w 552481"/>
                <a:gd name="connsiteY7-566" fmla="*/ 593972 h 1585520"/>
                <a:gd name="connsiteX8-567" fmla="*/ 372197 w 552481"/>
                <a:gd name="connsiteY8-568" fmla="*/ 491984 h 1585520"/>
                <a:gd name="connsiteX9-569" fmla="*/ 521176 w 552481"/>
                <a:gd name="connsiteY9-570" fmla="*/ 611487 h 1585520"/>
                <a:gd name="connsiteX10-571" fmla="*/ 508896 w 552481"/>
                <a:gd name="connsiteY10-572" fmla="*/ 791532 h 1585520"/>
                <a:gd name="connsiteX11-573" fmla="*/ 270832 w 552481"/>
                <a:gd name="connsiteY11-574" fmla="*/ 619203 h 1585520"/>
                <a:gd name="connsiteX12-575" fmla="*/ 501344 w 552481"/>
                <a:gd name="connsiteY12-576" fmla="*/ 815973 h 1585520"/>
                <a:gd name="connsiteX13-577" fmla="*/ 534221 w 552481"/>
                <a:gd name="connsiteY13-578" fmla="*/ 989751 h 1585520"/>
                <a:gd name="connsiteX14-579" fmla="*/ 184579 w 552481"/>
                <a:gd name="connsiteY14-580" fmla="*/ 741931 h 1585520"/>
                <a:gd name="connsiteX15-581" fmla="*/ 521700 w 552481"/>
                <a:gd name="connsiteY15-582" fmla="*/ 1009232 h 1585520"/>
                <a:gd name="connsiteX16-583" fmla="*/ 507056 w 552481"/>
                <a:gd name="connsiteY16-584" fmla="*/ 1169267 h 1585520"/>
                <a:gd name="connsiteX17-585" fmla="*/ 119129 w 552481"/>
                <a:gd name="connsiteY17-586" fmla="*/ 889458 h 1585520"/>
                <a:gd name="connsiteX18-587" fmla="*/ 504472 w 552481"/>
                <a:gd name="connsiteY18-588" fmla="*/ 1198018 h 1585520"/>
                <a:gd name="connsiteX19-589" fmla="*/ 519836 w 552481"/>
                <a:gd name="connsiteY19-590" fmla="*/ 1370630 h 1585520"/>
                <a:gd name="connsiteX20-591" fmla="*/ 184579 w 552481"/>
                <a:gd name="connsiteY20-592" fmla="*/ 1132651 h 1585520"/>
                <a:gd name="connsiteX21-593" fmla="*/ 509865 w 552481"/>
                <a:gd name="connsiteY21-594" fmla="*/ 1387661 h 1585520"/>
                <a:gd name="connsiteX22-595" fmla="*/ 552481 w 552481"/>
                <a:gd name="connsiteY22-596" fmla="*/ 1585328 h 1585520"/>
                <a:gd name="connsiteX23-597" fmla="*/ 103908 w 552481"/>
                <a:gd name="connsiteY23-598" fmla="*/ 1357263 h 1585520"/>
                <a:gd name="connsiteX24-599" fmla="*/ 550099 w 552481"/>
                <a:gd name="connsiteY24-600" fmla="*/ 0 h 1585520"/>
                <a:gd name="connsiteX0-601" fmla="*/ 550099 w 552481"/>
                <a:gd name="connsiteY0-602" fmla="*/ 0 h 1585520"/>
                <a:gd name="connsiteX1-603" fmla="*/ 550454 w 552481"/>
                <a:gd name="connsiteY1-604" fmla="*/ 236086 h 1585520"/>
                <a:gd name="connsiteX2-605" fmla="*/ 488816 w 552481"/>
                <a:gd name="connsiteY2-606" fmla="*/ 193543 h 1585520"/>
                <a:gd name="connsiteX3-607" fmla="*/ 532877 w 552481"/>
                <a:gd name="connsiteY3-608" fmla="*/ 241409 h 1585520"/>
                <a:gd name="connsiteX4-609" fmla="*/ 528440 w 552481"/>
                <a:gd name="connsiteY4-610" fmla="*/ 395095 h 1585520"/>
                <a:gd name="connsiteX5-611" fmla="*/ 440807 w 552481"/>
                <a:gd name="connsiteY5-612" fmla="*/ 347209 h 1585520"/>
                <a:gd name="connsiteX6-613" fmla="*/ 530748 w 552481"/>
                <a:gd name="connsiteY6-614" fmla="*/ 427144 h 1585520"/>
                <a:gd name="connsiteX7-615" fmla="*/ 523630 w 552481"/>
                <a:gd name="connsiteY7-616" fmla="*/ 593972 h 1585520"/>
                <a:gd name="connsiteX8-617" fmla="*/ 372197 w 552481"/>
                <a:gd name="connsiteY8-618" fmla="*/ 491984 h 1585520"/>
                <a:gd name="connsiteX9-619" fmla="*/ 521176 w 552481"/>
                <a:gd name="connsiteY9-620" fmla="*/ 611487 h 1585520"/>
                <a:gd name="connsiteX10-621" fmla="*/ 508896 w 552481"/>
                <a:gd name="connsiteY10-622" fmla="*/ 791532 h 1585520"/>
                <a:gd name="connsiteX11-623" fmla="*/ 270832 w 552481"/>
                <a:gd name="connsiteY11-624" fmla="*/ 619203 h 1585520"/>
                <a:gd name="connsiteX12-625" fmla="*/ 501344 w 552481"/>
                <a:gd name="connsiteY12-626" fmla="*/ 815973 h 1585520"/>
                <a:gd name="connsiteX13-627" fmla="*/ 534221 w 552481"/>
                <a:gd name="connsiteY13-628" fmla="*/ 989751 h 1585520"/>
                <a:gd name="connsiteX14-629" fmla="*/ 184579 w 552481"/>
                <a:gd name="connsiteY14-630" fmla="*/ 741931 h 1585520"/>
                <a:gd name="connsiteX15-631" fmla="*/ 521700 w 552481"/>
                <a:gd name="connsiteY15-632" fmla="*/ 1009232 h 1585520"/>
                <a:gd name="connsiteX16-633" fmla="*/ 507056 w 552481"/>
                <a:gd name="connsiteY16-634" fmla="*/ 1169267 h 1585520"/>
                <a:gd name="connsiteX17-635" fmla="*/ 119129 w 552481"/>
                <a:gd name="connsiteY17-636" fmla="*/ 889458 h 1585520"/>
                <a:gd name="connsiteX18-637" fmla="*/ 504472 w 552481"/>
                <a:gd name="connsiteY18-638" fmla="*/ 1198018 h 1585520"/>
                <a:gd name="connsiteX19-639" fmla="*/ 519836 w 552481"/>
                <a:gd name="connsiteY19-640" fmla="*/ 1370630 h 1585520"/>
                <a:gd name="connsiteX20-641" fmla="*/ 184579 w 552481"/>
                <a:gd name="connsiteY20-642" fmla="*/ 1132651 h 1585520"/>
                <a:gd name="connsiteX21-643" fmla="*/ 509865 w 552481"/>
                <a:gd name="connsiteY21-644" fmla="*/ 1387661 h 1585520"/>
                <a:gd name="connsiteX22-645" fmla="*/ 552481 w 552481"/>
                <a:gd name="connsiteY22-646" fmla="*/ 1585328 h 1585520"/>
                <a:gd name="connsiteX23-647" fmla="*/ 103908 w 552481"/>
                <a:gd name="connsiteY23-648" fmla="*/ 1357263 h 1585520"/>
                <a:gd name="connsiteX24-649" fmla="*/ 550099 w 552481"/>
                <a:gd name="connsiteY24-650" fmla="*/ 0 h 1585520"/>
                <a:gd name="connsiteX0-651" fmla="*/ 550099 w 580141"/>
                <a:gd name="connsiteY0-652" fmla="*/ 54739 h 1640259"/>
                <a:gd name="connsiteX1-653" fmla="*/ 536842 w 580141"/>
                <a:gd name="connsiteY1-654" fmla="*/ 262901 h 1640259"/>
                <a:gd name="connsiteX2-655" fmla="*/ 550454 w 580141"/>
                <a:gd name="connsiteY2-656" fmla="*/ 290825 h 1640259"/>
                <a:gd name="connsiteX3-657" fmla="*/ 488816 w 580141"/>
                <a:gd name="connsiteY3-658" fmla="*/ 248282 h 1640259"/>
                <a:gd name="connsiteX4-659" fmla="*/ 532877 w 580141"/>
                <a:gd name="connsiteY4-660" fmla="*/ 296148 h 1640259"/>
                <a:gd name="connsiteX5-661" fmla="*/ 528440 w 580141"/>
                <a:gd name="connsiteY5-662" fmla="*/ 449834 h 1640259"/>
                <a:gd name="connsiteX6-663" fmla="*/ 440807 w 580141"/>
                <a:gd name="connsiteY6-664" fmla="*/ 401948 h 1640259"/>
                <a:gd name="connsiteX7-665" fmla="*/ 530748 w 580141"/>
                <a:gd name="connsiteY7-666" fmla="*/ 481883 h 1640259"/>
                <a:gd name="connsiteX8-667" fmla="*/ 523630 w 580141"/>
                <a:gd name="connsiteY8-668" fmla="*/ 648711 h 1640259"/>
                <a:gd name="connsiteX9-669" fmla="*/ 372197 w 580141"/>
                <a:gd name="connsiteY9-670" fmla="*/ 546723 h 1640259"/>
                <a:gd name="connsiteX10-671" fmla="*/ 521176 w 580141"/>
                <a:gd name="connsiteY10-672" fmla="*/ 666226 h 1640259"/>
                <a:gd name="connsiteX11-673" fmla="*/ 508896 w 580141"/>
                <a:gd name="connsiteY11-674" fmla="*/ 846271 h 1640259"/>
                <a:gd name="connsiteX12-675" fmla="*/ 270832 w 580141"/>
                <a:gd name="connsiteY12-676" fmla="*/ 673942 h 1640259"/>
                <a:gd name="connsiteX13-677" fmla="*/ 501344 w 580141"/>
                <a:gd name="connsiteY13-678" fmla="*/ 870712 h 1640259"/>
                <a:gd name="connsiteX14-679" fmla="*/ 534221 w 580141"/>
                <a:gd name="connsiteY14-680" fmla="*/ 1044490 h 1640259"/>
                <a:gd name="connsiteX15-681" fmla="*/ 184579 w 580141"/>
                <a:gd name="connsiteY15-682" fmla="*/ 796670 h 1640259"/>
                <a:gd name="connsiteX16-683" fmla="*/ 521700 w 580141"/>
                <a:gd name="connsiteY16-684" fmla="*/ 1063971 h 1640259"/>
                <a:gd name="connsiteX17-685" fmla="*/ 507056 w 580141"/>
                <a:gd name="connsiteY17-686" fmla="*/ 1224006 h 1640259"/>
                <a:gd name="connsiteX18-687" fmla="*/ 119129 w 580141"/>
                <a:gd name="connsiteY18-688" fmla="*/ 944197 h 1640259"/>
                <a:gd name="connsiteX19-689" fmla="*/ 504472 w 580141"/>
                <a:gd name="connsiteY19-690" fmla="*/ 1252757 h 1640259"/>
                <a:gd name="connsiteX20-691" fmla="*/ 519836 w 580141"/>
                <a:gd name="connsiteY20-692" fmla="*/ 1425369 h 1640259"/>
                <a:gd name="connsiteX21-693" fmla="*/ 184579 w 580141"/>
                <a:gd name="connsiteY21-694" fmla="*/ 1187390 h 1640259"/>
                <a:gd name="connsiteX22-695" fmla="*/ 509865 w 580141"/>
                <a:gd name="connsiteY22-696" fmla="*/ 1442400 h 1640259"/>
                <a:gd name="connsiteX23-697" fmla="*/ 552481 w 580141"/>
                <a:gd name="connsiteY23-698" fmla="*/ 1640067 h 1640259"/>
                <a:gd name="connsiteX24-699" fmla="*/ 103908 w 580141"/>
                <a:gd name="connsiteY24-700" fmla="*/ 1412002 h 1640259"/>
                <a:gd name="connsiteX25" fmla="*/ 550099 w 580141"/>
                <a:gd name="connsiteY25" fmla="*/ 54739 h 1640259"/>
                <a:gd name="connsiteX0-701" fmla="*/ 550099 w 580141"/>
                <a:gd name="connsiteY0-702" fmla="*/ 54739 h 1640259"/>
                <a:gd name="connsiteX1-703" fmla="*/ 536842 w 580141"/>
                <a:gd name="connsiteY1-704" fmla="*/ 262901 h 1640259"/>
                <a:gd name="connsiteX2-705" fmla="*/ 550454 w 580141"/>
                <a:gd name="connsiteY2-706" fmla="*/ 290825 h 1640259"/>
                <a:gd name="connsiteX3-707" fmla="*/ 488816 w 580141"/>
                <a:gd name="connsiteY3-708" fmla="*/ 248282 h 1640259"/>
                <a:gd name="connsiteX4-709" fmla="*/ 532877 w 580141"/>
                <a:gd name="connsiteY4-710" fmla="*/ 296148 h 1640259"/>
                <a:gd name="connsiteX5-711" fmla="*/ 528440 w 580141"/>
                <a:gd name="connsiteY5-712" fmla="*/ 449834 h 1640259"/>
                <a:gd name="connsiteX6-713" fmla="*/ 440807 w 580141"/>
                <a:gd name="connsiteY6-714" fmla="*/ 401948 h 1640259"/>
                <a:gd name="connsiteX7-715" fmla="*/ 530748 w 580141"/>
                <a:gd name="connsiteY7-716" fmla="*/ 481883 h 1640259"/>
                <a:gd name="connsiteX8-717" fmla="*/ 523630 w 580141"/>
                <a:gd name="connsiteY8-718" fmla="*/ 648711 h 1640259"/>
                <a:gd name="connsiteX9-719" fmla="*/ 372197 w 580141"/>
                <a:gd name="connsiteY9-720" fmla="*/ 546723 h 1640259"/>
                <a:gd name="connsiteX10-721" fmla="*/ 521176 w 580141"/>
                <a:gd name="connsiteY10-722" fmla="*/ 666226 h 1640259"/>
                <a:gd name="connsiteX11-723" fmla="*/ 508896 w 580141"/>
                <a:gd name="connsiteY11-724" fmla="*/ 846271 h 1640259"/>
                <a:gd name="connsiteX12-725" fmla="*/ 270832 w 580141"/>
                <a:gd name="connsiteY12-726" fmla="*/ 673942 h 1640259"/>
                <a:gd name="connsiteX13-727" fmla="*/ 501344 w 580141"/>
                <a:gd name="connsiteY13-728" fmla="*/ 870712 h 1640259"/>
                <a:gd name="connsiteX14-729" fmla="*/ 484201 w 580141"/>
                <a:gd name="connsiteY14-730" fmla="*/ 1018658 h 1640259"/>
                <a:gd name="connsiteX15-731" fmla="*/ 184579 w 580141"/>
                <a:gd name="connsiteY15-732" fmla="*/ 796670 h 1640259"/>
                <a:gd name="connsiteX16-733" fmla="*/ 521700 w 580141"/>
                <a:gd name="connsiteY16-734" fmla="*/ 1063971 h 1640259"/>
                <a:gd name="connsiteX17-735" fmla="*/ 507056 w 580141"/>
                <a:gd name="connsiteY17-736" fmla="*/ 1224006 h 1640259"/>
                <a:gd name="connsiteX18-737" fmla="*/ 119129 w 580141"/>
                <a:gd name="connsiteY18-738" fmla="*/ 944197 h 1640259"/>
                <a:gd name="connsiteX19-739" fmla="*/ 504472 w 580141"/>
                <a:gd name="connsiteY19-740" fmla="*/ 1252757 h 1640259"/>
                <a:gd name="connsiteX20-741" fmla="*/ 519836 w 580141"/>
                <a:gd name="connsiteY20-742" fmla="*/ 1425369 h 1640259"/>
                <a:gd name="connsiteX21-743" fmla="*/ 184579 w 580141"/>
                <a:gd name="connsiteY21-744" fmla="*/ 1187390 h 1640259"/>
                <a:gd name="connsiteX22-745" fmla="*/ 509865 w 580141"/>
                <a:gd name="connsiteY22-746" fmla="*/ 1442400 h 1640259"/>
                <a:gd name="connsiteX23-747" fmla="*/ 552481 w 580141"/>
                <a:gd name="connsiteY23-748" fmla="*/ 1640067 h 1640259"/>
                <a:gd name="connsiteX24-749" fmla="*/ 103908 w 580141"/>
                <a:gd name="connsiteY24-750" fmla="*/ 1412002 h 1640259"/>
                <a:gd name="connsiteX25-751" fmla="*/ 550099 w 580141"/>
                <a:gd name="connsiteY25-752" fmla="*/ 54739 h 1640259"/>
                <a:gd name="connsiteX0-753" fmla="*/ 550099 w 580141"/>
                <a:gd name="connsiteY0-754" fmla="*/ 54739 h 1640259"/>
                <a:gd name="connsiteX1-755" fmla="*/ 536842 w 580141"/>
                <a:gd name="connsiteY1-756" fmla="*/ 262901 h 1640259"/>
                <a:gd name="connsiteX2-757" fmla="*/ 550454 w 580141"/>
                <a:gd name="connsiteY2-758" fmla="*/ 290825 h 1640259"/>
                <a:gd name="connsiteX3-759" fmla="*/ 488816 w 580141"/>
                <a:gd name="connsiteY3-760" fmla="*/ 248282 h 1640259"/>
                <a:gd name="connsiteX4-761" fmla="*/ 532877 w 580141"/>
                <a:gd name="connsiteY4-762" fmla="*/ 296148 h 1640259"/>
                <a:gd name="connsiteX5-763" fmla="*/ 528440 w 580141"/>
                <a:gd name="connsiteY5-764" fmla="*/ 449834 h 1640259"/>
                <a:gd name="connsiteX6-765" fmla="*/ 440807 w 580141"/>
                <a:gd name="connsiteY6-766" fmla="*/ 401948 h 1640259"/>
                <a:gd name="connsiteX7-767" fmla="*/ 530748 w 580141"/>
                <a:gd name="connsiteY7-768" fmla="*/ 481883 h 1640259"/>
                <a:gd name="connsiteX8-769" fmla="*/ 523630 w 580141"/>
                <a:gd name="connsiteY8-770" fmla="*/ 648711 h 1640259"/>
                <a:gd name="connsiteX9-771" fmla="*/ 372197 w 580141"/>
                <a:gd name="connsiteY9-772" fmla="*/ 546723 h 1640259"/>
                <a:gd name="connsiteX10-773" fmla="*/ 521176 w 580141"/>
                <a:gd name="connsiteY10-774" fmla="*/ 666226 h 1640259"/>
                <a:gd name="connsiteX11-775" fmla="*/ 508896 w 580141"/>
                <a:gd name="connsiteY11-776" fmla="*/ 846271 h 1640259"/>
                <a:gd name="connsiteX12-777" fmla="*/ 270832 w 580141"/>
                <a:gd name="connsiteY12-778" fmla="*/ 673942 h 1640259"/>
                <a:gd name="connsiteX13-779" fmla="*/ 501344 w 580141"/>
                <a:gd name="connsiteY13-780" fmla="*/ 870712 h 1640259"/>
                <a:gd name="connsiteX14-781" fmla="*/ 484201 w 580141"/>
                <a:gd name="connsiteY14-782" fmla="*/ 1018658 h 1640259"/>
                <a:gd name="connsiteX15-783" fmla="*/ 184579 w 580141"/>
                <a:gd name="connsiteY15-784" fmla="*/ 796670 h 1640259"/>
                <a:gd name="connsiteX16-785" fmla="*/ 479002 w 580141"/>
                <a:gd name="connsiteY16-786" fmla="*/ 1055860 h 1640259"/>
                <a:gd name="connsiteX17-787" fmla="*/ 507056 w 580141"/>
                <a:gd name="connsiteY17-788" fmla="*/ 1224006 h 1640259"/>
                <a:gd name="connsiteX18-789" fmla="*/ 119129 w 580141"/>
                <a:gd name="connsiteY18-790" fmla="*/ 944197 h 1640259"/>
                <a:gd name="connsiteX19-791" fmla="*/ 504472 w 580141"/>
                <a:gd name="connsiteY19-792" fmla="*/ 1252757 h 1640259"/>
                <a:gd name="connsiteX20-793" fmla="*/ 519836 w 580141"/>
                <a:gd name="connsiteY20-794" fmla="*/ 1425369 h 1640259"/>
                <a:gd name="connsiteX21-795" fmla="*/ 184579 w 580141"/>
                <a:gd name="connsiteY21-796" fmla="*/ 1187390 h 1640259"/>
                <a:gd name="connsiteX22-797" fmla="*/ 509865 w 580141"/>
                <a:gd name="connsiteY22-798" fmla="*/ 1442400 h 1640259"/>
                <a:gd name="connsiteX23-799" fmla="*/ 552481 w 580141"/>
                <a:gd name="connsiteY23-800" fmla="*/ 1640067 h 1640259"/>
                <a:gd name="connsiteX24-801" fmla="*/ 103908 w 580141"/>
                <a:gd name="connsiteY24-802" fmla="*/ 1412002 h 1640259"/>
                <a:gd name="connsiteX25-803" fmla="*/ 550099 w 580141"/>
                <a:gd name="connsiteY25-804" fmla="*/ 54739 h 1640259"/>
                <a:gd name="connsiteX0-805" fmla="*/ 550099 w 580141"/>
                <a:gd name="connsiteY0-806" fmla="*/ 54739 h 1640259"/>
                <a:gd name="connsiteX1-807" fmla="*/ 536842 w 580141"/>
                <a:gd name="connsiteY1-808" fmla="*/ 262901 h 1640259"/>
                <a:gd name="connsiteX2-809" fmla="*/ 550454 w 580141"/>
                <a:gd name="connsiteY2-810" fmla="*/ 290825 h 1640259"/>
                <a:gd name="connsiteX3-811" fmla="*/ 488816 w 580141"/>
                <a:gd name="connsiteY3-812" fmla="*/ 248282 h 1640259"/>
                <a:gd name="connsiteX4-813" fmla="*/ 532877 w 580141"/>
                <a:gd name="connsiteY4-814" fmla="*/ 296148 h 1640259"/>
                <a:gd name="connsiteX5-815" fmla="*/ 528440 w 580141"/>
                <a:gd name="connsiteY5-816" fmla="*/ 449834 h 1640259"/>
                <a:gd name="connsiteX6-817" fmla="*/ 440807 w 580141"/>
                <a:gd name="connsiteY6-818" fmla="*/ 401948 h 1640259"/>
                <a:gd name="connsiteX7-819" fmla="*/ 530748 w 580141"/>
                <a:gd name="connsiteY7-820" fmla="*/ 481883 h 1640259"/>
                <a:gd name="connsiteX8-821" fmla="*/ 523630 w 580141"/>
                <a:gd name="connsiteY8-822" fmla="*/ 648711 h 1640259"/>
                <a:gd name="connsiteX9-823" fmla="*/ 372197 w 580141"/>
                <a:gd name="connsiteY9-824" fmla="*/ 546723 h 1640259"/>
                <a:gd name="connsiteX10-825" fmla="*/ 521176 w 580141"/>
                <a:gd name="connsiteY10-826" fmla="*/ 666226 h 1640259"/>
                <a:gd name="connsiteX11-827" fmla="*/ 508896 w 580141"/>
                <a:gd name="connsiteY11-828" fmla="*/ 846271 h 1640259"/>
                <a:gd name="connsiteX12-829" fmla="*/ 270832 w 580141"/>
                <a:gd name="connsiteY12-830" fmla="*/ 673942 h 1640259"/>
                <a:gd name="connsiteX13-831" fmla="*/ 501344 w 580141"/>
                <a:gd name="connsiteY13-832" fmla="*/ 870712 h 1640259"/>
                <a:gd name="connsiteX14-833" fmla="*/ 484201 w 580141"/>
                <a:gd name="connsiteY14-834" fmla="*/ 1018658 h 1640259"/>
                <a:gd name="connsiteX15-835" fmla="*/ 184579 w 580141"/>
                <a:gd name="connsiteY15-836" fmla="*/ 796670 h 1640259"/>
                <a:gd name="connsiteX16-837" fmla="*/ 479002 w 580141"/>
                <a:gd name="connsiteY16-838" fmla="*/ 1055860 h 1640259"/>
                <a:gd name="connsiteX17-839" fmla="*/ 474625 w 580141"/>
                <a:gd name="connsiteY17-840" fmla="*/ 1200922 h 1640259"/>
                <a:gd name="connsiteX18-841" fmla="*/ 119129 w 580141"/>
                <a:gd name="connsiteY18-842" fmla="*/ 944197 h 1640259"/>
                <a:gd name="connsiteX19-843" fmla="*/ 504472 w 580141"/>
                <a:gd name="connsiteY19-844" fmla="*/ 1252757 h 1640259"/>
                <a:gd name="connsiteX20-845" fmla="*/ 519836 w 580141"/>
                <a:gd name="connsiteY20-846" fmla="*/ 1425369 h 1640259"/>
                <a:gd name="connsiteX21-847" fmla="*/ 184579 w 580141"/>
                <a:gd name="connsiteY21-848" fmla="*/ 1187390 h 1640259"/>
                <a:gd name="connsiteX22-849" fmla="*/ 509865 w 580141"/>
                <a:gd name="connsiteY22-850" fmla="*/ 1442400 h 1640259"/>
                <a:gd name="connsiteX23-851" fmla="*/ 552481 w 580141"/>
                <a:gd name="connsiteY23-852" fmla="*/ 1640067 h 1640259"/>
                <a:gd name="connsiteX24-853" fmla="*/ 103908 w 580141"/>
                <a:gd name="connsiteY24-854" fmla="*/ 1412002 h 1640259"/>
                <a:gd name="connsiteX25-855" fmla="*/ 550099 w 580141"/>
                <a:gd name="connsiteY25-856" fmla="*/ 54739 h 1640259"/>
                <a:gd name="connsiteX0-857" fmla="*/ 550099 w 580141"/>
                <a:gd name="connsiteY0-858" fmla="*/ 54739 h 1640259"/>
                <a:gd name="connsiteX1-859" fmla="*/ 536842 w 580141"/>
                <a:gd name="connsiteY1-860" fmla="*/ 262901 h 1640259"/>
                <a:gd name="connsiteX2-861" fmla="*/ 550454 w 580141"/>
                <a:gd name="connsiteY2-862" fmla="*/ 290825 h 1640259"/>
                <a:gd name="connsiteX3-863" fmla="*/ 488816 w 580141"/>
                <a:gd name="connsiteY3-864" fmla="*/ 248282 h 1640259"/>
                <a:gd name="connsiteX4-865" fmla="*/ 532877 w 580141"/>
                <a:gd name="connsiteY4-866" fmla="*/ 296148 h 1640259"/>
                <a:gd name="connsiteX5-867" fmla="*/ 528440 w 580141"/>
                <a:gd name="connsiteY5-868" fmla="*/ 449834 h 1640259"/>
                <a:gd name="connsiteX6-869" fmla="*/ 440807 w 580141"/>
                <a:gd name="connsiteY6-870" fmla="*/ 401948 h 1640259"/>
                <a:gd name="connsiteX7-871" fmla="*/ 530748 w 580141"/>
                <a:gd name="connsiteY7-872" fmla="*/ 481883 h 1640259"/>
                <a:gd name="connsiteX8-873" fmla="*/ 523630 w 580141"/>
                <a:gd name="connsiteY8-874" fmla="*/ 648711 h 1640259"/>
                <a:gd name="connsiteX9-875" fmla="*/ 372197 w 580141"/>
                <a:gd name="connsiteY9-876" fmla="*/ 546723 h 1640259"/>
                <a:gd name="connsiteX10-877" fmla="*/ 521176 w 580141"/>
                <a:gd name="connsiteY10-878" fmla="*/ 666226 h 1640259"/>
                <a:gd name="connsiteX11-879" fmla="*/ 508896 w 580141"/>
                <a:gd name="connsiteY11-880" fmla="*/ 846271 h 1640259"/>
                <a:gd name="connsiteX12-881" fmla="*/ 270832 w 580141"/>
                <a:gd name="connsiteY12-882" fmla="*/ 673942 h 1640259"/>
                <a:gd name="connsiteX13-883" fmla="*/ 501344 w 580141"/>
                <a:gd name="connsiteY13-884" fmla="*/ 870712 h 1640259"/>
                <a:gd name="connsiteX14-885" fmla="*/ 484201 w 580141"/>
                <a:gd name="connsiteY14-886" fmla="*/ 1018658 h 1640259"/>
                <a:gd name="connsiteX15-887" fmla="*/ 184579 w 580141"/>
                <a:gd name="connsiteY15-888" fmla="*/ 796670 h 1640259"/>
                <a:gd name="connsiteX16-889" fmla="*/ 479002 w 580141"/>
                <a:gd name="connsiteY16-890" fmla="*/ 1055860 h 1640259"/>
                <a:gd name="connsiteX17-891" fmla="*/ 474625 w 580141"/>
                <a:gd name="connsiteY17-892" fmla="*/ 1200922 h 1640259"/>
                <a:gd name="connsiteX18-893" fmla="*/ 119129 w 580141"/>
                <a:gd name="connsiteY18-894" fmla="*/ 944197 h 1640259"/>
                <a:gd name="connsiteX19-895" fmla="*/ 467006 w 580141"/>
                <a:gd name="connsiteY19-896" fmla="*/ 1229607 h 1640259"/>
                <a:gd name="connsiteX20-897" fmla="*/ 519836 w 580141"/>
                <a:gd name="connsiteY20-898" fmla="*/ 1425369 h 1640259"/>
                <a:gd name="connsiteX21-899" fmla="*/ 184579 w 580141"/>
                <a:gd name="connsiteY21-900" fmla="*/ 1187390 h 1640259"/>
                <a:gd name="connsiteX22-901" fmla="*/ 509865 w 580141"/>
                <a:gd name="connsiteY22-902" fmla="*/ 1442400 h 1640259"/>
                <a:gd name="connsiteX23-903" fmla="*/ 552481 w 580141"/>
                <a:gd name="connsiteY23-904" fmla="*/ 1640067 h 1640259"/>
                <a:gd name="connsiteX24-905" fmla="*/ 103908 w 580141"/>
                <a:gd name="connsiteY24-906" fmla="*/ 1412002 h 1640259"/>
                <a:gd name="connsiteX25-907" fmla="*/ 550099 w 580141"/>
                <a:gd name="connsiteY25-908" fmla="*/ 54739 h 1640259"/>
                <a:gd name="connsiteX0-909" fmla="*/ 550099 w 580141"/>
                <a:gd name="connsiteY0-910" fmla="*/ 54739 h 1640259"/>
                <a:gd name="connsiteX1-911" fmla="*/ 536842 w 580141"/>
                <a:gd name="connsiteY1-912" fmla="*/ 262901 h 1640259"/>
                <a:gd name="connsiteX2-913" fmla="*/ 550454 w 580141"/>
                <a:gd name="connsiteY2-914" fmla="*/ 290825 h 1640259"/>
                <a:gd name="connsiteX3-915" fmla="*/ 488816 w 580141"/>
                <a:gd name="connsiteY3-916" fmla="*/ 248282 h 1640259"/>
                <a:gd name="connsiteX4-917" fmla="*/ 532877 w 580141"/>
                <a:gd name="connsiteY4-918" fmla="*/ 296148 h 1640259"/>
                <a:gd name="connsiteX5-919" fmla="*/ 528440 w 580141"/>
                <a:gd name="connsiteY5-920" fmla="*/ 449834 h 1640259"/>
                <a:gd name="connsiteX6-921" fmla="*/ 440807 w 580141"/>
                <a:gd name="connsiteY6-922" fmla="*/ 401948 h 1640259"/>
                <a:gd name="connsiteX7-923" fmla="*/ 530748 w 580141"/>
                <a:gd name="connsiteY7-924" fmla="*/ 481883 h 1640259"/>
                <a:gd name="connsiteX8-925" fmla="*/ 523630 w 580141"/>
                <a:gd name="connsiteY8-926" fmla="*/ 648711 h 1640259"/>
                <a:gd name="connsiteX9-927" fmla="*/ 372197 w 580141"/>
                <a:gd name="connsiteY9-928" fmla="*/ 546723 h 1640259"/>
                <a:gd name="connsiteX10-929" fmla="*/ 521176 w 580141"/>
                <a:gd name="connsiteY10-930" fmla="*/ 666226 h 1640259"/>
                <a:gd name="connsiteX11-931" fmla="*/ 508896 w 580141"/>
                <a:gd name="connsiteY11-932" fmla="*/ 846271 h 1640259"/>
                <a:gd name="connsiteX12-933" fmla="*/ 270832 w 580141"/>
                <a:gd name="connsiteY12-934" fmla="*/ 673942 h 1640259"/>
                <a:gd name="connsiteX13-935" fmla="*/ 501344 w 580141"/>
                <a:gd name="connsiteY13-936" fmla="*/ 870712 h 1640259"/>
                <a:gd name="connsiteX14-937" fmla="*/ 484201 w 580141"/>
                <a:gd name="connsiteY14-938" fmla="*/ 1018658 h 1640259"/>
                <a:gd name="connsiteX15-939" fmla="*/ 184579 w 580141"/>
                <a:gd name="connsiteY15-940" fmla="*/ 796670 h 1640259"/>
                <a:gd name="connsiteX16-941" fmla="*/ 479002 w 580141"/>
                <a:gd name="connsiteY16-942" fmla="*/ 1055860 h 1640259"/>
                <a:gd name="connsiteX17-943" fmla="*/ 474625 w 580141"/>
                <a:gd name="connsiteY17-944" fmla="*/ 1200922 h 1640259"/>
                <a:gd name="connsiteX18-945" fmla="*/ 119129 w 580141"/>
                <a:gd name="connsiteY18-946" fmla="*/ 944197 h 1640259"/>
                <a:gd name="connsiteX19-947" fmla="*/ 467006 w 580141"/>
                <a:gd name="connsiteY19-948" fmla="*/ 1229607 h 1640259"/>
                <a:gd name="connsiteX20-949" fmla="*/ 519836 w 580141"/>
                <a:gd name="connsiteY20-950" fmla="*/ 1425369 h 1640259"/>
                <a:gd name="connsiteX21-951" fmla="*/ 184579 w 580141"/>
                <a:gd name="connsiteY21-952" fmla="*/ 1187390 h 1640259"/>
                <a:gd name="connsiteX22-953" fmla="*/ 480050 w 580141"/>
                <a:gd name="connsiteY22-954" fmla="*/ 1411796 h 1640259"/>
                <a:gd name="connsiteX23-955" fmla="*/ 552481 w 580141"/>
                <a:gd name="connsiteY23-956" fmla="*/ 1640067 h 1640259"/>
                <a:gd name="connsiteX24-957" fmla="*/ 103908 w 580141"/>
                <a:gd name="connsiteY24-958" fmla="*/ 1412002 h 1640259"/>
                <a:gd name="connsiteX25-959" fmla="*/ 550099 w 580141"/>
                <a:gd name="connsiteY25-960" fmla="*/ 54739 h 1640259"/>
                <a:gd name="connsiteX0-961" fmla="*/ 550099 w 580141"/>
                <a:gd name="connsiteY0-962" fmla="*/ 54739 h 1640259"/>
                <a:gd name="connsiteX1-963" fmla="*/ 536842 w 580141"/>
                <a:gd name="connsiteY1-964" fmla="*/ 262901 h 1640259"/>
                <a:gd name="connsiteX2-965" fmla="*/ 550454 w 580141"/>
                <a:gd name="connsiteY2-966" fmla="*/ 290825 h 1640259"/>
                <a:gd name="connsiteX3-967" fmla="*/ 488816 w 580141"/>
                <a:gd name="connsiteY3-968" fmla="*/ 248282 h 1640259"/>
                <a:gd name="connsiteX4-969" fmla="*/ 532877 w 580141"/>
                <a:gd name="connsiteY4-970" fmla="*/ 296148 h 1640259"/>
                <a:gd name="connsiteX5-971" fmla="*/ 528440 w 580141"/>
                <a:gd name="connsiteY5-972" fmla="*/ 449834 h 1640259"/>
                <a:gd name="connsiteX6-973" fmla="*/ 440807 w 580141"/>
                <a:gd name="connsiteY6-974" fmla="*/ 401948 h 1640259"/>
                <a:gd name="connsiteX7-975" fmla="*/ 530748 w 580141"/>
                <a:gd name="connsiteY7-976" fmla="*/ 481883 h 1640259"/>
                <a:gd name="connsiteX8-977" fmla="*/ 523630 w 580141"/>
                <a:gd name="connsiteY8-978" fmla="*/ 648711 h 1640259"/>
                <a:gd name="connsiteX9-979" fmla="*/ 372197 w 580141"/>
                <a:gd name="connsiteY9-980" fmla="*/ 546723 h 1640259"/>
                <a:gd name="connsiteX10-981" fmla="*/ 521176 w 580141"/>
                <a:gd name="connsiteY10-982" fmla="*/ 666226 h 1640259"/>
                <a:gd name="connsiteX11-983" fmla="*/ 508896 w 580141"/>
                <a:gd name="connsiteY11-984" fmla="*/ 846271 h 1640259"/>
                <a:gd name="connsiteX12-985" fmla="*/ 270832 w 580141"/>
                <a:gd name="connsiteY12-986" fmla="*/ 673942 h 1640259"/>
                <a:gd name="connsiteX13-987" fmla="*/ 501344 w 580141"/>
                <a:gd name="connsiteY13-988" fmla="*/ 870712 h 1640259"/>
                <a:gd name="connsiteX14-989" fmla="*/ 484201 w 580141"/>
                <a:gd name="connsiteY14-990" fmla="*/ 1018658 h 1640259"/>
                <a:gd name="connsiteX15-991" fmla="*/ 184579 w 580141"/>
                <a:gd name="connsiteY15-992" fmla="*/ 796670 h 1640259"/>
                <a:gd name="connsiteX16-993" fmla="*/ 479002 w 580141"/>
                <a:gd name="connsiteY16-994" fmla="*/ 1055860 h 1640259"/>
                <a:gd name="connsiteX17-995" fmla="*/ 474625 w 580141"/>
                <a:gd name="connsiteY17-996" fmla="*/ 1200922 h 1640259"/>
                <a:gd name="connsiteX18-997" fmla="*/ 119129 w 580141"/>
                <a:gd name="connsiteY18-998" fmla="*/ 944197 h 1640259"/>
                <a:gd name="connsiteX19-999" fmla="*/ 467006 w 580141"/>
                <a:gd name="connsiteY19-1000" fmla="*/ 1229607 h 1640259"/>
                <a:gd name="connsiteX20-1001" fmla="*/ 487405 w 580141"/>
                <a:gd name="connsiteY20-1002" fmla="*/ 1402284 h 1640259"/>
                <a:gd name="connsiteX21-1003" fmla="*/ 184579 w 580141"/>
                <a:gd name="connsiteY21-1004" fmla="*/ 1187390 h 1640259"/>
                <a:gd name="connsiteX22-1005" fmla="*/ 480050 w 580141"/>
                <a:gd name="connsiteY22-1006" fmla="*/ 1411796 h 1640259"/>
                <a:gd name="connsiteX23-1007" fmla="*/ 552481 w 580141"/>
                <a:gd name="connsiteY23-1008" fmla="*/ 1640067 h 1640259"/>
                <a:gd name="connsiteX24-1009" fmla="*/ 103908 w 580141"/>
                <a:gd name="connsiteY24-1010" fmla="*/ 1412002 h 1640259"/>
                <a:gd name="connsiteX25-1011" fmla="*/ 550099 w 580141"/>
                <a:gd name="connsiteY25-1012" fmla="*/ 54739 h 1640259"/>
                <a:gd name="connsiteX0-1013" fmla="*/ 550099 w 580141"/>
                <a:gd name="connsiteY0-1014" fmla="*/ 54739 h 1640259"/>
                <a:gd name="connsiteX1-1015" fmla="*/ 536842 w 580141"/>
                <a:gd name="connsiteY1-1016" fmla="*/ 262901 h 1640259"/>
                <a:gd name="connsiteX2-1017" fmla="*/ 550454 w 580141"/>
                <a:gd name="connsiteY2-1018" fmla="*/ 290825 h 1640259"/>
                <a:gd name="connsiteX3-1019" fmla="*/ 488816 w 580141"/>
                <a:gd name="connsiteY3-1020" fmla="*/ 248282 h 1640259"/>
                <a:gd name="connsiteX4-1021" fmla="*/ 532877 w 580141"/>
                <a:gd name="connsiteY4-1022" fmla="*/ 296148 h 1640259"/>
                <a:gd name="connsiteX5-1023" fmla="*/ 528440 w 580141"/>
                <a:gd name="connsiteY5-1024" fmla="*/ 449834 h 1640259"/>
                <a:gd name="connsiteX6-1025" fmla="*/ 440807 w 580141"/>
                <a:gd name="connsiteY6-1026" fmla="*/ 401948 h 1640259"/>
                <a:gd name="connsiteX7-1027" fmla="*/ 530748 w 580141"/>
                <a:gd name="connsiteY7-1028" fmla="*/ 481883 h 1640259"/>
                <a:gd name="connsiteX8-1029" fmla="*/ 523630 w 580141"/>
                <a:gd name="connsiteY8-1030" fmla="*/ 648711 h 1640259"/>
                <a:gd name="connsiteX9-1031" fmla="*/ 372197 w 580141"/>
                <a:gd name="connsiteY9-1032" fmla="*/ 546723 h 1640259"/>
                <a:gd name="connsiteX10-1033" fmla="*/ 521176 w 580141"/>
                <a:gd name="connsiteY10-1034" fmla="*/ 666226 h 1640259"/>
                <a:gd name="connsiteX11-1035" fmla="*/ 508896 w 580141"/>
                <a:gd name="connsiteY11-1036" fmla="*/ 846271 h 1640259"/>
                <a:gd name="connsiteX12-1037" fmla="*/ 270832 w 580141"/>
                <a:gd name="connsiteY12-1038" fmla="*/ 673942 h 1640259"/>
                <a:gd name="connsiteX13-1039" fmla="*/ 501344 w 580141"/>
                <a:gd name="connsiteY13-1040" fmla="*/ 870712 h 1640259"/>
                <a:gd name="connsiteX14-1041" fmla="*/ 484201 w 580141"/>
                <a:gd name="connsiteY14-1042" fmla="*/ 1018658 h 1640259"/>
                <a:gd name="connsiteX15-1043" fmla="*/ 184579 w 580141"/>
                <a:gd name="connsiteY15-1044" fmla="*/ 796670 h 1640259"/>
                <a:gd name="connsiteX16-1045" fmla="*/ 479002 w 580141"/>
                <a:gd name="connsiteY16-1046" fmla="*/ 1055860 h 1640259"/>
                <a:gd name="connsiteX17-1047" fmla="*/ 474625 w 580141"/>
                <a:gd name="connsiteY17-1048" fmla="*/ 1200922 h 1640259"/>
                <a:gd name="connsiteX18-1049" fmla="*/ 119129 w 580141"/>
                <a:gd name="connsiteY18-1050" fmla="*/ 944197 h 1640259"/>
                <a:gd name="connsiteX19-1051" fmla="*/ 467006 w 580141"/>
                <a:gd name="connsiteY19-1052" fmla="*/ 1229607 h 1640259"/>
                <a:gd name="connsiteX20-1053" fmla="*/ 480083 w 580141"/>
                <a:gd name="connsiteY20-1054" fmla="*/ 1384563 h 1640259"/>
                <a:gd name="connsiteX21-1055" fmla="*/ 184579 w 580141"/>
                <a:gd name="connsiteY21-1056" fmla="*/ 1187390 h 1640259"/>
                <a:gd name="connsiteX22-1057" fmla="*/ 480050 w 580141"/>
                <a:gd name="connsiteY22-1058" fmla="*/ 1411796 h 1640259"/>
                <a:gd name="connsiteX23-1059" fmla="*/ 552481 w 580141"/>
                <a:gd name="connsiteY23-1060" fmla="*/ 1640067 h 1640259"/>
                <a:gd name="connsiteX24-1061" fmla="*/ 103908 w 580141"/>
                <a:gd name="connsiteY24-1062" fmla="*/ 1412002 h 1640259"/>
                <a:gd name="connsiteX25-1063" fmla="*/ 550099 w 580141"/>
                <a:gd name="connsiteY25-1064" fmla="*/ 54739 h 1640259"/>
                <a:gd name="connsiteX0-1065" fmla="*/ 550099 w 580141"/>
                <a:gd name="connsiteY0-1066" fmla="*/ 54739 h 1640259"/>
                <a:gd name="connsiteX1-1067" fmla="*/ 536842 w 580141"/>
                <a:gd name="connsiteY1-1068" fmla="*/ 262901 h 1640259"/>
                <a:gd name="connsiteX2-1069" fmla="*/ 550454 w 580141"/>
                <a:gd name="connsiteY2-1070" fmla="*/ 290825 h 1640259"/>
                <a:gd name="connsiteX3-1071" fmla="*/ 488816 w 580141"/>
                <a:gd name="connsiteY3-1072" fmla="*/ 248282 h 1640259"/>
                <a:gd name="connsiteX4-1073" fmla="*/ 532877 w 580141"/>
                <a:gd name="connsiteY4-1074" fmla="*/ 296148 h 1640259"/>
                <a:gd name="connsiteX5-1075" fmla="*/ 528440 w 580141"/>
                <a:gd name="connsiteY5-1076" fmla="*/ 449834 h 1640259"/>
                <a:gd name="connsiteX6-1077" fmla="*/ 440807 w 580141"/>
                <a:gd name="connsiteY6-1078" fmla="*/ 401948 h 1640259"/>
                <a:gd name="connsiteX7-1079" fmla="*/ 530748 w 580141"/>
                <a:gd name="connsiteY7-1080" fmla="*/ 481883 h 1640259"/>
                <a:gd name="connsiteX8-1081" fmla="*/ 523630 w 580141"/>
                <a:gd name="connsiteY8-1082" fmla="*/ 648711 h 1640259"/>
                <a:gd name="connsiteX9-1083" fmla="*/ 372197 w 580141"/>
                <a:gd name="connsiteY9-1084" fmla="*/ 546723 h 1640259"/>
                <a:gd name="connsiteX10-1085" fmla="*/ 498617 w 580141"/>
                <a:gd name="connsiteY10-1086" fmla="*/ 658378 h 1640259"/>
                <a:gd name="connsiteX11-1087" fmla="*/ 508896 w 580141"/>
                <a:gd name="connsiteY11-1088" fmla="*/ 846271 h 1640259"/>
                <a:gd name="connsiteX12-1089" fmla="*/ 270832 w 580141"/>
                <a:gd name="connsiteY12-1090" fmla="*/ 673942 h 1640259"/>
                <a:gd name="connsiteX13-1091" fmla="*/ 501344 w 580141"/>
                <a:gd name="connsiteY13-1092" fmla="*/ 870712 h 1640259"/>
                <a:gd name="connsiteX14-1093" fmla="*/ 484201 w 580141"/>
                <a:gd name="connsiteY14-1094" fmla="*/ 1018658 h 1640259"/>
                <a:gd name="connsiteX15-1095" fmla="*/ 184579 w 580141"/>
                <a:gd name="connsiteY15-1096" fmla="*/ 796670 h 1640259"/>
                <a:gd name="connsiteX16-1097" fmla="*/ 479002 w 580141"/>
                <a:gd name="connsiteY16-1098" fmla="*/ 1055860 h 1640259"/>
                <a:gd name="connsiteX17-1099" fmla="*/ 474625 w 580141"/>
                <a:gd name="connsiteY17-1100" fmla="*/ 1200922 h 1640259"/>
                <a:gd name="connsiteX18-1101" fmla="*/ 119129 w 580141"/>
                <a:gd name="connsiteY18-1102" fmla="*/ 944197 h 1640259"/>
                <a:gd name="connsiteX19-1103" fmla="*/ 467006 w 580141"/>
                <a:gd name="connsiteY19-1104" fmla="*/ 1229607 h 1640259"/>
                <a:gd name="connsiteX20-1105" fmla="*/ 480083 w 580141"/>
                <a:gd name="connsiteY20-1106" fmla="*/ 1384563 h 1640259"/>
                <a:gd name="connsiteX21-1107" fmla="*/ 184579 w 580141"/>
                <a:gd name="connsiteY21-1108" fmla="*/ 1187390 h 1640259"/>
                <a:gd name="connsiteX22-1109" fmla="*/ 480050 w 580141"/>
                <a:gd name="connsiteY22-1110" fmla="*/ 1411796 h 1640259"/>
                <a:gd name="connsiteX23-1111" fmla="*/ 552481 w 580141"/>
                <a:gd name="connsiteY23-1112" fmla="*/ 1640067 h 1640259"/>
                <a:gd name="connsiteX24-1113" fmla="*/ 103908 w 580141"/>
                <a:gd name="connsiteY24-1114" fmla="*/ 1412002 h 1640259"/>
                <a:gd name="connsiteX25-1115" fmla="*/ 550099 w 580141"/>
                <a:gd name="connsiteY25-1116" fmla="*/ 54739 h 1640259"/>
                <a:gd name="connsiteX0-1117" fmla="*/ 550099 w 580141"/>
                <a:gd name="connsiteY0-1118" fmla="*/ 54739 h 1640259"/>
                <a:gd name="connsiteX1-1119" fmla="*/ 536842 w 580141"/>
                <a:gd name="connsiteY1-1120" fmla="*/ 262901 h 1640259"/>
                <a:gd name="connsiteX2-1121" fmla="*/ 550454 w 580141"/>
                <a:gd name="connsiteY2-1122" fmla="*/ 290825 h 1640259"/>
                <a:gd name="connsiteX3-1123" fmla="*/ 488816 w 580141"/>
                <a:gd name="connsiteY3-1124" fmla="*/ 248282 h 1640259"/>
                <a:gd name="connsiteX4-1125" fmla="*/ 532877 w 580141"/>
                <a:gd name="connsiteY4-1126" fmla="*/ 296148 h 1640259"/>
                <a:gd name="connsiteX5-1127" fmla="*/ 528440 w 580141"/>
                <a:gd name="connsiteY5-1128" fmla="*/ 449834 h 1640259"/>
                <a:gd name="connsiteX6-1129" fmla="*/ 440807 w 580141"/>
                <a:gd name="connsiteY6-1130" fmla="*/ 401948 h 1640259"/>
                <a:gd name="connsiteX7-1131" fmla="*/ 530748 w 580141"/>
                <a:gd name="connsiteY7-1132" fmla="*/ 481883 h 1640259"/>
                <a:gd name="connsiteX8-1133" fmla="*/ 498587 w 580141"/>
                <a:gd name="connsiteY8-1134" fmla="*/ 638313 h 1640259"/>
                <a:gd name="connsiteX9-1135" fmla="*/ 372197 w 580141"/>
                <a:gd name="connsiteY9-1136" fmla="*/ 546723 h 1640259"/>
                <a:gd name="connsiteX10-1137" fmla="*/ 498617 w 580141"/>
                <a:gd name="connsiteY10-1138" fmla="*/ 658378 h 1640259"/>
                <a:gd name="connsiteX11-1139" fmla="*/ 508896 w 580141"/>
                <a:gd name="connsiteY11-1140" fmla="*/ 846271 h 1640259"/>
                <a:gd name="connsiteX12-1141" fmla="*/ 270832 w 580141"/>
                <a:gd name="connsiteY12-1142" fmla="*/ 673942 h 1640259"/>
                <a:gd name="connsiteX13-1143" fmla="*/ 501344 w 580141"/>
                <a:gd name="connsiteY13-1144" fmla="*/ 870712 h 1640259"/>
                <a:gd name="connsiteX14-1145" fmla="*/ 484201 w 580141"/>
                <a:gd name="connsiteY14-1146" fmla="*/ 1018658 h 1640259"/>
                <a:gd name="connsiteX15-1147" fmla="*/ 184579 w 580141"/>
                <a:gd name="connsiteY15-1148" fmla="*/ 796670 h 1640259"/>
                <a:gd name="connsiteX16-1149" fmla="*/ 479002 w 580141"/>
                <a:gd name="connsiteY16-1150" fmla="*/ 1055860 h 1640259"/>
                <a:gd name="connsiteX17-1151" fmla="*/ 474625 w 580141"/>
                <a:gd name="connsiteY17-1152" fmla="*/ 1200922 h 1640259"/>
                <a:gd name="connsiteX18-1153" fmla="*/ 119129 w 580141"/>
                <a:gd name="connsiteY18-1154" fmla="*/ 944197 h 1640259"/>
                <a:gd name="connsiteX19-1155" fmla="*/ 467006 w 580141"/>
                <a:gd name="connsiteY19-1156" fmla="*/ 1229607 h 1640259"/>
                <a:gd name="connsiteX20-1157" fmla="*/ 480083 w 580141"/>
                <a:gd name="connsiteY20-1158" fmla="*/ 1384563 h 1640259"/>
                <a:gd name="connsiteX21-1159" fmla="*/ 184579 w 580141"/>
                <a:gd name="connsiteY21-1160" fmla="*/ 1187390 h 1640259"/>
                <a:gd name="connsiteX22-1161" fmla="*/ 480050 w 580141"/>
                <a:gd name="connsiteY22-1162" fmla="*/ 1411796 h 1640259"/>
                <a:gd name="connsiteX23-1163" fmla="*/ 552481 w 580141"/>
                <a:gd name="connsiteY23-1164" fmla="*/ 1640067 h 1640259"/>
                <a:gd name="connsiteX24-1165" fmla="*/ 103908 w 580141"/>
                <a:gd name="connsiteY24-1166" fmla="*/ 1412002 h 1640259"/>
                <a:gd name="connsiteX25-1167" fmla="*/ 550099 w 580141"/>
                <a:gd name="connsiteY25-1168" fmla="*/ 54739 h 1640259"/>
                <a:gd name="connsiteX0-1169" fmla="*/ 550099 w 580141"/>
                <a:gd name="connsiteY0-1170" fmla="*/ 54739 h 1640259"/>
                <a:gd name="connsiteX1-1171" fmla="*/ 536842 w 580141"/>
                <a:gd name="connsiteY1-1172" fmla="*/ 262901 h 1640259"/>
                <a:gd name="connsiteX2-1173" fmla="*/ 550454 w 580141"/>
                <a:gd name="connsiteY2-1174" fmla="*/ 290825 h 1640259"/>
                <a:gd name="connsiteX3-1175" fmla="*/ 488816 w 580141"/>
                <a:gd name="connsiteY3-1176" fmla="*/ 248282 h 1640259"/>
                <a:gd name="connsiteX4-1177" fmla="*/ 532877 w 580141"/>
                <a:gd name="connsiteY4-1178" fmla="*/ 296148 h 1640259"/>
                <a:gd name="connsiteX5-1179" fmla="*/ 528440 w 580141"/>
                <a:gd name="connsiteY5-1180" fmla="*/ 449834 h 1640259"/>
                <a:gd name="connsiteX6-1181" fmla="*/ 440807 w 580141"/>
                <a:gd name="connsiteY6-1182" fmla="*/ 401948 h 1640259"/>
                <a:gd name="connsiteX7-1183" fmla="*/ 518260 w 580141"/>
                <a:gd name="connsiteY7-1184" fmla="*/ 474167 h 1640259"/>
                <a:gd name="connsiteX8-1185" fmla="*/ 498587 w 580141"/>
                <a:gd name="connsiteY8-1186" fmla="*/ 638313 h 1640259"/>
                <a:gd name="connsiteX9-1187" fmla="*/ 372197 w 580141"/>
                <a:gd name="connsiteY9-1188" fmla="*/ 546723 h 1640259"/>
                <a:gd name="connsiteX10-1189" fmla="*/ 498617 w 580141"/>
                <a:gd name="connsiteY10-1190" fmla="*/ 658378 h 1640259"/>
                <a:gd name="connsiteX11-1191" fmla="*/ 508896 w 580141"/>
                <a:gd name="connsiteY11-1192" fmla="*/ 846271 h 1640259"/>
                <a:gd name="connsiteX12-1193" fmla="*/ 270832 w 580141"/>
                <a:gd name="connsiteY12-1194" fmla="*/ 673942 h 1640259"/>
                <a:gd name="connsiteX13-1195" fmla="*/ 501344 w 580141"/>
                <a:gd name="connsiteY13-1196" fmla="*/ 870712 h 1640259"/>
                <a:gd name="connsiteX14-1197" fmla="*/ 484201 w 580141"/>
                <a:gd name="connsiteY14-1198" fmla="*/ 1018658 h 1640259"/>
                <a:gd name="connsiteX15-1199" fmla="*/ 184579 w 580141"/>
                <a:gd name="connsiteY15-1200" fmla="*/ 796670 h 1640259"/>
                <a:gd name="connsiteX16-1201" fmla="*/ 479002 w 580141"/>
                <a:gd name="connsiteY16-1202" fmla="*/ 1055860 h 1640259"/>
                <a:gd name="connsiteX17-1203" fmla="*/ 474625 w 580141"/>
                <a:gd name="connsiteY17-1204" fmla="*/ 1200922 h 1640259"/>
                <a:gd name="connsiteX18-1205" fmla="*/ 119129 w 580141"/>
                <a:gd name="connsiteY18-1206" fmla="*/ 944197 h 1640259"/>
                <a:gd name="connsiteX19-1207" fmla="*/ 467006 w 580141"/>
                <a:gd name="connsiteY19-1208" fmla="*/ 1229607 h 1640259"/>
                <a:gd name="connsiteX20-1209" fmla="*/ 480083 w 580141"/>
                <a:gd name="connsiteY20-1210" fmla="*/ 1384563 h 1640259"/>
                <a:gd name="connsiteX21-1211" fmla="*/ 184579 w 580141"/>
                <a:gd name="connsiteY21-1212" fmla="*/ 1187390 h 1640259"/>
                <a:gd name="connsiteX22-1213" fmla="*/ 480050 w 580141"/>
                <a:gd name="connsiteY22-1214" fmla="*/ 1411796 h 1640259"/>
                <a:gd name="connsiteX23-1215" fmla="*/ 552481 w 580141"/>
                <a:gd name="connsiteY23-1216" fmla="*/ 1640067 h 1640259"/>
                <a:gd name="connsiteX24-1217" fmla="*/ 103908 w 580141"/>
                <a:gd name="connsiteY24-1218" fmla="*/ 1412002 h 1640259"/>
                <a:gd name="connsiteX25-1219" fmla="*/ 550099 w 580141"/>
                <a:gd name="connsiteY25-1220" fmla="*/ 54739 h 1640259"/>
                <a:gd name="connsiteX0-1221" fmla="*/ 550099 w 580141"/>
                <a:gd name="connsiteY0-1222" fmla="*/ 54739 h 1640259"/>
                <a:gd name="connsiteX1-1223" fmla="*/ 536842 w 580141"/>
                <a:gd name="connsiteY1-1224" fmla="*/ 262901 h 1640259"/>
                <a:gd name="connsiteX2-1225" fmla="*/ 550454 w 580141"/>
                <a:gd name="connsiteY2-1226" fmla="*/ 290825 h 1640259"/>
                <a:gd name="connsiteX3-1227" fmla="*/ 488816 w 580141"/>
                <a:gd name="connsiteY3-1228" fmla="*/ 248282 h 1640259"/>
                <a:gd name="connsiteX4-1229" fmla="*/ 532877 w 580141"/>
                <a:gd name="connsiteY4-1230" fmla="*/ 296148 h 1640259"/>
                <a:gd name="connsiteX5-1231" fmla="*/ 528440 w 580141"/>
                <a:gd name="connsiteY5-1232" fmla="*/ 449834 h 1640259"/>
                <a:gd name="connsiteX6-1233" fmla="*/ 440807 w 580141"/>
                <a:gd name="connsiteY6-1234" fmla="*/ 401948 h 1640259"/>
                <a:gd name="connsiteX7-1235" fmla="*/ 518260 w 580141"/>
                <a:gd name="connsiteY7-1236" fmla="*/ 474167 h 1640259"/>
                <a:gd name="connsiteX8-1237" fmla="*/ 498587 w 580141"/>
                <a:gd name="connsiteY8-1238" fmla="*/ 638313 h 1640259"/>
                <a:gd name="connsiteX9-1239" fmla="*/ 372197 w 580141"/>
                <a:gd name="connsiteY9-1240" fmla="*/ 546723 h 1640259"/>
                <a:gd name="connsiteX10-1241" fmla="*/ 498617 w 580141"/>
                <a:gd name="connsiteY10-1242" fmla="*/ 658378 h 1640259"/>
                <a:gd name="connsiteX11-1243" fmla="*/ 484050 w 580141"/>
                <a:gd name="connsiteY11-1244" fmla="*/ 820768 h 1640259"/>
                <a:gd name="connsiteX12-1245" fmla="*/ 270832 w 580141"/>
                <a:gd name="connsiteY12-1246" fmla="*/ 673942 h 1640259"/>
                <a:gd name="connsiteX13-1247" fmla="*/ 501344 w 580141"/>
                <a:gd name="connsiteY13-1248" fmla="*/ 870712 h 1640259"/>
                <a:gd name="connsiteX14-1249" fmla="*/ 484201 w 580141"/>
                <a:gd name="connsiteY14-1250" fmla="*/ 1018658 h 1640259"/>
                <a:gd name="connsiteX15-1251" fmla="*/ 184579 w 580141"/>
                <a:gd name="connsiteY15-1252" fmla="*/ 796670 h 1640259"/>
                <a:gd name="connsiteX16-1253" fmla="*/ 479002 w 580141"/>
                <a:gd name="connsiteY16-1254" fmla="*/ 1055860 h 1640259"/>
                <a:gd name="connsiteX17-1255" fmla="*/ 474625 w 580141"/>
                <a:gd name="connsiteY17-1256" fmla="*/ 1200922 h 1640259"/>
                <a:gd name="connsiteX18-1257" fmla="*/ 119129 w 580141"/>
                <a:gd name="connsiteY18-1258" fmla="*/ 944197 h 1640259"/>
                <a:gd name="connsiteX19-1259" fmla="*/ 467006 w 580141"/>
                <a:gd name="connsiteY19-1260" fmla="*/ 1229607 h 1640259"/>
                <a:gd name="connsiteX20-1261" fmla="*/ 480083 w 580141"/>
                <a:gd name="connsiteY20-1262" fmla="*/ 1384563 h 1640259"/>
                <a:gd name="connsiteX21-1263" fmla="*/ 184579 w 580141"/>
                <a:gd name="connsiteY21-1264" fmla="*/ 1187390 h 1640259"/>
                <a:gd name="connsiteX22-1265" fmla="*/ 480050 w 580141"/>
                <a:gd name="connsiteY22-1266" fmla="*/ 1411796 h 1640259"/>
                <a:gd name="connsiteX23-1267" fmla="*/ 552481 w 580141"/>
                <a:gd name="connsiteY23-1268" fmla="*/ 1640067 h 1640259"/>
                <a:gd name="connsiteX24-1269" fmla="*/ 103908 w 580141"/>
                <a:gd name="connsiteY24-1270" fmla="*/ 1412002 h 1640259"/>
                <a:gd name="connsiteX25-1271" fmla="*/ 550099 w 580141"/>
                <a:gd name="connsiteY25-1272" fmla="*/ 54739 h 1640259"/>
                <a:gd name="connsiteX0-1273" fmla="*/ 550099 w 580141"/>
                <a:gd name="connsiteY0-1274" fmla="*/ 54739 h 1640259"/>
                <a:gd name="connsiteX1-1275" fmla="*/ 536842 w 580141"/>
                <a:gd name="connsiteY1-1276" fmla="*/ 262901 h 1640259"/>
                <a:gd name="connsiteX2-1277" fmla="*/ 550454 w 580141"/>
                <a:gd name="connsiteY2-1278" fmla="*/ 290825 h 1640259"/>
                <a:gd name="connsiteX3-1279" fmla="*/ 488816 w 580141"/>
                <a:gd name="connsiteY3-1280" fmla="*/ 248282 h 1640259"/>
                <a:gd name="connsiteX4-1281" fmla="*/ 532877 w 580141"/>
                <a:gd name="connsiteY4-1282" fmla="*/ 296148 h 1640259"/>
                <a:gd name="connsiteX5-1283" fmla="*/ 528440 w 580141"/>
                <a:gd name="connsiteY5-1284" fmla="*/ 449834 h 1640259"/>
                <a:gd name="connsiteX6-1285" fmla="*/ 440807 w 580141"/>
                <a:gd name="connsiteY6-1286" fmla="*/ 401948 h 1640259"/>
                <a:gd name="connsiteX7-1287" fmla="*/ 518260 w 580141"/>
                <a:gd name="connsiteY7-1288" fmla="*/ 474167 h 1640259"/>
                <a:gd name="connsiteX8-1289" fmla="*/ 498587 w 580141"/>
                <a:gd name="connsiteY8-1290" fmla="*/ 638313 h 1640259"/>
                <a:gd name="connsiteX9-1291" fmla="*/ 372197 w 580141"/>
                <a:gd name="connsiteY9-1292" fmla="*/ 546723 h 1640259"/>
                <a:gd name="connsiteX10-1293" fmla="*/ 498617 w 580141"/>
                <a:gd name="connsiteY10-1294" fmla="*/ 658378 h 1640259"/>
                <a:gd name="connsiteX11-1295" fmla="*/ 484050 w 580141"/>
                <a:gd name="connsiteY11-1296" fmla="*/ 820768 h 1640259"/>
                <a:gd name="connsiteX12-1297" fmla="*/ 270832 w 580141"/>
                <a:gd name="connsiteY12-1298" fmla="*/ 673942 h 1640259"/>
                <a:gd name="connsiteX13-1299" fmla="*/ 478917 w 580141"/>
                <a:gd name="connsiteY13-1300" fmla="*/ 852794 h 1640259"/>
                <a:gd name="connsiteX14-1301" fmla="*/ 484201 w 580141"/>
                <a:gd name="connsiteY14-1302" fmla="*/ 1018658 h 1640259"/>
                <a:gd name="connsiteX15-1303" fmla="*/ 184579 w 580141"/>
                <a:gd name="connsiteY15-1304" fmla="*/ 796670 h 1640259"/>
                <a:gd name="connsiteX16-1305" fmla="*/ 479002 w 580141"/>
                <a:gd name="connsiteY16-1306" fmla="*/ 1055860 h 1640259"/>
                <a:gd name="connsiteX17-1307" fmla="*/ 474625 w 580141"/>
                <a:gd name="connsiteY17-1308" fmla="*/ 1200922 h 1640259"/>
                <a:gd name="connsiteX18-1309" fmla="*/ 119129 w 580141"/>
                <a:gd name="connsiteY18-1310" fmla="*/ 944197 h 1640259"/>
                <a:gd name="connsiteX19-1311" fmla="*/ 467006 w 580141"/>
                <a:gd name="connsiteY19-1312" fmla="*/ 1229607 h 1640259"/>
                <a:gd name="connsiteX20-1313" fmla="*/ 480083 w 580141"/>
                <a:gd name="connsiteY20-1314" fmla="*/ 1384563 h 1640259"/>
                <a:gd name="connsiteX21-1315" fmla="*/ 184579 w 580141"/>
                <a:gd name="connsiteY21-1316" fmla="*/ 1187390 h 1640259"/>
                <a:gd name="connsiteX22-1317" fmla="*/ 480050 w 580141"/>
                <a:gd name="connsiteY22-1318" fmla="*/ 1411796 h 1640259"/>
                <a:gd name="connsiteX23-1319" fmla="*/ 552481 w 580141"/>
                <a:gd name="connsiteY23-1320" fmla="*/ 1640067 h 1640259"/>
                <a:gd name="connsiteX24-1321" fmla="*/ 103908 w 580141"/>
                <a:gd name="connsiteY24-1322" fmla="*/ 1412002 h 1640259"/>
                <a:gd name="connsiteX25-1323" fmla="*/ 550099 w 580141"/>
                <a:gd name="connsiteY25-1324" fmla="*/ 54739 h 1640259"/>
                <a:gd name="connsiteX0-1325" fmla="*/ 550099 w 580141"/>
                <a:gd name="connsiteY0-1326" fmla="*/ 54739 h 1640259"/>
                <a:gd name="connsiteX1-1327" fmla="*/ 536842 w 580141"/>
                <a:gd name="connsiteY1-1328" fmla="*/ 262901 h 1640259"/>
                <a:gd name="connsiteX2-1329" fmla="*/ 550454 w 580141"/>
                <a:gd name="connsiteY2-1330" fmla="*/ 290825 h 1640259"/>
                <a:gd name="connsiteX3-1331" fmla="*/ 488816 w 580141"/>
                <a:gd name="connsiteY3-1332" fmla="*/ 248282 h 1640259"/>
                <a:gd name="connsiteX4-1333" fmla="*/ 532877 w 580141"/>
                <a:gd name="connsiteY4-1334" fmla="*/ 296148 h 1640259"/>
                <a:gd name="connsiteX5-1335" fmla="*/ 528440 w 580141"/>
                <a:gd name="connsiteY5-1336" fmla="*/ 449834 h 1640259"/>
                <a:gd name="connsiteX6-1337" fmla="*/ 440807 w 580141"/>
                <a:gd name="connsiteY6-1338" fmla="*/ 401948 h 1640259"/>
                <a:gd name="connsiteX7-1339" fmla="*/ 518260 w 580141"/>
                <a:gd name="connsiteY7-1340" fmla="*/ 474167 h 1640259"/>
                <a:gd name="connsiteX8-1341" fmla="*/ 498587 w 580141"/>
                <a:gd name="connsiteY8-1342" fmla="*/ 638313 h 1640259"/>
                <a:gd name="connsiteX9-1343" fmla="*/ 372197 w 580141"/>
                <a:gd name="connsiteY9-1344" fmla="*/ 546723 h 1640259"/>
                <a:gd name="connsiteX10-1345" fmla="*/ 498617 w 580141"/>
                <a:gd name="connsiteY10-1346" fmla="*/ 658378 h 1640259"/>
                <a:gd name="connsiteX11-1347" fmla="*/ 484050 w 580141"/>
                <a:gd name="connsiteY11-1348" fmla="*/ 820768 h 1640259"/>
                <a:gd name="connsiteX12-1349" fmla="*/ 270832 w 580141"/>
                <a:gd name="connsiteY12-1350" fmla="*/ 673942 h 1640259"/>
                <a:gd name="connsiteX13-1351" fmla="*/ 478917 w 580141"/>
                <a:gd name="connsiteY13-1352" fmla="*/ 852794 h 1640259"/>
                <a:gd name="connsiteX14-1353" fmla="*/ 484201 w 580141"/>
                <a:gd name="connsiteY14-1354" fmla="*/ 1018658 h 1640259"/>
                <a:gd name="connsiteX15-1355" fmla="*/ 184579 w 580141"/>
                <a:gd name="connsiteY15-1356" fmla="*/ 796670 h 1640259"/>
                <a:gd name="connsiteX16-1357" fmla="*/ 479002 w 580141"/>
                <a:gd name="connsiteY16-1358" fmla="*/ 1055860 h 1640259"/>
                <a:gd name="connsiteX17-1359" fmla="*/ 459783 w 580141"/>
                <a:gd name="connsiteY17-1360" fmla="*/ 1180585 h 1640259"/>
                <a:gd name="connsiteX18-1361" fmla="*/ 119129 w 580141"/>
                <a:gd name="connsiteY18-1362" fmla="*/ 944197 h 1640259"/>
                <a:gd name="connsiteX19-1363" fmla="*/ 467006 w 580141"/>
                <a:gd name="connsiteY19-1364" fmla="*/ 1229607 h 1640259"/>
                <a:gd name="connsiteX20-1365" fmla="*/ 480083 w 580141"/>
                <a:gd name="connsiteY20-1366" fmla="*/ 1384563 h 1640259"/>
                <a:gd name="connsiteX21-1367" fmla="*/ 184579 w 580141"/>
                <a:gd name="connsiteY21-1368" fmla="*/ 1187390 h 1640259"/>
                <a:gd name="connsiteX22-1369" fmla="*/ 480050 w 580141"/>
                <a:gd name="connsiteY22-1370" fmla="*/ 1411796 h 1640259"/>
                <a:gd name="connsiteX23-1371" fmla="*/ 552481 w 580141"/>
                <a:gd name="connsiteY23-1372" fmla="*/ 1640067 h 1640259"/>
                <a:gd name="connsiteX24-1373" fmla="*/ 103908 w 580141"/>
                <a:gd name="connsiteY24-1374" fmla="*/ 1412002 h 1640259"/>
                <a:gd name="connsiteX25-1375" fmla="*/ 550099 w 580141"/>
                <a:gd name="connsiteY25-1376" fmla="*/ 54739 h 1640259"/>
                <a:gd name="connsiteX0-1377" fmla="*/ 550099 w 580141"/>
                <a:gd name="connsiteY0-1378" fmla="*/ 54739 h 1640259"/>
                <a:gd name="connsiteX1-1379" fmla="*/ 536842 w 580141"/>
                <a:gd name="connsiteY1-1380" fmla="*/ 262901 h 1640259"/>
                <a:gd name="connsiteX2-1381" fmla="*/ 550454 w 580141"/>
                <a:gd name="connsiteY2-1382" fmla="*/ 290825 h 1640259"/>
                <a:gd name="connsiteX3-1383" fmla="*/ 488816 w 580141"/>
                <a:gd name="connsiteY3-1384" fmla="*/ 248282 h 1640259"/>
                <a:gd name="connsiteX4-1385" fmla="*/ 532877 w 580141"/>
                <a:gd name="connsiteY4-1386" fmla="*/ 296148 h 1640259"/>
                <a:gd name="connsiteX5-1387" fmla="*/ 528440 w 580141"/>
                <a:gd name="connsiteY5-1388" fmla="*/ 449834 h 1640259"/>
                <a:gd name="connsiteX6-1389" fmla="*/ 440807 w 580141"/>
                <a:gd name="connsiteY6-1390" fmla="*/ 401948 h 1640259"/>
                <a:gd name="connsiteX7-1391" fmla="*/ 518260 w 580141"/>
                <a:gd name="connsiteY7-1392" fmla="*/ 474167 h 1640259"/>
                <a:gd name="connsiteX8-1393" fmla="*/ 498587 w 580141"/>
                <a:gd name="connsiteY8-1394" fmla="*/ 638313 h 1640259"/>
                <a:gd name="connsiteX9-1395" fmla="*/ 372197 w 580141"/>
                <a:gd name="connsiteY9-1396" fmla="*/ 546723 h 1640259"/>
                <a:gd name="connsiteX10-1397" fmla="*/ 498617 w 580141"/>
                <a:gd name="connsiteY10-1398" fmla="*/ 658378 h 1640259"/>
                <a:gd name="connsiteX11-1399" fmla="*/ 484050 w 580141"/>
                <a:gd name="connsiteY11-1400" fmla="*/ 820768 h 1640259"/>
                <a:gd name="connsiteX12-1401" fmla="*/ 270832 w 580141"/>
                <a:gd name="connsiteY12-1402" fmla="*/ 673942 h 1640259"/>
                <a:gd name="connsiteX13-1403" fmla="*/ 478917 w 580141"/>
                <a:gd name="connsiteY13-1404" fmla="*/ 852794 h 1640259"/>
                <a:gd name="connsiteX14-1405" fmla="*/ 484201 w 580141"/>
                <a:gd name="connsiteY14-1406" fmla="*/ 1018658 h 1640259"/>
                <a:gd name="connsiteX15-1407" fmla="*/ 184579 w 580141"/>
                <a:gd name="connsiteY15-1408" fmla="*/ 796670 h 1640259"/>
                <a:gd name="connsiteX16-1409" fmla="*/ 466579 w 580141"/>
                <a:gd name="connsiteY16-1410" fmla="*/ 1043108 h 1640259"/>
                <a:gd name="connsiteX17-1411" fmla="*/ 459783 w 580141"/>
                <a:gd name="connsiteY17-1412" fmla="*/ 1180585 h 1640259"/>
                <a:gd name="connsiteX18-1413" fmla="*/ 119129 w 580141"/>
                <a:gd name="connsiteY18-1414" fmla="*/ 944197 h 1640259"/>
                <a:gd name="connsiteX19-1415" fmla="*/ 467006 w 580141"/>
                <a:gd name="connsiteY19-1416" fmla="*/ 1229607 h 1640259"/>
                <a:gd name="connsiteX20-1417" fmla="*/ 480083 w 580141"/>
                <a:gd name="connsiteY20-1418" fmla="*/ 1384563 h 1640259"/>
                <a:gd name="connsiteX21-1419" fmla="*/ 184579 w 580141"/>
                <a:gd name="connsiteY21-1420" fmla="*/ 1187390 h 1640259"/>
                <a:gd name="connsiteX22-1421" fmla="*/ 480050 w 580141"/>
                <a:gd name="connsiteY22-1422" fmla="*/ 1411796 h 1640259"/>
                <a:gd name="connsiteX23-1423" fmla="*/ 552481 w 580141"/>
                <a:gd name="connsiteY23-1424" fmla="*/ 1640067 h 1640259"/>
                <a:gd name="connsiteX24-1425" fmla="*/ 103908 w 580141"/>
                <a:gd name="connsiteY24-1426" fmla="*/ 1412002 h 1640259"/>
                <a:gd name="connsiteX25-1427" fmla="*/ 550099 w 580141"/>
                <a:gd name="connsiteY25-1428" fmla="*/ 54739 h 1640259"/>
                <a:gd name="connsiteX0-1429" fmla="*/ 550099 w 580141"/>
                <a:gd name="connsiteY0-1430" fmla="*/ 54739 h 1640259"/>
                <a:gd name="connsiteX1-1431" fmla="*/ 536842 w 580141"/>
                <a:gd name="connsiteY1-1432" fmla="*/ 262901 h 1640259"/>
                <a:gd name="connsiteX2-1433" fmla="*/ 550454 w 580141"/>
                <a:gd name="connsiteY2-1434" fmla="*/ 290825 h 1640259"/>
                <a:gd name="connsiteX3-1435" fmla="*/ 488816 w 580141"/>
                <a:gd name="connsiteY3-1436" fmla="*/ 248282 h 1640259"/>
                <a:gd name="connsiteX4-1437" fmla="*/ 532877 w 580141"/>
                <a:gd name="connsiteY4-1438" fmla="*/ 296148 h 1640259"/>
                <a:gd name="connsiteX5-1439" fmla="*/ 528440 w 580141"/>
                <a:gd name="connsiteY5-1440" fmla="*/ 449834 h 1640259"/>
                <a:gd name="connsiteX6-1441" fmla="*/ 440807 w 580141"/>
                <a:gd name="connsiteY6-1442" fmla="*/ 401948 h 1640259"/>
                <a:gd name="connsiteX7-1443" fmla="*/ 518260 w 580141"/>
                <a:gd name="connsiteY7-1444" fmla="*/ 474167 h 1640259"/>
                <a:gd name="connsiteX8-1445" fmla="*/ 498587 w 580141"/>
                <a:gd name="connsiteY8-1446" fmla="*/ 638313 h 1640259"/>
                <a:gd name="connsiteX9-1447" fmla="*/ 372197 w 580141"/>
                <a:gd name="connsiteY9-1448" fmla="*/ 546723 h 1640259"/>
                <a:gd name="connsiteX10-1449" fmla="*/ 498617 w 580141"/>
                <a:gd name="connsiteY10-1450" fmla="*/ 658378 h 1640259"/>
                <a:gd name="connsiteX11-1451" fmla="*/ 484050 w 580141"/>
                <a:gd name="connsiteY11-1452" fmla="*/ 820768 h 1640259"/>
                <a:gd name="connsiteX12-1453" fmla="*/ 270832 w 580141"/>
                <a:gd name="connsiteY12-1454" fmla="*/ 673942 h 1640259"/>
                <a:gd name="connsiteX13-1455" fmla="*/ 478917 w 580141"/>
                <a:gd name="connsiteY13-1456" fmla="*/ 852794 h 1640259"/>
                <a:gd name="connsiteX14-1457" fmla="*/ 469294 w 580141"/>
                <a:gd name="connsiteY14-1458" fmla="*/ 1003356 h 1640259"/>
                <a:gd name="connsiteX15-1459" fmla="*/ 184579 w 580141"/>
                <a:gd name="connsiteY15-1460" fmla="*/ 796670 h 1640259"/>
                <a:gd name="connsiteX16-1461" fmla="*/ 466579 w 580141"/>
                <a:gd name="connsiteY16-1462" fmla="*/ 1043108 h 1640259"/>
                <a:gd name="connsiteX17-1463" fmla="*/ 459783 w 580141"/>
                <a:gd name="connsiteY17-1464" fmla="*/ 1180585 h 1640259"/>
                <a:gd name="connsiteX18-1465" fmla="*/ 119129 w 580141"/>
                <a:gd name="connsiteY18-1466" fmla="*/ 944197 h 1640259"/>
                <a:gd name="connsiteX19-1467" fmla="*/ 467006 w 580141"/>
                <a:gd name="connsiteY19-1468" fmla="*/ 1229607 h 1640259"/>
                <a:gd name="connsiteX20-1469" fmla="*/ 480083 w 580141"/>
                <a:gd name="connsiteY20-1470" fmla="*/ 1384563 h 1640259"/>
                <a:gd name="connsiteX21-1471" fmla="*/ 184579 w 580141"/>
                <a:gd name="connsiteY21-1472" fmla="*/ 1187390 h 1640259"/>
                <a:gd name="connsiteX22-1473" fmla="*/ 480050 w 580141"/>
                <a:gd name="connsiteY22-1474" fmla="*/ 1411796 h 1640259"/>
                <a:gd name="connsiteX23-1475" fmla="*/ 552481 w 580141"/>
                <a:gd name="connsiteY23-1476" fmla="*/ 1640067 h 1640259"/>
                <a:gd name="connsiteX24-1477" fmla="*/ 103908 w 580141"/>
                <a:gd name="connsiteY24-1478" fmla="*/ 1412002 h 1640259"/>
                <a:gd name="connsiteX25-1479" fmla="*/ 550099 w 580141"/>
                <a:gd name="connsiteY25-1480" fmla="*/ 54739 h 1640259"/>
                <a:gd name="connsiteX0-1481" fmla="*/ 550099 w 580141"/>
                <a:gd name="connsiteY0-1482" fmla="*/ 54739 h 1640259"/>
                <a:gd name="connsiteX1-1483" fmla="*/ 536842 w 580141"/>
                <a:gd name="connsiteY1-1484" fmla="*/ 262901 h 1640259"/>
                <a:gd name="connsiteX2-1485" fmla="*/ 550454 w 580141"/>
                <a:gd name="connsiteY2-1486" fmla="*/ 290825 h 1640259"/>
                <a:gd name="connsiteX3-1487" fmla="*/ 488816 w 580141"/>
                <a:gd name="connsiteY3-1488" fmla="*/ 248282 h 1640259"/>
                <a:gd name="connsiteX4-1489" fmla="*/ 532877 w 580141"/>
                <a:gd name="connsiteY4-1490" fmla="*/ 296148 h 1640259"/>
                <a:gd name="connsiteX5-1491" fmla="*/ 511048 w 580141"/>
                <a:gd name="connsiteY5-1492" fmla="*/ 431982 h 1640259"/>
                <a:gd name="connsiteX6-1493" fmla="*/ 440807 w 580141"/>
                <a:gd name="connsiteY6-1494" fmla="*/ 401948 h 1640259"/>
                <a:gd name="connsiteX7-1495" fmla="*/ 518260 w 580141"/>
                <a:gd name="connsiteY7-1496" fmla="*/ 474167 h 1640259"/>
                <a:gd name="connsiteX8-1497" fmla="*/ 498587 w 580141"/>
                <a:gd name="connsiteY8-1498" fmla="*/ 638313 h 1640259"/>
                <a:gd name="connsiteX9-1499" fmla="*/ 372197 w 580141"/>
                <a:gd name="connsiteY9-1500" fmla="*/ 546723 h 1640259"/>
                <a:gd name="connsiteX10-1501" fmla="*/ 498617 w 580141"/>
                <a:gd name="connsiteY10-1502" fmla="*/ 658378 h 1640259"/>
                <a:gd name="connsiteX11-1503" fmla="*/ 484050 w 580141"/>
                <a:gd name="connsiteY11-1504" fmla="*/ 820768 h 1640259"/>
                <a:gd name="connsiteX12-1505" fmla="*/ 270832 w 580141"/>
                <a:gd name="connsiteY12-1506" fmla="*/ 673942 h 1640259"/>
                <a:gd name="connsiteX13-1507" fmla="*/ 478917 w 580141"/>
                <a:gd name="connsiteY13-1508" fmla="*/ 852794 h 1640259"/>
                <a:gd name="connsiteX14-1509" fmla="*/ 469294 w 580141"/>
                <a:gd name="connsiteY14-1510" fmla="*/ 1003356 h 1640259"/>
                <a:gd name="connsiteX15-1511" fmla="*/ 184579 w 580141"/>
                <a:gd name="connsiteY15-1512" fmla="*/ 796670 h 1640259"/>
                <a:gd name="connsiteX16-1513" fmla="*/ 466579 w 580141"/>
                <a:gd name="connsiteY16-1514" fmla="*/ 1043108 h 1640259"/>
                <a:gd name="connsiteX17-1515" fmla="*/ 459783 w 580141"/>
                <a:gd name="connsiteY17-1516" fmla="*/ 1180585 h 1640259"/>
                <a:gd name="connsiteX18-1517" fmla="*/ 119129 w 580141"/>
                <a:gd name="connsiteY18-1518" fmla="*/ 944197 h 1640259"/>
                <a:gd name="connsiteX19-1519" fmla="*/ 467006 w 580141"/>
                <a:gd name="connsiteY19-1520" fmla="*/ 1229607 h 1640259"/>
                <a:gd name="connsiteX20-1521" fmla="*/ 480083 w 580141"/>
                <a:gd name="connsiteY20-1522" fmla="*/ 1384563 h 1640259"/>
                <a:gd name="connsiteX21-1523" fmla="*/ 184579 w 580141"/>
                <a:gd name="connsiteY21-1524" fmla="*/ 1187390 h 1640259"/>
                <a:gd name="connsiteX22-1525" fmla="*/ 480050 w 580141"/>
                <a:gd name="connsiteY22-1526" fmla="*/ 1411796 h 1640259"/>
                <a:gd name="connsiteX23-1527" fmla="*/ 552481 w 580141"/>
                <a:gd name="connsiteY23-1528" fmla="*/ 1640067 h 1640259"/>
                <a:gd name="connsiteX24-1529" fmla="*/ 103908 w 580141"/>
                <a:gd name="connsiteY24-1530" fmla="*/ 1412002 h 1640259"/>
                <a:gd name="connsiteX25-1531" fmla="*/ 550099 w 580141"/>
                <a:gd name="connsiteY25-1532" fmla="*/ 54739 h 1640259"/>
                <a:gd name="connsiteX0-1533" fmla="*/ 550099 w 582162"/>
                <a:gd name="connsiteY0-1534" fmla="*/ 54028 h 1639548"/>
                <a:gd name="connsiteX1-1535" fmla="*/ 536842 w 582162"/>
                <a:gd name="connsiteY1-1536" fmla="*/ 262190 h 1639548"/>
                <a:gd name="connsiteX2-1537" fmla="*/ 488816 w 582162"/>
                <a:gd name="connsiteY2-1538" fmla="*/ 247571 h 1639548"/>
                <a:gd name="connsiteX3-1539" fmla="*/ 532877 w 582162"/>
                <a:gd name="connsiteY3-1540" fmla="*/ 295437 h 1639548"/>
                <a:gd name="connsiteX4-1541" fmla="*/ 511048 w 582162"/>
                <a:gd name="connsiteY4-1542" fmla="*/ 431271 h 1639548"/>
                <a:gd name="connsiteX5-1543" fmla="*/ 440807 w 582162"/>
                <a:gd name="connsiteY5-1544" fmla="*/ 401237 h 1639548"/>
                <a:gd name="connsiteX6-1545" fmla="*/ 518260 w 582162"/>
                <a:gd name="connsiteY6-1546" fmla="*/ 473456 h 1639548"/>
                <a:gd name="connsiteX7-1547" fmla="*/ 498587 w 582162"/>
                <a:gd name="connsiteY7-1548" fmla="*/ 637602 h 1639548"/>
                <a:gd name="connsiteX8-1549" fmla="*/ 372197 w 582162"/>
                <a:gd name="connsiteY8-1550" fmla="*/ 546012 h 1639548"/>
                <a:gd name="connsiteX9-1551" fmla="*/ 498617 w 582162"/>
                <a:gd name="connsiteY9-1552" fmla="*/ 657667 h 1639548"/>
                <a:gd name="connsiteX10-1553" fmla="*/ 484050 w 582162"/>
                <a:gd name="connsiteY10-1554" fmla="*/ 820057 h 1639548"/>
                <a:gd name="connsiteX11-1555" fmla="*/ 270832 w 582162"/>
                <a:gd name="connsiteY11-1556" fmla="*/ 673231 h 1639548"/>
                <a:gd name="connsiteX12-1557" fmla="*/ 478917 w 582162"/>
                <a:gd name="connsiteY12-1558" fmla="*/ 852083 h 1639548"/>
                <a:gd name="connsiteX13-1559" fmla="*/ 469294 w 582162"/>
                <a:gd name="connsiteY13-1560" fmla="*/ 1002645 h 1639548"/>
                <a:gd name="connsiteX14-1561" fmla="*/ 184579 w 582162"/>
                <a:gd name="connsiteY14-1562" fmla="*/ 795959 h 1639548"/>
                <a:gd name="connsiteX15-1563" fmla="*/ 466579 w 582162"/>
                <a:gd name="connsiteY15-1564" fmla="*/ 1042397 h 1639548"/>
                <a:gd name="connsiteX16-1565" fmla="*/ 459783 w 582162"/>
                <a:gd name="connsiteY16-1566" fmla="*/ 1179874 h 1639548"/>
                <a:gd name="connsiteX17-1567" fmla="*/ 119129 w 582162"/>
                <a:gd name="connsiteY17-1568" fmla="*/ 943486 h 1639548"/>
                <a:gd name="connsiteX18-1569" fmla="*/ 467006 w 582162"/>
                <a:gd name="connsiteY18-1570" fmla="*/ 1228896 h 1639548"/>
                <a:gd name="connsiteX19-1571" fmla="*/ 480083 w 582162"/>
                <a:gd name="connsiteY19-1572" fmla="*/ 1383852 h 1639548"/>
                <a:gd name="connsiteX20-1573" fmla="*/ 184579 w 582162"/>
                <a:gd name="connsiteY20-1574" fmla="*/ 1186679 h 1639548"/>
                <a:gd name="connsiteX21-1575" fmla="*/ 480050 w 582162"/>
                <a:gd name="connsiteY21-1576" fmla="*/ 1411085 h 1639548"/>
                <a:gd name="connsiteX22-1577" fmla="*/ 552481 w 582162"/>
                <a:gd name="connsiteY22-1578" fmla="*/ 1639356 h 1639548"/>
                <a:gd name="connsiteX23-1579" fmla="*/ 103908 w 582162"/>
                <a:gd name="connsiteY23-1580" fmla="*/ 1411291 h 1639548"/>
                <a:gd name="connsiteX24-1581" fmla="*/ 550099 w 582162"/>
                <a:gd name="connsiteY24-1582" fmla="*/ 54028 h 1639548"/>
                <a:gd name="connsiteX0-1583" fmla="*/ 550099 w 582162"/>
                <a:gd name="connsiteY0-1584" fmla="*/ 54028 h 1639548"/>
                <a:gd name="connsiteX1-1585" fmla="*/ 536842 w 582162"/>
                <a:gd name="connsiteY1-1586" fmla="*/ 262190 h 1639548"/>
                <a:gd name="connsiteX2-1587" fmla="*/ 488816 w 582162"/>
                <a:gd name="connsiteY2-1588" fmla="*/ 247571 h 1639548"/>
                <a:gd name="connsiteX3-1589" fmla="*/ 532877 w 582162"/>
                <a:gd name="connsiteY3-1590" fmla="*/ 295437 h 1639548"/>
                <a:gd name="connsiteX4-1591" fmla="*/ 526021 w 582162"/>
                <a:gd name="connsiteY4-1592" fmla="*/ 441538 h 1639548"/>
                <a:gd name="connsiteX5-1593" fmla="*/ 440807 w 582162"/>
                <a:gd name="connsiteY5-1594" fmla="*/ 401237 h 1639548"/>
                <a:gd name="connsiteX6-1595" fmla="*/ 518260 w 582162"/>
                <a:gd name="connsiteY6-1596" fmla="*/ 473456 h 1639548"/>
                <a:gd name="connsiteX7-1597" fmla="*/ 498587 w 582162"/>
                <a:gd name="connsiteY7-1598" fmla="*/ 637602 h 1639548"/>
                <a:gd name="connsiteX8-1599" fmla="*/ 372197 w 582162"/>
                <a:gd name="connsiteY8-1600" fmla="*/ 546012 h 1639548"/>
                <a:gd name="connsiteX9-1601" fmla="*/ 498617 w 582162"/>
                <a:gd name="connsiteY9-1602" fmla="*/ 657667 h 1639548"/>
                <a:gd name="connsiteX10-1603" fmla="*/ 484050 w 582162"/>
                <a:gd name="connsiteY10-1604" fmla="*/ 820057 h 1639548"/>
                <a:gd name="connsiteX11-1605" fmla="*/ 270832 w 582162"/>
                <a:gd name="connsiteY11-1606" fmla="*/ 673231 h 1639548"/>
                <a:gd name="connsiteX12-1607" fmla="*/ 478917 w 582162"/>
                <a:gd name="connsiteY12-1608" fmla="*/ 852083 h 1639548"/>
                <a:gd name="connsiteX13-1609" fmla="*/ 469294 w 582162"/>
                <a:gd name="connsiteY13-1610" fmla="*/ 1002645 h 1639548"/>
                <a:gd name="connsiteX14-1611" fmla="*/ 184579 w 582162"/>
                <a:gd name="connsiteY14-1612" fmla="*/ 795959 h 1639548"/>
                <a:gd name="connsiteX15-1613" fmla="*/ 466579 w 582162"/>
                <a:gd name="connsiteY15-1614" fmla="*/ 1042397 h 1639548"/>
                <a:gd name="connsiteX16-1615" fmla="*/ 459783 w 582162"/>
                <a:gd name="connsiteY16-1616" fmla="*/ 1179874 h 1639548"/>
                <a:gd name="connsiteX17-1617" fmla="*/ 119129 w 582162"/>
                <a:gd name="connsiteY17-1618" fmla="*/ 943486 h 1639548"/>
                <a:gd name="connsiteX18-1619" fmla="*/ 467006 w 582162"/>
                <a:gd name="connsiteY18-1620" fmla="*/ 1228896 h 1639548"/>
                <a:gd name="connsiteX19-1621" fmla="*/ 480083 w 582162"/>
                <a:gd name="connsiteY19-1622" fmla="*/ 1383852 h 1639548"/>
                <a:gd name="connsiteX20-1623" fmla="*/ 184579 w 582162"/>
                <a:gd name="connsiteY20-1624" fmla="*/ 1186679 h 1639548"/>
                <a:gd name="connsiteX21-1625" fmla="*/ 480050 w 582162"/>
                <a:gd name="connsiteY21-1626" fmla="*/ 1411085 h 1639548"/>
                <a:gd name="connsiteX22-1627" fmla="*/ 552481 w 582162"/>
                <a:gd name="connsiteY22-1628" fmla="*/ 1639356 h 1639548"/>
                <a:gd name="connsiteX23-1629" fmla="*/ 103908 w 582162"/>
                <a:gd name="connsiteY23-1630" fmla="*/ 1411291 h 1639548"/>
                <a:gd name="connsiteX24-1631" fmla="*/ 550099 w 582162"/>
                <a:gd name="connsiteY24-1632" fmla="*/ 54028 h 1639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Freeform 19"/>
            <p:cNvSpPr/>
            <p:nvPr/>
          </p:nvSpPr>
          <p:spPr>
            <a:xfrm rot="3762166">
              <a:off x="10320199" y="4082006"/>
              <a:ext cx="352120" cy="991677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-1" fmla="*/ 550099 w 552481"/>
                <a:gd name="connsiteY0-2" fmla="*/ 0 h 1585520"/>
                <a:gd name="connsiteX1-3" fmla="*/ 550454 w 552481"/>
                <a:gd name="connsiteY1-4" fmla="*/ 236086 h 1585520"/>
                <a:gd name="connsiteX2-5" fmla="*/ 488816 w 552481"/>
                <a:gd name="connsiteY2-6" fmla="*/ 193543 h 1585520"/>
                <a:gd name="connsiteX3-7" fmla="*/ 550466 w 552481"/>
                <a:gd name="connsiteY3-8" fmla="*/ 244157 h 1585520"/>
                <a:gd name="connsiteX4-9" fmla="*/ 550735 w 552481"/>
                <a:gd name="connsiteY4-10" fmla="*/ 423083 h 1585520"/>
                <a:gd name="connsiteX5-11" fmla="*/ 440807 w 552481"/>
                <a:gd name="connsiteY5-12" fmla="*/ 347209 h 1585520"/>
                <a:gd name="connsiteX6-13" fmla="*/ 550756 w 552481"/>
                <a:gd name="connsiteY6-14" fmla="*/ 437477 h 1585520"/>
                <a:gd name="connsiteX7-15" fmla="*/ 551026 w 552481"/>
                <a:gd name="connsiteY7-16" fmla="*/ 616991 h 1585520"/>
                <a:gd name="connsiteX8-17" fmla="*/ 372197 w 552481"/>
                <a:gd name="connsiteY8-18" fmla="*/ 491984 h 1585520"/>
                <a:gd name="connsiteX9-19" fmla="*/ 551056 w 552481"/>
                <a:gd name="connsiteY9-20" fmla="*/ 637056 h 1585520"/>
                <a:gd name="connsiteX10-21" fmla="*/ 551331 w 552481"/>
                <a:gd name="connsiteY10-22" fmla="*/ 819782 h 1585520"/>
                <a:gd name="connsiteX11-23" fmla="*/ 270832 w 552481"/>
                <a:gd name="connsiteY11-24" fmla="*/ 619203 h 1585520"/>
                <a:gd name="connsiteX12-25" fmla="*/ 551364 w 552481"/>
                <a:gd name="connsiteY12-26" fmla="*/ 841805 h 1585520"/>
                <a:gd name="connsiteX13-27" fmla="*/ 551613 w 552481"/>
                <a:gd name="connsiteY13-28" fmla="*/ 1007603 h 1585520"/>
                <a:gd name="connsiteX14-29" fmla="*/ 184579 w 552481"/>
                <a:gd name="connsiteY14-30" fmla="*/ 741931 h 1585520"/>
                <a:gd name="connsiteX15-31" fmla="*/ 551646 w 552481"/>
                <a:gd name="connsiteY15-32" fmla="*/ 1029766 h 1585520"/>
                <a:gd name="connsiteX16-33" fmla="*/ 551910 w 552481"/>
                <a:gd name="connsiteY16-34" fmla="*/ 1205103 h 1585520"/>
                <a:gd name="connsiteX17-35" fmla="*/ 119129 w 552481"/>
                <a:gd name="connsiteY17-36" fmla="*/ 889458 h 1585520"/>
                <a:gd name="connsiteX18-37" fmla="*/ 551942 w 552481"/>
                <a:gd name="connsiteY18-38" fmla="*/ 1226335 h 1585520"/>
                <a:gd name="connsiteX19-39" fmla="*/ 552201 w 552481"/>
                <a:gd name="connsiteY19-40" fmla="*/ 1398749 h 1585520"/>
                <a:gd name="connsiteX20-41" fmla="*/ 184579 w 552481"/>
                <a:gd name="connsiteY20-42" fmla="*/ 1132651 h 1585520"/>
                <a:gd name="connsiteX21-43" fmla="*/ 509865 w 552481"/>
                <a:gd name="connsiteY21-44" fmla="*/ 1387661 h 1585520"/>
                <a:gd name="connsiteX22-45" fmla="*/ 552481 w 552481"/>
                <a:gd name="connsiteY22-46" fmla="*/ 1585328 h 1585520"/>
                <a:gd name="connsiteX23-47" fmla="*/ 103908 w 552481"/>
                <a:gd name="connsiteY23-48" fmla="*/ 1357263 h 1585520"/>
                <a:gd name="connsiteX24-49" fmla="*/ 550099 w 552481"/>
                <a:gd name="connsiteY24-50" fmla="*/ 0 h 1585520"/>
                <a:gd name="connsiteX0-51" fmla="*/ 550099 w 552481"/>
                <a:gd name="connsiteY0-52" fmla="*/ 0 h 1585520"/>
                <a:gd name="connsiteX1-53" fmla="*/ 550454 w 552481"/>
                <a:gd name="connsiteY1-54" fmla="*/ 236086 h 1585520"/>
                <a:gd name="connsiteX2-55" fmla="*/ 488816 w 552481"/>
                <a:gd name="connsiteY2-56" fmla="*/ 193543 h 1585520"/>
                <a:gd name="connsiteX3-57" fmla="*/ 550466 w 552481"/>
                <a:gd name="connsiteY3-58" fmla="*/ 244157 h 1585520"/>
                <a:gd name="connsiteX4-59" fmla="*/ 550735 w 552481"/>
                <a:gd name="connsiteY4-60" fmla="*/ 423083 h 1585520"/>
                <a:gd name="connsiteX5-61" fmla="*/ 440807 w 552481"/>
                <a:gd name="connsiteY5-62" fmla="*/ 347209 h 1585520"/>
                <a:gd name="connsiteX6-63" fmla="*/ 550756 w 552481"/>
                <a:gd name="connsiteY6-64" fmla="*/ 437477 h 1585520"/>
                <a:gd name="connsiteX7-65" fmla="*/ 551026 w 552481"/>
                <a:gd name="connsiteY7-66" fmla="*/ 616991 h 1585520"/>
                <a:gd name="connsiteX8-67" fmla="*/ 372197 w 552481"/>
                <a:gd name="connsiteY8-68" fmla="*/ 491984 h 1585520"/>
                <a:gd name="connsiteX9-69" fmla="*/ 551056 w 552481"/>
                <a:gd name="connsiteY9-70" fmla="*/ 637056 h 1585520"/>
                <a:gd name="connsiteX10-71" fmla="*/ 551331 w 552481"/>
                <a:gd name="connsiteY10-72" fmla="*/ 819782 h 1585520"/>
                <a:gd name="connsiteX11-73" fmla="*/ 270832 w 552481"/>
                <a:gd name="connsiteY11-74" fmla="*/ 619203 h 1585520"/>
                <a:gd name="connsiteX12-75" fmla="*/ 551364 w 552481"/>
                <a:gd name="connsiteY12-76" fmla="*/ 841805 h 1585520"/>
                <a:gd name="connsiteX13-77" fmla="*/ 551613 w 552481"/>
                <a:gd name="connsiteY13-78" fmla="*/ 1007603 h 1585520"/>
                <a:gd name="connsiteX14-79" fmla="*/ 184579 w 552481"/>
                <a:gd name="connsiteY14-80" fmla="*/ 741931 h 1585520"/>
                <a:gd name="connsiteX15-81" fmla="*/ 551646 w 552481"/>
                <a:gd name="connsiteY15-82" fmla="*/ 1029766 h 1585520"/>
                <a:gd name="connsiteX16-83" fmla="*/ 551910 w 552481"/>
                <a:gd name="connsiteY16-84" fmla="*/ 1205103 h 1585520"/>
                <a:gd name="connsiteX17-85" fmla="*/ 119129 w 552481"/>
                <a:gd name="connsiteY17-86" fmla="*/ 889458 h 1585520"/>
                <a:gd name="connsiteX18-87" fmla="*/ 551942 w 552481"/>
                <a:gd name="connsiteY18-88" fmla="*/ 1226335 h 1585520"/>
                <a:gd name="connsiteX19-89" fmla="*/ 519836 w 552481"/>
                <a:gd name="connsiteY19-90" fmla="*/ 1370630 h 1585520"/>
                <a:gd name="connsiteX20-91" fmla="*/ 184579 w 552481"/>
                <a:gd name="connsiteY20-92" fmla="*/ 1132651 h 1585520"/>
                <a:gd name="connsiteX21-93" fmla="*/ 509865 w 552481"/>
                <a:gd name="connsiteY21-94" fmla="*/ 1387661 h 1585520"/>
                <a:gd name="connsiteX22-95" fmla="*/ 552481 w 552481"/>
                <a:gd name="connsiteY22-96" fmla="*/ 1585328 h 1585520"/>
                <a:gd name="connsiteX23-97" fmla="*/ 103908 w 552481"/>
                <a:gd name="connsiteY23-98" fmla="*/ 1357263 h 1585520"/>
                <a:gd name="connsiteX24-99" fmla="*/ 550099 w 552481"/>
                <a:gd name="connsiteY24-100" fmla="*/ 0 h 1585520"/>
                <a:gd name="connsiteX0-101" fmla="*/ 550099 w 552481"/>
                <a:gd name="connsiteY0-102" fmla="*/ 0 h 1585520"/>
                <a:gd name="connsiteX1-103" fmla="*/ 550454 w 552481"/>
                <a:gd name="connsiteY1-104" fmla="*/ 236086 h 1585520"/>
                <a:gd name="connsiteX2-105" fmla="*/ 488816 w 552481"/>
                <a:gd name="connsiteY2-106" fmla="*/ 193543 h 1585520"/>
                <a:gd name="connsiteX3-107" fmla="*/ 550466 w 552481"/>
                <a:gd name="connsiteY3-108" fmla="*/ 244157 h 1585520"/>
                <a:gd name="connsiteX4-109" fmla="*/ 550735 w 552481"/>
                <a:gd name="connsiteY4-110" fmla="*/ 423083 h 1585520"/>
                <a:gd name="connsiteX5-111" fmla="*/ 440807 w 552481"/>
                <a:gd name="connsiteY5-112" fmla="*/ 347209 h 1585520"/>
                <a:gd name="connsiteX6-113" fmla="*/ 550756 w 552481"/>
                <a:gd name="connsiteY6-114" fmla="*/ 437477 h 1585520"/>
                <a:gd name="connsiteX7-115" fmla="*/ 551026 w 552481"/>
                <a:gd name="connsiteY7-116" fmla="*/ 616991 h 1585520"/>
                <a:gd name="connsiteX8-117" fmla="*/ 372197 w 552481"/>
                <a:gd name="connsiteY8-118" fmla="*/ 491984 h 1585520"/>
                <a:gd name="connsiteX9-119" fmla="*/ 551056 w 552481"/>
                <a:gd name="connsiteY9-120" fmla="*/ 637056 h 1585520"/>
                <a:gd name="connsiteX10-121" fmla="*/ 551331 w 552481"/>
                <a:gd name="connsiteY10-122" fmla="*/ 819782 h 1585520"/>
                <a:gd name="connsiteX11-123" fmla="*/ 270832 w 552481"/>
                <a:gd name="connsiteY11-124" fmla="*/ 619203 h 1585520"/>
                <a:gd name="connsiteX12-125" fmla="*/ 551364 w 552481"/>
                <a:gd name="connsiteY12-126" fmla="*/ 841805 h 1585520"/>
                <a:gd name="connsiteX13-127" fmla="*/ 551613 w 552481"/>
                <a:gd name="connsiteY13-128" fmla="*/ 1007603 h 1585520"/>
                <a:gd name="connsiteX14-129" fmla="*/ 184579 w 552481"/>
                <a:gd name="connsiteY14-130" fmla="*/ 741931 h 1585520"/>
                <a:gd name="connsiteX15-131" fmla="*/ 551646 w 552481"/>
                <a:gd name="connsiteY15-132" fmla="*/ 1029766 h 1585520"/>
                <a:gd name="connsiteX16-133" fmla="*/ 551910 w 552481"/>
                <a:gd name="connsiteY16-134" fmla="*/ 1205103 h 1585520"/>
                <a:gd name="connsiteX17-135" fmla="*/ 119129 w 552481"/>
                <a:gd name="connsiteY17-136" fmla="*/ 889458 h 1585520"/>
                <a:gd name="connsiteX18-137" fmla="*/ 504472 w 552481"/>
                <a:gd name="connsiteY18-138" fmla="*/ 1198018 h 1585520"/>
                <a:gd name="connsiteX19-139" fmla="*/ 519836 w 552481"/>
                <a:gd name="connsiteY19-140" fmla="*/ 1370630 h 1585520"/>
                <a:gd name="connsiteX20-141" fmla="*/ 184579 w 552481"/>
                <a:gd name="connsiteY20-142" fmla="*/ 1132651 h 1585520"/>
                <a:gd name="connsiteX21-143" fmla="*/ 509865 w 552481"/>
                <a:gd name="connsiteY21-144" fmla="*/ 1387661 h 1585520"/>
                <a:gd name="connsiteX22-145" fmla="*/ 552481 w 552481"/>
                <a:gd name="connsiteY22-146" fmla="*/ 1585328 h 1585520"/>
                <a:gd name="connsiteX23-147" fmla="*/ 103908 w 552481"/>
                <a:gd name="connsiteY23-148" fmla="*/ 1357263 h 1585520"/>
                <a:gd name="connsiteX24-149" fmla="*/ 550099 w 552481"/>
                <a:gd name="connsiteY24-150" fmla="*/ 0 h 1585520"/>
                <a:gd name="connsiteX0-151" fmla="*/ 550099 w 552481"/>
                <a:gd name="connsiteY0-152" fmla="*/ 0 h 1585520"/>
                <a:gd name="connsiteX1-153" fmla="*/ 550454 w 552481"/>
                <a:gd name="connsiteY1-154" fmla="*/ 236086 h 1585520"/>
                <a:gd name="connsiteX2-155" fmla="*/ 488816 w 552481"/>
                <a:gd name="connsiteY2-156" fmla="*/ 193543 h 1585520"/>
                <a:gd name="connsiteX3-157" fmla="*/ 550466 w 552481"/>
                <a:gd name="connsiteY3-158" fmla="*/ 244157 h 1585520"/>
                <a:gd name="connsiteX4-159" fmla="*/ 550735 w 552481"/>
                <a:gd name="connsiteY4-160" fmla="*/ 423083 h 1585520"/>
                <a:gd name="connsiteX5-161" fmla="*/ 440807 w 552481"/>
                <a:gd name="connsiteY5-162" fmla="*/ 347209 h 1585520"/>
                <a:gd name="connsiteX6-163" fmla="*/ 550756 w 552481"/>
                <a:gd name="connsiteY6-164" fmla="*/ 437477 h 1585520"/>
                <a:gd name="connsiteX7-165" fmla="*/ 551026 w 552481"/>
                <a:gd name="connsiteY7-166" fmla="*/ 616991 h 1585520"/>
                <a:gd name="connsiteX8-167" fmla="*/ 372197 w 552481"/>
                <a:gd name="connsiteY8-168" fmla="*/ 491984 h 1585520"/>
                <a:gd name="connsiteX9-169" fmla="*/ 551056 w 552481"/>
                <a:gd name="connsiteY9-170" fmla="*/ 637056 h 1585520"/>
                <a:gd name="connsiteX10-171" fmla="*/ 551331 w 552481"/>
                <a:gd name="connsiteY10-172" fmla="*/ 819782 h 1585520"/>
                <a:gd name="connsiteX11-173" fmla="*/ 270832 w 552481"/>
                <a:gd name="connsiteY11-174" fmla="*/ 619203 h 1585520"/>
                <a:gd name="connsiteX12-175" fmla="*/ 551364 w 552481"/>
                <a:gd name="connsiteY12-176" fmla="*/ 841805 h 1585520"/>
                <a:gd name="connsiteX13-177" fmla="*/ 551613 w 552481"/>
                <a:gd name="connsiteY13-178" fmla="*/ 1007603 h 1585520"/>
                <a:gd name="connsiteX14-179" fmla="*/ 184579 w 552481"/>
                <a:gd name="connsiteY14-180" fmla="*/ 741931 h 1585520"/>
                <a:gd name="connsiteX15-181" fmla="*/ 551646 w 552481"/>
                <a:gd name="connsiteY15-182" fmla="*/ 1029766 h 1585520"/>
                <a:gd name="connsiteX16-183" fmla="*/ 507056 w 552481"/>
                <a:gd name="connsiteY16-184" fmla="*/ 1169267 h 1585520"/>
                <a:gd name="connsiteX17-185" fmla="*/ 119129 w 552481"/>
                <a:gd name="connsiteY17-186" fmla="*/ 889458 h 1585520"/>
                <a:gd name="connsiteX18-187" fmla="*/ 504472 w 552481"/>
                <a:gd name="connsiteY18-188" fmla="*/ 1198018 h 1585520"/>
                <a:gd name="connsiteX19-189" fmla="*/ 519836 w 552481"/>
                <a:gd name="connsiteY19-190" fmla="*/ 1370630 h 1585520"/>
                <a:gd name="connsiteX20-191" fmla="*/ 184579 w 552481"/>
                <a:gd name="connsiteY20-192" fmla="*/ 1132651 h 1585520"/>
                <a:gd name="connsiteX21-193" fmla="*/ 509865 w 552481"/>
                <a:gd name="connsiteY21-194" fmla="*/ 1387661 h 1585520"/>
                <a:gd name="connsiteX22-195" fmla="*/ 552481 w 552481"/>
                <a:gd name="connsiteY22-196" fmla="*/ 1585328 h 1585520"/>
                <a:gd name="connsiteX23-197" fmla="*/ 103908 w 552481"/>
                <a:gd name="connsiteY23-198" fmla="*/ 1357263 h 1585520"/>
                <a:gd name="connsiteX24-199" fmla="*/ 550099 w 552481"/>
                <a:gd name="connsiteY24-200" fmla="*/ 0 h 1585520"/>
                <a:gd name="connsiteX0-201" fmla="*/ 550099 w 552481"/>
                <a:gd name="connsiteY0-202" fmla="*/ 0 h 1585520"/>
                <a:gd name="connsiteX1-203" fmla="*/ 550454 w 552481"/>
                <a:gd name="connsiteY1-204" fmla="*/ 236086 h 1585520"/>
                <a:gd name="connsiteX2-205" fmla="*/ 488816 w 552481"/>
                <a:gd name="connsiteY2-206" fmla="*/ 193543 h 1585520"/>
                <a:gd name="connsiteX3-207" fmla="*/ 550466 w 552481"/>
                <a:gd name="connsiteY3-208" fmla="*/ 244157 h 1585520"/>
                <a:gd name="connsiteX4-209" fmla="*/ 550735 w 552481"/>
                <a:gd name="connsiteY4-210" fmla="*/ 423083 h 1585520"/>
                <a:gd name="connsiteX5-211" fmla="*/ 440807 w 552481"/>
                <a:gd name="connsiteY5-212" fmla="*/ 347209 h 1585520"/>
                <a:gd name="connsiteX6-213" fmla="*/ 550756 w 552481"/>
                <a:gd name="connsiteY6-214" fmla="*/ 437477 h 1585520"/>
                <a:gd name="connsiteX7-215" fmla="*/ 551026 w 552481"/>
                <a:gd name="connsiteY7-216" fmla="*/ 616991 h 1585520"/>
                <a:gd name="connsiteX8-217" fmla="*/ 372197 w 552481"/>
                <a:gd name="connsiteY8-218" fmla="*/ 491984 h 1585520"/>
                <a:gd name="connsiteX9-219" fmla="*/ 551056 w 552481"/>
                <a:gd name="connsiteY9-220" fmla="*/ 637056 h 1585520"/>
                <a:gd name="connsiteX10-221" fmla="*/ 551331 w 552481"/>
                <a:gd name="connsiteY10-222" fmla="*/ 819782 h 1585520"/>
                <a:gd name="connsiteX11-223" fmla="*/ 270832 w 552481"/>
                <a:gd name="connsiteY11-224" fmla="*/ 619203 h 1585520"/>
                <a:gd name="connsiteX12-225" fmla="*/ 551364 w 552481"/>
                <a:gd name="connsiteY12-226" fmla="*/ 841805 h 1585520"/>
                <a:gd name="connsiteX13-227" fmla="*/ 551613 w 552481"/>
                <a:gd name="connsiteY13-228" fmla="*/ 1007603 h 1585520"/>
                <a:gd name="connsiteX14-229" fmla="*/ 184579 w 552481"/>
                <a:gd name="connsiteY14-230" fmla="*/ 741931 h 1585520"/>
                <a:gd name="connsiteX15-231" fmla="*/ 521700 w 552481"/>
                <a:gd name="connsiteY15-232" fmla="*/ 1009232 h 1585520"/>
                <a:gd name="connsiteX16-233" fmla="*/ 507056 w 552481"/>
                <a:gd name="connsiteY16-234" fmla="*/ 1169267 h 1585520"/>
                <a:gd name="connsiteX17-235" fmla="*/ 119129 w 552481"/>
                <a:gd name="connsiteY17-236" fmla="*/ 889458 h 1585520"/>
                <a:gd name="connsiteX18-237" fmla="*/ 504472 w 552481"/>
                <a:gd name="connsiteY18-238" fmla="*/ 1198018 h 1585520"/>
                <a:gd name="connsiteX19-239" fmla="*/ 519836 w 552481"/>
                <a:gd name="connsiteY19-240" fmla="*/ 1370630 h 1585520"/>
                <a:gd name="connsiteX20-241" fmla="*/ 184579 w 552481"/>
                <a:gd name="connsiteY20-242" fmla="*/ 1132651 h 1585520"/>
                <a:gd name="connsiteX21-243" fmla="*/ 509865 w 552481"/>
                <a:gd name="connsiteY21-244" fmla="*/ 1387661 h 1585520"/>
                <a:gd name="connsiteX22-245" fmla="*/ 552481 w 552481"/>
                <a:gd name="connsiteY22-246" fmla="*/ 1585328 h 1585520"/>
                <a:gd name="connsiteX23-247" fmla="*/ 103908 w 552481"/>
                <a:gd name="connsiteY23-248" fmla="*/ 1357263 h 1585520"/>
                <a:gd name="connsiteX24-249" fmla="*/ 550099 w 552481"/>
                <a:gd name="connsiteY24-250" fmla="*/ 0 h 1585520"/>
                <a:gd name="connsiteX0-251" fmla="*/ 550099 w 552481"/>
                <a:gd name="connsiteY0-252" fmla="*/ 0 h 1585520"/>
                <a:gd name="connsiteX1-253" fmla="*/ 550454 w 552481"/>
                <a:gd name="connsiteY1-254" fmla="*/ 236086 h 1585520"/>
                <a:gd name="connsiteX2-255" fmla="*/ 488816 w 552481"/>
                <a:gd name="connsiteY2-256" fmla="*/ 193543 h 1585520"/>
                <a:gd name="connsiteX3-257" fmla="*/ 550466 w 552481"/>
                <a:gd name="connsiteY3-258" fmla="*/ 244157 h 1585520"/>
                <a:gd name="connsiteX4-259" fmla="*/ 550735 w 552481"/>
                <a:gd name="connsiteY4-260" fmla="*/ 423083 h 1585520"/>
                <a:gd name="connsiteX5-261" fmla="*/ 440807 w 552481"/>
                <a:gd name="connsiteY5-262" fmla="*/ 347209 h 1585520"/>
                <a:gd name="connsiteX6-263" fmla="*/ 550756 w 552481"/>
                <a:gd name="connsiteY6-264" fmla="*/ 437477 h 1585520"/>
                <a:gd name="connsiteX7-265" fmla="*/ 551026 w 552481"/>
                <a:gd name="connsiteY7-266" fmla="*/ 616991 h 1585520"/>
                <a:gd name="connsiteX8-267" fmla="*/ 372197 w 552481"/>
                <a:gd name="connsiteY8-268" fmla="*/ 491984 h 1585520"/>
                <a:gd name="connsiteX9-269" fmla="*/ 551056 w 552481"/>
                <a:gd name="connsiteY9-270" fmla="*/ 637056 h 1585520"/>
                <a:gd name="connsiteX10-271" fmla="*/ 551331 w 552481"/>
                <a:gd name="connsiteY10-272" fmla="*/ 819782 h 1585520"/>
                <a:gd name="connsiteX11-273" fmla="*/ 270832 w 552481"/>
                <a:gd name="connsiteY11-274" fmla="*/ 619203 h 1585520"/>
                <a:gd name="connsiteX12-275" fmla="*/ 551364 w 552481"/>
                <a:gd name="connsiteY12-276" fmla="*/ 841805 h 1585520"/>
                <a:gd name="connsiteX13-277" fmla="*/ 534221 w 552481"/>
                <a:gd name="connsiteY13-278" fmla="*/ 989751 h 1585520"/>
                <a:gd name="connsiteX14-279" fmla="*/ 184579 w 552481"/>
                <a:gd name="connsiteY14-280" fmla="*/ 741931 h 1585520"/>
                <a:gd name="connsiteX15-281" fmla="*/ 521700 w 552481"/>
                <a:gd name="connsiteY15-282" fmla="*/ 1009232 h 1585520"/>
                <a:gd name="connsiteX16-283" fmla="*/ 507056 w 552481"/>
                <a:gd name="connsiteY16-284" fmla="*/ 1169267 h 1585520"/>
                <a:gd name="connsiteX17-285" fmla="*/ 119129 w 552481"/>
                <a:gd name="connsiteY17-286" fmla="*/ 889458 h 1585520"/>
                <a:gd name="connsiteX18-287" fmla="*/ 504472 w 552481"/>
                <a:gd name="connsiteY18-288" fmla="*/ 1198018 h 1585520"/>
                <a:gd name="connsiteX19-289" fmla="*/ 519836 w 552481"/>
                <a:gd name="connsiteY19-290" fmla="*/ 1370630 h 1585520"/>
                <a:gd name="connsiteX20-291" fmla="*/ 184579 w 552481"/>
                <a:gd name="connsiteY20-292" fmla="*/ 1132651 h 1585520"/>
                <a:gd name="connsiteX21-293" fmla="*/ 509865 w 552481"/>
                <a:gd name="connsiteY21-294" fmla="*/ 1387661 h 1585520"/>
                <a:gd name="connsiteX22-295" fmla="*/ 552481 w 552481"/>
                <a:gd name="connsiteY22-296" fmla="*/ 1585328 h 1585520"/>
                <a:gd name="connsiteX23-297" fmla="*/ 103908 w 552481"/>
                <a:gd name="connsiteY23-298" fmla="*/ 1357263 h 1585520"/>
                <a:gd name="connsiteX24-299" fmla="*/ 550099 w 552481"/>
                <a:gd name="connsiteY24-300" fmla="*/ 0 h 1585520"/>
                <a:gd name="connsiteX0-301" fmla="*/ 550099 w 552481"/>
                <a:gd name="connsiteY0-302" fmla="*/ 0 h 1585520"/>
                <a:gd name="connsiteX1-303" fmla="*/ 550454 w 552481"/>
                <a:gd name="connsiteY1-304" fmla="*/ 236086 h 1585520"/>
                <a:gd name="connsiteX2-305" fmla="*/ 488816 w 552481"/>
                <a:gd name="connsiteY2-306" fmla="*/ 193543 h 1585520"/>
                <a:gd name="connsiteX3-307" fmla="*/ 550466 w 552481"/>
                <a:gd name="connsiteY3-308" fmla="*/ 244157 h 1585520"/>
                <a:gd name="connsiteX4-309" fmla="*/ 550735 w 552481"/>
                <a:gd name="connsiteY4-310" fmla="*/ 423083 h 1585520"/>
                <a:gd name="connsiteX5-311" fmla="*/ 440807 w 552481"/>
                <a:gd name="connsiteY5-312" fmla="*/ 347209 h 1585520"/>
                <a:gd name="connsiteX6-313" fmla="*/ 550756 w 552481"/>
                <a:gd name="connsiteY6-314" fmla="*/ 437477 h 1585520"/>
                <a:gd name="connsiteX7-315" fmla="*/ 551026 w 552481"/>
                <a:gd name="connsiteY7-316" fmla="*/ 616991 h 1585520"/>
                <a:gd name="connsiteX8-317" fmla="*/ 372197 w 552481"/>
                <a:gd name="connsiteY8-318" fmla="*/ 491984 h 1585520"/>
                <a:gd name="connsiteX9-319" fmla="*/ 551056 w 552481"/>
                <a:gd name="connsiteY9-320" fmla="*/ 637056 h 1585520"/>
                <a:gd name="connsiteX10-321" fmla="*/ 551331 w 552481"/>
                <a:gd name="connsiteY10-322" fmla="*/ 819782 h 1585520"/>
                <a:gd name="connsiteX11-323" fmla="*/ 270832 w 552481"/>
                <a:gd name="connsiteY11-324" fmla="*/ 619203 h 1585520"/>
                <a:gd name="connsiteX12-325" fmla="*/ 501344 w 552481"/>
                <a:gd name="connsiteY12-326" fmla="*/ 815973 h 1585520"/>
                <a:gd name="connsiteX13-327" fmla="*/ 534221 w 552481"/>
                <a:gd name="connsiteY13-328" fmla="*/ 989751 h 1585520"/>
                <a:gd name="connsiteX14-329" fmla="*/ 184579 w 552481"/>
                <a:gd name="connsiteY14-330" fmla="*/ 741931 h 1585520"/>
                <a:gd name="connsiteX15-331" fmla="*/ 521700 w 552481"/>
                <a:gd name="connsiteY15-332" fmla="*/ 1009232 h 1585520"/>
                <a:gd name="connsiteX16-333" fmla="*/ 507056 w 552481"/>
                <a:gd name="connsiteY16-334" fmla="*/ 1169267 h 1585520"/>
                <a:gd name="connsiteX17-335" fmla="*/ 119129 w 552481"/>
                <a:gd name="connsiteY17-336" fmla="*/ 889458 h 1585520"/>
                <a:gd name="connsiteX18-337" fmla="*/ 504472 w 552481"/>
                <a:gd name="connsiteY18-338" fmla="*/ 1198018 h 1585520"/>
                <a:gd name="connsiteX19-339" fmla="*/ 519836 w 552481"/>
                <a:gd name="connsiteY19-340" fmla="*/ 1370630 h 1585520"/>
                <a:gd name="connsiteX20-341" fmla="*/ 184579 w 552481"/>
                <a:gd name="connsiteY20-342" fmla="*/ 1132651 h 1585520"/>
                <a:gd name="connsiteX21-343" fmla="*/ 509865 w 552481"/>
                <a:gd name="connsiteY21-344" fmla="*/ 1387661 h 1585520"/>
                <a:gd name="connsiteX22-345" fmla="*/ 552481 w 552481"/>
                <a:gd name="connsiteY22-346" fmla="*/ 1585328 h 1585520"/>
                <a:gd name="connsiteX23-347" fmla="*/ 103908 w 552481"/>
                <a:gd name="connsiteY23-348" fmla="*/ 1357263 h 1585520"/>
                <a:gd name="connsiteX24-349" fmla="*/ 550099 w 552481"/>
                <a:gd name="connsiteY24-350" fmla="*/ 0 h 1585520"/>
                <a:gd name="connsiteX0-351" fmla="*/ 550099 w 552481"/>
                <a:gd name="connsiteY0-352" fmla="*/ 0 h 1585520"/>
                <a:gd name="connsiteX1-353" fmla="*/ 550454 w 552481"/>
                <a:gd name="connsiteY1-354" fmla="*/ 236086 h 1585520"/>
                <a:gd name="connsiteX2-355" fmla="*/ 488816 w 552481"/>
                <a:gd name="connsiteY2-356" fmla="*/ 193543 h 1585520"/>
                <a:gd name="connsiteX3-357" fmla="*/ 550466 w 552481"/>
                <a:gd name="connsiteY3-358" fmla="*/ 244157 h 1585520"/>
                <a:gd name="connsiteX4-359" fmla="*/ 550735 w 552481"/>
                <a:gd name="connsiteY4-360" fmla="*/ 423083 h 1585520"/>
                <a:gd name="connsiteX5-361" fmla="*/ 440807 w 552481"/>
                <a:gd name="connsiteY5-362" fmla="*/ 347209 h 1585520"/>
                <a:gd name="connsiteX6-363" fmla="*/ 550756 w 552481"/>
                <a:gd name="connsiteY6-364" fmla="*/ 437477 h 1585520"/>
                <a:gd name="connsiteX7-365" fmla="*/ 551026 w 552481"/>
                <a:gd name="connsiteY7-366" fmla="*/ 616991 h 1585520"/>
                <a:gd name="connsiteX8-367" fmla="*/ 372197 w 552481"/>
                <a:gd name="connsiteY8-368" fmla="*/ 491984 h 1585520"/>
                <a:gd name="connsiteX9-369" fmla="*/ 551056 w 552481"/>
                <a:gd name="connsiteY9-370" fmla="*/ 637056 h 1585520"/>
                <a:gd name="connsiteX10-371" fmla="*/ 508896 w 552481"/>
                <a:gd name="connsiteY10-372" fmla="*/ 791532 h 1585520"/>
                <a:gd name="connsiteX11-373" fmla="*/ 270832 w 552481"/>
                <a:gd name="connsiteY11-374" fmla="*/ 619203 h 1585520"/>
                <a:gd name="connsiteX12-375" fmla="*/ 501344 w 552481"/>
                <a:gd name="connsiteY12-376" fmla="*/ 815973 h 1585520"/>
                <a:gd name="connsiteX13-377" fmla="*/ 534221 w 552481"/>
                <a:gd name="connsiteY13-378" fmla="*/ 989751 h 1585520"/>
                <a:gd name="connsiteX14-379" fmla="*/ 184579 w 552481"/>
                <a:gd name="connsiteY14-380" fmla="*/ 741931 h 1585520"/>
                <a:gd name="connsiteX15-381" fmla="*/ 521700 w 552481"/>
                <a:gd name="connsiteY15-382" fmla="*/ 1009232 h 1585520"/>
                <a:gd name="connsiteX16-383" fmla="*/ 507056 w 552481"/>
                <a:gd name="connsiteY16-384" fmla="*/ 1169267 h 1585520"/>
                <a:gd name="connsiteX17-385" fmla="*/ 119129 w 552481"/>
                <a:gd name="connsiteY17-386" fmla="*/ 889458 h 1585520"/>
                <a:gd name="connsiteX18-387" fmla="*/ 504472 w 552481"/>
                <a:gd name="connsiteY18-388" fmla="*/ 1198018 h 1585520"/>
                <a:gd name="connsiteX19-389" fmla="*/ 519836 w 552481"/>
                <a:gd name="connsiteY19-390" fmla="*/ 1370630 h 1585520"/>
                <a:gd name="connsiteX20-391" fmla="*/ 184579 w 552481"/>
                <a:gd name="connsiteY20-392" fmla="*/ 1132651 h 1585520"/>
                <a:gd name="connsiteX21-393" fmla="*/ 509865 w 552481"/>
                <a:gd name="connsiteY21-394" fmla="*/ 1387661 h 1585520"/>
                <a:gd name="connsiteX22-395" fmla="*/ 552481 w 552481"/>
                <a:gd name="connsiteY22-396" fmla="*/ 1585328 h 1585520"/>
                <a:gd name="connsiteX23-397" fmla="*/ 103908 w 552481"/>
                <a:gd name="connsiteY23-398" fmla="*/ 1357263 h 1585520"/>
                <a:gd name="connsiteX24-399" fmla="*/ 550099 w 552481"/>
                <a:gd name="connsiteY24-400" fmla="*/ 0 h 1585520"/>
                <a:gd name="connsiteX0-401" fmla="*/ 550099 w 552481"/>
                <a:gd name="connsiteY0-402" fmla="*/ 0 h 1585520"/>
                <a:gd name="connsiteX1-403" fmla="*/ 550454 w 552481"/>
                <a:gd name="connsiteY1-404" fmla="*/ 236086 h 1585520"/>
                <a:gd name="connsiteX2-405" fmla="*/ 488816 w 552481"/>
                <a:gd name="connsiteY2-406" fmla="*/ 193543 h 1585520"/>
                <a:gd name="connsiteX3-407" fmla="*/ 550466 w 552481"/>
                <a:gd name="connsiteY3-408" fmla="*/ 244157 h 1585520"/>
                <a:gd name="connsiteX4-409" fmla="*/ 550735 w 552481"/>
                <a:gd name="connsiteY4-410" fmla="*/ 423083 h 1585520"/>
                <a:gd name="connsiteX5-411" fmla="*/ 440807 w 552481"/>
                <a:gd name="connsiteY5-412" fmla="*/ 347209 h 1585520"/>
                <a:gd name="connsiteX6-413" fmla="*/ 550756 w 552481"/>
                <a:gd name="connsiteY6-414" fmla="*/ 437477 h 1585520"/>
                <a:gd name="connsiteX7-415" fmla="*/ 551026 w 552481"/>
                <a:gd name="connsiteY7-416" fmla="*/ 616991 h 1585520"/>
                <a:gd name="connsiteX8-417" fmla="*/ 372197 w 552481"/>
                <a:gd name="connsiteY8-418" fmla="*/ 491984 h 1585520"/>
                <a:gd name="connsiteX9-419" fmla="*/ 521176 w 552481"/>
                <a:gd name="connsiteY9-420" fmla="*/ 611487 h 1585520"/>
                <a:gd name="connsiteX10-421" fmla="*/ 508896 w 552481"/>
                <a:gd name="connsiteY10-422" fmla="*/ 791532 h 1585520"/>
                <a:gd name="connsiteX11-423" fmla="*/ 270832 w 552481"/>
                <a:gd name="connsiteY11-424" fmla="*/ 619203 h 1585520"/>
                <a:gd name="connsiteX12-425" fmla="*/ 501344 w 552481"/>
                <a:gd name="connsiteY12-426" fmla="*/ 815973 h 1585520"/>
                <a:gd name="connsiteX13-427" fmla="*/ 534221 w 552481"/>
                <a:gd name="connsiteY13-428" fmla="*/ 989751 h 1585520"/>
                <a:gd name="connsiteX14-429" fmla="*/ 184579 w 552481"/>
                <a:gd name="connsiteY14-430" fmla="*/ 741931 h 1585520"/>
                <a:gd name="connsiteX15-431" fmla="*/ 521700 w 552481"/>
                <a:gd name="connsiteY15-432" fmla="*/ 1009232 h 1585520"/>
                <a:gd name="connsiteX16-433" fmla="*/ 507056 w 552481"/>
                <a:gd name="connsiteY16-434" fmla="*/ 1169267 h 1585520"/>
                <a:gd name="connsiteX17-435" fmla="*/ 119129 w 552481"/>
                <a:gd name="connsiteY17-436" fmla="*/ 889458 h 1585520"/>
                <a:gd name="connsiteX18-437" fmla="*/ 504472 w 552481"/>
                <a:gd name="connsiteY18-438" fmla="*/ 1198018 h 1585520"/>
                <a:gd name="connsiteX19-439" fmla="*/ 519836 w 552481"/>
                <a:gd name="connsiteY19-440" fmla="*/ 1370630 h 1585520"/>
                <a:gd name="connsiteX20-441" fmla="*/ 184579 w 552481"/>
                <a:gd name="connsiteY20-442" fmla="*/ 1132651 h 1585520"/>
                <a:gd name="connsiteX21-443" fmla="*/ 509865 w 552481"/>
                <a:gd name="connsiteY21-444" fmla="*/ 1387661 h 1585520"/>
                <a:gd name="connsiteX22-445" fmla="*/ 552481 w 552481"/>
                <a:gd name="connsiteY22-446" fmla="*/ 1585328 h 1585520"/>
                <a:gd name="connsiteX23-447" fmla="*/ 103908 w 552481"/>
                <a:gd name="connsiteY23-448" fmla="*/ 1357263 h 1585520"/>
                <a:gd name="connsiteX24-449" fmla="*/ 550099 w 552481"/>
                <a:gd name="connsiteY24-450" fmla="*/ 0 h 1585520"/>
                <a:gd name="connsiteX0-451" fmla="*/ 550099 w 552481"/>
                <a:gd name="connsiteY0-452" fmla="*/ 0 h 1585520"/>
                <a:gd name="connsiteX1-453" fmla="*/ 550454 w 552481"/>
                <a:gd name="connsiteY1-454" fmla="*/ 236086 h 1585520"/>
                <a:gd name="connsiteX2-455" fmla="*/ 488816 w 552481"/>
                <a:gd name="connsiteY2-456" fmla="*/ 193543 h 1585520"/>
                <a:gd name="connsiteX3-457" fmla="*/ 550466 w 552481"/>
                <a:gd name="connsiteY3-458" fmla="*/ 244157 h 1585520"/>
                <a:gd name="connsiteX4-459" fmla="*/ 550735 w 552481"/>
                <a:gd name="connsiteY4-460" fmla="*/ 423083 h 1585520"/>
                <a:gd name="connsiteX5-461" fmla="*/ 440807 w 552481"/>
                <a:gd name="connsiteY5-462" fmla="*/ 347209 h 1585520"/>
                <a:gd name="connsiteX6-463" fmla="*/ 550756 w 552481"/>
                <a:gd name="connsiteY6-464" fmla="*/ 437477 h 1585520"/>
                <a:gd name="connsiteX7-465" fmla="*/ 523630 w 552481"/>
                <a:gd name="connsiteY7-466" fmla="*/ 593972 h 1585520"/>
                <a:gd name="connsiteX8-467" fmla="*/ 372197 w 552481"/>
                <a:gd name="connsiteY8-468" fmla="*/ 491984 h 1585520"/>
                <a:gd name="connsiteX9-469" fmla="*/ 521176 w 552481"/>
                <a:gd name="connsiteY9-470" fmla="*/ 611487 h 1585520"/>
                <a:gd name="connsiteX10-471" fmla="*/ 508896 w 552481"/>
                <a:gd name="connsiteY10-472" fmla="*/ 791532 h 1585520"/>
                <a:gd name="connsiteX11-473" fmla="*/ 270832 w 552481"/>
                <a:gd name="connsiteY11-474" fmla="*/ 619203 h 1585520"/>
                <a:gd name="connsiteX12-475" fmla="*/ 501344 w 552481"/>
                <a:gd name="connsiteY12-476" fmla="*/ 815973 h 1585520"/>
                <a:gd name="connsiteX13-477" fmla="*/ 534221 w 552481"/>
                <a:gd name="connsiteY13-478" fmla="*/ 989751 h 1585520"/>
                <a:gd name="connsiteX14-479" fmla="*/ 184579 w 552481"/>
                <a:gd name="connsiteY14-480" fmla="*/ 741931 h 1585520"/>
                <a:gd name="connsiteX15-481" fmla="*/ 521700 w 552481"/>
                <a:gd name="connsiteY15-482" fmla="*/ 1009232 h 1585520"/>
                <a:gd name="connsiteX16-483" fmla="*/ 507056 w 552481"/>
                <a:gd name="connsiteY16-484" fmla="*/ 1169267 h 1585520"/>
                <a:gd name="connsiteX17-485" fmla="*/ 119129 w 552481"/>
                <a:gd name="connsiteY17-486" fmla="*/ 889458 h 1585520"/>
                <a:gd name="connsiteX18-487" fmla="*/ 504472 w 552481"/>
                <a:gd name="connsiteY18-488" fmla="*/ 1198018 h 1585520"/>
                <a:gd name="connsiteX19-489" fmla="*/ 519836 w 552481"/>
                <a:gd name="connsiteY19-490" fmla="*/ 1370630 h 1585520"/>
                <a:gd name="connsiteX20-491" fmla="*/ 184579 w 552481"/>
                <a:gd name="connsiteY20-492" fmla="*/ 1132651 h 1585520"/>
                <a:gd name="connsiteX21-493" fmla="*/ 509865 w 552481"/>
                <a:gd name="connsiteY21-494" fmla="*/ 1387661 h 1585520"/>
                <a:gd name="connsiteX22-495" fmla="*/ 552481 w 552481"/>
                <a:gd name="connsiteY22-496" fmla="*/ 1585328 h 1585520"/>
                <a:gd name="connsiteX23-497" fmla="*/ 103908 w 552481"/>
                <a:gd name="connsiteY23-498" fmla="*/ 1357263 h 1585520"/>
                <a:gd name="connsiteX24-499" fmla="*/ 550099 w 552481"/>
                <a:gd name="connsiteY24-500" fmla="*/ 0 h 1585520"/>
                <a:gd name="connsiteX0-501" fmla="*/ 550099 w 552481"/>
                <a:gd name="connsiteY0-502" fmla="*/ 0 h 1585520"/>
                <a:gd name="connsiteX1-503" fmla="*/ 550454 w 552481"/>
                <a:gd name="connsiteY1-504" fmla="*/ 236086 h 1585520"/>
                <a:gd name="connsiteX2-505" fmla="*/ 488816 w 552481"/>
                <a:gd name="connsiteY2-506" fmla="*/ 193543 h 1585520"/>
                <a:gd name="connsiteX3-507" fmla="*/ 550466 w 552481"/>
                <a:gd name="connsiteY3-508" fmla="*/ 244157 h 1585520"/>
                <a:gd name="connsiteX4-509" fmla="*/ 550735 w 552481"/>
                <a:gd name="connsiteY4-510" fmla="*/ 423083 h 1585520"/>
                <a:gd name="connsiteX5-511" fmla="*/ 440807 w 552481"/>
                <a:gd name="connsiteY5-512" fmla="*/ 347209 h 1585520"/>
                <a:gd name="connsiteX6-513" fmla="*/ 530748 w 552481"/>
                <a:gd name="connsiteY6-514" fmla="*/ 427144 h 1585520"/>
                <a:gd name="connsiteX7-515" fmla="*/ 523630 w 552481"/>
                <a:gd name="connsiteY7-516" fmla="*/ 593972 h 1585520"/>
                <a:gd name="connsiteX8-517" fmla="*/ 372197 w 552481"/>
                <a:gd name="connsiteY8-518" fmla="*/ 491984 h 1585520"/>
                <a:gd name="connsiteX9-519" fmla="*/ 521176 w 552481"/>
                <a:gd name="connsiteY9-520" fmla="*/ 611487 h 1585520"/>
                <a:gd name="connsiteX10-521" fmla="*/ 508896 w 552481"/>
                <a:gd name="connsiteY10-522" fmla="*/ 791532 h 1585520"/>
                <a:gd name="connsiteX11-523" fmla="*/ 270832 w 552481"/>
                <a:gd name="connsiteY11-524" fmla="*/ 619203 h 1585520"/>
                <a:gd name="connsiteX12-525" fmla="*/ 501344 w 552481"/>
                <a:gd name="connsiteY12-526" fmla="*/ 815973 h 1585520"/>
                <a:gd name="connsiteX13-527" fmla="*/ 534221 w 552481"/>
                <a:gd name="connsiteY13-528" fmla="*/ 989751 h 1585520"/>
                <a:gd name="connsiteX14-529" fmla="*/ 184579 w 552481"/>
                <a:gd name="connsiteY14-530" fmla="*/ 741931 h 1585520"/>
                <a:gd name="connsiteX15-531" fmla="*/ 521700 w 552481"/>
                <a:gd name="connsiteY15-532" fmla="*/ 1009232 h 1585520"/>
                <a:gd name="connsiteX16-533" fmla="*/ 507056 w 552481"/>
                <a:gd name="connsiteY16-534" fmla="*/ 1169267 h 1585520"/>
                <a:gd name="connsiteX17-535" fmla="*/ 119129 w 552481"/>
                <a:gd name="connsiteY17-536" fmla="*/ 889458 h 1585520"/>
                <a:gd name="connsiteX18-537" fmla="*/ 504472 w 552481"/>
                <a:gd name="connsiteY18-538" fmla="*/ 1198018 h 1585520"/>
                <a:gd name="connsiteX19-539" fmla="*/ 519836 w 552481"/>
                <a:gd name="connsiteY19-540" fmla="*/ 1370630 h 1585520"/>
                <a:gd name="connsiteX20-541" fmla="*/ 184579 w 552481"/>
                <a:gd name="connsiteY20-542" fmla="*/ 1132651 h 1585520"/>
                <a:gd name="connsiteX21-543" fmla="*/ 509865 w 552481"/>
                <a:gd name="connsiteY21-544" fmla="*/ 1387661 h 1585520"/>
                <a:gd name="connsiteX22-545" fmla="*/ 552481 w 552481"/>
                <a:gd name="connsiteY22-546" fmla="*/ 1585328 h 1585520"/>
                <a:gd name="connsiteX23-547" fmla="*/ 103908 w 552481"/>
                <a:gd name="connsiteY23-548" fmla="*/ 1357263 h 1585520"/>
                <a:gd name="connsiteX24-549" fmla="*/ 550099 w 552481"/>
                <a:gd name="connsiteY24-550" fmla="*/ 0 h 1585520"/>
                <a:gd name="connsiteX0-551" fmla="*/ 550099 w 552481"/>
                <a:gd name="connsiteY0-552" fmla="*/ 0 h 1585520"/>
                <a:gd name="connsiteX1-553" fmla="*/ 550454 w 552481"/>
                <a:gd name="connsiteY1-554" fmla="*/ 236086 h 1585520"/>
                <a:gd name="connsiteX2-555" fmla="*/ 488816 w 552481"/>
                <a:gd name="connsiteY2-556" fmla="*/ 193543 h 1585520"/>
                <a:gd name="connsiteX3-557" fmla="*/ 550466 w 552481"/>
                <a:gd name="connsiteY3-558" fmla="*/ 244157 h 1585520"/>
                <a:gd name="connsiteX4-559" fmla="*/ 528440 w 552481"/>
                <a:gd name="connsiteY4-560" fmla="*/ 395095 h 1585520"/>
                <a:gd name="connsiteX5-561" fmla="*/ 440807 w 552481"/>
                <a:gd name="connsiteY5-562" fmla="*/ 347209 h 1585520"/>
                <a:gd name="connsiteX6-563" fmla="*/ 530748 w 552481"/>
                <a:gd name="connsiteY6-564" fmla="*/ 427144 h 1585520"/>
                <a:gd name="connsiteX7-565" fmla="*/ 523630 w 552481"/>
                <a:gd name="connsiteY7-566" fmla="*/ 593972 h 1585520"/>
                <a:gd name="connsiteX8-567" fmla="*/ 372197 w 552481"/>
                <a:gd name="connsiteY8-568" fmla="*/ 491984 h 1585520"/>
                <a:gd name="connsiteX9-569" fmla="*/ 521176 w 552481"/>
                <a:gd name="connsiteY9-570" fmla="*/ 611487 h 1585520"/>
                <a:gd name="connsiteX10-571" fmla="*/ 508896 w 552481"/>
                <a:gd name="connsiteY10-572" fmla="*/ 791532 h 1585520"/>
                <a:gd name="connsiteX11-573" fmla="*/ 270832 w 552481"/>
                <a:gd name="connsiteY11-574" fmla="*/ 619203 h 1585520"/>
                <a:gd name="connsiteX12-575" fmla="*/ 501344 w 552481"/>
                <a:gd name="connsiteY12-576" fmla="*/ 815973 h 1585520"/>
                <a:gd name="connsiteX13-577" fmla="*/ 534221 w 552481"/>
                <a:gd name="connsiteY13-578" fmla="*/ 989751 h 1585520"/>
                <a:gd name="connsiteX14-579" fmla="*/ 184579 w 552481"/>
                <a:gd name="connsiteY14-580" fmla="*/ 741931 h 1585520"/>
                <a:gd name="connsiteX15-581" fmla="*/ 521700 w 552481"/>
                <a:gd name="connsiteY15-582" fmla="*/ 1009232 h 1585520"/>
                <a:gd name="connsiteX16-583" fmla="*/ 507056 w 552481"/>
                <a:gd name="connsiteY16-584" fmla="*/ 1169267 h 1585520"/>
                <a:gd name="connsiteX17-585" fmla="*/ 119129 w 552481"/>
                <a:gd name="connsiteY17-586" fmla="*/ 889458 h 1585520"/>
                <a:gd name="connsiteX18-587" fmla="*/ 504472 w 552481"/>
                <a:gd name="connsiteY18-588" fmla="*/ 1198018 h 1585520"/>
                <a:gd name="connsiteX19-589" fmla="*/ 519836 w 552481"/>
                <a:gd name="connsiteY19-590" fmla="*/ 1370630 h 1585520"/>
                <a:gd name="connsiteX20-591" fmla="*/ 184579 w 552481"/>
                <a:gd name="connsiteY20-592" fmla="*/ 1132651 h 1585520"/>
                <a:gd name="connsiteX21-593" fmla="*/ 509865 w 552481"/>
                <a:gd name="connsiteY21-594" fmla="*/ 1387661 h 1585520"/>
                <a:gd name="connsiteX22-595" fmla="*/ 552481 w 552481"/>
                <a:gd name="connsiteY22-596" fmla="*/ 1585328 h 1585520"/>
                <a:gd name="connsiteX23-597" fmla="*/ 103908 w 552481"/>
                <a:gd name="connsiteY23-598" fmla="*/ 1357263 h 1585520"/>
                <a:gd name="connsiteX24-599" fmla="*/ 550099 w 552481"/>
                <a:gd name="connsiteY24-600" fmla="*/ 0 h 1585520"/>
                <a:gd name="connsiteX0-601" fmla="*/ 550099 w 552481"/>
                <a:gd name="connsiteY0-602" fmla="*/ 0 h 1585520"/>
                <a:gd name="connsiteX1-603" fmla="*/ 550454 w 552481"/>
                <a:gd name="connsiteY1-604" fmla="*/ 236086 h 1585520"/>
                <a:gd name="connsiteX2-605" fmla="*/ 488816 w 552481"/>
                <a:gd name="connsiteY2-606" fmla="*/ 193543 h 1585520"/>
                <a:gd name="connsiteX3-607" fmla="*/ 532877 w 552481"/>
                <a:gd name="connsiteY3-608" fmla="*/ 241409 h 1585520"/>
                <a:gd name="connsiteX4-609" fmla="*/ 528440 w 552481"/>
                <a:gd name="connsiteY4-610" fmla="*/ 395095 h 1585520"/>
                <a:gd name="connsiteX5-611" fmla="*/ 440807 w 552481"/>
                <a:gd name="connsiteY5-612" fmla="*/ 347209 h 1585520"/>
                <a:gd name="connsiteX6-613" fmla="*/ 530748 w 552481"/>
                <a:gd name="connsiteY6-614" fmla="*/ 427144 h 1585520"/>
                <a:gd name="connsiteX7-615" fmla="*/ 523630 w 552481"/>
                <a:gd name="connsiteY7-616" fmla="*/ 593972 h 1585520"/>
                <a:gd name="connsiteX8-617" fmla="*/ 372197 w 552481"/>
                <a:gd name="connsiteY8-618" fmla="*/ 491984 h 1585520"/>
                <a:gd name="connsiteX9-619" fmla="*/ 521176 w 552481"/>
                <a:gd name="connsiteY9-620" fmla="*/ 611487 h 1585520"/>
                <a:gd name="connsiteX10-621" fmla="*/ 508896 w 552481"/>
                <a:gd name="connsiteY10-622" fmla="*/ 791532 h 1585520"/>
                <a:gd name="connsiteX11-623" fmla="*/ 270832 w 552481"/>
                <a:gd name="connsiteY11-624" fmla="*/ 619203 h 1585520"/>
                <a:gd name="connsiteX12-625" fmla="*/ 501344 w 552481"/>
                <a:gd name="connsiteY12-626" fmla="*/ 815973 h 1585520"/>
                <a:gd name="connsiteX13-627" fmla="*/ 534221 w 552481"/>
                <a:gd name="connsiteY13-628" fmla="*/ 989751 h 1585520"/>
                <a:gd name="connsiteX14-629" fmla="*/ 184579 w 552481"/>
                <a:gd name="connsiteY14-630" fmla="*/ 741931 h 1585520"/>
                <a:gd name="connsiteX15-631" fmla="*/ 521700 w 552481"/>
                <a:gd name="connsiteY15-632" fmla="*/ 1009232 h 1585520"/>
                <a:gd name="connsiteX16-633" fmla="*/ 507056 w 552481"/>
                <a:gd name="connsiteY16-634" fmla="*/ 1169267 h 1585520"/>
                <a:gd name="connsiteX17-635" fmla="*/ 119129 w 552481"/>
                <a:gd name="connsiteY17-636" fmla="*/ 889458 h 1585520"/>
                <a:gd name="connsiteX18-637" fmla="*/ 504472 w 552481"/>
                <a:gd name="connsiteY18-638" fmla="*/ 1198018 h 1585520"/>
                <a:gd name="connsiteX19-639" fmla="*/ 519836 w 552481"/>
                <a:gd name="connsiteY19-640" fmla="*/ 1370630 h 1585520"/>
                <a:gd name="connsiteX20-641" fmla="*/ 184579 w 552481"/>
                <a:gd name="connsiteY20-642" fmla="*/ 1132651 h 1585520"/>
                <a:gd name="connsiteX21-643" fmla="*/ 509865 w 552481"/>
                <a:gd name="connsiteY21-644" fmla="*/ 1387661 h 1585520"/>
                <a:gd name="connsiteX22-645" fmla="*/ 552481 w 552481"/>
                <a:gd name="connsiteY22-646" fmla="*/ 1585328 h 1585520"/>
                <a:gd name="connsiteX23-647" fmla="*/ 103908 w 552481"/>
                <a:gd name="connsiteY23-648" fmla="*/ 1357263 h 1585520"/>
                <a:gd name="connsiteX24-649" fmla="*/ 550099 w 552481"/>
                <a:gd name="connsiteY24-650" fmla="*/ 0 h 1585520"/>
                <a:gd name="connsiteX0-651" fmla="*/ 550099 w 580141"/>
                <a:gd name="connsiteY0-652" fmla="*/ 54739 h 1640259"/>
                <a:gd name="connsiteX1-653" fmla="*/ 536842 w 580141"/>
                <a:gd name="connsiteY1-654" fmla="*/ 262901 h 1640259"/>
                <a:gd name="connsiteX2-655" fmla="*/ 550454 w 580141"/>
                <a:gd name="connsiteY2-656" fmla="*/ 290825 h 1640259"/>
                <a:gd name="connsiteX3-657" fmla="*/ 488816 w 580141"/>
                <a:gd name="connsiteY3-658" fmla="*/ 248282 h 1640259"/>
                <a:gd name="connsiteX4-659" fmla="*/ 532877 w 580141"/>
                <a:gd name="connsiteY4-660" fmla="*/ 296148 h 1640259"/>
                <a:gd name="connsiteX5-661" fmla="*/ 528440 w 580141"/>
                <a:gd name="connsiteY5-662" fmla="*/ 449834 h 1640259"/>
                <a:gd name="connsiteX6-663" fmla="*/ 440807 w 580141"/>
                <a:gd name="connsiteY6-664" fmla="*/ 401948 h 1640259"/>
                <a:gd name="connsiteX7-665" fmla="*/ 530748 w 580141"/>
                <a:gd name="connsiteY7-666" fmla="*/ 481883 h 1640259"/>
                <a:gd name="connsiteX8-667" fmla="*/ 523630 w 580141"/>
                <a:gd name="connsiteY8-668" fmla="*/ 648711 h 1640259"/>
                <a:gd name="connsiteX9-669" fmla="*/ 372197 w 580141"/>
                <a:gd name="connsiteY9-670" fmla="*/ 546723 h 1640259"/>
                <a:gd name="connsiteX10-671" fmla="*/ 521176 w 580141"/>
                <a:gd name="connsiteY10-672" fmla="*/ 666226 h 1640259"/>
                <a:gd name="connsiteX11-673" fmla="*/ 508896 w 580141"/>
                <a:gd name="connsiteY11-674" fmla="*/ 846271 h 1640259"/>
                <a:gd name="connsiteX12-675" fmla="*/ 270832 w 580141"/>
                <a:gd name="connsiteY12-676" fmla="*/ 673942 h 1640259"/>
                <a:gd name="connsiteX13-677" fmla="*/ 501344 w 580141"/>
                <a:gd name="connsiteY13-678" fmla="*/ 870712 h 1640259"/>
                <a:gd name="connsiteX14-679" fmla="*/ 534221 w 580141"/>
                <a:gd name="connsiteY14-680" fmla="*/ 1044490 h 1640259"/>
                <a:gd name="connsiteX15-681" fmla="*/ 184579 w 580141"/>
                <a:gd name="connsiteY15-682" fmla="*/ 796670 h 1640259"/>
                <a:gd name="connsiteX16-683" fmla="*/ 521700 w 580141"/>
                <a:gd name="connsiteY16-684" fmla="*/ 1063971 h 1640259"/>
                <a:gd name="connsiteX17-685" fmla="*/ 507056 w 580141"/>
                <a:gd name="connsiteY17-686" fmla="*/ 1224006 h 1640259"/>
                <a:gd name="connsiteX18-687" fmla="*/ 119129 w 580141"/>
                <a:gd name="connsiteY18-688" fmla="*/ 944197 h 1640259"/>
                <a:gd name="connsiteX19-689" fmla="*/ 504472 w 580141"/>
                <a:gd name="connsiteY19-690" fmla="*/ 1252757 h 1640259"/>
                <a:gd name="connsiteX20-691" fmla="*/ 519836 w 580141"/>
                <a:gd name="connsiteY20-692" fmla="*/ 1425369 h 1640259"/>
                <a:gd name="connsiteX21-693" fmla="*/ 184579 w 580141"/>
                <a:gd name="connsiteY21-694" fmla="*/ 1187390 h 1640259"/>
                <a:gd name="connsiteX22-695" fmla="*/ 509865 w 580141"/>
                <a:gd name="connsiteY22-696" fmla="*/ 1442400 h 1640259"/>
                <a:gd name="connsiteX23-697" fmla="*/ 552481 w 580141"/>
                <a:gd name="connsiteY23-698" fmla="*/ 1640067 h 1640259"/>
                <a:gd name="connsiteX24-699" fmla="*/ 103908 w 580141"/>
                <a:gd name="connsiteY24-700" fmla="*/ 1412002 h 1640259"/>
                <a:gd name="connsiteX25" fmla="*/ 550099 w 580141"/>
                <a:gd name="connsiteY25" fmla="*/ 54739 h 1640259"/>
                <a:gd name="connsiteX0-701" fmla="*/ 550099 w 580141"/>
                <a:gd name="connsiteY0-702" fmla="*/ 54739 h 1640259"/>
                <a:gd name="connsiteX1-703" fmla="*/ 536842 w 580141"/>
                <a:gd name="connsiteY1-704" fmla="*/ 262901 h 1640259"/>
                <a:gd name="connsiteX2-705" fmla="*/ 550454 w 580141"/>
                <a:gd name="connsiteY2-706" fmla="*/ 290825 h 1640259"/>
                <a:gd name="connsiteX3-707" fmla="*/ 488816 w 580141"/>
                <a:gd name="connsiteY3-708" fmla="*/ 248282 h 1640259"/>
                <a:gd name="connsiteX4-709" fmla="*/ 532877 w 580141"/>
                <a:gd name="connsiteY4-710" fmla="*/ 296148 h 1640259"/>
                <a:gd name="connsiteX5-711" fmla="*/ 528440 w 580141"/>
                <a:gd name="connsiteY5-712" fmla="*/ 449834 h 1640259"/>
                <a:gd name="connsiteX6-713" fmla="*/ 440807 w 580141"/>
                <a:gd name="connsiteY6-714" fmla="*/ 401948 h 1640259"/>
                <a:gd name="connsiteX7-715" fmla="*/ 530748 w 580141"/>
                <a:gd name="connsiteY7-716" fmla="*/ 481883 h 1640259"/>
                <a:gd name="connsiteX8-717" fmla="*/ 523630 w 580141"/>
                <a:gd name="connsiteY8-718" fmla="*/ 648711 h 1640259"/>
                <a:gd name="connsiteX9-719" fmla="*/ 372197 w 580141"/>
                <a:gd name="connsiteY9-720" fmla="*/ 546723 h 1640259"/>
                <a:gd name="connsiteX10-721" fmla="*/ 521176 w 580141"/>
                <a:gd name="connsiteY10-722" fmla="*/ 666226 h 1640259"/>
                <a:gd name="connsiteX11-723" fmla="*/ 508896 w 580141"/>
                <a:gd name="connsiteY11-724" fmla="*/ 846271 h 1640259"/>
                <a:gd name="connsiteX12-725" fmla="*/ 270832 w 580141"/>
                <a:gd name="connsiteY12-726" fmla="*/ 673942 h 1640259"/>
                <a:gd name="connsiteX13-727" fmla="*/ 501344 w 580141"/>
                <a:gd name="connsiteY13-728" fmla="*/ 870712 h 1640259"/>
                <a:gd name="connsiteX14-729" fmla="*/ 484201 w 580141"/>
                <a:gd name="connsiteY14-730" fmla="*/ 1018658 h 1640259"/>
                <a:gd name="connsiteX15-731" fmla="*/ 184579 w 580141"/>
                <a:gd name="connsiteY15-732" fmla="*/ 796670 h 1640259"/>
                <a:gd name="connsiteX16-733" fmla="*/ 521700 w 580141"/>
                <a:gd name="connsiteY16-734" fmla="*/ 1063971 h 1640259"/>
                <a:gd name="connsiteX17-735" fmla="*/ 507056 w 580141"/>
                <a:gd name="connsiteY17-736" fmla="*/ 1224006 h 1640259"/>
                <a:gd name="connsiteX18-737" fmla="*/ 119129 w 580141"/>
                <a:gd name="connsiteY18-738" fmla="*/ 944197 h 1640259"/>
                <a:gd name="connsiteX19-739" fmla="*/ 504472 w 580141"/>
                <a:gd name="connsiteY19-740" fmla="*/ 1252757 h 1640259"/>
                <a:gd name="connsiteX20-741" fmla="*/ 519836 w 580141"/>
                <a:gd name="connsiteY20-742" fmla="*/ 1425369 h 1640259"/>
                <a:gd name="connsiteX21-743" fmla="*/ 184579 w 580141"/>
                <a:gd name="connsiteY21-744" fmla="*/ 1187390 h 1640259"/>
                <a:gd name="connsiteX22-745" fmla="*/ 509865 w 580141"/>
                <a:gd name="connsiteY22-746" fmla="*/ 1442400 h 1640259"/>
                <a:gd name="connsiteX23-747" fmla="*/ 552481 w 580141"/>
                <a:gd name="connsiteY23-748" fmla="*/ 1640067 h 1640259"/>
                <a:gd name="connsiteX24-749" fmla="*/ 103908 w 580141"/>
                <a:gd name="connsiteY24-750" fmla="*/ 1412002 h 1640259"/>
                <a:gd name="connsiteX25-751" fmla="*/ 550099 w 580141"/>
                <a:gd name="connsiteY25-752" fmla="*/ 54739 h 1640259"/>
                <a:gd name="connsiteX0-753" fmla="*/ 550099 w 580141"/>
                <a:gd name="connsiteY0-754" fmla="*/ 54739 h 1640259"/>
                <a:gd name="connsiteX1-755" fmla="*/ 536842 w 580141"/>
                <a:gd name="connsiteY1-756" fmla="*/ 262901 h 1640259"/>
                <a:gd name="connsiteX2-757" fmla="*/ 550454 w 580141"/>
                <a:gd name="connsiteY2-758" fmla="*/ 290825 h 1640259"/>
                <a:gd name="connsiteX3-759" fmla="*/ 488816 w 580141"/>
                <a:gd name="connsiteY3-760" fmla="*/ 248282 h 1640259"/>
                <a:gd name="connsiteX4-761" fmla="*/ 532877 w 580141"/>
                <a:gd name="connsiteY4-762" fmla="*/ 296148 h 1640259"/>
                <a:gd name="connsiteX5-763" fmla="*/ 528440 w 580141"/>
                <a:gd name="connsiteY5-764" fmla="*/ 449834 h 1640259"/>
                <a:gd name="connsiteX6-765" fmla="*/ 440807 w 580141"/>
                <a:gd name="connsiteY6-766" fmla="*/ 401948 h 1640259"/>
                <a:gd name="connsiteX7-767" fmla="*/ 530748 w 580141"/>
                <a:gd name="connsiteY7-768" fmla="*/ 481883 h 1640259"/>
                <a:gd name="connsiteX8-769" fmla="*/ 523630 w 580141"/>
                <a:gd name="connsiteY8-770" fmla="*/ 648711 h 1640259"/>
                <a:gd name="connsiteX9-771" fmla="*/ 372197 w 580141"/>
                <a:gd name="connsiteY9-772" fmla="*/ 546723 h 1640259"/>
                <a:gd name="connsiteX10-773" fmla="*/ 521176 w 580141"/>
                <a:gd name="connsiteY10-774" fmla="*/ 666226 h 1640259"/>
                <a:gd name="connsiteX11-775" fmla="*/ 508896 w 580141"/>
                <a:gd name="connsiteY11-776" fmla="*/ 846271 h 1640259"/>
                <a:gd name="connsiteX12-777" fmla="*/ 270832 w 580141"/>
                <a:gd name="connsiteY12-778" fmla="*/ 673942 h 1640259"/>
                <a:gd name="connsiteX13-779" fmla="*/ 501344 w 580141"/>
                <a:gd name="connsiteY13-780" fmla="*/ 870712 h 1640259"/>
                <a:gd name="connsiteX14-781" fmla="*/ 484201 w 580141"/>
                <a:gd name="connsiteY14-782" fmla="*/ 1018658 h 1640259"/>
                <a:gd name="connsiteX15-783" fmla="*/ 184579 w 580141"/>
                <a:gd name="connsiteY15-784" fmla="*/ 796670 h 1640259"/>
                <a:gd name="connsiteX16-785" fmla="*/ 479002 w 580141"/>
                <a:gd name="connsiteY16-786" fmla="*/ 1055860 h 1640259"/>
                <a:gd name="connsiteX17-787" fmla="*/ 507056 w 580141"/>
                <a:gd name="connsiteY17-788" fmla="*/ 1224006 h 1640259"/>
                <a:gd name="connsiteX18-789" fmla="*/ 119129 w 580141"/>
                <a:gd name="connsiteY18-790" fmla="*/ 944197 h 1640259"/>
                <a:gd name="connsiteX19-791" fmla="*/ 504472 w 580141"/>
                <a:gd name="connsiteY19-792" fmla="*/ 1252757 h 1640259"/>
                <a:gd name="connsiteX20-793" fmla="*/ 519836 w 580141"/>
                <a:gd name="connsiteY20-794" fmla="*/ 1425369 h 1640259"/>
                <a:gd name="connsiteX21-795" fmla="*/ 184579 w 580141"/>
                <a:gd name="connsiteY21-796" fmla="*/ 1187390 h 1640259"/>
                <a:gd name="connsiteX22-797" fmla="*/ 509865 w 580141"/>
                <a:gd name="connsiteY22-798" fmla="*/ 1442400 h 1640259"/>
                <a:gd name="connsiteX23-799" fmla="*/ 552481 w 580141"/>
                <a:gd name="connsiteY23-800" fmla="*/ 1640067 h 1640259"/>
                <a:gd name="connsiteX24-801" fmla="*/ 103908 w 580141"/>
                <a:gd name="connsiteY24-802" fmla="*/ 1412002 h 1640259"/>
                <a:gd name="connsiteX25-803" fmla="*/ 550099 w 580141"/>
                <a:gd name="connsiteY25-804" fmla="*/ 54739 h 1640259"/>
                <a:gd name="connsiteX0-805" fmla="*/ 550099 w 580141"/>
                <a:gd name="connsiteY0-806" fmla="*/ 54739 h 1640259"/>
                <a:gd name="connsiteX1-807" fmla="*/ 536842 w 580141"/>
                <a:gd name="connsiteY1-808" fmla="*/ 262901 h 1640259"/>
                <a:gd name="connsiteX2-809" fmla="*/ 550454 w 580141"/>
                <a:gd name="connsiteY2-810" fmla="*/ 290825 h 1640259"/>
                <a:gd name="connsiteX3-811" fmla="*/ 488816 w 580141"/>
                <a:gd name="connsiteY3-812" fmla="*/ 248282 h 1640259"/>
                <a:gd name="connsiteX4-813" fmla="*/ 532877 w 580141"/>
                <a:gd name="connsiteY4-814" fmla="*/ 296148 h 1640259"/>
                <a:gd name="connsiteX5-815" fmla="*/ 528440 w 580141"/>
                <a:gd name="connsiteY5-816" fmla="*/ 449834 h 1640259"/>
                <a:gd name="connsiteX6-817" fmla="*/ 440807 w 580141"/>
                <a:gd name="connsiteY6-818" fmla="*/ 401948 h 1640259"/>
                <a:gd name="connsiteX7-819" fmla="*/ 530748 w 580141"/>
                <a:gd name="connsiteY7-820" fmla="*/ 481883 h 1640259"/>
                <a:gd name="connsiteX8-821" fmla="*/ 523630 w 580141"/>
                <a:gd name="connsiteY8-822" fmla="*/ 648711 h 1640259"/>
                <a:gd name="connsiteX9-823" fmla="*/ 372197 w 580141"/>
                <a:gd name="connsiteY9-824" fmla="*/ 546723 h 1640259"/>
                <a:gd name="connsiteX10-825" fmla="*/ 521176 w 580141"/>
                <a:gd name="connsiteY10-826" fmla="*/ 666226 h 1640259"/>
                <a:gd name="connsiteX11-827" fmla="*/ 508896 w 580141"/>
                <a:gd name="connsiteY11-828" fmla="*/ 846271 h 1640259"/>
                <a:gd name="connsiteX12-829" fmla="*/ 270832 w 580141"/>
                <a:gd name="connsiteY12-830" fmla="*/ 673942 h 1640259"/>
                <a:gd name="connsiteX13-831" fmla="*/ 501344 w 580141"/>
                <a:gd name="connsiteY13-832" fmla="*/ 870712 h 1640259"/>
                <a:gd name="connsiteX14-833" fmla="*/ 484201 w 580141"/>
                <a:gd name="connsiteY14-834" fmla="*/ 1018658 h 1640259"/>
                <a:gd name="connsiteX15-835" fmla="*/ 184579 w 580141"/>
                <a:gd name="connsiteY15-836" fmla="*/ 796670 h 1640259"/>
                <a:gd name="connsiteX16-837" fmla="*/ 479002 w 580141"/>
                <a:gd name="connsiteY16-838" fmla="*/ 1055860 h 1640259"/>
                <a:gd name="connsiteX17-839" fmla="*/ 474625 w 580141"/>
                <a:gd name="connsiteY17-840" fmla="*/ 1200922 h 1640259"/>
                <a:gd name="connsiteX18-841" fmla="*/ 119129 w 580141"/>
                <a:gd name="connsiteY18-842" fmla="*/ 944197 h 1640259"/>
                <a:gd name="connsiteX19-843" fmla="*/ 504472 w 580141"/>
                <a:gd name="connsiteY19-844" fmla="*/ 1252757 h 1640259"/>
                <a:gd name="connsiteX20-845" fmla="*/ 519836 w 580141"/>
                <a:gd name="connsiteY20-846" fmla="*/ 1425369 h 1640259"/>
                <a:gd name="connsiteX21-847" fmla="*/ 184579 w 580141"/>
                <a:gd name="connsiteY21-848" fmla="*/ 1187390 h 1640259"/>
                <a:gd name="connsiteX22-849" fmla="*/ 509865 w 580141"/>
                <a:gd name="connsiteY22-850" fmla="*/ 1442400 h 1640259"/>
                <a:gd name="connsiteX23-851" fmla="*/ 552481 w 580141"/>
                <a:gd name="connsiteY23-852" fmla="*/ 1640067 h 1640259"/>
                <a:gd name="connsiteX24-853" fmla="*/ 103908 w 580141"/>
                <a:gd name="connsiteY24-854" fmla="*/ 1412002 h 1640259"/>
                <a:gd name="connsiteX25-855" fmla="*/ 550099 w 580141"/>
                <a:gd name="connsiteY25-856" fmla="*/ 54739 h 1640259"/>
                <a:gd name="connsiteX0-857" fmla="*/ 550099 w 580141"/>
                <a:gd name="connsiteY0-858" fmla="*/ 54739 h 1640259"/>
                <a:gd name="connsiteX1-859" fmla="*/ 536842 w 580141"/>
                <a:gd name="connsiteY1-860" fmla="*/ 262901 h 1640259"/>
                <a:gd name="connsiteX2-861" fmla="*/ 550454 w 580141"/>
                <a:gd name="connsiteY2-862" fmla="*/ 290825 h 1640259"/>
                <a:gd name="connsiteX3-863" fmla="*/ 488816 w 580141"/>
                <a:gd name="connsiteY3-864" fmla="*/ 248282 h 1640259"/>
                <a:gd name="connsiteX4-865" fmla="*/ 532877 w 580141"/>
                <a:gd name="connsiteY4-866" fmla="*/ 296148 h 1640259"/>
                <a:gd name="connsiteX5-867" fmla="*/ 528440 w 580141"/>
                <a:gd name="connsiteY5-868" fmla="*/ 449834 h 1640259"/>
                <a:gd name="connsiteX6-869" fmla="*/ 440807 w 580141"/>
                <a:gd name="connsiteY6-870" fmla="*/ 401948 h 1640259"/>
                <a:gd name="connsiteX7-871" fmla="*/ 530748 w 580141"/>
                <a:gd name="connsiteY7-872" fmla="*/ 481883 h 1640259"/>
                <a:gd name="connsiteX8-873" fmla="*/ 523630 w 580141"/>
                <a:gd name="connsiteY8-874" fmla="*/ 648711 h 1640259"/>
                <a:gd name="connsiteX9-875" fmla="*/ 372197 w 580141"/>
                <a:gd name="connsiteY9-876" fmla="*/ 546723 h 1640259"/>
                <a:gd name="connsiteX10-877" fmla="*/ 521176 w 580141"/>
                <a:gd name="connsiteY10-878" fmla="*/ 666226 h 1640259"/>
                <a:gd name="connsiteX11-879" fmla="*/ 508896 w 580141"/>
                <a:gd name="connsiteY11-880" fmla="*/ 846271 h 1640259"/>
                <a:gd name="connsiteX12-881" fmla="*/ 270832 w 580141"/>
                <a:gd name="connsiteY12-882" fmla="*/ 673942 h 1640259"/>
                <a:gd name="connsiteX13-883" fmla="*/ 501344 w 580141"/>
                <a:gd name="connsiteY13-884" fmla="*/ 870712 h 1640259"/>
                <a:gd name="connsiteX14-885" fmla="*/ 484201 w 580141"/>
                <a:gd name="connsiteY14-886" fmla="*/ 1018658 h 1640259"/>
                <a:gd name="connsiteX15-887" fmla="*/ 184579 w 580141"/>
                <a:gd name="connsiteY15-888" fmla="*/ 796670 h 1640259"/>
                <a:gd name="connsiteX16-889" fmla="*/ 479002 w 580141"/>
                <a:gd name="connsiteY16-890" fmla="*/ 1055860 h 1640259"/>
                <a:gd name="connsiteX17-891" fmla="*/ 474625 w 580141"/>
                <a:gd name="connsiteY17-892" fmla="*/ 1200922 h 1640259"/>
                <a:gd name="connsiteX18-893" fmla="*/ 119129 w 580141"/>
                <a:gd name="connsiteY18-894" fmla="*/ 944197 h 1640259"/>
                <a:gd name="connsiteX19-895" fmla="*/ 467006 w 580141"/>
                <a:gd name="connsiteY19-896" fmla="*/ 1229607 h 1640259"/>
                <a:gd name="connsiteX20-897" fmla="*/ 519836 w 580141"/>
                <a:gd name="connsiteY20-898" fmla="*/ 1425369 h 1640259"/>
                <a:gd name="connsiteX21-899" fmla="*/ 184579 w 580141"/>
                <a:gd name="connsiteY21-900" fmla="*/ 1187390 h 1640259"/>
                <a:gd name="connsiteX22-901" fmla="*/ 509865 w 580141"/>
                <a:gd name="connsiteY22-902" fmla="*/ 1442400 h 1640259"/>
                <a:gd name="connsiteX23-903" fmla="*/ 552481 w 580141"/>
                <a:gd name="connsiteY23-904" fmla="*/ 1640067 h 1640259"/>
                <a:gd name="connsiteX24-905" fmla="*/ 103908 w 580141"/>
                <a:gd name="connsiteY24-906" fmla="*/ 1412002 h 1640259"/>
                <a:gd name="connsiteX25-907" fmla="*/ 550099 w 580141"/>
                <a:gd name="connsiteY25-908" fmla="*/ 54739 h 1640259"/>
                <a:gd name="connsiteX0-909" fmla="*/ 550099 w 580141"/>
                <a:gd name="connsiteY0-910" fmla="*/ 54739 h 1640259"/>
                <a:gd name="connsiteX1-911" fmla="*/ 536842 w 580141"/>
                <a:gd name="connsiteY1-912" fmla="*/ 262901 h 1640259"/>
                <a:gd name="connsiteX2-913" fmla="*/ 550454 w 580141"/>
                <a:gd name="connsiteY2-914" fmla="*/ 290825 h 1640259"/>
                <a:gd name="connsiteX3-915" fmla="*/ 488816 w 580141"/>
                <a:gd name="connsiteY3-916" fmla="*/ 248282 h 1640259"/>
                <a:gd name="connsiteX4-917" fmla="*/ 532877 w 580141"/>
                <a:gd name="connsiteY4-918" fmla="*/ 296148 h 1640259"/>
                <a:gd name="connsiteX5-919" fmla="*/ 528440 w 580141"/>
                <a:gd name="connsiteY5-920" fmla="*/ 449834 h 1640259"/>
                <a:gd name="connsiteX6-921" fmla="*/ 440807 w 580141"/>
                <a:gd name="connsiteY6-922" fmla="*/ 401948 h 1640259"/>
                <a:gd name="connsiteX7-923" fmla="*/ 530748 w 580141"/>
                <a:gd name="connsiteY7-924" fmla="*/ 481883 h 1640259"/>
                <a:gd name="connsiteX8-925" fmla="*/ 523630 w 580141"/>
                <a:gd name="connsiteY8-926" fmla="*/ 648711 h 1640259"/>
                <a:gd name="connsiteX9-927" fmla="*/ 372197 w 580141"/>
                <a:gd name="connsiteY9-928" fmla="*/ 546723 h 1640259"/>
                <a:gd name="connsiteX10-929" fmla="*/ 521176 w 580141"/>
                <a:gd name="connsiteY10-930" fmla="*/ 666226 h 1640259"/>
                <a:gd name="connsiteX11-931" fmla="*/ 508896 w 580141"/>
                <a:gd name="connsiteY11-932" fmla="*/ 846271 h 1640259"/>
                <a:gd name="connsiteX12-933" fmla="*/ 270832 w 580141"/>
                <a:gd name="connsiteY12-934" fmla="*/ 673942 h 1640259"/>
                <a:gd name="connsiteX13-935" fmla="*/ 501344 w 580141"/>
                <a:gd name="connsiteY13-936" fmla="*/ 870712 h 1640259"/>
                <a:gd name="connsiteX14-937" fmla="*/ 484201 w 580141"/>
                <a:gd name="connsiteY14-938" fmla="*/ 1018658 h 1640259"/>
                <a:gd name="connsiteX15-939" fmla="*/ 184579 w 580141"/>
                <a:gd name="connsiteY15-940" fmla="*/ 796670 h 1640259"/>
                <a:gd name="connsiteX16-941" fmla="*/ 479002 w 580141"/>
                <a:gd name="connsiteY16-942" fmla="*/ 1055860 h 1640259"/>
                <a:gd name="connsiteX17-943" fmla="*/ 474625 w 580141"/>
                <a:gd name="connsiteY17-944" fmla="*/ 1200922 h 1640259"/>
                <a:gd name="connsiteX18-945" fmla="*/ 119129 w 580141"/>
                <a:gd name="connsiteY18-946" fmla="*/ 944197 h 1640259"/>
                <a:gd name="connsiteX19-947" fmla="*/ 467006 w 580141"/>
                <a:gd name="connsiteY19-948" fmla="*/ 1229607 h 1640259"/>
                <a:gd name="connsiteX20-949" fmla="*/ 519836 w 580141"/>
                <a:gd name="connsiteY20-950" fmla="*/ 1425369 h 1640259"/>
                <a:gd name="connsiteX21-951" fmla="*/ 184579 w 580141"/>
                <a:gd name="connsiteY21-952" fmla="*/ 1187390 h 1640259"/>
                <a:gd name="connsiteX22-953" fmla="*/ 480050 w 580141"/>
                <a:gd name="connsiteY22-954" fmla="*/ 1411796 h 1640259"/>
                <a:gd name="connsiteX23-955" fmla="*/ 552481 w 580141"/>
                <a:gd name="connsiteY23-956" fmla="*/ 1640067 h 1640259"/>
                <a:gd name="connsiteX24-957" fmla="*/ 103908 w 580141"/>
                <a:gd name="connsiteY24-958" fmla="*/ 1412002 h 1640259"/>
                <a:gd name="connsiteX25-959" fmla="*/ 550099 w 580141"/>
                <a:gd name="connsiteY25-960" fmla="*/ 54739 h 1640259"/>
                <a:gd name="connsiteX0-961" fmla="*/ 550099 w 580141"/>
                <a:gd name="connsiteY0-962" fmla="*/ 54739 h 1640259"/>
                <a:gd name="connsiteX1-963" fmla="*/ 536842 w 580141"/>
                <a:gd name="connsiteY1-964" fmla="*/ 262901 h 1640259"/>
                <a:gd name="connsiteX2-965" fmla="*/ 550454 w 580141"/>
                <a:gd name="connsiteY2-966" fmla="*/ 290825 h 1640259"/>
                <a:gd name="connsiteX3-967" fmla="*/ 488816 w 580141"/>
                <a:gd name="connsiteY3-968" fmla="*/ 248282 h 1640259"/>
                <a:gd name="connsiteX4-969" fmla="*/ 532877 w 580141"/>
                <a:gd name="connsiteY4-970" fmla="*/ 296148 h 1640259"/>
                <a:gd name="connsiteX5-971" fmla="*/ 528440 w 580141"/>
                <a:gd name="connsiteY5-972" fmla="*/ 449834 h 1640259"/>
                <a:gd name="connsiteX6-973" fmla="*/ 440807 w 580141"/>
                <a:gd name="connsiteY6-974" fmla="*/ 401948 h 1640259"/>
                <a:gd name="connsiteX7-975" fmla="*/ 530748 w 580141"/>
                <a:gd name="connsiteY7-976" fmla="*/ 481883 h 1640259"/>
                <a:gd name="connsiteX8-977" fmla="*/ 523630 w 580141"/>
                <a:gd name="connsiteY8-978" fmla="*/ 648711 h 1640259"/>
                <a:gd name="connsiteX9-979" fmla="*/ 372197 w 580141"/>
                <a:gd name="connsiteY9-980" fmla="*/ 546723 h 1640259"/>
                <a:gd name="connsiteX10-981" fmla="*/ 521176 w 580141"/>
                <a:gd name="connsiteY10-982" fmla="*/ 666226 h 1640259"/>
                <a:gd name="connsiteX11-983" fmla="*/ 508896 w 580141"/>
                <a:gd name="connsiteY11-984" fmla="*/ 846271 h 1640259"/>
                <a:gd name="connsiteX12-985" fmla="*/ 270832 w 580141"/>
                <a:gd name="connsiteY12-986" fmla="*/ 673942 h 1640259"/>
                <a:gd name="connsiteX13-987" fmla="*/ 501344 w 580141"/>
                <a:gd name="connsiteY13-988" fmla="*/ 870712 h 1640259"/>
                <a:gd name="connsiteX14-989" fmla="*/ 484201 w 580141"/>
                <a:gd name="connsiteY14-990" fmla="*/ 1018658 h 1640259"/>
                <a:gd name="connsiteX15-991" fmla="*/ 184579 w 580141"/>
                <a:gd name="connsiteY15-992" fmla="*/ 796670 h 1640259"/>
                <a:gd name="connsiteX16-993" fmla="*/ 479002 w 580141"/>
                <a:gd name="connsiteY16-994" fmla="*/ 1055860 h 1640259"/>
                <a:gd name="connsiteX17-995" fmla="*/ 474625 w 580141"/>
                <a:gd name="connsiteY17-996" fmla="*/ 1200922 h 1640259"/>
                <a:gd name="connsiteX18-997" fmla="*/ 119129 w 580141"/>
                <a:gd name="connsiteY18-998" fmla="*/ 944197 h 1640259"/>
                <a:gd name="connsiteX19-999" fmla="*/ 467006 w 580141"/>
                <a:gd name="connsiteY19-1000" fmla="*/ 1229607 h 1640259"/>
                <a:gd name="connsiteX20-1001" fmla="*/ 487405 w 580141"/>
                <a:gd name="connsiteY20-1002" fmla="*/ 1402284 h 1640259"/>
                <a:gd name="connsiteX21-1003" fmla="*/ 184579 w 580141"/>
                <a:gd name="connsiteY21-1004" fmla="*/ 1187390 h 1640259"/>
                <a:gd name="connsiteX22-1005" fmla="*/ 480050 w 580141"/>
                <a:gd name="connsiteY22-1006" fmla="*/ 1411796 h 1640259"/>
                <a:gd name="connsiteX23-1007" fmla="*/ 552481 w 580141"/>
                <a:gd name="connsiteY23-1008" fmla="*/ 1640067 h 1640259"/>
                <a:gd name="connsiteX24-1009" fmla="*/ 103908 w 580141"/>
                <a:gd name="connsiteY24-1010" fmla="*/ 1412002 h 1640259"/>
                <a:gd name="connsiteX25-1011" fmla="*/ 550099 w 580141"/>
                <a:gd name="connsiteY25-1012" fmla="*/ 54739 h 1640259"/>
                <a:gd name="connsiteX0-1013" fmla="*/ 550099 w 580141"/>
                <a:gd name="connsiteY0-1014" fmla="*/ 54739 h 1640259"/>
                <a:gd name="connsiteX1-1015" fmla="*/ 536842 w 580141"/>
                <a:gd name="connsiteY1-1016" fmla="*/ 262901 h 1640259"/>
                <a:gd name="connsiteX2-1017" fmla="*/ 550454 w 580141"/>
                <a:gd name="connsiteY2-1018" fmla="*/ 290825 h 1640259"/>
                <a:gd name="connsiteX3-1019" fmla="*/ 488816 w 580141"/>
                <a:gd name="connsiteY3-1020" fmla="*/ 248282 h 1640259"/>
                <a:gd name="connsiteX4-1021" fmla="*/ 532877 w 580141"/>
                <a:gd name="connsiteY4-1022" fmla="*/ 296148 h 1640259"/>
                <a:gd name="connsiteX5-1023" fmla="*/ 528440 w 580141"/>
                <a:gd name="connsiteY5-1024" fmla="*/ 449834 h 1640259"/>
                <a:gd name="connsiteX6-1025" fmla="*/ 440807 w 580141"/>
                <a:gd name="connsiteY6-1026" fmla="*/ 401948 h 1640259"/>
                <a:gd name="connsiteX7-1027" fmla="*/ 530748 w 580141"/>
                <a:gd name="connsiteY7-1028" fmla="*/ 481883 h 1640259"/>
                <a:gd name="connsiteX8-1029" fmla="*/ 523630 w 580141"/>
                <a:gd name="connsiteY8-1030" fmla="*/ 648711 h 1640259"/>
                <a:gd name="connsiteX9-1031" fmla="*/ 372197 w 580141"/>
                <a:gd name="connsiteY9-1032" fmla="*/ 546723 h 1640259"/>
                <a:gd name="connsiteX10-1033" fmla="*/ 521176 w 580141"/>
                <a:gd name="connsiteY10-1034" fmla="*/ 666226 h 1640259"/>
                <a:gd name="connsiteX11-1035" fmla="*/ 508896 w 580141"/>
                <a:gd name="connsiteY11-1036" fmla="*/ 846271 h 1640259"/>
                <a:gd name="connsiteX12-1037" fmla="*/ 270832 w 580141"/>
                <a:gd name="connsiteY12-1038" fmla="*/ 673942 h 1640259"/>
                <a:gd name="connsiteX13-1039" fmla="*/ 501344 w 580141"/>
                <a:gd name="connsiteY13-1040" fmla="*/ 870712 h 1640259"/>
                <a:gd name="connsiteX14-1041" fmla="*/ 484201 w 580141"/>
                <a:gd name="connsiteY14-1042" fmla="*/ 1018658 h 1640259"/>
                <a:gd name="connsiteX15-1043" fmla="*/ 184579 w 580141"/>
                <a:gd name="connsiteY15-1044" fmla="*/ 796670 h 1640259"/>
                <a:gd name="connsiteX16-1045" fmla="*/ 479002 w 580141"/>
                <a:gd name="connsiteY16-1046" fmla="*/ 1055860 h 1640259"/>
                <a:gd name="connsiteX17-1047" fmla="*/ 474625 w 580141"/>
                <a:gd name="connsiteY17-1048" fmla="*/ 1200922 h 1640259"/>
                <a:gd name="connsiteX18-1049" fmla="*/ 119129 w 580141"/>
                <a:gd name="connsiteY18-1050" fmla="*/ 944197 h 1640259"/>
                <a:gd name="connsiteX19-1051" fmla="*/ 467006 w 580141"/>
                <a:gd name="connsiteY19-1052" fmla="*/ 1229607 h 1640259"/>
                <a:gd name="connsiteX20-1053" fmla="*/ 480083 w 580141"/>
                <a:gd name="connsiteY20-1054" fmla="*/ 1384563 h 1640259"/>
                <a:gd name="connsiteX21-1055" fmla="*/ 184579 w 580141"/>
                <a:gd name="connsiteY21-1056" fmla="*/ 1187390 h 1640259"/>
                <a:gd name="connsiteX22-1057" fmla="*/ 480050 w 580141"/>
                <a:gd name="connsiteY22-1058" fmla="*/ 1411796 h 1640259"/>
                <a:gd name="connsiteX23-1059" fmla="*/ 552481 w 580141"/>
                <a:gd name="connsiteY23-1060" fmla="*/ 1640067 h 1640259"/>
                <a:gd name="connsiteX24-1061" fmla="*/ 103908 w 580141"/>
                <a:gd name="connsiteY24-1062" fmla="*/ 1412002 h 1640259"/>
                <a:gd name="connsiteX25-1063" fmla="*/ 550099 w 580141"/>
                <a:gd name="connsiteY25-1064" fmla="*/ 54739 h 1640259"/>
                <a:gd name="connsiteX0-1065" fmla="*/ 550099 w 580141"/>
                <a:gd name="connsiteY0-1066" fmla="*/ 54739 h 1640259"/>
                <a:gd name="connsiteX1-1067" fmla="*/ 536842 w 580141"/>
                <a:gd name="connsiteY1-1068" fmla="*/ 262901 h 1640259"/>
                <a:gd name="connsiteX2-1069" fmla="*/ 550454 w 580141"/>
                <a:gd name="connsiteY2-1070" fmla="*/ 290825 h 1640259"/>
                <a:gd name="connsiteX3-1071" fmla="*/ 488816 w 580141"/>
                <a:gd name="connsiteY3-1072" fmla="*/ 248282 h 1640259"/>
                <a:gd name="connsiteX4-1073" fmla="*/ 532877 w 580141"/>
                <a:gd name="connsiteY4-1074" fmla="*/ 296148 h 1640259"/>
                <a:gd name="connsiteX5-1075" fmla="*/ 528440 w 580141"/>
                <a:gd name="connsiteY5-1076" fmla="*/ 449834 h 1640259"/>
                <a:gd name="connsiteX6-1077" fmla="*/ 440807 w 580141"/>
                <a:gd name="connsiteY6-1078" fmla="*/ 401948 h 1640259"/>
                <a:gd name="connsiteX7-1079" fmla="*/ 530748 w 580141"/>
                <a:gd name="connsiteY7-1080" fmla="*/ 481883 h 1640259"/>
                <a:gd name="connsiteX8-1081" fmla="*/ 523630 w 580141"/>
                <a:gd name="connsiteY8-1082" fmla="*/ 648711 h 1640259"/>
                <a:gd name="connsiteX9-1083" fmla="*/ 372197 w 580141"/>
                <a:gd name="connsiteY9-1084" fmla="*/ 546723 h 1640259"/>
                <a:gd name="connsiteX10-1085" fmla="*/ 498617 w 580141"/>
                <a:gd name="connsiteY10-1086" fmla="*/ 658378 h 1640259"/>
                <a:gd name="connsiteX11-1087" fmla="*/ 508896 w 580141"/>
                <a:gd name="connsiteY11-1088" fmla="*/ 846271 h 1640259"/>
                <a:gd name="connsiteX12-1089" fmla="*/ 270832 w 580141"/>
                <a:gd name="connsiteY12-1090" fmla="*/ 673942 h 1640259"/>
                <a:gd name="connsiteX13-1091" fmla="*/ 501344 w 580141"/>
                <a:gd name="connsiteY13-1092" fmla="*/ 870712 h 1640259"/>
                <a:gd name="connsiteX14-1093" fmla="*/ 484201 w 580141"/>
                <a:gd name="connsiteY14-1094" fmla="*/ 1018658 h 1640259"/>
                <a:gd name="connsiteX15-1095" fmla="*/ 184579 w 580141"/>
                <a:gd name="connsiteY15-1096" fmla="*/ 796670 h 1640259"/>
                <a:gd name="connsiteX16-1097" fmla="*/ 479002 w 580141"/>
                <a:gd name="connsiteY16-1098" fmla="*/ 1055860 h 1640259"/>
                <a:gd name="connsiteX17-1099" fmla="*/ 474625 w 580141"/>
                <a:gd name="connsiteY17-1100" fmla="*/ 1200922 h 1640259"/>
                <a:gd name="connsiteX18-1101" fmla="*/ 119129 w 580141"/>
                <a:gd name="connsiteY18-1102" fmla="*/ 944197 h 1640259"/>
                <a:gd name="connsiteX19-1103" fmla="*/ 467006 w 580141"/>
                <a:gd name="connsiteY19-1104" fmla="*/ 1229607 h 1640259"/>
                <a:gd name="connsiteX20-1105" fmla="*/ 480083 w 580141"/>
                <a:gd name="connsiteY20-1106" fmla="*/ 1384563 h 1640259"/>
                <a:gd name="connsiteX21-1107" fmla="*/ 184579 w 580141"/>
                <a:gd name="connsiteY21-1108" fmla="*/ 1187390 h 1640259"/>
                <a:gd name="connsiteX22-1109" fmla="*/ 480050 w 580141"/>
                <a:gd name="connsiteY22-1110" fmla="*/ 1411796 h 1640259"/>
                <a:gd name="connsiteX23-1111" fmla="*/ 552481 w 580141"/>
                <a:gd name="connsiteY23-1112" fmla="*/ 1640067 h 1640259"/>
                <a:gd name="connsiteX24-1113" fmla="*/ 103908 w 580141"/>
                <a:gd name="connsiteY24-1114" fmla="*/ 1412002 h 1640259"/>
                <a:gd name="connsiteX25-1115" fmla="*/ 550099 w 580141"/>
                <a:gd name="connsiteY25-1116" fmla="*/ 54739 h 1640259"/>
                <a:gd name="connsiteX0-1117" fmla="*/ 550099 w 580141"/>
                <a:gd name="connsiteY0-1118" fmla="*/ 54739 h 1640259"/>
                <a:gd name="connsiteX1-1119" fmla="*/ 536842 w 580141"/>
                <a:gd name="connsiteY1-1120" fmla="*/ 262901 h 1640259"/>
                <a:gd name="connsiteX2-1121" fmla="*/ 550454 w 580141"/>
                <a:gd name="connsiteY2-1122" fmla="*/ 290825 h 1640259"/>
                <a:gd name="connsiteX3-1123" fmla="*/ 488816 w 580141"/>
                <a:gd name="connsiteY3-1124" fmla="*/ 248282 h 1640259"/>
                <a:gd name="connsiteX4-1125" fmla="*/ 532877 w 580141"/>
                <a:gd name="connsiteY4-1126" fmla="*/ 296148 h 1640259"/>
                <a:gd name="connsiteX5-1127" fmla="*/ 528440 w 580141"/>
                <a:gd name="connsiteY5-1128" fmla="*/ 449834 h 1640259"/>
                <a:gd name="connsiteX6-1129" fmla="*/ 440807 w 580141"/>
                <a:gd name="connsiteY6-1130" fmla="*/ 401948 h 1640259"/>
                <a:gd name="connsiteX7-1131" fmla="*/ 530748 w 580141"/>
                <a:gd name="connsiteY7-1132" fmla="*/ 481883 h 1640259"/>
                <a:gd name="connsiteX8-1133" fmla="*/ 498587 w 580141"/>
                <a:gd name="connsiteY8-1134" fmla="*/ 638313 h 1640259"/>
                <a:gd name="connsiteX9-1135" fmla="*/ 372197 w 580141"/>
                <a:gd name="connsiteY9-1136" fmla="*/ 546723 h 1640259"/>
                <a:gd name="connsiteX10-1137" fmla="*/ 498617 w 580141"/>
                <a:gd name="connsiteY10-1138" fmla="*/ 658378 h 1640259"/>
                <a:gd name="connsiteX11-1139" fmla="*/ 508896 w 580141"/>
                <a:gd name="connsiteY11-1140" fmla="*/ 846271 h 1640259"/>
                <a:gd name="connsiteX12-1141" fmla="*/ 270832 w 580141"/>
                <a:gd name="connsiteY12-1142" fmla="*/ 673942 h 1640259"/>
                <a:gd name="connsiteX13-1143" fmla="*/ 501344 w 580141"/>
                <a:gd name="connsiteY13-1144" fmla="*/ 870712 h 1640259"/>
                <a:gd name="connsiteX14-1145" fmla="*/ 484201 w 580141"/>
                <a:gd name="connsiteY14-1146" fmla="*/ 1018658 h 1640259"/>
                <a:gd name="connsiteX15-1147" fmla="*/ 184579 w 580141"/>
                <a:gd name="connsiteY15-1148" fmla="*/ 796670 h 1640259"/>
                <a:gd name="connsiteX16-1149" fmla="*/ 479002 w 580141"/>
                <a:gd name="connsiteY16-1150" fmla="*/ 1055860 h 1640259"/>
                <a:gd name="connsiteX17-1151" fmla="*/ 474625 w 580141"/>
                <a:gd name="connsiteY17-1152" fmla="*/ 1200922 h 1640259"/>
                <a:gd name="connsiteX18-1153" fmla="*/ 119129 w 580141"/>
                <a:gd name="connsiteY18-1154" fmla="*/ 944197 h 1640259"/>
                <a:gd name="connsiteX19-1155" fmla="*/ 467006 w 580141"/>
                <a:gd name="connsiteY19-1156" fmla="*/ 1229607 h 1640259"/>
                <a:gd name="connsiteX20-1157" fmla="*/ 480083 w 580141"/>
                <a:gd name="connsiteY20-1158" fmla="*/ 1384563 h 1640259"/>
                <a:gd name="connsiteX21-1159" fmla="*/ 184579 w 580141"/>
                <a:gd name="connsiteY21-1160" fmla="*/ 1187390 h 1640259"/>
                <a:gd name="connsiteX22-1161" fmla="*/ 480050 w 580141"/>
                <a:gd name="connsiteY22-1162" fmla="*/ 1411796 h 1640259"/>
                <a:gd name="connsiteX23-1163" fmla="*/ 552481 w 580141"/>
                <a:gd name="connsiteY23-1164" fmla="*/ 1640067 h 1640259"/>
                <a:gd name="connsiteX24-1165" fmla="*/ 103908 w 580141"/>
                <a:gd name="connsiteY24-1166" fmla="*/ 1412002 h 1640259"/>
                <a:gd name="connsiteX25-1167" fmla="*/ 550099 w 580141"/>
                <a:gd name="connsiteY25-1168" fmla="*/ 54739 h 1640259"/>
                <a:gd name="connsiteX0-1169" fmla="*/ 550099 w 580141"/>
                <a:gd name="connsiteY0-1170" fmla="*/ 54739 h 1640259"/>
                <a:gd name="connsiteX1-1171" fmla="*/ 536842 w 580141"/>
                <a:gd name="connsiteY1-1172" fmla="*/ 262901 h 1640259"/>
                <a:gd name="connsiteX2-1173" fmla="*/ 550454 w 580141"/>
                <a:gd name="connsiteY2-1174" fmla="*/ 290825 h 1640259"/>
                <a:gd name="connsiteX3-1175" fmla="*/ 488816 w 580141"/>
                <a:gd name="connsiteY3-1176" fmla="*/ 248282 h 1640259"/>
                <a:gd name="connsiteX4-1177" fmla="*/ 532877 w 580141"/>
                <a:gd name="connsiteY4-1178" fmla="*/ 296148 h 1640259"/>
                <a:gd name="connsiteX5-1179" fmla="*/ 528440 w 580141"/>
                <a:gd name="connsiteY5-1180" fmla="*/ 449834 h 1640259"/>
                <a:gd name="connsiteX6-1181" fmla="*/ 440807 w 580141"/>
                <a:gd name="connsiteY6-1182" fmla="*/ 401948 h 1640259"/>
                <a:gd name="connsiteX7-1183" fmla="*/ 518260 w 580141"/>
                <a:gd name="connsiteY7-1184" fmla="*/ 474167 h 1640259"/>
                <a:gd name="connsiteX8-1185" fmla="*/ 498587 w 580141"/>
                <a:gd name="connsiteY8-1186" fmla="*/ 638313 h 1640259"/>
                <a:gd name="connsiteX9-1187" fmla="*/ 372197 w 580141"/>
                <a:gd name="connsiteY9-1188" fmla="*/ 546723 h 1640259"/>
                <a:gd name="connsiteX10-1189" fmla="*/ 498617 w 580141"/>
                <a:gd name="connsiteY10-1190" fmla="*/ 658378 h 1640259"/>
                <a:gd name="connsiteX11-1191" fmla="*/ 508896 w 580141"/>
                <a:gd name="connsiteY11-1192" fmla="*/ 846271 h 1640259"/>
                <a:gd name="connsiteX12-1193" fmla="*/ 270832 w 580141"/>
                <a:gd name="connsiteY12-1194" fmla="*/ 673942 h 1640259"/>
                <a:gd name="connsiteX13-1195" fmla="*/ 501344 w 580141"/>
                <a:gd name="connsiteY13-1196" fmla="*/ 870712 h 1640259"/>
                <a:gd name="connsiteX14-1197" fmla="*/ 484201 w 580141"/>
                <a:gd name="connsiteY14-1198" fmla="*/ 1018658 h 1640259"/>
                <a:gd name="connsiteX15-1199" fmla="*/ 184579 w 580141"/>
                <a:gd name="connsiteY15-1200" fmla="*/ 796670 h 1640259"/>
                <a:gd name="connsiteX16-1201" fmla="*/ 479002 w 580141"/>
                <a:gd name="connsiteY16-1202" fmla="*/ 1055860 h 1640259"/>
                <a:gd name="connsiteX17-1203" fmla="*/ 474625 w 580141"/>
                <a:gd name="connsiteY17-1204" fmla="*/ 1200922 h 1640259"/>
                <a:gd name="connsiteX18-1205" fmla="*/ 119129 w 580141"/>
                <a:gd name="connsiteY18-1206" fmla="*/ 944197 h 1640259"/>
                <a:gd name="connsiteX19-1207" fmla="*/ 467006 w 580141"/>
                <a:gd name="connsiteY19-1208" fmla="*/ 1229607 h 1640259"/>
                <a:gd name="connsiteX20-1209" fmla="*/ 480083 w 580141"/>
                <a:gd name="connsiteY20-1210" fmla="*/ 1384563 h 1640259"/>
                <a:gd name="connsiteX21-1211" fmla="*/ 184579 w 580141"/>
                <a:gd name="connsiteY21-1212" fmla="*/ 1187390 h 1640259"/>
                <a:gd name="connsiteX22-1213" fmla="*/ 480050 w 580141"/>
                <a:gd name="connsiteY22-1214" fmla="*/ 1411796 h 1640259"/>
                <a:gd name="connsiteX23-1215" fmla="*/ 552481 w 580141"/>
                <a:gd name="connsiteY23-1216" fmla="*/ 1640067 h 1640259"/>
                <a:gd name="connsiteX24-1217" fmla="*/ 103908 w 580141"/>
                <a:gd name="connsiteY24-1218" fmla="*/ 1412002 h 1640259"/>
                <a:gd name="connsiteX25-1219" fmla="*/ 550099 w 580141"/>
                <a:gd name="connsiteY25-1220" fmla="*/ 54739 h 1640259"/>
                <a:gd name="connsiteX0-1221" fmla="*/ 550099 w 580141"/>
                <a:gd name="connsiteY0-1222" fmla="*/ 54739 h 1640259"/>
                <a:gd name="connsiteX1-1223" fmla="*/ 536842 w 580141"/>
                <a:gd name="connsiteY1-1224" fmla="*/ 262901 h 1640259"/>
                <a:gd name="connsiteX2-1225" fmla="*/ 550454 w 580141"/>
                <a:gd name="connsiteY2-1226" fmla="*/ 290825 h 1640259"/>
                <a:gd name="connsiteX3-1227" fmla="*/ 488816 w 580141"/>
                <a:gd name="connsiteY3-1228" fmla="*/ 248282 h 1640259"/>
                <a:gd name="connsiteX4-1229" fmla="*/ 532877 w 580141"/>
                <a:gd name="connsiteY4-1230" fmla="*/ 296148 h 1640259"/>
                <a:gd name="connsiteX5-1231" fmla="*/ 528440 w 580141"/>
                <a:gd name="connsiteY5-1232" fmla="*/ 449834 h 1640259"/>
                <a:gd name="connsiteX6-1233" fmla="*/ 440807 w 580141"/>
                <a:gd name="connsiteY6-1234" fmla="*/ 401948 h 1640259"/>
                <a:gd name="connsiteX7-1235" fmla="*/ 518260 w 580141"/>
                <a:gd name="connsiteY7-1236" fmla="*/ 474167 h 1640259"/>
                <a:gd name="connsiteX8-1237" fmla="*/ 498587 w 580141"/>
                <a:gd name="connsiteY8-1238" fmla="*/ 638313 h 1640259"/>
                <a:gd name="connsiteX9-1239" fmla="*/ 372197 w 580141"/>
                <a:gd name="connsiteY9-1240" fmla="*/ 546723 h 1640259"/>
                <a:gd name="connsiteX10-1241" fmla="*/ 498617 w 580141"/>
                <a:gd name="connsiteY10-1242" fmla="*/ 658378 h 1640259"/>
                <a:gd name="connsiteX11-1243" fmla="*/ 484050 w 580141"/>
                <a:gd name="connsiteY11-1244" fmla="*/ 820768 h 1640259"/>
                <a:gd name="connsiteX12-1245" fmla="*/ 270832 w 580141"/>
                <a:gd name="connsiteY12-1246" fmla="*/ 673942 h 1640259"/>
                <a:gd name="connsiteX13-1247" fmla="*/ 501344 w 580141"/>
                <a:gd name="connsiteY13-1248" fmla="*/ 870712 h 1640259"/>
                <a:gd name="connsiteX14-1249" fmla="*/ 484201 w 580141"/>
                <a:gd name="connsiteY14-1250" fmla="*/ 1018658 h 1640259"/>
                <a:gd name="connsiteX15-1251" fmla="*/ 184579 w 580141"/>
                <a:gd name="connsiteY15-1252" fmla="*/ 796670 h 1640259"/>
                <a:gd name="connsiteX16-1253" fmla="*/ 479002 w 580141"/>
                <a:gd name="connsiteY16-1254" fmla="*/ 1055860 h 1640259"/>
                <a:gd name="connsiteX17-1255" fmla="*/ 474625 w 580141"/>
                <a:gd name="connsiteY17-1256" fmla="*/ 1200922 h 1640259"/>
                <a:gd name="connsiteX18-1257" fmla="*/ 119129 w 580141"/>
                <a:gd name="connsiteY18-1258" fmla="*/ 944197 h 1640259"/>
                <a:gd name="connsiteX19-1259" fmla="*/ 467006 w 580141"/>
                <a:gd name="connsiteY19-1260" fmla="*/ 1229607 h 1640259"/>
                <a:gd name="connsiteX20-1261" fmla="*/ 480083 w 580141"/>
                <a:gd name="connsiteY20-1262" fmla="*/ 1384563 h 1640259"/>
                <a:gd name="connsiteX21-1263" fmla="*/ 184579 w 580141"/>
                <a:gd name="connsiteY21-1264" fmla="*/ 1187390 h 1640259"/>
                <a:gd name="connsiteX22-1265" fmla="*/ 480050 w 580141"/>
                <a:gd name="connsiteY22-1266" fmla="*/ 1411796 h 1640259"/>
                <a:gd name="connsiteX23-1267" fmla="*/ 552481 w 580141"/>
                <a:gd name="connsiteY23-1268" fmla="*/ 1640067 h 1640259"/>
                <a:gd name="connsiteX24-1269" fmla="*/ 103908 w 580141"/>
                <a:gd name="connsiteY24-1270" fmla="*/ 1412002 h 1640259"/>
                <a:gd name="connsiteX25-1271" fmla="*/ 550099 w 580141"/>
                <a:gd name="connsiteY25-1272" fmla="*/ 54739 h 1640259"/>
                <a:gd name="connsiteX0-1273" fmla="*/ 550099 w 580141"/>
                <a:gd name="connsiteY0-1274" fmla="*/ 54739 h 1640259"/>
                <a:gd name="connsiteX1-1275" fmla="*/ 536842 w 580141"/>
                <a:gd name="connsiteY1-1276" fmla="*/ 262901 h 1640259"/>
                <a:gd name="connsiteX2-1277" fmla="*/ 550454 w 580141"/>
                <a:gd name="connsiteY2-1278" fmla="*/ 290825 h 1640259"/>
                <a:gd name="connsiteX3-1279" fmla="*/ 488816 w 580141"/>
                <a:gd name="connsiteY3-1280" fmla="*/ 248282 h 1640259"/>
                <a:gd name="connsiteX4-1281" fmla="*/ 532877 w 580141"/>
                <a:gd name="connsiteY4-1282" fmla="*/ 296148 h 1640259"/>
                <a:gd name="connsiteX5-1283" fmla="*/ 528440 w 580141"/>
                <a:gd name="connsiteY5-1284" fmla="*/ 449834 h 1640259"/>
                <a:gd name="connsiteX6-1285" fmla="*/ 440807 w 580141"/>
                <a:gd name="connsiteY6-1286" fmla="*/ 401948 h 1640259"/>
                <a:gd name="connsiteX7-1287" fmla="*/ 518260 w 580141"/>
                <a:gd name="connsiteY7-1288" fmla="*/ 474167 h 1640259"/>
                <a:gd name="connsiteX8-1289" fmla="*/ 498587 w 580141"/>
                <a:gd name="connsiteY8-1290" fmla="*/ 638313 h 1640259"/>
                <a:gd name="connsiteX9-1291" fmla="*/ 372197 w 580141"/>
                <a:gd name="connsiteY9-1292" fmla="*/ 546723 h 1640259"/>
                <a:gd name="connsiteX10-1293" fmla="*/ 498617 w 580141"/>
                <a:gd name="connsiteY10-1294" fmla="*/ 658378 h 1640259"/>
                <a:gd name="connsiteX11-1295" fmla="*/ 484050 w 580141"/>
                <a:gd name="connsiteY11-1296" fmla="*/ 820768 h 1640259"/>
                <a:gd name="connsiteX12-1297" fmla="*/ 270832 w 580141"/>
                <a:gd name="connsiteY12-1298" fmla="*/ 673942 h 1640259"/>
                <a:gd name="connsiteX13-1299" fmla="*/ 478917 w 580141"/>
                <a:gd name="connsiteY13-1300" fmla="*/ 852794 h 1640259"/>
                <a:gd name="connsiteX14-1301" fmla="*/ 484201 w 580141"/>
                <a:gd name="connsiteY14-1302" fmla="*/ 1018658 h 1640259"/>
                <a:gd name="connsiteX15-1303" fmla="*/ 184579 w 580141"/>
                <a:gd name="connsiteY15-1304" fmla="*/ 796670 h 1640259"/>
                <a:gd name="connsiteX16-1305" fmla="*/ 479002 w 580141"/>
                <a:gd name="connsiteY16-1306" fmla="*/ 1055860 h 1640259"/>
                <a:gd name="connsiteX17-1307" fmla="*/ 474625 w 580141"/>
                <a:gd name="connsiteY17-1308" fmla="*/ 1200922 h 1640259"/>
                <a:gd name="connsiteX18-1309" fmla="*/ 119129 w 580141"/>
                <a:gd name="connsiteY18-1310" fmla="*/ 944197 h 1640259"/>
                <a:gd name="connsiteX19-1311" fmla="*/ 467006 w 580141"/>
                <a:gd name="connsiteY19-1312" fmla="*/ 1229607 h 1640259"/>
                <a:gd name="connsiteX20-1313" fmla="*/ 480083 w 580141"/>
                <a:gd name="connsiteY20-1314" fmla="*/ 1384563 h 1640259"/>
                <a:gd name="connsiteX21-1315" fmla="*/ 184579 w 580141"/>
                <a:gd name="connsiteY21-1316" fmla="*/ 1187390 h 1640259"/>
                <a:gd name="connsiteX22-1317" fmla="*/ 480050 w 580141"/>
                <a:gd name="connsiteY22-1318" fmla="*/ 1411796 h 1640259"/>
                <a:gd name="connsiteX23-1319" fmla="*/ 552481 w 580141"/>
                <a:gd name="connsiteY23-1320" fmla="*/ 1640067 h 1640259"/>
                <a:gd name="connsiteX24-1321" fmla="*/ 103908 w 580141"/>
                <a:gd name="connsiteY24-1322" fmla="*/ 1412002 h 1640259"/>
                <a:gd name="connsiteX25-1323" fmla="*/ 550099 w 580141"/>
                <a:gd name="connsiteY25-1324" fmla="*/ 54739 h 1640259"/>
                <a:gd name="connsiteX0-1325" fmla="*/ 550099 w 580141"/>
                <a:gd name="connsiteY0-1326" fmla="*/ 54739 h 1640259"/>
                <a:gd name="connsiteX1-1327" fmla="*/ 536842 w 580141"/>
                <a:gd name="connsiteY1-1328" fmla="*/ 262901 h 1640259"/>
                <a:gd name="connsiteX2-1329" fmla="*/ 550454 w 580141"/>
                <a:gd name="connsiteY2-1330" fmla="*/ 290825 h 1640259"/>
                <a:gd name="connsiteX3-1331" fmla="*/ 488816 w 580141"/>
                <a:gd name="connsiteY3-1332" fmla="*/ 248282 h 1640259"/>
                <a:gd name="connsiteX4-1333" fmla="*/ 532877 w 580141"/>
                <a:gd name="connsiteY4-1334" fmla="*/ 296148 h 1640259"/>
                <a:gd name="connsiteX5-1335" fmla="*/ 528440 w 580141"/>
                <a:gd name="connsiteY5-1336" fmla="*/ 449834 h 1640259"/>
                <a:gd name="connsiteX6-1337" fmla="*/ 440807 w 580141"/>
                <a:gd name="connsiteY6-1338" fmla="*/ 401948 h 1640259"/>
                <a:gd name="connsiteX7-1339" fmla="*/ 518260 w 580141"/>
                <a:gd name="connsiteY7-1340" fmla="*/ 474167 h 1640259"/>
                <a:gd name="connsiteX8-1341" fmla="*/ 498587 w 580141"/>
                <a:gd name="connsiteY8-1342" fmla="*/ 638313 h 1640259"/>
                <a:gd name="connsiteX9-1343" fmla="*/ 372197 w 580141"/>
                <a:gd name="connsiteY9-1344" fmla="*/ 546723 h 1640259"/>
                <a:gd name="connsiteX10-1345" fmla="*/ 498617 w 580141"/>
                <a:gd name="connsiteY10-1346" fmla="*/ 658378 h 1640259"/>
                <a:gd name="connsiteX11-1347" fmla="*/ 484050 w 580141"/>
                <a:gd name="connsiteY11-1348" fmla="*/ 820768 h 1640259"/>
                <a:gd name="connsiteX12-1349" fmla="*/ 270832 w 580141"/>
                <a:gd name="connsiteY12-1350" fmla="*/ 673942 h 1640259"/>
                <a:gd name="connsiteX13-1351" fmla="*/ 478917 w 580141"/>
                <a:gd name="connsiteY13-1352" fmla="*/ 852794 h 1640259"/>
                <a:gd name="connsiteX14-1353" fmla="*/ 484201 w 580141"/>
                <a:gd name="connsiteY14-1354" fmla="*/ 1018658 h 1640259"/>
                <a:gd name="connsiteX15-1355" fmla="*/ 184579 w 580141"/>
                <a:gd name="connsiteY15-1356" fmla="*/ 796670 h 1640259"/>
                <a:gd name="connsiteX16-1357" fmla="*/ 479002 w 580141"/>
                <a:gd name="connsiteY16-1358" fmla="*/ 1055860 h 1640259"/>
                <a:gd name="connsiteX17-1359" fmla="*/ 459783 w 580141"/>
                <a:gd name="connsiteY17-1360" fmla="*/ 1180585 h 1640259"/>
                <a:gd name="connsiteX18-1361" fmla="*/ 119129 w 580141"/>
                <a:gd name="connsiteY18-1362" fmla="*/ 944197 h 1640259"/>
                <a:gd name="connsiteX19-1363" fmla="*/ 467006 w 580141"/>
                <a:gd name="connsiteY19-1364" fmla="*/ 1229607 h 1640259"/>
                <a:gd name="connsiteX20-1365" fmla="*/ 480083 w 580141"/>
                <a:gd name="connsiteY20-1366" fmla="*/ 1384563 h 1640259"/>
                <a:gd name="connsiteX21-1367" fmla="*/ 184579 w 580141"/>
                <a:gd name="connsiteY21-1368" fmla="*/ 1187390 h 1640259"/>
                <a:gd name="connsiteX22-1369" fmla="*/ 480050 w 580141"/>
                <a:gd name="connsiteY22-1370" fmla="*/ 1411796 h 1640259"/>
                <a:gd name="connsiteX23-1371" fmla="*/ 552481 w 580141"/>
                <a:gd name="connsiteY23-1372" fmla="*/ 1640067 h 1640259"/>
                <a:gd name="connsiteX24-1373" fmla="*/ 103908 w 580141"/>
                <a:gd name="connsiteY24-1374" fmla="*/ 1412002 h 1640259"/>
                <a:gd name="connsiteX25-1375" fmla="*/ 550099 w 580141"/>
                <a:gd name="connsiteY25-1376" fmla="*/ 54739 h 1640259"/>
                <a:gd name="connsiteX0-1377" fmla="*/ 550099 w 580141"/>
                <a:gd name="connsiteY0-1378" fmla="*/ 54739 h 1640259"/>
                <a:gd name="connsiteX1-1379" fmla="*/ 536842 w 580141"/>
                <a:gd name="connsiteY1-1380" fmla="*/ 262901 h 1640259"/>
                <a:gd name="connsiteX2-1381" fmla="*/ 550454 w 580141"/>
                <a:gd name="connsiteY2-1382" fmla="*/ 290825 h 1640259"/>
                <a:gd name="connsiteX3-1383" fmla="*/ 488816 w 580141"/>
                <a:gd name="connsiteY3-1384" fmla="*/ 248282 h 1640259"/>
                <a:gd name="connsiteX4-1385" fmla="*/ 532877 w 580141"/>
                <a:gd name="connsiteY4-1386" fmla="*/ 296148 h 1640259"/>
                <a:gd name="connsiteX5-1387" fmla="*/ 528440 w 580141"/>
                <a:gd name="connsiteY5-1388" fmla="*/ 449834 h 1640259"/>
                <a:gd name="connsiteX6-1389" fmla="*/ 440807 w 580141"/>
                <a:gd name="connsiteY6-1390" fmla="*/ 401948 h 1640259"/>
                <a:gd name="connsiteX7-1391" fmla="*/ 518260 w 580141"/>
                <a:gd name="connsiteY7-1392" fmla="*/ 474167 h 1640259"/>
                <a:gd name="connsiteX8-1393" fmla="*/ 498587 w 580141"/>
                <a:gd name="connsiteY8-1394" fmla="*/ 638313 h 1640259"/>
                <a:gd name="connsiteX9-1395" fmla="*/ 372197 w 580141"/>
                <a:gd name="connsiteY9-1396" fmla="*/ 546723 h 1640259"/>
                <a:gd name="connsiteX10-1397" fmla="*/ 498617 w 580141"/>
                <a:gd name="connsiteY10-1398" fmla="*/ 658378 h 1640259"/>
                <a:gd name="connsiteX11-1399" fmla="*/ 484050 w 580141"/>
                <a:gd name="connsiteY11-1400" fmla="*/ 820768 h 1640259"/>
                <a:gd name="connsiteX12-1401" fmla="*/ 270832 w 580141"/>
                <a:gd name="connsiteY12-1402" fmla="*/ 673942 h 1640259"/>
                <a:gd name="connsiteX13-1403" fmla="*/ 478917 w 580141"/>
                <a:gd name="connsiteY13-1404" fmla="*/ 852794 h 1640259"/>
                <a:gd name="connsiteX14-1405" fmla="*/ 484201 w 580141"/>
                <a:gd name="connsiteY14-1406" fmla="*/ 1018658 h 1640259"/>
                <a:gd name="connsiteX15-1407" fmla="*/ 184579 w 580141"/>
                <a:gd name="connsiteY15-1408" fmla="*/ 796670 h 1640259"/>
                <a:gd name="connsiteX16-1409" fmla="*/ 466579 w 580141"/>
                <a:gd name="connsiteY16-1410" fmla="*/ 1043108 h 1640259"/>
                <a:gd name="connsiteX17-1411" fmla="*/ 459783 w 580141"/>
                <a:gd name="connsiteY17-1412" fmla="*/ 1180585 h 1640259"/>
                <a:gd name="connsiteX18-1413" fmla="*/ 119129 w 580141"/>
                <a:gd name="connsiteY18-1414" fmla="*/ 944197 h 1640259"/>
                <a:gd name="connsiteX19-1415" fmla="*/ 467006 w 580141"/>
                <a:gd name="connsiteY19-1416" fmla="*/ 1229607 h 1640259"/>
                <a:gd name="connsiteX20-1417" fmla="*/ 480083 w 580141"/>
                <a:gd name="connsiteY20-1418" fmla="*/ 1384563 h 1640259"/>
                <a:gd name="connsiteX21-1419" fmla="*/ 184579 w 580141"/>
                <a:gd name="connsiteY21-1420" fmla="*/ 1187390 h 1640259"/>
                <a:gd name="connsiteX22-1421" fmla="*/ 480050 w 580141"/>
                <a:gd name="connsiteY22-1422" fmla="*/ 1411796 h 1640259"/>
                <a:gd name="connsiteX23-1423" fmla="*/ 552481 w 580141"/>
                <a:gd name="connsiteY23-1424" fmla="*/ 1640067 h 1640259"/>
                <a:gd name="connsiteX24-1425" fmla="*/ 103908 w 580141"/>
                <a:gd name="connsiteY24-1426" fmla="*/ 1412002 h 1640259"/>
                <a:gd name="connsiteX25-1427" fmla="*/ 550099 w 580141"/>
                <a:gd name="connsiteY25-1428" fmla="*/ 54739 h 1640259"/>
                <a:gd name="connsiteX0-1429" fmla="*/ 550099 w 580141"/>
                <a:gd name="connsiteY0-1430" fmla="*/ 54739 h 1640259"/>
                <a:gd name="connsiteX1-1431" fmla="*/ 536842 w 580141"/>
                <a:gd name="connsiteY1-1432" fmla="*/ 262901 h 1640259"/>
                <a:gd name="connsiteX2-1433" fmla="*/ 550454 w 580141"/>
                <a:gd name="connsiteY2-1434" fmla="*/ 290825 h 1640259"/>
                <a:gd name="connsiteX3-1435" fmla="*/ 488816 w 580141"/>
                <a:gd name="connsiteY3-1436" fmla="*/ 248282 h 1640259"/>
                <a:gd name="connsiteX4-1437" fmla="*/ 532877 w 580141"/>
                <a:gd name="connsiteY4-1438" fmla="*/ 296148 h 1640259"/>
                <a:gd name="connsiteX5-1439" fmla="*/ 528440 w 580141"/>
                <a:gd name="connsiteY5-1440" fmla="*/ 449834 h 1640259"/>
                <a:gd name="connsiteX6-1441" fmla="*/ 440807 w 580141"/>
                <a:gd name="connsiteY6-1442" fmla="*/ 401948 h 1640259"/>
                <a:gd name="connsiteX7-1443" fmla="*/ 518260 w 580141"/>
                <a:gd name="connsiteY7-1444" fmla="*/ 474167 h 1640259"/>
                <a:gd name="connsiteX8-1445" fmla="*/ 498587 w 580141"/>
                <a:gd name="connsiteY8-1446" fmla="*/ 638313 h 1640259"/>
                <a:gd name="connsiteX9-1447" fmla="*/ 372197 w 580141"/>
                <a:gd name="connsiteY9-1448" fmla="*/ 546723 h 1640259"/>
                <a:gd name="connsiteX10-1449" fmla="*/ 498617 w 580141"/>
                <a:gd name="connsiteY10-1450" fmla="*/ 658378 h 1640259"/>
                <a:gd name="connsiteX11-1451" fmla="*/ 484050 w 580141"/>
                <a:gd name="connsiteY11-1452" fmla="*/ 820768 h 1640259"/>
                <a:gd name="connsiteX12-1453" fmla="*/ 270832 w 580141"/>
                <a:gd name="connsiteY12-1454" fmla="*/ 673942 h 1640259"/>
                <a:gd name="connsiteX13-1455" fmla="*/ 478917 w 580141"/>
                <a:gd name="connsiteY13-1456" fmla="*/ 852794 h 1640259"/>
                <a:gd name="connsiteX14-1457" fmla="*/ 469294 w 580141"/>
                <a:gd name="connsiteY14-1458" fmla="*/ 1003356 h 1640259"/>
                <a:gd name="connsiteX15-1459" fmla="*/ 184579 w 580141"/>
                <a:gd name="connsiteY15-1460" fmla="*/ 796670 h 1640259"/>
                <a:gd name="connsiteX16-1461" fmla="*/ 466579 w 580141"/>
                <a:gd name="connsiteY16-1462" fmla="*/ 1043108 h 1640259"/>
                <a:gd name="connsiteX17-1463" fmla="*/ 459783 w 580141"/>
                <a:gd name="connsiteY17-1464" fmla="*/ 1180585 h 1640259"/>
                <a:gd name="connsiteX18-1465" fmla="*/ 119129 w 580141"/>
                <a:gd name="connsiteY18-1466" fmla="*/ 944197 h 1640259"/>
                <a:gd name="connsiteX19-1467" fmla="*/ 467006 w 580141"/>
                <a:gd name="connsiteY19-1468" fmla="*/ 1229607 h 1640259"/>
                <a:gd name="connsiteX20-1469" fmla="*/ 480083 w 580141"/>
                <a:gd name="connsiteY20-1470" fmla="*/ 1384563 h 1640259"/>
                <a:gd name="connsiteX21-1471" fmla="*/ 184579 w 580141"/>
                <a:gd name="connsiteY21-1472" fmla="*/ 1187390 h 1640259"/>
                <a:gd name="connsiteX22-1473" fmla="*/ 480050 w 580141"/>
                <a:gd name="connsiteY22-1474" fmla="*/ 1411796 h 1640259"/>
                <a:gd name="connsiteX23-1475" fmla="*/ 552481 w 580141"/>
                <a:gd name="connsiteY23-1476" fmla="*/ 1640067 h 1640259"/>
                <a:gd name="connsiteX24-1477" fmla="*/ 103908 w 580141"/>
                <a:gd name="connsiteY24-1478" fmla="*/ 1412002 h 1640259"/>
                <a:gd name="connsiteX25-1479" fmla="*/ 550099 w 580141"/>
                <a:gd name="connsiteY25-1480" fmla="*/ 54739 h 1640259"/>
                <a:gd name="connsiteX0-1481" fmla="*/ 550099 w 580141"/>
                <a:gd name="connsiteY0-1482" fmla="*/ 54739 h 1640259"/>
                <a:gd name="connsiteX1-1483" fmla="*/ 536842 w 580141"/>
                <a:gd name="connsiteY1-1484" fmla="*/ 262901 h 1640259"/>
                <a:gd name="connsiteX2-1485" fmla="*/ 550454 w 580141"/>
                <a:gd name="connsiteY2-1486" fmla="*/ 290825 h 1640259"/>
                <a:gd name="connsiteX3-1487" fmla="*/ 488816 w 580141"/>
                <a:gd name="connsiteY3-1488" fmla="*/ 248282 h 1640259"/>
                <a:gd name="connsiteX4-1489" fmla="*/ 532877 w 580141"/>
                <a:gd name="connsiteY4-1490" fmla="*/ 296148 h 1640259"/>
                <a:gd name="connsiteX5-1491" fmla="*/ 511048 w 580141"/>
                <a:gd name="connsiteY5-1492" fmla="*/ 431982 h 1640259"/>
                <a:gd name="connsiteX6-1493" fmla="*/ 440807 w 580141"/>
                <a:gd name="connsiteY6-1494" fmla="*/ 401948 h 1640259"/>
                <a:gd name="connsiteX7-1495" fmla="*/ 518260 w 580141"/>
                <a:gd name="connsiteY7-1496" fmla="*/ 474167 h 1640259"/>
                <a:gd name="connsiteX8-1497" fmla="*/ 498587 w 580141"/>
                <a:gd name="connsiteY8-1498" fmla="*/ 638313 h 1640259"/>
                <a:gd name="connsiteX9-1499" fmla="*/ 372197 w 580141"/>
                <a:gd name="connsiteY9-1500" fmla="*/ 546723 h 1640259"/>
                <a:gd name="connsiteX10-1501" fmla="*/ 498617 w 580141"/>
                <a:gd name="connsiteY10-1502" fmla="*/ 658378 h 1640259"/>
                <a:gd name="connsiteX11-1503" fmla="*/ 484050 w 580141"/>
                <a:gd name="connsiteY11-1504" fmla="*/ 820768 h 1640259"/>
                <a:gd name="connsiteX12-1505" fmla="*/ 270832 w 580141"/>
                <a:gd name="connsiteY12-1506" fmla="*/ 673942 h 1640259"/>
                <a:gd name="connsiteX13-1507" fmla="*/ 478917 w 580141"/>
                <a:gd name="connsiteY13-1508" fmla="*/ 852794 h 1640259"/>
                <a:gd name="connsiteX14-1509" fmla="*/ 469294 w 580141"/>
                <a:gd name="connsiteY14-1510" fmla="*/ 1003356 h 1640259"/>
                <a:gd name="connsiteX15-1511" fmla="*/ 184579 w 580141"/>
                <a:gd name="connsiteY15-1512" fmla="*/ 796670 h 1640259"/>
                <a:gd name="connsiteX16-1513" fmla="*/ 466579 w 580141"/>
                <a:gd name="connsiteY16-1514" fmla="*/ 1043108 h 1640259"/>
                <a:gd name="connsiteX17-1515" fmla="*/ 459783 w 580141"/>
                <a:gd name="connsiteY17-1516" fmla="*/ 1180585 h 1640259"/>
                <a:gd name="connsiteX18-1517" fmla="*/ 119129 w 580141"/>
                <a:gd name="connsiteY18-1518" fmla="*/ 944197 h 1640259"/>
                <a:gd name="connsiteX19-1519" fmla="*/ 467006 w 580141"/>
                <a:gd name="connsiteY19-1520" fmla="*/ 1229607 h 1640259"/>
                <a:gd name="connsiteX20-1521" fmla="*/ 480083 w 580141"/>
                <a:gd name="connsiteY20-1522" fmla="*/ 1384563 h 1640259"/>
                <a:gd name="connsiteX21-1523" fmla="*/ 184579 w 580141"/>
                <a:gd name="connsiteY21-1524" fmla="*/ 1187390 h 1640259"/>
                <a:gd name="connsiteX22-1525" fmla="*/ 480050 w 580141"/>
                <a:gd name="connsiteY22-1526" fmla="*/ 1411796 h 1640259"/>
                <a:gd name="connsiteX23-1527" fmla="*/ 552481 w 580141"/>
                <a:gd name="connsiteY23-1528" fmla="*/ 1640067 h 1640259"/>
                <a:gd name="connsiteX24-1529" fmla="*/ 103908 w 580141"/>
                <a:gd name="connsiteY24-1530" fmla="*/ 1412002 h 1640259"/>
                <a:gd name="connsiteX25-1531" fmla="*/ 550099 w 580141"/>
                <a:gd name="connsiteY25-1532" fmla="*/ 54739 h 1640259"/>
                <a:gd name="connsiteX0-1533" fmla="*/ 550099 w 582162"/>
                <a:gd name="connsiteY0-1534" fmla="*/ 54028 h 1639548"/>
                <a:gd name="connsiteX1-1535" fmla="*/ 536842 w 582162"/>
                <a:gd name="connsiteY1-1536" fmla="*/ 262190 h 1639548"/>
                <a:gd name="connsiteX2-1537" fmla="*/ 488816 w 582162"/>
                <a:gd name="connsiteY2-1538" fmla="*/ 247571 h 1639548"/>
                <a:gd name="connsiteX3-1539" fmla="*/ 532877 w 582162"/>
                <a:gd name="connsiteY3-1540" fmla="*/ 295437 h 1639548"/>
                <a:gd name="connsiteX4-1541" fmla="*/ 511048 w 582162"/>
                <a:gd name="connsiteY4-1542" fmla="*/ 431271 h 1639548"/>
                <a:gd name="connsiteX5-1543" fmla="*/ 440807 w 582162"/>
                <a:gd name="connsiteY5-1544" fmla="*/ 401237 h 1639548"/>
                <a:gd name="connsiteX6-1545" fmla="*/ 518260 w 582162"/>
                <a:gd name="connsiteY6-1546" fmla="*/ 473456 h 1639548"/>
                <a:gd name="connsiteX7-1547" fmla="*/ 498587 w 582162"/>
                <a:gd name="connsiteY7-1548" fmla="*/ 637602 h 1639548"/>
                <a:gd name="connsiteX8-1549" fmla="*/ 372197 w 582162"/>
                <a:gd name="connsiteY8-1550" fmla="*/ 546012 h 1639548"/>
                <a:gd name="connsiteX9-1551" fmla="*/ 498617 w 582162"/>
                <a:gd name="connsiteY9-1552" fmla="*/ 657667 h 1639548"/>
                <a:gd name="connsiteX10-1553" fmla="*/ 484050 w 582162"/>
                <a:gd name="connsiteY10-1554" fmla="*/ 820057 h 1639548"/>
                <a:gd name="connsiteX11-1555" fmla="*/ 270832 w 582162"/>
                <a:gd name="connsiteY11-1556" fmla="*/ 673231 h 1639548"/>
                <a:gd name="connsiteX12-1557" fmla="*/ 478917 w 582162"/>
                <a:gd name="connsiteY12-1558" fmla="*/ 852083 h 1639548"/>
                <a:gd name="connsiteX13-1559" fmla="*/ 469294 w 582162"/>
                <a:gd name="connsiteY13-1560" fmla="*/ 1002645 h 1639548"/>
                <a:gd name="connsiteX14-1561" fmla="*/ 184579 w 582162"/>
                <a:gd name="connsiteY14-1562" fmla="*/ 795959 h 1639548"/>
                <a:gd name="connsiteX15-1563" fmla="*/ 466579 w 582162"/>
                <a:gd name="connsiteY15-1564" fmla="*/ 1042397 h 1639548"/>
                <a:gd name="connsiteX16-1565" fmla="*/ 459783 w 582162"/>
                <a:gd name="connsiteY16-1566" fmla="*/ 1179874 h 1639548"/>
                <a:gd name="connsiteX17-1567" fmla="*/ 119129 w 582162"/>
                <a:gd name="connsiteY17-1568" fmla="*/ 943486 h 1639548"/>
                <a:gd name="connsiteX18-1569" fmla="*/ 467006 w 582162"/>
                <a:gd name="connsiteY18-1570" fmla="*/ 1228896 h 1639548"/>
                <a:gd name="connsiteX19-1571" fmla="*/ 480083 w 582162"/>
                <a:gd name="connsiteY19-1572" fmla="*/ 1383852 h 1639548"/>
                <a:gd name="connsiteX20-1573" fmla="*/ 184579 w 582162"/>
                <a:gd name="connsiteY20-1574" fmla="*/ 1186679 h 1639548"/>
                <a:gd name="connsiteX21-1575" fmla="*/ 480050 w 582162"/>
                <a:gd name="connsiteY21-1576" fmla="*/ 1411085 h 1639548"/>
                <a:gd name="connsiteX22-1577" fmla="*/ 552481 w 582162"/>
                <a:gd name="connsiteY22-1578" fmla="*/ 1639356 h 1639548"/>
                <a:gd name="connsiteX23-1579" fmla="*/ 103908 w 582162"/>
                <a:gd name="connsiteY23-1580" fmla="*/ 1411291 h 1639548"/>
                <a:gd name="connsiteX24-1581" fmla="*/ 550099 w 582162"/>
                <a:gd name="connsiteY24-1582" fmla="*/ 54028 h 1639548"/>
                <a:gd name="connsiteX0-1583" fmla="*/ 550099 w 582162"/>
                <a:gd name="connsiteY0-1584" fmla="*/ 54028 h 1639548"/>
                <a:gd name="connsiteX1-1585" fmla="*/ 536842 w 582162"/>
                <a:gd name="connsiteY1-1586" fmla="*/ 262190 h 1639548"/>
                <a:gd name="connsiteX2-1587" fmla="*/ 488816 w 582162"/>
                <a:gd name="connsiteY2-1588" fmla="*/ 247571 h 1639548"/>
                <a:gd name="connsiteX3-1589" fmla="*/ 532877 w 582162"/>
                <a:gd name="connsiteY3-1590" fmla="*/ 295437 h 1639548"/>
                <a:gd name="connsiteX4-1591" fmla="*/ 526021 w 582162"/>
                <a:gd name="connsiteY4-1592" fmla="*/ 441538 h 1639548"/>
                <a:gd name="connsiteX5-1593" fmla="*/ 440807 w 582162"/>
                <a:gd name="connsiteY5-1594" fmla="*/ 401237 h 1639548"/>
                <a:gd name="connsiteX6-1595" fmla="*/ 518260 w 582162"/>
                <a:gd name="connsiteY6-1596" fmla="*/ 473456 h 1639548"/>
                <a:gd name="connsiteX7-1597" fmla="*/ 498587 w 582162"/>
                <a:gd name="connsiteY7-1598" fmla="*/ 637602 h 1639548"/>
                <a:gd name="connsiteX8-1599" fmla="*/ 372197 w 582162"/>
                <a:gd name="connsiteY8-1600" fmla="*/ 546012 h 1639548"/>
                <a:gd name="connsiteX9-1601" fmla="*/ 498617 w 582162"/>
                <a:gd name="connsiteY9-1602" fmla="*/ 657667 h 1639548"/>
                <a:gd name="connsiteX10-1603" fmla="*/ 484050 w 582162"/>
                <a:gd name="connsiteY10-1604" fmla="*/ 820057 h 1639548"/>
                <a:gd name="connsiteX11-1605" fmla="*/ 270832 w 582162"/>
                <a:gd name="connsiteY11-1606" fmla="*/ 673231 h 1639548"/>
                <a:gd name="connsiteX12-1607" fmla="*/ 478917 w 582162"/>
                <a:gd name="connsiteY12-1608" fmla="*/ 852083 h 1639548"/>
                <a:gd name="connsiteX13-1609" fmla="*/ 469294 w 582162"/>
                <a:gd name="connsiteY13-1610" fmla="*/ 1002645 h 1639548"/>
                <a:gd name="connsiteX14-1611" fmla="*/ 184579 w 582162"/>
                <a:gd name="connsiteY14-1612" fmla="*/ 795959 h 1639548"/>
                <a:gd name="connsiteX15-1613" fmla="*/ 466579 w 582162"/>
                <a:gd name="connsiteY15-1614" fmla="*/ 1042397 h 1639548"/>
                <a:gd name="connsiteX16-1615" fmla="*/ 459783 w 582162"/>
                <a:gd name="connsiteY16-1616" fmla="*/ 1179874 h 1639548"/>
                <a:gd name="connsiteX17-1617" fmla="*/ 119129 w 582162"/>
                <a:gd name="connsiteY17-1618" fmla="*/ 943486 h 1639548"/>
                <a:gd name="connsiteX18-1619" fmla="*/ 467006 w 582162"/>
                <a:gd name="connsiteY18-1620" fmla="*/ 1228896 h 1639548"/>
                <a:gd name="connsiteX19-1621" fmla="*/ 480083 w 582162"/>
                <a:gd name="connsiteY19-1622" fmla="*/ 1383852 h 1639548"/>
                <a:gd name="connsiteX20-1623" fmla="*/ 184579 w 582162"/>
                <a:gd name="connsiteY20-1624" fmla="*/ 1186679 h 1639548"/>
                <a:gd name="connsiteX21-1625" fmla="*/ 480050 w 582162"/>
                <a:gd name="connsiteY21-1626" fmla="*/ 1411085 h 1639548"/>
                <a:gd name="connsiteX22-1627" fmla="*/ 552481 w 582162"/>
                <a:gd name="connsiteY22-1628" fmla="*/ 1639356 h 1639548"/>
                <a:gd name="connsiteX23-1629" fmla="*/ 103908 w 582162"/>
                <a:gd name="connsiteY23-1630" fmla="*/ 1411291 h 1639548"/>
                <a:gd name="connsiteX24-1631" fmla="*/ 550099 w 582162"/>
                <a:gd name="connsiteY24-1632" fmla="*/ 54028 h 1639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Freeform 20"/>
            <p:cNvSpPr/>
            <p:nvPr/>
          </p:nvSpPr>
          <p:spPr>
            <a:xfrm rot="6040617" flipV="1">
              <a:off x="9104381" y="3162082"/>
              <a:ext cx="430914" cy="1213583"/>
            </a:xfrm>
            <a:custGeom>
              <a:avLst/>
              <a:gdLst>
                <a:gd name="connsiteX0" fmla="*/ 550099 w 552481"/>
                <a:gd name="connsiteY0" fmla="*/ 0 h 1585520"/>
                <a:gd name="connsiteX1" fmla="*/ 550454 w 552481"/>
                <a:gd name="connsiteY1" fmla="*/ 236086 h 1585520"/>
                <a:gd name="connsiteX2" fmla="*/ 488816 w 552481"/>
                <a:gd name="connsiteY2" fmla="*/ 193543 h 1585520"/>
                <a:gd name="connsiteX3" fmla="*/ 550466 w 552481"/>
                <a:gd name="connsiteY3" fmla="*/ 244157 h 1585520"/>
                <a:gd name="connsiteX4" fmla="*/ 550735 w 552481"/>
                <a:gd name="connsiteY4" fmla="*/ 423083 h 1585520"/>
                <a:gd name="connsiteX5" fmla="*/ 440807 w 552481"/>
                <a:gd name="connsiteY5" fmla="*/ 347209 h 1585520"/>
                <a:gd name="connsiteX6" fmla="*/ 550756 w 552481"/>
                <a:gd name="connsiteY6" fmla="*/ 437477 h 1585520"/>
                <a:gd name="connsiteX7" fmla="*/ 551026 w 552481"/>
                <a:gd name="connsiteY7" fmla="*/ 616991 h 1585520"/>
                <a:gd name="connsiteX8" fmla="*/ 372197 w 552481"/>
                <a:gd name="connsiteY8" fmla="*/ 491984 h 1585520"/>
                <a:gd name="connsiteX9" fmla="*/ 551056 w 552481"/>
                <a:gd name="connsiteY9" fmla="*/ 637056 h 1585520"/>
                <a:gd name="connsiteX10" fmla="*/ 551331 w 552481"/>
                <a:gd name="connsiteY10" fmla="*/ 819782 h 1585520"/>
                <a:gd name="connsiteX11" fmla="*/ 270832 w 552481"/>
                <a:gd name="connsiteY11" fmla="*/ 619203 h 1585520"/>
                <a:gd name="connsiteX12" fmla="*/ 551364 w 552481"/>
                <a:gd name="connsiteY12" fmla="*/ 841805 h 1585520"/>
                <a:gd name="connsiteX13" fmla="*/ 551613 w 552481"/>
                <a:gd name="connsiteY13" fmla="*/ 1007603 h 1585520"/>
                <a:gd name="connsiteX14" fmla="*/ 184579 w 552481"/>
                <a:gd name="connsiteY14" fmla="*/ 741931 h 1585520"/>
                <a:gd name="connsiteX15" fmla="*/ 551646 w 552481"/>
                <a:gd name="connsiteY15" fmla="*/ 1029766 h 1585520"/>
                <a:gd name="connsiteX16" fmla="*/ 551910 w 552481"/>
                <a:gd name="connsiteY16" fmla="*/ 1205103 h 1585520"/>
                <a:gd name="connsiteX17" fmla="*/ 119129 w 552481"/>
                <a:gd name="connsiteY17" fmla="*/ 889458 h 1585520"/>
                <a:gd name="connsiteX18" fmla="*/ 551942 w 552481"/>
                <a:gd name="connsiteY18" fmla="*/ 1226335 h 1585520"/>
                <a:gd name="connsiteX19" fmla="*/ 552201 w 552481"/>
                <a:gd name="connsiteY19" fmla="*/ 1398749 h 1585520"/>
                <a:gd name="connsiteX20" fmla="*/ 184579 w 552481"/>
                <a:gd name="connsiteY20" fmla="*/ 1132651 h 1585520"/>
                <a:gd name="connsiteX21" fmla="*/ 552234 w 552481"/>
                <a:gd name="connsiteY21" fmla="*/ 1420947 h 1585520"/>
                <a:gd name="connsiteX22" fmla="*/ 552481 w 552481"/>
                <a:gd name="connsiteY22" fmla="*/ 1585328 h 1585520"/>
                <a:gd name="connsiteX23" fmla="*/ 103908 w 552481"/>
                <a:gd name="connsiteY23" fmla="*/ 1357263 h 1585520"/>
                <a:gd name="connsiteX24" fmla="*/ 550099 w 552481"/>
                <a:gd name="connsiteY24" fmla="*/ 0 h 1585520"/>
                <a:gd name="connsiteX0-1" fmla="*/ 550099 w 552481"/>
                <a:gd name="connsiteY0-2" fmla="*/ 0 h 1585520"/>
                <a:gd name="connsiteX1-3" fmla="*/ 550454 w 552481"/>
                <a:gd name="connsiteY1-4" fmla="*/ 236086 h 1585520"/>
                <a:gd name="connsiteX2-5" fmla="*/ 488816 w 552481"/>
                <a:gd name="connsiteY2-6" fmla="*/ 193543 h 1585520"/>
                <a:gd name="connsiteX3-7" fmla="*/ 550466 w 552481"/>
                <a:gd name="connsiteY3-8" fmla="*/ 244157 h 1585520"/>
                <a:gd name="connsiteX4-9" fmla="*/ 550735 w 552481"/>
                <a:gd name="connsiteY4-10" fmla="*/ 423083 h 1585520"/>
                <a:gd name="connsiteX5-11" fmla="*/ 440807 w 552481"/>
                <a:gd name="connsiteY5-12" fmla="*/ 347209 h 1585520"/>
                <a:gd name="connsiteX6-13" fmla="*/ 550756 w 552481"/>
                <a:gd name="connsiteY6-14" fmla="*/ 437477 h 1585520"/>
                <a:gd name="connsiteX7-15" fmla="*/ 551026 w 552481"/>
                <a:gd name="connsiteY7-16" fmla="*/ 616991 h 1585520"/>
                <a:gd name="connsiteX8-17" fmla="*/ 372197 w 552481"/>
                <a:gd name="connsiteY8-18" fmla="*/ 491984 h 1585520"/>
                <a:gd name="connsiteX9-19" fmla="*/ 551056 w 552481"/>
                <a:gd name="connsiteY9-20" fmla="*/ 637056 h 1585520"/>
                <a:gd name="connsiteX10-21" fmla="*/ 551331 w 552481"/>
                <a:gd name="connsiteY10-22" fmla="*/ 819782 h 1585520"/>
                <a:gd name="connsiteX11-23" fmla="*/ 270832 w 552481"/>
                <a:gd name="connsiteY11-24" fmla="*/ 619203 h 1585520"/>
                <a:gd name="connsiteX12-25" fmla="*/ 551364 w 552481"/>
                <a:gd name="connsiteY12-26" fmla="*/ 841805 h 1585520"/>
                <a:gd name="connsiteX13-27" fmla="*/ 551613 w 552481"/>
                <a:gd name="connsiteY13-28" fmla="*/ 1007603 h 1585520"/>
                <a:gd name="connsiteX14-29" fmla="*/ 184579 w 552481"/>
                <a:gd name="connsiteY14-30" fmla="*/ 741931 h 1585520"/>
                <a:gd name="connsiteX15-31" fmla="*/ 551646 w 552481"/>
                <a:gd name="connsiteY15-32" fmla="*/ 1029766 h 1585520"/>
                <a:gd name="connsiteX16-33" fmla="*/ 551910 w 552481"/>
                <a:gd name="connsiteY16-34" fmla="*/ 1205103 h 1585520"/>
                <a:gd name="connsiteX17-35" fmla="*/ 119129 w 552481"/>
                <a:gd name="connsiteY17-36" fmla="*/ 889458 h 1585520"/>
                <a:gd name="connsiteX18-37" fmla="*/ 551942 w 552481"/>
                <a:gd name="connsiteY18-38" fmla="*/ 1226335 h 1585520"/>
                <a:gd name="connsiteX19-39" fmla="*/ 552201 w 552481"/>
                <a:gd name="connsiteY19-40" fmla="*/ 1398749 h 1585520"/>
                <a:gd name="connsiteX20-41" fmla="*/ 184579 w 552481"/>
                <a:gd name="connsiteY20-42" fmla="*/ 1132651 h 1585520"/>
                <a:gd name="connsiteX21-43" fmla="*/ 509865 w 552481"/>
                <a:gd name="connsiteY21-44" fmla="*/ 1387661 h 1585520"/>
                <a:gd name="connsiteX22-45" fmla="*/ 552481 w 552481"/>
                <a:gd name="connsiteY22-46" fmla="*/ 1585328 h 1585520"/>
                <a:gd name="connsiteX23-47" fmla="*/ 103908 w 552481"/>
                <a:gd name="connsiteY23-48" fmla="*/ 1357263 h 1585520"/>
                <a:gd name="connsiteX24-49" fmla="*/ 550099 w 552481"/>
                <a:gd name="connsiteY24-50" fmla="*/ 0 h 1585520"/>
                <a:gd name="connsiteX0-51" fmla="*/ 550099 w 552481"/>
                <a:gd name="connsiteY0-52" fmla="*/ 0 h 1585520"/>
                <a:gd name="connsiteX1-53" fmla="*/ 550454 w 552481"/>
                <a:gd name="connsiteY1-54" fmla="*/ 236086 h 1585520"/>
                <a:gd name="connsiteX2-55" fmla="*/ 488816 w 552481"/>
                <a:gd name="connsiteY2-56" fmla="*/ 193543 h 1585520"/>
                <a:gd name="connsiteX3-57" fmla="*/ 550466 w 552481"/>
                <a:gd name="connsiteY3-58" fmla="*/ 244157 h 1585520"/>
                <a:gd name="connsiteX4-59" fmla="*/ 550735 w 552481"/>
                <a:gd name="connsiteY4-60" fmla="*/ 423083 h 1585520"/>
                <a:gd name="connsiteX5-61" fmla="*/ 440807 w 552481"/>
                <a:gd name="connsiteY5-62" fmla="*/ 347209 h 1585520"/>
                <a:gd name="connsiteX6-63" fmla="*/ 550756 w 552481"/>
                <a:gd name="connsiteY6-64" fmla="*/ 437477 h 1585520"/>
                <a:gd name="connsiteX7-65" fmla="*/ 551026 w 552481"/>
                <a:gd name="connsiteY7-66" fmla="*/ 616991 h 1585520"/>
                <a:gd name="connsiteX8-67" fmla="*/ 372197 w 552481"/>
                <a:gd name="connsiteY8-68" fmla="*/ 491984 h 1585520"/>
                <a:gd name="connsiteX9-69" fmla="*/ 551056 w 552481"/>
                <a:gd name="connsiteY9-70" fmla="*/ 637056 h 1585520"/>
                <a:gd name="connsiteX10-71" fmla="*/ 551331 w 552481"/>
                <a:gd name="connsiteY10-72" fmla="*/ 819782 h 1585520"/>
                <a:gd name="connsiteX11-73" fmla="*/ 270832 w 552481"/>
                <a:gd name="connsiteY11-74" fmla="*/ 619203 h 1585520"/>
                <a:gd name="connsiteX12-75" fmla="*/ 551364 w 552481"/>
                <a:gd name="connsiteY12-76" fmla="*/ 841805 h 1585520"/>
                <a:gd name="connsiteX13-77" fmla="*/ 551613 w 552481"/>
                <a:gd name="connsiteY13-78" fmla="*/ 1007603 h 1585520"/>
                <a:gd name="connsiteX14-79" fmla="*/ 184579 w 552481"/>
                <a:gd name="connsiteY14-80" fmla="*/ 741931 h 1585520"/>
                <a:gd name="connsiteX15-81" fmla="*/ 551646 w 552481"/>
                <a:gd name="connsiteY15-82" fmla="*/ 1029766 h 1585520"/>
                <a:gd name="connsiteX16-83" fmla="*/ 551910 w 552481"/>
                <a:gd name="connsiteY16-84" fmla="*/ 1205103 h 1585520"/>
                <a:gd name="connsiteX17-85" fmla="*/ 119129 w 552481"/>
                <a:gd name="connsiteY17-86" fmla="*/ 889458 h 1585520"/>
                <a:gd name="connsiteX18-87" fmla="*/ 551942 w 552481"/>
                <a:gd name="connsiteY18-88" fmla="*/ 1226335 h 1585520"/>
                <a:gd name="connsiteX19-89" fmla="*/ 519836 w 552481"/>
                <a:gd name="connsiteY19-90" fmla="*/ 1370630 h 1585520"/>
                <a:gd name="connsiteX20-91" fmla="*/ 184579 w 552481"/>
                <a:gd name="connsiteY20-92" fmla="*/ 1132651 h 1585520"/>
                <a:gd name="connsiteX21-93" fmla="*/ 509865 w 552481"/>
                <a:gd name="connsiteY21-94" fmla="*/ 1387661 h 1585520"/>
                <a:gd name="connsiteX22-95" fmla="*/ 552481 w 552481"/>
                <a:gd name="connsiteY22-96" fmla="*/ 1585328 h 1585520"/>
                <a:gd name="connsiteX23-97" fmla="*/ 103908 w 552481"/>
                <a:gd name="connsiteY23-98" fmla="*/ 1357263 h 1585520"/>
                <a:gd name="connsiteX24-99" fmla="*/ 550099 w 552481"/>
                <a:gd name="connsiteY24-100" fmla="*/ 0 h 1585520"/>
                <a:gd name="connsiteX0-101" fmla="*/ 550099 w 552481"/>
                <a:gd name="connsiteY0-102" fmla="*/ 0 h 1585520"/>
                <a:gd name="connsiteX1-103" fmla="*/ 550454 w 552481"/>
                <a:gd name="connsiteY1-104" fmla="*/ 236086 h 1585520"/>
                <a:gd name="connsiteX2-105" fmla="*/ 488816 w 552481"/>
                <a:gd name="connsiteY2-106" fmla="*/ 193543 h 1585520"/>
                <a:gd name="connsiteX3-107" fmla="*/ 550466 w 552481"/>
                <a:gd name="connsiteY3-108" fmla="*/ 244157 h 1585520"/>
                <a:gd name="connsiteX4-109" fmla="*/ 550735 w 552481"/>
                <a:gd name="connsiteY4-110" fmla="*/ 423083 h 1585520"/>
                <a:gd name="connsiteX5-111" fmla="*/ 440807 w 552481"/>
                <a:gd name="connsiteY5-112" fmla="*/ 347209 h 1585520"/>
                <a:gd name="connsiteX6-113" fmla="*/ 550756 w 552481"/>
                <a:gd name="connsiteY6-114" fmla="*/ 437477 h 1585520"/>
                <a:gd name="connsiteX7-115" fmla="*/ 551026 w 552481"/>
                <a:gd name="connsiteY7-116" fmla="*/ 616991 h 1585520"/>
                <a:gd name="connsiteX8-117" fmla="*/ 372197 w 552481"/>
                <a:gd name="connsiteY8-118" fmla="*/ 491984 h 1585520"/>
                <a:gd name="connsiteX9-119" fmla="*/ 551056 w 552481"/>
                <a:gd name="connsiteY9-120" fmla="*/ 637056 h 1585520"/>
                <a:gd name="connsiteX10-121" fmla="*/ 551331 w 552481"/>
                <a:gd name="connsiteY10-122" fmla="*/ 819782 h 1585520"/>
                <a:gd name="connsiteX11-123" fmla="*/ 270832 w 552481"/>
                <a:gd name="connsiteY11-124" fmla="*/ 619203 h 1585520"/>
                <a:gd name="connsiteX12-125" fmla="*/ 551364 w 552481"/>
                <a:gd name="connsiteY12-126" fmla="*/ 841805 h 1585520"/>
                <a:gd name="connsiteX13-127" fmla="*/ 551613 w 552481"/>
                <a:gd name="connsiteY13-128" fmla="*/ 1007603 h 1585520"/>
                <a:gd name="connsiteX14-129" fmla="*/ 184579 w 552481"/>
                <a:gd name="connsiteY14-130" fmla="*/ 741931 h 1585520"/>
                <a:gd name="connsiteX15-131" fmla="*/ 551646 w 552481"/>
                <a:gd name="connsiteY15-132" fmla="*/ 1029766 h 1585520"/>
                <a:gd name="connsiteX16-133" fmla="*/ 551910 w 552481"/>
                <a:gd name="connsiteY16-134" fmla="*/ 1205103 h 1585520"/>
                <a:gd name="connsiteX17-135" fmla="*/ 119129 w 552481"/>
                <a:gd name="connsiteY17-136" fmla="*/ 889458 h 1585520"/>
                <a:gd name="connsiteX18-137" fmla="*/ 504472 w 552481"/>
                <a:gd name="connsiteY18-138" fmla="*/ 1198018 h 1585520"/>
                <a:gd name="connsiteX19-139" fmla="*/ 519836 w 552481"/>
                <a:gd name="connsiteY19-140" fmla="*/ 1370630 h 1585520"/>
                <a:gd name="connsiteX20-141" fmla="*/ 184579 w 552481"/>
                <a:gd name="connsiteY20-142" fmla="*/ 1132651 h 1585520"/>
                <a:gd name="connsiteX21-143" fmla="*/ 509865 w 552481"/>
                <a:gd name="connsiteY21-144" fmla="*/ 1387661 h 1585520"/>
                <a:gd name="connsiteX22-145" fmla="*/ 552481 w 552481"/>
                <a:gd name="connsiteY22-146" fmla="*/ 1585328 h 1585520"/>
                <a:gd name="connsiteX23-147" fmla="*/ 103908 w 552481"/>
                <a:gd name="connsiteY23-148" fmla="*/ 1357263 h 1585520"/>
                <a:gd name="connsiteX24-149" fmla="*/ 550099 w 552481"/>
                <a:gd name="connsiteY24-150" fmla="*/ 0 h 1585520"/>
                <a:gd name="connsiteX0-151" fmla="*/ 550099 w 552481"/>
                <a:gd name="connsiteY0-152" fmla="*/ 0 h 1585520"/>
                <a:gd name="connsiteX1-153" fmla="*/ 550454 w 552481"/>
                <a:gd name="connsiteY1-154" fmla="*/ 236086 h 1585520"/>
                <a:gd name="connsiteX2-155" fmla="*/ 488816 w 552481"/>
                <a:gd name="connsiteY2-156" fmla="*/ 193543 h 1585520"/>
                <a:gd name="connsiteX3-157" fmla="*/ 550466 w 552481"/>
                <a:gd name="connsiteY3-158" fmla="*/ 244157 h 1585520"/>
                <a:gd name="connsiteX4-159" fmla="*/ 550735 w 552481"/>
                <a:gd name="connsiteY4-160" fmla="*/ 423083 h 1585520"/>
                <a:gd name="connsiteX5-161" fmla="*/ 440807 w 552481"/>
                <a:gd name="connsiteY5-162" fmla="*/ 347209 h 1585520"/>
                <a:gd name="connsiteX6-163" fmla="*/ 550756 w 552481"/>
                <a:gd name="connsiteY6-164" fmla="*/ 437477 h 1585520"/>
                <a:gd name="connsiteX7-165" fmla="*/ 551026 w 552481"/>
                <a:gd name="connsiteY7-166" fmla="*/ 616991 h 1585520"/>
                <a:gd name="connsiteX8-167" fmla="*/ 372197 w 552481"/>
                <a:gd name="connsiteY8-168" fmla="*/ 491984 h 1585520"/>
                <a:gd name="connsiteX9-169" fmla="*/ 551056 w 552481"/>
                <a:gd name="connsiteY9-170" fmla="*/ 637056 h 1585520"/>
                <a:gd name="connsiteX10-171" fmla="*/ 551331 w 552481"/>
                <a:gd name="connsiteY10-172" fmla="*/ 819782 h 1585520"/>
                <a:gd name="connsiteX11-173" fmla="*/ 270832 w 552481"/>
                <a:gd name="connsiteY11-174" fmla="*/ 619203 h 1585520"/>
                <a:gd name="connsiteX12-175" fmla="*/ 551364 w 552481"/>
                <a:gd name="connsiteY12-176" fmla="*/ 841805 h 1585520"/>
                <a:gd name="connsiteX13-177" fmla="*/ 551613 w 552481"/>
                <a:gd name="connsiteY13-178" fmla="*/ 1007603 h 1585520"/>
                <a:gd name="connsiteX14-179" fmla="*/ 184579 w 552481"/>
                <a:gd name="connsiteY14-180" fmla="*/ 741931 h 1585520"/>
                <a:gd name="connsiteX15-181" fmla="*/ 551646 w 552481"/>
                <a:gd name="connsiteY15-182" fmla="*/ 1029766 h 1585520"/>
                <a:gd name="connsiteX16-183" fmla="*/ 507056 w 552481"/>
                <a:gd name="connsiteY16-184" fmla="*/ 1169267 h 1585520"/>
                <a:gd name="connsiteX17-185" fmla="*/ 119129 w 552481"/>
                <a:gd name="connsiteY17-186" fmla="*/ 889458 h 1585520"/>
                <a:gd name="connsiteX18-187" fmla="*/ 504472 w 552481"/>
                <a:gd name="connsiteY18-188" fmla="*/ 1198018 h 1585520"/>
                <a:gd name="connsiteX19-189" fmla="*/ 519836 w 552481"/>
                <a:gd name="connsiteY19-190" fmla="*/ 1370630 h 1585520"/>
                <a:gd name="connsiteX20-191" fmla="*/ 184579 w 552481"/>
                <a:gd name="connsiteY20-192" fmla="*/ 1132651 h 1585520"/>
                <a:gd name="connsiteX21-193" fmla="*/ 509865 w 552481"/>
                <a:gd name="connsiteY21-194" fmla="*/ 1387661 h 1585520"/>
                <a:gd name="connsiteX22-195" fmla="*/ 552481 w 552481"/>
                <a:gd name="connsiteY22-196" fmla="*/ 1585328 h 1585520"/>
                <a:gd name="connsiteX23-197" fmla="*/ 103908 w 552481"/>
                <a:gd name="connsiteY23-198" fmla="*/ 1357263 h 1585520"/>
                <a:gd name="connsiteX24-199" fmla="*/ 550099 w 552481"/>
                <a:gd name="connsiteY24-200" fmla="*/ 0 h 1585520"/>
                <a:gd name="connsiteX0-201" fmla="*/ 550099 w 552481"/>
                <a:gd name="connsiteY0-202" fmla="*/ 0 h 1585520"/>
                <a:gd name="connsiteX1-203" fmla="*/ 550454 w 552481"/>
                <a:gd name="connsiteY1-204" fmla="*/ 236086 h 1585520"/>
                <a:gd name="connsiteX2-205" fmla="*/ 488816 w 552481"/>
                <a:gd name="connsiteY2-206" fmla="*/ 193543 h 1585520"/>
                <a:gd name="connsiteX3-207" fmla="*/ 550466 w 552481"/>
                <a:gd name="connsiteY3-208" fmla="*/ 244157 h 1585520"/>
                <a:gd name="connsiteX4-209" fmla="*/ 550735 w 552481"/>
                <a:gd name="connsiteY4-210" fmla="*/ 423083 h 1585520"/>
                <a:gd name="connsiteX5-211" fmla="*/ 440807 w 552481"/>
                <a:gd name="connsiteY5-212" fmla="*/ 347209 h 1585520"/>
                <a:gd name="connsiteX6-213" fmla="*/ 550756 w 552481"/>
                <a:gd name="connsiteY6-214" fmla="*/ 437477 h 1585520"/>
                <a:gd name="connsiteX7-215" fmla="*/ 551026 w 552481"/>
                <a:gd name="connsiteY7-216" fmla="*/ 616991 h 1585520"/>
                <a:gd name="connsiteX8-217" fmla="*/ 372197 w 552481"/>
                <a:gd name="connsiteY8-218" fmla="*/ 491984 h 1585520"/>
                <a:gd name="connsiteX9-219" fmla="*/ 551056 w 552481"/>
                <a:gd name="connsiteY9-220" fmla="*/ 637056 h 1585520"/>
                <a:gd name="connsiteX10-221" fmla="*/ 551331 w 552481"/>
                <a:gd name="connsiteY10-222" fmla="*/ 819782 h 1585520"/>
                <a:gd name="connsiteX11-223" fmla="*/ 270832 w 552481"/>
                <a:gd name="connsiteY11-224" fmla="*/ 619203 h 1585520"/>
                <a:gd name="connsiteX12-225" fmla="*/ 551364 w 552481"/>
                <a:gd name="connsiteY12-226" fmla="*/ 841805 h 1585520"/>
                <a:gd name="connsiteX13-227" fmla="*/ 551613 w 552481"/>
                <a:gd name="connsiteY13-228" fmla="*/ 1007603 h 1585520"/>
                <a:gd name="connsiteX14-229" fmla="*/ 184579 w 552481"/>
                <a:gd name="connsiteY14-230" fmla="*/ 741931 h 1585520"/>
                <a:gd name="connsiteX15-231" fmla="*/ 521700 w 552481"/>
                <a:gd name="connsiteY15-232" fmla="*/ 1009232 h 1585520"/>
                <a:gd name="connsiteX16-233" fmla="*/ 507056 w 552481"/>
                <a:gd name="connsiteY16-234" fmla="*/ 1169267 h 1585520"/>
                <a:gd name="connsiteX17-235" fmla="*/ 119129 w 552481"/>
                <a:gd name="connsiteY17-236" fmla="*/ 889458 h 1585520"/>
                <a:gd name="connsiteX18-237" fmla="*/ 504472 w 552481"/>
                <a:gd name="connsiteY18-238" fmla="*/ 1198018 h 1585520"/>
                <a:gd name="connsiteX19-239" fmla="*/ 519836 w 552481"/>
                <a:gd name="connsiteY19-240" fmla="*/ 1370630 h 1585520"/>
                <a:gd name="connsiteX20-241" fmla="*/ 184579 w 552481"/>
                <a:gd name="connsiteY20-242" fmla="*/ 1132651 h 1585520"/>
                <a:gd name="connsiteX21-243" fmla="*/ 509865 w 552481"/>
                <a:gd name="connsiteY21-244" fmla="*/ 1387661 h 1585520"/>
                <a:gd name="connsiteX22-245" fmla="*/ 552481 w 552481"/>
                <a:gd name="connsiteY22-246" fmla="*/ 1585328 h 1585520"/>
                <a:gd name="connsiteX23-247" fmla="*/ 103908 w 552481"/>
                <a:gd name="connsiteY23-248" fmla="*/ 1357263 h 1585520"/>
                <a:gd name="connsiteX24-249" fmla="*/ 550099 w 552481"/>
                <a:gd name="connsiteY24-250" fmla="*/ 0 h 1585520"/>
                <a:gd name="connsiteX0-251" fmla="*/ 550099 w 552481"/>
                <a:gd name="connsiteY0-252" fmla="*/ 0 h 1585520"/>
                <a:gd name="connsiteX1-253" fmla="*/ 550454 w 552481"/>
                <a:gd name="connsiteY1-254" fmla="*/ 236086 h 1585520"/>
                <a:gd name="connsiteX2-255" fmla="*/ 488816 w 552481"/>
                <a:gd name="connsiteY2-256" fmla="*/ 193543 h 1585520"/>
                <a:gd name="connsiteX3-257" fmla="*/ 550466 w 552481"/>
                <a:gd name="connsiteY3-258" fmla="*/ 244157 h 1585520"/>
                <a:gd name="connsiteX4-259" fmla="*/ 550735 w 552481"/>
                <a:gd name="connsiteY4-260" fmla="*/ 423083 h 1585520"/>
                <a:gd name="connsiteX5-261" fmla="*/ 440807 w 552481"/>
                <a:gd name="connsiteY5-262" fmla="*/ 347209 h 1585520"/>
                <a:gd name="connsiteX6-263" fmla="*/ 550756 w 552481"/>
                <a:gd name="connsiteY6-264" fmla="*/ 437477 h 1585520"/>
                <a:gd name="connsiteX7-265" fmla="*/ 551026 w 552481"/>
                <a:gd name="connsiteY7-266" fmla="*/ 616991 h 1585520"/>
                <a:gd name="connsiteX8-267" fmla="*/ 372197 w 552481"/>
                <a:gd name="connsiteY8-268" fmla="*/ 491984 h 1585520"/>
                <a:gd name="connsiteX9-269" fmla="*/ 551056 w 552481"/>
                <a:gd name="connsiteY9-270" fmla="*/ 637056 h 1585520"/>
                <a:gd name="connsiteX10-271" fmla="*/ 551331 w 552481"/>
                <a:gd name="connsiteY10-272" fmla="*/ 819782 h 1585520"/>
                <a:gd name="connsiteX11-273" fmla="*/ 270832 w 552481"/>
                <a:gd name="connsiteY11-274" fmla="*/ 619203 h 1585520"/>
                <a:gd name="connsiteX12-275" fmla="*/ 551364 w 552481"/>
                <a:gd name="connsiteY12-276" fmla="*/ 841805 h 1585520"/>
                <a:gd name="connsiteX13-277" fmla="*/ 534221 w 552481"/>
                <a:gd name="connsiteY13-278" fmla="*/ 989751 h 1585520"/>
                <a:gd name="connsiteX14-279" fmla="*/ 184579 w 552481"/>
                <a:gd name="connsiteY14-280" fmla="*/ 741931 h 1585520"/>
                <a:gd name="connsiteX15-281" fmla="*/ 521700 w 552481"/>
                <a:gd name="connsiteY15-282" fmla="*/ 1009232 h 1585520"/>
                <a:gd name="connsiteX16-283" fmla="*/ 507056 w 552481"/>
                <a:gd name="connsiteY16-284" fmla="*/ 1169267 h 1585520"/>
                <a:gd name="connsiteX17-285" fmla="*/ 119129 w 552481"/>
                <a:gd name="connsiteY17-286" fmla="*/ 889458 h 1585520"/>
                <a:gd name="connsiteX18-287" fmla="*/ 504472 w 552481"/>
                <a:gd name="connsiteY18-288" fmla="*/ 1198018 h 1585520"/>
                <a:gd name="connsiteX19-289" fmla="*/ 519836 w 552481"/>
                <a:gd name="connsiteY19-290" fmla="*/ 1370630 h 1585520"/>
                <a:gd name="connsiteX20-291" fmla="*/ 184579 w 552481"/>
                <a:gd name="connsiteY20-292" fmla="*/ 1132651 h 1585520"/>
                <a:gd name="connsiteX21-293" fmla="*/ 509865 w 552481"/>
                <a:gd name="connsiteY21-294" fmla="*/ 1387661 h 1585520"/>
                <a:gd name="connsiteX22-295" fmla="*/ 552481 w 552481"/>
                <a:gd name="connsiteY22-296" fmla="*/ 1585328 h 1585520"/>
                <a:gd name="connsiteX23-297" fmla="*/ 103908 w 552481"/>
                <a:gd name="connsiteY23-298" fmla="*/ 1357263 h 1585520"/>
                <a:gd name="connsiteX24-299" fmla="*/ 550099 w 552481"/>
                <a:gd name="connsiteY24-300" fmla="*/ 0 h 1585520"/>
                <a:gd name="connsiteX0-301" fmla="*/ 550099 w 552481"/>
                <a:gd name="connsiteY0-302" fmla="*/ 0 h 1585520"/>
                <a:gd name="connsiteX1-303" fmla="*/ 550454 w 552481"/>
                <a:gd name="connsiteY1-304" fmla="*/ 236086 h 1585520"/>
                <a:gd name="connsiteX2-305" fmla="*/ 488816 w 552481"/>
                <a:gd name="connsiteY2-306" fmla="*/ 193543 h 1585520"/>
                <a:gd name="connsiteX3-307" fmla="*/ 550466 w 552481"/>
                <a:gd name="connsiteY3-308" fmla="*/ 244157 h 1585520"/>
                <a:gd name="connsiteX4-309" fmla="*/ 550735 w 552481"/>
                <a:gd name="connsiteY4-310" fmla="*/ 423083 h 1585520"/>
                <a:gd name="connsiteX5-311" fmla="*/ 440807 w 552481"/>
                <a:gd name="connsiteY5-312" fmla="*/ 347209 h 1585520"/>
                <a:gd name="connsiteX6-313" fmla="*/ 550756 w 552481"/>
                <a:gd name="connsiteY6-314" fmla="*/ 437477 h 1585520"/>
                <a:gd name="connsiteX7-315" fmla="*/ 551026 w 552481"/>
                <a:gd name="connsiteY7-316" fmla="*/ 616991 h 1585520"/>
                <a:gd name="connsiteX8-317" fmla="*/ 372197 w 552481"/>
                <a:gd name="connsiteY8-318" fmla="*/ 491984 h 1585520"/>
                <a:gd name="connsiteX9-319" fmla="*/ 551056 w 552481"/>
                <a:gd name="connsiteY9-320" fmla="*/ 637056 h 1585520"/>
                <a:gd name="connsiteX10-321" fmla="*/ 551331 w 552481"/>
                <a:gd name="connsiteY10-322" fmla="*/ 819782 h 1585520"/>
                <a:gd name="connsiteX11-323" fmla="*/ 270832 w 552481"/>
                <a:gd name="connsiteY11-324" fmla="*/ 619203 h 1585520"/>
                <a:gd name="connsiteX12-325" fmla="*/ 501344 w 552481"/>
                <a:gd name="connsiteY12-326" fmla="*/ 815973 h 1585520"/>
                <a:gd name="connsiteX13-327" fmla="*/ 534221 w 552481"/>
                <a:gd name="connsiteY13-328" fmla="*/ 989751 h 1585520"/>
                <a:gd name="connsiteX14-329" fmla="*/ 184579 w 552481"/>
                <a:gd name="connsiteY14-330" fmla="*/ 741931 h 1585520"/>
                <a:gd name="connsiteX15-331" fmla="*/ 521700 w 552481"/>
                <a:gd name="connsiteY15-332" fmla="*/ 1009232 h 1585520"/>
                <a:gd name="connsiteX16-333" fmla="*/ 507056 w 552481"/>
                <a:gd name="connsiteY16-334" fmla="*/ 1169267 h 1585520"/>
                <a:gd name="connsiteX17-335" fmla="*/ 119129 w 552481"/>
                <a:gd name="connsiteY17-336" fmla="*/ 889458 h 1585520"/>
                <a:gd name="connsiteX18-337" fmla="*/ 504472 w 552481"/>
                <a:gd name="connsiteY18-338" fmla="*/ 1198018 h 1585520"/>
                <a:gd name="connsiteX19-339" fmla="*/ 519836 w 552481"/>
                <a:gd name="connsiteY19-340" fmla="*/ 1370630 h 1585520"/>
                <a:gd name="connsiteX20-341" fmla="*/ 184579 w 552481"/>
                <a:gd name="connsiteY20-342" fmla="*/ 1132651 h 1585520"/>
                <a:gd name="connsiteX21-343" fmla="*/ 509865 w 552481"/>
                <a:gd name="connsiteY21-344" fmla="*/ 1387661 h 1585520"/>
                <a:gd name="connsiteX22-345" fmla="*/ 552481 w 552481"/>
                <a:gd name="connsiteY22-346" fmla="*/ 1585328 h 1585520"/>
                <a:gd name="connsiteX23-347" fmla="*/ 103908 w 552481"/>
                <a:gd name="connsiteY23-348" fmla="*/ 1357263 h 1585520"/>
                <a:gd name="connsiteX24-349" fmla="*/ 550099 w 552481"/>
                <a:gd name="connsiteY24-350" fmla="*/ 0 h 1585520"/>
                <a:gd name="connsiteX0-351" fmla="*/ 550099 w 552481"/>
                <a:gd name="connsiteY0-352" fmla="*/ 0 h 1585520"/>
                <a:gd name="connsiteX1-353" fmla="*/ 550454 w 552481"/>
                <a:gd name="connsiteY1-354" fmla="*/ 236086 h 1585520"/>
                <a:gd name="connsiteX2-355" fmla="*/ 488816 w 552481"/>
                <a:gd name="connsiteY2-356" fmla="*/ 193543 h 1585520"/>
                <a:gd name="connsiteX3-357" fmla="*/ 550466 w 552481"/>
                <a:gd name="connsiteY3-358" fmla="*/ 244157 h 1585520"/>
                <a:gd name="connsiteX4-359" fmla="*/ 550735 w 552481"/>
                <a:gd name="connsiteY4-360" fmla="*/ 423083 h 1585520"/>
                <a:gd name="connsiteX5-361" fmla="*/ 440807 w 552481"/>
                <a:gd name="connsiteY5-362" fmla="*/ 347209 h 1585520"/>
                <a:gd name="connsiteX6-363" fmla="*/ 550756 w 552481"/>
                <a:gd name="connsiteY6-364" fmla="*/ 437477 h 1585520"/>
                <a:gd name="connsiteX7-365" fmla="*/ 551026 w 552481"/>
                <a:gd name="connsiteY7-366" fmla="*/ 616991 h 1585520"/>
                <a:gd name="connsiteX8-367" fmla="*/ 372197 w 552481"/>
                <a:gd name="connsiteY8-368" fmla="*/ 491984 h 1585520"/>
                <a:gd name="connsiteX9-369" fmla="*/ 551056 w 552481"/>
                <a:gd name="connsiteY9-370" fmla="*/ 637056 h 1585520"/>
                <a:gd name="connsiteX10-371" fmla="*/ 508896 w 552481"/>
                <a:gd name="connsiteY10-372" fmla="*/ 791532 h 1585520"/>
                <a:gd name="connsiteX11-373" fmla="*/ 270832 w 552481"/>
                <a:gd name="connsiteY11-374" fmla="*/ 619203 h 1585520"/>
                <a:gd name="connsiteX12-375" fmla="*/ 501344 w 552481"/>
                <a:gd name="connsiteY12-376" fmla="*/ 815973 h 1585520"/>
                <a:gd name="connsiteX13-377" fmla="*/ 534221 w 552481"/>
                <a:gd name="connsiteY13-378" fmla="*/ 989751 h 1585520"/>
                <a:gd name="connsiteX14-379" fmla="*/ 184579 w 552481"/>
                <a:gd name="connsiteY14-380" fmla="*/ 741931 h 1585520"/>
                <a:gd name="connsiteX15-381" fmla="*/ 521700 w 552481"/>
                <a:gd name="connsiteY15-382" fmla="*/ 1009232 h 1585520"/>
                <a:gd name="connsiteX16-383" fmla="*/ 507056 w 552481"/>
                <a:gd name="connsiteY16-384" fmla="*/ 1169267 h 1585520"/>
                <a:gd name="connsiteX17-385" fmla="*/ 119129 w 552481"/>
                <a:gd name="connsiteY17-386" fmla="*/ 889458 h 1585520"/>
                <a:gd name="connsiteX18-387" fmla="*/ 504472 w 552481"/>
                <a:gd name="connsiteY18-388" fmla="*/ 1198018 h 1585520"/>
                <a:gd name="connsiteX19-389" fmla="*/ 519836 w 552481"/>
                <a:gd name="connsiteY19-390" fmla="*/ 1370630 h 1585520"/>
                <a:gd name="connsiteX20-391" fmla="*/ 184579 w 552481"/>
                <a:gd name="connsiteY20-392" fmla="*/ 1132651 h 1585520"/>
                <a:gd name="connsiteX21-393" fmla="*/ 509865 w 552481"/>
                <a:gd name="connsiteY21-394" fmla="*/ 1387661 h 1585520"/>
                <a:gd name="connsiteX22-395" fmla="*/ 552481 w 552481"/>
                <a:gd name="connsiteY22-396" fmla="*/ 1585328 h 1585520"/>
                <a:gd name="connsiteX23-397" fmla="*/ 103908 w 552481"/>
                <a:gd name="connsiteY23-398" fmla="*/ 1357263 h 1585520"/>
                <a:gd name="connsiteX24-399" fmla="*/ 550099 w 552481"/>
                <a:gd name="connsiteY24-400" fmla="*/ 0 h 1585520"/>
                <a:gd name="connsiteX0-401" fmla="*/ 550099 w 552481"/>
                <a:gd name="connsiteY0-402" fmla="*/ 0 h 1585520"/>
                <a:gd name="connsiteX1-403" fmla="*/ 550454 w 552481"/>
                <a:gd name="connsiteY1-404" fmla="*/ 236086 h 1585520"/>
                <a:gd name="connsiteX2-405" fmla="*/ 488816 w 552481"/>
                <a:gd name="connsiteY2-406" fmla="*/ 193543 h 1585520"/>
                <a:gd name="connsiteX3-407" fmla="*/ 550466 w 552481"/>
                <a:gd name="connsiteY3-408" fmla="*/ 244157 h 1585520"/>
                <a:gd name="connsiteX4-409" fmla="*/ 550735 w 552481"/>
                <a:gd name="connsiteY4-410" fmla="*/ 423083 h 1585520"/>
                <a:gd name="connsiteX5-411" fmla="*/ 440807 w 552481"/>
                <a:gd name="connsiteY5-412" fmla="*/ 347209 h 1585520"/>
                <a:gd name="connsiteX6-413" fmla="*/ 550756 w 552481"/>
                <a:gd name="connsiteY6-414" fmla="*/ 437477 h 1585520"/>
                <a:gd name="connsiteX7-415" fmla="*/ 551026 w 552481"/>
                <a:gd name="connsiteY7-416" fmla="*/ 616991 h 1585520"/>
                <a:gd name="connsiteX8-417" fmla="*/ 372197 w 552481"/>
                <a:gd name="connsiteY8-418" fmla="*/ 491984 h 1585520"/>
                <a:gd name="connsiteX9-419" fmla="*/ 521176 w 552481"/>
                <a:gd name="connsiteY9-420" fmla="*/ 611487 h 1585520"/>
                <a:gd name="connsiteX10-421" fmla="*/ 508896 w 552481"/>
                <a:gd name="connsiteY10-422" fmla="*/ 791532 h 1585520"/>
                <a:gd name="connsiteX11-423" fmla="*/ 270832 w 552481"/>
                <a:gd name="connsiteY11-424" fmla="*/ 619203 h 1585520"/>
                <a:gd name="connsiteX12-425" fmla="*/ 501344 w 552481"/>
                <a:gd name="connsiteY12-426" fmla="*/ 815973 h 1585520"/>
                <a:gd name="connsiteX13-427" fmla="*/ 534221 w 552481"/>
                <a:gd name="connsiteY13-428" fmla="*/ 989751 h 1585520"/>
                <a:gd name="connsiteX14-429" fmla="*/ 184579 w 552481"/>
                <a:gd name="connsiteY14-430" fmla="*/ 741931 h 1585520"/>
                <a:gd name="connsiteX15-431" fmla="*/ 521700 w 552481"/>
                <a:gd name="connsiteY15-432" fmla="*/ 1009232 h 1585520"/>
                <a:gd name="connsiteX16-433" fmla="*/ 507056 w 552481"/>
                <a:gd name="connsiteY16-434" fmla="*/ 1169267 h 1585520"/>
                <a:gd name="connsiteX17-435" fmla="*/ 119129 w 552481"/>
                <a:gd name="connsiteY17-436" fmla="*/ 889458 h 1585520"/>
                <a:gd name="connsiteX18-437" fmla="*/ 504472 w 552481"/>
                <a:gd name="connsiteY18-438" fmla="*/ 1198018 h 1585520"/>
                <a:gd name="connsiteX19-439" fmla="*/ 519836 w 552481"/>
                <a:gd name="connsiteY19-440" fmla="*/ 1370630 h 1585520"/>
                <a:gd name="connsiteX20-441" fmla="*/ 184579 w 552481"/>
                <a:gd name="connsiteY20-442" fmla="*/ 1132651 h 1585520"/>
                <a:gd name="connsiteX21-443" fmla="*/ 509865 w 552481"/>
                <a:gd name="connsiteY21-444" fmla="*/ 1387661 h 1585520"/>
                <a:gd name="connsiteX22-445" fmla="*/ 552481 w 552481"/>
                <a:gd name="connsiteY22-446" fmla="*/ 1585328 h 1585520"/>
                <a:gd name="connsiteX23-447" fmla="*/ 103908 w 552481"/>
                <a:gd name="connsiteY23-448" fmla="*/ 1357263 h 1585520"/>
                <a:gd name="connsiteX24-449" fmla="*/ 550099 w 552481"/>
                <a:gd name="connsiteY24-450" fmla="*/ 0 h 1585520"/>
                <a:gd name="connsiteX0-451" fmla="*/ 550099 w 552481"/>
                <a:gd name="connsiteY0-452" fmla="*/ 0 h 1585520"/>
                <a:gd name="connsiteX1-453" fmla="*/ 550454 w 552481"/>
                <a:gd name="connsiteY1-454" fmla="*/ 236086 h 1585520"/>
                <a:gd name="connsiteX2-455" fmla="*/ 488816 w 552481"/>
                <a:gd name="connsiteY2-456" fmla="*/ 193543 h 1585520"/>
                <a:gd name="connsiteX3-457" fmla="*/ 550466 w 552481"/>
                <a:gd name="connsiteY3-458" fmla="*/ 244157 h 1585520"/>
                <a:gd name="connsiteX4-459" fmla="*/ 550735 w 552481"/>
                <a:gd name="connsiteY4-460" fmla="*/ 423083 h 1585520"/>
                <a:gd name="connsiteX5-461" fmla="*/ 440807 w 552481"/>
                <a:gd name="connsiteY5-462" fmla="*/ 347209 h 1585520"/>
                <a:gd name="connsiteX6-463" fmla="*/ 550756 w 552481"/>
                <a:gd name="connsiteY6-464" fmla="*/ 437477 h 1585520"/>
                <a:gd name="connsiteX7-465" fmla="*/ 523630 w 552481"/>
                <a:gd name="connsiteY7-466" fmla="*/ 593972 h 1585520"/>
                <a:gd name="connsiteX8-467" fmla="*/ 372197 w 552481"/>
                <a:gd name="connsiteY8-468" fmla="*/ 491984 h 1585520"/>
                <a:gd name="connsiteX9-469" fmla="*/ 521176 w 552481"/>
                <a:gd name="connsiteY9-470" fmla="*/ 611487 h 1585520"/>
                <a:gd name="connsiteX10-471" fmla="*/ 508896 w 552481"/>
                <a:gd name="connsiteY10-472" fmla="*/ 791532 h 1585520"/>
                <a:gd name="connsiteX11-473" fmla="*/ 270832 w 552481"/>
                <a:gd name="connsiteY11-474" fmla="*/ 619203 h 1585520"/>
                <a:gd name="connsiteX12-475" fmla="*/ 501344 w 552481"/>
                <a:gd name="connsiteY12-476" fmla="*/ 815973 h 1585520"/>
                <a:gd name="connsiteX13-477" fmla="*/ 534221 w 552481"/>
                <a:gd name="connsiteY13-478" fmla="*/ 989751 h 1585520"/>
                <a:gd name="connsiteX14-479" fmla="*/ 184579 w 552481"/>
                <a:gd name="connsiteY14-480" fmla="*/ 741931 h 1585520"/>
                <a:gd name="connsiteX15-481" fmla="*/ 521700 w 552481"/>
                <a:gd name="connsiteY15-482" fmla="*/ 1009232 h 1585520"/>
                <a:gd name="connsiteX16-483" fmla="*/ 507056 w 552481"/>
                <a:gd name="connsiteY16-484" fmla="*/ 1169267 h 1585520"/>
                <a:gd name="connsiteX17-485" fmla="*/ 119129 w 552481"/>
                <a:gd name="connsiteY17-486" fmla="*/ 889458 h 1585520"/>
                <a:gd name="connsiteX18-487" fmla="*/ 504472 w 552481"/>
                <a:gd name="connsiteY18-488" fmla="*/ 1198018 h 1585520"/>
                <a:gd name="connsiteX19-489" fmla="*/ 519836 w 552481"/>
                <a:gd name="connsiteY19-490" fmla="*/ 1370630 h 1585520"/>
                <a:gd name="connsiteX20-491" fmla="*/ 184579 w 552481"/>
                <a:gd name="connsiteY20-492" fmla="*/ 1132651 h 1585520"/>
                <a:gd name="connsiteX21-493" fmla="*/ 509865 w 552481"/>
                <a:gd name="connsiteY21-494" fmla="*/ 1387661 h 1585520"/>
                <a:gd name="connsiteX22-495" fmla="*/ 552481 w 552481"/>
                <a:gd name="connsiteY22-496" fmla="*/ 1585328 h 1585520"/>
                <a:gd name="connsiteX23-497" fmla="*/ 103908 w 552481"/>
                <a:gd name="connsiteY23-498" fmla="*/ 1357263 h 1585520"/>
                <a:gd name="connsiteX24-499" fmla="*/ 550099 w 552481"/>
                <a:gd name="connsiteY24-500" fmla="*/ 0 h 1585520"/>
                <a:gd name="connsiteX0-501" fmla="*/ 550099 w 552481"/>
                <a:gd name="connsiteY0-502" fmla="*/ 0 h 1585520"/>
                <a:gd name="connsiteX1-503" fmla="*/ 550454 w 552481"/>
                <a:gd name="connsiteY1-504" fmla="*/ 236086 h 1585520"/>
                <a:gd name="connsiteX2-505" fmla="*/ 488816 w 552481"/>
                <a:gd name="connsiteY2-506" fmla="*/ 193543 h 1585520"/>
                <a:gd name="connsiteX3-507" fmla="*/ 550466 w 552481"/>
                <a:gd name="connsiteY3-508" fmla="*/ 244157 h 1585520"/>
                <a:gd name="connsiteX4-509" fmla="*/ 550735 w 552481"/>
                <a:gd name="connsiteY4-510" fmla="*/ 423083 h 1585520"/>
                <a:gd name="connsiteX5-511" fmla="*/ 440807 w 552481"/>
                <a:gd name="connsiteY5-512" fmla="*/ 347209 h 1585520"/>
                <a:gd name="connsiteX6-513" fmla="*/ 530748 w 552481"/>
                <a:gd name="connsiteY6-514" fmla="*/ 427144 h 1585520"/>
                <a:gd name="connsiteX7-515" fmla="*/ 523630 w 552481"/>
                <a:gd name="connsiteY7-516" fmla="*/ 593972 h 1585520"/>
                <a:gd name="connsiteX8-517" fmla="*/ 372197 w 552481"/>
                <a:gd name="connsiteY8-518" fmla="*/ 491984 h 1585520"/>
                <a:gd name="connsiteX9-519" fmla="*/ 521176 w 552481"/>
                <a:gd name="connsiteY9-520" fmla="*/ 611487 h 1585520"/>
                <a:gd name="connsiteX10-521" fmla="*/ 508896 w 552481"/>
                <a:gd name="connsiteY10-522" fmla="*/ 791532 h 1585520"/>
                <a:gd name="connsiteX11-523" fmla="*/ 270832 w 552481"/>
                <a:gd name="connsiteY11-524" fmla="*/ 619203 h 1585520"/>
                <a:gd name="connsiteX12-525" fmla="*/ 501344 w 552481"/>
                <a:gd name="connsiteY12-526" fmla="*/ 815973 h 1585520"/>
                <a:gd name="connsiteX13-527" fmla="*/ 534221 w 552481"/>
                <a:gd name="connsiteY13-528" fmla="*/ 989751 h 1585520"/>
                <a:gd name="connsiteX14-529" fmla="*/ 184579 w 552481"/>
                <a:gd name="connsiteY14-530" fmla="*/ 741931 h 1585520"/>
                <a:gd name="connsiteX15-531" fmla="*/ 521700 w 552481"/>
                <a:gd name="connsiteY15-532" fmla="*/ 1009232 h 1585520"/>
                <a:gd name="connsiteX16-533" fmla="*/ 507056 w 552481"/>
                <a:gd name="connsiteY16-534" fmla="*/ 1169267 h 1585520"/>
                <a:gd name="connsiteX17-535" fmla="*/ 119129 w 552481"/>
                <a:gd name="connsiteY17-536" fmla="*/ 889458 h 1585520"/>
                <a:gd name="connsiteX18-537" fmla="*/ 504472 w 552481"/>
                <a:gd name="connsiteY18-538" fmla="*/ 1198018 h 1585520"/>
                <a:gd name="connsiteX19-539" fmla="*/ 519836 w 552481"/>
                <a:gd name="connsiteY19-540" fmla="*/ 1370630 h 1585520"/>
                <a:gd name="connsiteX20-541" fmla="*/ 184579 w 552481"/>
                <a:gd name="connsiteY20-542" fmla="*/ 1132651 h 1585520"/>
                <a:gd name="connsiteX21-543" fmla="*/ 509865 w 552481"/>
                <a:gd name="connsiteY21-544" fmla="*/ 1387661 h 1585520"/>
                <a:gd name="connsiteX22-545" fmla="*/ 552481 w 552481"/>
                <a:gd name="connsiteY22-546" fmla="*/ 1585328 h 1585520"/>
                <a:gd name="connsiteX23-547" fmla="*/ 103908 w 552481"/>
                <a:gd name="connsiteY23-548" fmla="*/ 1357263 h 1585520"/>
                <a:gd name="connsiteX24-549" fmla="*/ 550099 w 552481"/>
                <a:gd name="connsiteY24-550" fmla="*/ 0 h 1585520"/>
                <a:gd name="connsiteX0-551" fmla="*/ 550099 w 552481"/>
                <a:gd name="connsiteY0-552" fmla="*/ 0 h 1585520"/>
                <a:gd name="connsiteX1-553" fmla="*/ 550454 w 552481"/>
                <a:gd name="connsiteY1-554" fmla="*/ 236086 h 1585520"/>
                <a:gd name="connsiteX2-555" fmla="*/ 488816 w 552481"/>
                <a:gd name="connsiteY2-556" fmla="*/ 193543 h 1585520"/>
                <a:gd name="connsiteX3-557" fmla="*/ 550466 w 552481"/>
                <a:gd name="connsiteY3-558" fmla="*/ 244157 h 1585520"/>
                <a:gd name="connsiteX4-559" fmla="*/ 528440 w 552481"/>
                <a:gd name="connsiteY4-560" fmla="*/ 395095 h 1585520"/>
                <a:gd name="connsiteX5-561" fmla="*/ 440807 w 552481"/>
                <a:gd name="connsiteY5-562" fmla="*/ 347209 h 1585520"/>
                <a:gd name="connsiteX6-563" fmla="*/ 530748 w 552481"/>
                <a:gd name="connsiteY6-564" fmla="*/ 427144 h 1585520"/>
                <a:gd name="connsiteX7-565" fmla="*/ 523630 w 552481"/>
                <a:gd name="connsiteY7-566" fmla="*/ 593972 h 1585520"/>
                <a:gd name="connsiteX8-567" fmla="*/ 372197 w 552481"/>
                <a:gd name="connsiteY8-568" fmla="*/ 491984 h 1585520"/>
                <a:gd name="connsiteX9-569" fmla="*/ 521176 w 552481"/>
                <a:gd name="connsiteY9-570" fmla="*/ 611487 h 1585520"/>
                <a:gd name="connsiteX10-571" fmla="*/ 508896 w 552481"/>
                <a:gd name="connsiteY10-572" fmla="*/ 791532 h 1585520"/>
                <a:gd name="connsiteX11-573" fmla="*/ 270832 w 552481"/>
                <a:gd name="connsiteY11-574" fmla="*/ 619203 h 1585520"/>
                <a:gd name="connsiteX12-575" fmla="*/ 501344 w 552481"/>
                <a:gd name="connsiteY12-576" fmla="*/ 815973 h 1585520"/>
                <a:gd name="connsiteX13-577" fmla="*/ 534221 w 552481"/>
                <a:gd name="connsiteY13-578" fmla="*/ 989751 h 1585520"/>
                <a:gd name="connsiteX14-579" fmla="*/ 184579 w 552481"/>
                <a:gd name="connsiteY14-580" fmla="*/ 741931 h 1585520"/>
                <a:gd name="connsiteX15-581" fmla="*/ 521700 w 552481"/>
                <a:gd name="connsiteY15-582" fmla="*/ 1009232 h 1585520"/>
                <a:gd name="connsiteX16-583" fmla="*/ 507056 w 552481"/>
                <a:gd name="connsiteY16-584" fmla="*/ 1169267 h 1585520"/>
                <a:gd name="connsiteX17-585" fmla="*/ 119129 w 552481"/>
                <a:gd name="connsiteY17-586" fmla="*/ 889458 h 1585520"/>
                <a:gd name="connsiteX18-587" fmla="*/ 504472 w 552481"/>
                <a:gd name="connsiteY18-588" fmla="*/ 1198018 h 1585520"/>
                <a:gd name="connsiteX19-589" fmla="*/ 519836 w 552481"/>
                <a:gd name="connsiteY19-590" fmla="*/ 1370630 h 1585520"/>
                <a:gd name="connsiteX20-591" fmla="*/ 184579 w 552481"/>
                <a:gd name="connsiteY20-592" fmla="*/ 1132651 h 1585520"/>
                <a:gd name="connsiteX21-593" fmla="*/ 509865 w 552481"/>
                <a:gd name="connsiteY21-594" fmla="*/ 1387661 h 1585520"/>
                <a:gd name="connsiteX22-595" fmla="*/ 552481 w 552481"/>
                <a:gd name="connsiteY22-596" fmla="*/ 1585328 h 1585520"/>
                <a:gd name="connsiteX23-597" fmla="*/ 103908 w 552481"/>
                <a:gd name="connsiteY23-598" fmla="*/ 1357263 h 1585520"/>
                <a:gd name="connsiteX24-599" fmla="*/ 550099 w 552481"/>
                <a:gd name="connsiteY24-600" fmla="*/ 0 h 1585520"/>
                <a:gd name="connsiteX0-601" fmla="*/ 550099 w 552481"/>
                <a:gd name="connsiteY0-602" fmla="*/ 0 h 1585520"/>
                <a:gd name="connsiteX1-603" fmla="*/ 550454 w 552481"/>
                <a:gd name="connsiteY1-604" fmla="*/ 236086 h 1585520"/>
                <a:gd name="connsiteX2-605" fmla="*/ 488816 w 552481"/>
                <a:gd name="connsiteY2-606" fmla="*/ 193543 h 1585520"/>
                <a:gd name="connsiteX3-607" fmla="*/ 532877 w 552481"/>
                <a:gd name="connsiteY3-608" fmla="*/ 241409 h 1585520"/>
                <a:gd name="connsiteX4-609" fmla="*/ 528440 w 552481"/>
                <a:gd name="connsiteY4-610" fmla="*/ 395095 h 1585520"/>
                <a:gd name="connsiteX5-611" fmla="*/ 440807 w 552481"/>
                <a:gd name="connsiteY5-612" fmla="*/ 347209 h 1585520"/>
                <a:gd name="connsiteX6-613" fmla="*/ 530748 w 552481"/>
                <a:gd name="connsiteY6-614" fmla="*/ 427144 h 1585520"/>
                <a:gd name="connsiteX7-615" fmla="*/ 523630 w 552481"/>
                <a:gd name="connsiteY7-616" fmla="*/ 593972 h 1585520"/>
                <a:gd name="connsiteX8-617" fmla="*/ 372197 w 552481"/>
                <a:gd name="connsiteY8-618" fmla="*/ 491984 h 1585520"/>
                <a:gd name="connsiteX9-619" fmla="*/ 521176 w 552481"/>
                <a:gd name="connsiteY9-620" fmla="*/ 611487 h 1585520"/>
                <a:gd name="connsiteX10-621" fmla="*/ 508896 w 552481"/>
                <a:gd name="connsiteY10-622" fmla="*/ 791532 h 1585520"/>
                <a:gd name="connsiteX11-623" fmla="*/ 270832 w 552481"/>
                <a:gd name="connsiteY11-624" fmla="*/ 619203 h 1585520"/>
                <a:gd name="connsiteX12-625" fmla="*/ 501344 w 552481"/>
                <a:gd name="connsiteY12-626" fmla="*/ 815973 h 1585520"/>
                <a:gd name="connsiteX13-627" fmla="*/ 534221 w 552481"/>
                <a:gd name="connsiteY13-628" fmla="*/ 989751 h 1585520"/>
                <a:gd name="connsiteX14-629" fmla="*/ 184579 w 552481"/>
                <a:gd name="connsiteY14-630" fmla="*/ 741931 h 1585520"/>
                <a:gd name="connsiteX15-631" fmla="*/ 521700 w 552481"/>
                <a:gd name="connsiteY15-632" fmla="*/ 1009232 h 1585520"/>
                <a:gd name="connsiteX16-633" fmla="*/ 507056 w 552481"/>
                <a:gd name="connsiteY16-634" fmla="*/ 1169267 h 1585520"/>
                <a:gd name="connsiteX17-635" fmla="*/ 119129 w 552481"/>
                <a:gd name="connsiteY17-636" fmla="*/ 889458 h 1585520"/>
                <a:gd name="connsiteX18-637" fmla="*/ 504472 w 552481"/>
                <a:gd name="connsiteY18-638" fmla="*/ 1198018 h 1585520"/>
                <a:gd name="connsiteX19-639" fmla="*/ 519836 w 552481"/>
                <a:gd name="connsiteY19-640" fmla="*/ 1370630 h 1585520"/>
                <a:gd name="connsiteX20-641" fmla="*/ 184579 w 552481"/>
                <a:gd name="connsiteY20-642" fmla="*/ 1132651 h 1585520"/>
                <a:gd name="connsiteX21-643" fmla="*/ 509865 w 552481"/>
                <a:gd name="connsiteY21-644" fmla="*/ 1387661 h 1585520"/>
                <a:gd name="connsiteX22-645" fmla="*/ 552481 w 552481"/>
                <a:gd name="connsiteY22-646" fmla="*/ 1585328 h 1585520"/>
                <a:gd name="connsiteX23-647" fmla="*/ 103908 w 552481"/>
                <a:gd name="connsiteY23-648" fmla="*/ 1357263 h 1585520"/>
                <a:gd name="connsiteX24-649" fmla="*/ 550099 w 552481"/>
                <a:gd name="connsiteY24-650" fmla="*/ 0 h 1585520"/>
                <a:gd name="connsiteX0-651" fmla="*/ 550099 w 580141"/>
                <a:gd name="connsiteY0-652" fmla="*/ 54739 h 1640259"/>
                <a:gd name="connsiteX1-653" fmla="*/ 536842 w 580141"/>
                <a:gd name="connsiteY1-654" fmla="*/ 262901 h 1640259"/>
                <a:gd name="connsiteX2-655" fmla="*/ 550454 w 580141"/>
                <a:gd name="connsiteY2-656" fmla="*/ 290825 h 1640259"/>
                <a:gd name="connsiteX3-657" fmla="*/ 488816 w 580141"/>
                <a:gd name="connsiteY3-658" fmla="*/ 248282 h 1640259"/>
                <a:gd name="connsiteX4-659" fmla="*/ 532877 w 580141"/>
                <a:gd name="connsiteY4-660" fmla="*/ 296148 h 1640259"/>
                <a:gd name="connsiteX5-661" fmla="*/ 528440 w 580141"/>
                <a:gd name="connsiteY5-662" fmla="*/ 449834 h 1640259"/>
                <a:gd name="connsiteX6-663" fmla="*/ 440807 w 580141"/>
                <a:gd name="connsiteY6-664" fmla="*/ 401948 h 1640259"/>
                <a:gd name="connsiteX7-665" fmla="*/ 530748 w 580141"/>
                <a:gd name="connsiteY7-666" fmla="*/ 481883 h 1640259"/>
                <a:gd name="connsiteX8-667" fmla="*/ 523630 w 580141"/>
                <a:gd name="connsiteY8-668" fmla="*/ 648711 h 1640259"/>
                <a:gd name="connsiteX9-669" fmla="*/ 372197 w 580141"/>
                <a:gd name="connsiteY9-670" fmla="*/ 546723 h 1640259"/>
                <a:gd name="connsiteX10-671" fmla="*/ 521176 w 580141"/>
                <a:gd name="connsiteY10-672" fmla="*/ 666226 h 1640259"/>
                <a:gd name="connsiteX11-673" fmla="*/ 508896 w 580141"/>
                <a:gd name="connsiteY11-674" fmla="*/ 846271 h 1640259"/>
                <a:gd name="connsiteX12-675" fmla="*/ 270832 w 580141"/>
                <a:gd name="connsiteY12-676" fmla="*/ 673942 h 1640259"/>
                <a:gd name="connsiteX13-677" fmla="*/ 501344 w 580141"/>
                <a:gd name="connsiteY13-678" fmla="*/ 870712 h 1640259"/>
                <a:gd name="connsiteX14-679" fmla="*/ 534221 w 580141"/>
                <a:gd name="connsiteY14-680" fmla="*/ 1044490 h 1640259"/>
                <a:gd name="connsiteX15-681" fmla="*/ 184579 w 580141"/>
                <a:gd name="connsiteY15-682" fmla="*/ 796670 h 1640259"/>
                <a:gd name="connsiteX16-683" fmla="*/ 521700 w 580141"/>
                <a:gd name="connsiteY16-684" fmla="*/ 1063971 h 1640259"/>
                <a:gd name="connsiteX17-685" fmla="*/ 507056 w 580141"/>
                <a:gd name="connsiteY17-686" fmla="*/ 1224006 h 1640259"/>
                <a:gd name="connsiteX18-687" fmla="*/ 119129 w 580141"/>
                <a:gd name="connsiteY18-688" fmla="*/ 944197 h 1640259"/>
                <a:gd name="connsiteX19-689" fmla="*/ 504472 w 580141"/>
                <a:gd name="connsiteY19-690" fmla="*/ 1252757 h 1640259"/>
                <a:gd name="connsiteX20-691" fmla="*/ 519836 w 580141"/>
                <a:gd name="connsiteY20-692" fmla="*/ 1425369 h 1640259"/>
                <a:gd name="connsiteX21-693" fmla="*/ 184579 w 580141"/>
                <a:gd name="connsiteY21-694" fmla="*/ 1187390 h 1640259"/>
                <a:gd name="connsiteX22-695" fmla="*/ 509865 w 580141"/>
                <a:gd name="connsiteY22-696" fmla="*/ 1442400 h 1640259"/>
                <a:gd name="connsiteX23-697" fmla="*/ 552481 w 580141"/>
                <a:gd name="connsiteY23-698" fmla="*/ 1640067 h 1640259"/>
                <a:gd name="connsiteX24-699" fmla="*/ 103908 w 580141"/>
                <a:gd name="connsiteY24-700" fmla="*/ 1412002 h 1640259"/>
                <a:gd name="connsiteX25" fmla="*/ 550099 w 580141"/>
                <a:gd name="connsiteY25" fmla="*/ 54739 h 1640259"/>
                <a:gd name="connsiteX0-701" fmla="*/ 550099 w 580141"/>
                <a:gd name="connsiteY0-702" fmla="*/ 54739 h 1640259"/>
                <a:gd name="connsiteX1-703" fmla="*/ 536842 w 580141"/>
                <a:gd name="connsiteY1-704" fmla="*/ 262901 h 1640259"/>
                <a:gd name="connsiteX2-705" fmla="*/ 550454 w 580141"/>
                <a:gd name="connsiteY2-706" fmla="*/ 290825 h 1640259"/>
                <a:gd name="connsiteX3-707" fmla="*/ 488816 w 580141"/>
                <a:gd name="connsiteY3-708" fmla="*/ 248282 h 1640259"/>
                <a:gd name="connsiteX4-709" fmla="*/ 532877 w 580141"/>
                <a:gd name="connsiteY4-710" fmla="*/ 296148 h 1640259"/>
                <a:gd name="connsiteX5-711" fmla="*/ 528440 w 580141"/>
                <a:gd name="connsiteY5-712" fmla="*/ 449834 h 1640259"/>
                <a:gd name="connsiteX6-713" fmla="*/ 440807 w 580141"/>
                <a:gd name="connsiteY6-714" fmla="*/ 401948 h 1640259"/>
                <a:gd name="connsiteX7-715" fmla="*/ 530748 w 580141"/>
                <a:gd name="connsiteY7-716" fmla="*/ 481883 h 1640259"/>
                <a:gd name="connsiteX8-717" fmla="*/ 523630 w 580141"/>
                <a:gd name="connsiteY8-718" fmla="*/ 648711 h 1640259"/>
                <a:gd name="connsiteX9-719" fmla="*/ 372197 w 580141"/>
                <a:gd name="connsiteY9-720" fmla="*/ 546723 h 1640259"/>
                <a:gd name="connsiteX10-721" fmla="*/ 521176 w 580141"/>
                <a:gd name="connsiteY10-722" fmla="*/ 666226 h 1640259"/>
                <a:gd name="connsiteX11-723" fmla="*/ 508896 w 580141"/>
                <a:gd name="connsiteY11-724" fmla="*/ 846271 h 1640259"/>
                <a:gd name="connsiteX12-725" fmla="*/ 270832 w 580141"/>
                <a:gd name="connsiteY12-726" fmla="*/ 673942 h 1640259"/>
                <a:gd name="connsiteX13-727" fmla="*/ 501344 w 580141"/>
                <a:gd name="connsiteY13-728" fmla="*/ 870712 h 1640259"/>
                <a:gd name="connsiteX14-729" fmla="*/ 484201 w 580141"/>
                <a:gd name="connsiteY14-730" fmla="*/ 1018658 h 1640259"/>
                <a:gd name="connsiteX15-731" fmla="*/ 184579 w 580141"/>
                <a:gd name="connsiteY15-732" fmla="*/ 796670 h 1640259"/>
                <a:gd name="connsiteX16-733" fmla="*/ 521700 w 580141"/>
                <a:gd name="connsiteY16-734" fmla="*/ 1063971 h 1640259"/>
                <a:gd name="connsiteX17-735" fmla="*/ 507056 w 580141"/>
                <a:gd name="connsiteY17-736" fmla="*/ 1224006 h 1640259"/>
                <a:gd name="connsiteX18-737" fmla="*/ 119129 w 580141"/>
                <a:gd name="connsiteY18-738" fmla="*/ 944197 h 1640259"/>
                <a:gd name="connsiteX19-739" fmla="*/ 504472 w 580141"/>
                <a:gd name="connsiteY19-740" fmla="*/ 1252757 h 1640259"/>
                <a:gd name="connsiteX20-741" fmla="*/ 519836 w 580141"/>
                <a:gd name="connsiteY20-742" fmla="*/ 1425369 h 1640259"/>
                <a:gd name="connsiteX21-743" fmla="*/ 184579 w 580141"/>
                <a:gd name="connsiteY21-744" fmla="*/ 1187390 h 1640259"/>
                <a:gd name="connsiteX22-745" fmla="*/ 509865 w 580141"/>
                <a:gd name="connsiteY22-746" fmla="*/ 1442400 h 1640259"/>
                <a:gd name="connsiteX23-747" fmla="*/ 552481 w 580141"/>
                <a:gd name="connsiteY23-748" fmla="*/ 1640067 h 1640259"/>
                <a:gd name="connsiteX24-749" fmla="*/ 103908 w 580141"/>
                <a:gd name="connsiteY24-750" fmla="*/ 1412002 h 1640259"/>
                <a:gd name="connsiteX25-751" fmla="*/ 550099 w 580141"/>
                <a:gd name="connsiteY25-752" fmla="*/ 54739 h 1640259"/>
                <a:gd name="connsiteX0-753" fmla="*/ 550099 w 580141"/>
                <a:gd name="connsiteY0-754" fmla="*/ 54739 h 1640259"/>
                <a:gd name="connsiteX1-755" fmla="*/ 536842 w 580141"/>
                <a:gd name="connsiteY1-756" fmla="*/ 262901 h 1640259"/>
                <a:gd name="connsiteX2-757" fmla="*/ 550454 w 580141"/>
                <a:gd name="connsiteY2-758" fmla="*/ 290825 h 1640259"/>
                <a:gd name="connsiteX3-759" fmla="*/ 488816 w 580141"/>
                <a:gd name="connsiteY3-760" fmla="*/ 248282 h 1640259"/>
                <a:gd name="connsiteX4-761" fmla="*/ 532877 w 580141"/>
                <a:gd name="connsiteY4-762" fmla="*/ 296148 h 1640259"/>
                <a:gd name="connsiteX5-763" fmla="*/ 528440 w 580141"/>
                <a:gd name="connsiteY5-764" fmla="*/ 449834 h 1640259"/>
                <a:gd name="connsiteX6-765" fmla="*/ 440807 w 580141"/>
                <a:gd name="connsiteY6-766" fmla="*/ 401948 h 1640259"/>
                <a:gd name="connsiteX7-767" fmla="*/ 530748 w 580141"/>
                <a:gd name="connsiteY7-768" fmla="*/ 481883 h 1640259"/>
                <a:gd name="connsiteX8-769" fmla="*/ 523630 w 580141"/>
                <a:gd name="connsiteY8-770" fmla="*/ 648711 h 1640259"/>
                <a:gd name="connsiteX9-771" fmla="*/ 372197 w 580141"/>
                <a:gd name="connsiteY9-772" fmla="*/ 546723 h 1640259"/>
                <a:gd name="connsiteX10-773" fmla="*/ 521176 w 580141"/>
                <a:gd name="connsiteY10-774" fmla="*/ 666226 h 1640259"/>
                <a:gd name="connsiteX11-775" fmla="*/ 508896 w 580141"/>
                <a:gd name="connsiteY11-776" fmla="*/ 846271 h 1640259"/>
                <a:gd name="connsiteX12-777" fmla="*/ 270832 w 580141"/>
                <a:gd name="connsiteY12-778" fmla="*/ 673942 h 1640259"/>
                <a:gd name="connsiteX13-779" fmla="*/ 501344 w 580141"/>
                <a:gd name="connsiteY13-780" fmla="*/ 870712 h 1640259"/>
                <a:gd name="connsiteX14-781" fmla="*/ 484201 w 580141"/>
                <a:gd name="connsiteY14-782" fmla="*/ 1018658 h 1640259"/>
                <a:gd name="connsiteX15-783" fmla="*/ 184579 w 580141"/>
                <a:gd name="connsiteY15-784" fmla="*/ 796670 h 1640259"/>
                <a:gd name="connsiteX16-785" fmla="*/ 479002 w 580141"/>
                <a:gd name="connsiteY16-786" fmla="*/ 1055860 h 1640259"/>
                <a:gd name="connsiteX17-787" fmla="*/ 507056 w 580141"/>
                <a:gd name="connsiteY17-788" fmla="*/ 1224006 h 1640259"/>
                <a:gd name="connsiteX18-789" fmla="*/ 119129 w 580141"/>
                <a:gd name="connsiteY18-790" fmla="*/ 944197 h 1640259"/>
                <a:gd name="connsiteX19-791" fmla="*/ 504472 w 580141"/>
                <a:gd name="connsiteY19-792" fmla="*/ 1252757 h 1640259"/>
                <a:gd name="connsiteX20-793" fmla="*/ 519836 w 580141"/>
                <a:gd name="connsiteY20-794" fmla="*/ 1425369 h 1640259"/>
                <a:gd name="connsiteX21-795" fmla="*/ 184579 w 580141"/>
                <a:gd name="connsiteY21-796" fmla="*/ 1187390 h 1640259"/>
                <a:gd name="connsiteX22-797" fmla="*/ 509865 w 580141"/>
                <a:gd name="connsiteY22-798" fmla="*/ 1442400 h 1640259"/>
                <a:gd name="connsiteX23-799" fmla="*/ 552481 w 580141"/>
                <a:gd name="connsiteY23-800" fmla="*/ 1640067 h 1640259"/>
                <a:gd name="connsiteX24-801" fmla="*/ 103908 w 580141"/>
                <a:gd name="connsiteY24-802" fmla="*/ 1412002 h 1640259"/>
                <a:gd name="connsiteX25-803" fmla="*/ 550099 w 580141"/>
                <a:gd name="connsiteY25-804" fmla="*/ 54739 h 1640259"/>
                <a:gd name="connsiteX0-805" fmla="*/ 550099 w 580141"/>
                <a:gd name="connsiteY0-806" fmla="*/ 54739 h 1640259"/>
                <a:gd name="connsiteX1-807" fmla="*/ 536842 w 580141"/>
                <a:gd name="connsiteY1-808" fmla="*/ 262901 h 1640259"/>
                <a:gd name="connsiteX2-809" fmla="*/ 550454 w 580141"/>
                <a:gd name="connsiteY2-810" fmla="*/ 290825 h 1640259"/>
                <a:gd name="connsiteX3-811" fmla="*/ 488816 w 580141"/>
                <a:gd name="connsiteY3-812" fmla="*/ 248282 h 1640259"/>
                <a:gd name="connsiteX4-813" fmla="*/ 532877 w 580141"/>
                <a:gd name="connsiteY4-814" fmla="*/ 296148 h 1640259"/>
                <a:gd name="connsiteX5-815" fmla="*/ 528440 w 580141"/>
                <a:gd name="connsiteY5-816" fmla="*/ 449834 h 1640259"/>
                <a:gd name="connsiteX6-817" fmla="*/ 440807 w 580141"/>
                <a:gd name="connsiteY6-818" fmla="*/ 401948 h 1640259"/>
                <a:gd name="connsiteX7-819" fmla="*/ 530748 w 580141"/>
                <a:gd name="connsiteY7-820" fmla="*/ 481883 h 1640259"/>
                <a:gd name="connsiteX8-821" fmla="*/ 523630 w 580141"/>
                <a:gd name="connsiteY8-822" fmla="*/ 648711 h 1640259"/>
                <a:gd name="connsiteX9-823" fmla="*/ 372197 w 580141"/>
                <a:gd name="connsiteY9-824" fmla="*/ 546723 h 1640259"/>
                <a:gd name="connsiteX10-825" fmla="*/ 521176 w 580141"/>
                <a:gd name="connsiteY10-826" fmla="*/ 666226 h 1640259"/>
                <a:gd name="connsiteX11-827" fmla="*/ 508896 w 580141"/>
                <a:gd name="connsiteY11-828" fmla="*/ 846271 h 1640259"/>
                <a:gd name="connsiteX12-829" fmla="*/ 270832 w 580141"/>
                <a:gd name="connsiteY12-830" fmla="*/ 673942 h 1640259"/>
                <a:gd name="connsiteX13-831" fmla="*/ 501344 w 580141"/>
                <a:gd name="connsiteY13-832" fmla="*/ 870712 h 1640259"/>
                <a:gd name="connsiteX14-833" fmla="*/ 484201 w 580141"/>
                <a:gd name="connsiteY14-834" fmla="*/ 1018658 h 1640259"/>
                <a:gd name="connsiteX15-835" fmla="*/ 184579 w 580141"/>
                <a:gd name="connsiteY15-836" fmla="*/ 796670 h 1640259"/>
                <a:gd name="connsiteX16-837" fmla="*/ 479002 w 580141"/>
                <a:gd name="connsiteY16-838" fmla="*/ 1055860 h 1640259"/>
                <a:gd name="connsiteX17-839" fmla="*/ 474625 w 580141"/>
                <a:gd name="connsiteY17-840" fmla="*/ 1200922 h 1640259"/>
                <a:gd name="connsiteX18-841" fmla="*/ 119129 w 580141"/>
                <a:gd name="connsiteY18-842" fmla="*/ 944197 h 1640259"/>
                <a:gd name="connsiteX19-843" fmla="*/ 504472 w 580141"/>
                <a:gd name="connsiteY19-844" fmla="*/ 1252757 h 1640259"/>
                <a:gd name="connsiteX20-845" fmla="*/ 519836 w 580141"/>
                <a:gd name="connsiteY20-846" fmla="*/ 1425369 h 1640259"/>
                <a:gd name="connsiteX21-847" fmla="*/ 184579 w 580141"/>
                <a:gd name="connsiteY21-848" fmla="*/ 1187390 h 1640259"/>
                <a:gd name="connsiteX22-849" fmla="*/ 509865 w 580141"/>
                <a:gd name="connsiteY22-850" fmla="*/ 1442400 h 1640259"/>
                <a:gd name="connsiteX23-851" fmla="*/ 552481 w 580141"/>
                <a:gd name="connsiteY23-852" fmla="*/ 1640067 h 1640259"/>
                <a:gd name="connsiteX24-853" fmla="*/ 103908 w 580141"/>
                <a:gd name="connsiteY24-854" fmla="*/ 1412002 h 1640259"/>
                <a:gd name="connsiteX25-855" fmla="*/ 550099 w 580141"/>
                <a:gd name="connsiteY25-856" fmla="*/ 54739 h 1640259"/>
                <a:gd name="connsiteX0-857" fmla="*/ 550099 w 580141"/>
                <a:gd name="connsiteY0-858" fmla="*/ 54739 h 1640259"/>
                <a:gd name="connsiteX1-859" fmla="*/ 536842 w 580141"/>
                <a:gd name="connsiteY1-860" fmla="*/ 262901 h 1640259"/>
                <a:gd name="connsiteX2-861" fmla="*/ 550454 w 580141"/>
                <a:gd name="connsiteY2-862" fmla="*/ 290825 h 1640259"/>
                <a:gd name="connsiteX3-863" fmla="*/ 488816 w 580141"/>
                <a:gd name="connsiteY3-864" fmla="*/ 248282 h 1640259"/>
                <a:gd name="connsiteX4-865" fmla="*/ 532877 w 580141"/>
                <a:gd name="connsiteY4-866" fmla="*/ 296148 h 1640259"/>
                <a:gd name="connsiteX5-867" fmla="*/ 528440 w 580141"/>
                <a:gd name="connsiteY5-868" fmla="*/ 449834 h 1640259"/>
                <a:gd name="connsiteX6-869" fmla="*/ 440807 w 580141"/>
                <a:gd name="connsiteY6-870" fmla="*/ 401948 h 1640259"/>
                <a:gd name="connsiteX7-871" fmla="*/ 530748 w 580141"/>
                <a:gd name="connsiteY7-872" fmla="*/ 481883 h 1640259"/>
                <a:gd name="connsiteX8-873" fmla="*/ 523630 w 580141"/>
                <a:gd name="connsiteY8-874" fmla="*/ 648711 h 1640259"/>
                <a:gd name="connsiteX9-875" fmla="*/ 372197 w 580141"/>
                <a:gd name="connsiteY9-876" fmla="*/ 546723 h 1640259"/>
                <a:gd name="connsiteX10-877" fmla="*/ 521176 w 580141"/>
                <a:gd name="connsiteY10-878" fmla="*/ 666226 h 1640259"/>
                <a:gd name="connsiteX11-879" fmla="*/ 508896 w 580141"/>
                <a:gd name="connsiteY11-880" fmla="*/ 846271 h 1640259"/>
                <a:gd name="connsiteX12-881" fmla="*/ 270832 w 580141"/>
                <a:gd name="connsiteY12-882" fmla="*/ 673942 h 1640259"/>
                <a:gd name="connsiteX13-883" fmla="*/ 501344 w 580141"/>
                <a:gd name="connsiteY13-884" fmla="*/ 870712 h 1640259"/>
                <a:gd name="connsiteX14-885" fmla="*/ 484201 w 580141"/>
                <a:gd name="connsiteY14-886" fmla="*/ 1018658 h 1640259"/>
                <a:gd name="connsiteX15-887" fmla="*/ 184579 w 580141"/>
                <a:gd name="connsiteY15-888" fmla="*/ 796670 h 1640259"/>
                <a:gd name="connsiteX16-889" fmla="*/ 479002 w 580141"/>
                <a:gd name="connsiteY16-890" fmla="*/ 1055860 h 1640259"/>
                <a:gd name="connsiteX17-891" fmla="*/ 474625 w 580141"/>
                <a:gd name="connsiteY17-892" fmla="*/ 1200922 h 1640259"/>
                <a:gd name="connsiteX18-893" fmla="*/ 119129 w 580141"/>
                <a:gd name="connsiteY18-894" fmla="*/ 944197 h 1640259"/>
                <a:gd name="connsiteX19-895" fmla="*/ 467006 w 580141"/>
                <a:gd name="connsiteY19-896" fmla="*/ 1229607 h 1640259"/>
                <a:gd name="connsiteX20-897" fmla="*/ 519836 w 580141"/>
                <a:gd name="connsiteY20-898" fmla="*/ 1425369 h 1640259"/>
                <a:gd name="connsiteX21-899" fmla="*/ 184579 w 580141"/>
                <a:gd name="connsiteY21-900" fmla="*/ 1187390 h 1640259"/>
                <a:gd name="connsiteX22-901" fmla="*/ 509865 w 580141"/>
                <a:gd name="connsiteY22-902" fmla="*/ 1442400 h 1640259"/>
                <a:gd name="connsiteX23-903" fmla="*/ 552481 w 580141"/>
                <a:gd name="connsiteY23-904" fmla="*/ 1640067 h 1640259"/>
                <a:gd name="connsiteX24-905" fmla="*/ 103908 w 580141"/>
                <a:gd name="connsiteY24-906" fmla="*/ 1412002 h 1640259"/>
                <a:gd name="connsiteX25-907" fmla="*/ 550099 w 580141"/>
                <a:gd name="connsiteY25-908" fmla="*/ 54739 h 1640259"/>
                <a:gd name="connsiteX0-909" fmla="*/ 550099 w 580141"/>
                <a:gd name="connsiteY0-910" fmla="*/ 54739 h 1640259"/>
                <a:gd name="connsiteX1-911" fmla="*/ 536842 w 580141"/>
                <a:gd name="connsiteY1-912" fmla="*/ 262901 h 1640259"/>
                <a:gd name="connsiteX2-913" fmla="*/ 550454 w 580141"/>
                <a:gd name="connsiteY2-914" fmla="*/ 290825 h 1640259"/>
                <a:gd name="connsiteX3-915" fmla="*/ 488816 w 580141"/>
                <a:gd name="connsiteY3-916" fmla="*/ 248282 h 1640259"/>
                <a:gd name="connsiteX4-917" fmla="*/ 532877 w 580141"/>
                <a:gd name="connsiteY4-918" fmla="*/ 296148 h 1640259"/>
                <a:gd name="connsiteX5-919" fmla="*/ 528440 w 580141"/>
                <a:gd name="connsiteY5-920" fmla="*/ 449834 h 1640259"/>
                <a:gd name="connsiteX6-921" fmla="*/ 440807 w 580141"/>
                <a:gd name="connsiteY6-922" fmla="*/ 401948 h 1640259"/>
                <a:gd name="connsiteX7-923" fmla="*/ 530748 w 580141"/>
                <a:gd name="connsiteY7-924" fmla="*/ 481883 h 1640259"/>
                <a:gd name="connsiteX8-925" fmla="*/ 523630 w 580141"/>
                <a:gd name="connsiteY8-926" fmla="*/ 648711 h 1640259"/>
                <a:gd name="connsiteX9-927" fmla="*/ 372197 w 580141"/>
                <a:gd name="connsiteY9-928" fmla="*/ 546723 h 1640259"/>
                <a:gd name="connsiteX10-929" fmla="*/ 521176 w 580141"/>
                <a:gd name="connsiteY10-930" fmla="*/ 666226 h 1640259"/>
                <a:gd name="connsiteX11-931" fmla="*/ 508896 w 580141"/>
                <a:gd name="connsiteY11-932" fmla="*/ 846271 h 1640259"/>
                <a:gd name="connsiteX12-933" fmla="*/ 270832 w 580141"/>
                <a:gd name="connsiteY12-934" fmla="*/ 673942 h 1640259"/>
                <a:gd name="connsiteX13-935" fmla="*/ 501344 w 580141"/>
                <a:gd name="connsiteY13-936" fmla="*/ 870712 h 1640259"/>
                <a:gd name="connsiteX14-937" fmla="*/ 484201 w 580141"/>
                <a:gd name="connsiteY14-938" fmla="*/ 1018658 h 1640259"/>
                <a:gd name="connsiteX15-939" fmla="*/ 184579 w 580141"/>
                <a:gd name="connsiteY15-940" fmla="*/ 796670 h 1640259"/>
                <a:gd name="connsiteX16-941" fmla="*/ 479002 w 580141"/>
                <a:gd name="connsiteY16-942" fmla="*/ 1055860 h 1640259"/>
                <a:gd name="connsiteX17-943" fmla="*/ 474625 w 580141"/>
                <a:gd name="connsiteY17-944" fmla="*/ 1200922 h 1640259"/>
                <a:gd name="connsiteX18-945" fmla="*/ 119129 w 580141"/>
                <a:gd name="connsiteY18-946" fmla="*/ 944197 h 1640259"/>
                <a:gd name="connsiteX19-947" fmla="*/ 467006 w 580141"/>
                <a:gd name="connsiteY19-948" fmla="*/ 1229607 h 1640259"/>
                <a:gd name="connsiteX20-949" fmla="*/ 519836 w 580141"/>
                <a:gd name="connsiteY20-950" fmla="*/ 1425369 h 1640259"/>
                <a:gd name="connsiteX21-951" fmla="*/ 184579 w 580141"/>
                <a:gd name="connsiteY21-952" fmla="*/ 1187390 h 1640259"/>
                <a:gd name="connsiteX22-953" fmla="*/ 480050 w 580141"/>
                <a:gd name="connsiteY22-954" fmla="*/ 1411796 h 1640259"/>
                <a:gd name="connsiteX23-955" fmla="*/ 552481 w 580141"/>
                <a:gd name="connsiteY23-956" fmla="*/ 1640067 h 1640259"/>
                <a:gd name="connsiteX24-957" fmla="*/ 103908 w 580141"/>
                <a:gd name="connsiteY24-958" fmla="*/ 1412002 h 1640259"/>
                <a:gd name="connsiteX25-959" fmla="*/ 550099 w 580141"/>
                <a:gd name="connsiteY25-960" fmla="*/ 54739 h 1640259"/>
                <a:gd name="connsiteX0-961" fmla="*/ 550099 w 580141"/>
                <a:gd name="connsiteY0-962" fmla="*/ 54739 h 1640259"/>
                <a:gd name="connsiteX1-963" fmla="*/ 536842 w 580141"/>
                <a:gd name="connsiteY1-964" fmla="*/ 262901 h 1640259"/>
                <a:gd name="connsiteX2-965" fmla="*/ 550454 w 580141"/>
                <a:gd name="connsiteY2-966" fmla="*/ 290825 h 1640259"/>
                <a:gd name="connsiteX3-967" fmla="*/ 488816 w 580141"/>
                <a:gd name="connsiteY3-968" fmla="*/ 248282 h 1640259"/>
                <a:gd name="connsiteX4-969" fmla="*/ 532877 w 580141"/>
                <a:gd name="connsiteY4-970" fmla="*/ 296148 h 1640259"/>
                <a:gd name="connsiteX5-971" fmla="*/ 528440 w 580141"/>
                <a:gd name="connsiteY5-972" fmla="*/ 449834 h 1640259"/>
                <a:gd name="connsiteX6-973" fmla="*/ 440807 w 580141"/>
                <a:gd name="connsiteY6-974" fmla="*/ 401948 h 1640259"/>
                <a:gd name="connsiteX7-975" fmla="*/ 530748 w 580141"/>
                <a:gd name="connsiteY7-976" fmla="*/ 481883 h 1640259"/>
                <a:gd name="connsiteX8-977" fmla="*/ 523630 w 580141"/>
                <a:gd name="connsiteY8-978" fmla="*/ 648711 h 1640259"/>
                <a:gd name="connsiteX9-979" fmla="*/ 372197 w 580141"/>
                <a:gd name="connsiteY9-980" fmla="*/ 546723 h 1640259"/>
                <a:gd name="connsiteX10-981" fmla="*/ 521176 w 580141"/>
                <a:gd name="connsiteY10-982" fmla="*/ 666226 h 1640259"/>
                <a:gd name="connsiteX11-983" fmla="*/ 508896 w 580141"/>
                <a:gd name="connsiteY11-984" fmla="*/ 846271 h 1640259"/>
                <a:gd name="connsiteX12-985" fmla="*/ 270832 w 580141"/>
                <a:gd name="connsiteY12-986" fmla="*/ 673942 h 1640259"/>
                <a:gd name="connsiteX13-987" fmla="*/ 501344 w 580141"/>
                <a:gd name="connsiteY13-988" fmla="*/ 870712 h 1640259"/>
                <a:gd name="connsiteX14-989" fmla="*/ 484201 w 580141"/>
                <a:gd name="connsiteY14-990" fmla="*/ 1018658 h 1640259"/>
                <a:gd name="connsiteX15-991" fmla="*/ 184579 w 580141"/>
                <a:gd name="connsiteY15-992" fmla="*/ 796670 h 1640259"/>
                <a:gd name="connsiteX16-993" fmla="*/ 479002 w 580141"/>
                <a:gd name="connsiteY16-994" fmla="*/ 1055860 h 1640259"/>
                <a:gd name="connsiteX17-995" fmla="*/ 474625 w 580141"/>
                <a:gd name="connsiteY17-996" fmla="*/ 1200922 h 1640259"/>
                <a:gd name="connsiteX18-997" fmla="*/ 119129 w 580141"/>
                <a:gd name="connsiteY18-998" fmla="*/ 944197 h 1640259"/>
                <a:gd name="connsiteX19-999" fmla="*/ 467006 w 580141"/>
                <a:gd name="connsiteY19-1000" fmla="*/ 1229607 h 1640259"/>
                <a:gd name="connsiteX20-1001" fmla="*/ 487405 w 580141"/>
                <a:gd name="connsiteY20-1002" fmla="*/ 1402284 h 1640259"/>
                <a:gd name="connsiteX21-1003" fmla="*/ 184579 w 580141"/>
                <a:gd name="connsiteY21-1004" fmla="*/ 1187390 h 1640259"/>
                <a:gd name="connsiteX22-1005" fmla="*/ 480050 w 580141"/>
                <a:gd name="connsiteY22-1006" fmla="*/ 1411796 h 1640259"/>
                <a:gd name="connsiteX23-1007" fmla="*/ 552481 w 580141"/>
                <a:gd name="connsiteY23-1008" fmla="*/ 1640067 h 1640259"/>
                <a:gd name="connsiteX24-1009" fmla="*/ 103908 w 580141"/>
                <a:gd name="connsiteY24-1010" fmla="*/ 1412002 h 1640259"/>
                <a:gd name="connsiteX25-1011" fmla="*/ 550099 w 580141"/>
                <a:gd name="connsiteY25-1012" fmla="*/ 54739 h 1640259"/>
                <a:gd name="connsiteX0-1013" fmla="*/ 550099 w 580141"/>
                <a:gd name="connsiteY0-1014" fmla="*/ 54739 h 1640259"/>
                <a:gd name="connsiteX1-1015" fmla="*/ 536842 w 580141"/>
                <a:gd name="connsiteY1-1016" fmla="*/ 262901 h 1640259"/>
                <a:gd name="connsiteX2-1017" fmla="*/ 550454 w 580141"/>
                <a:gd name="connsiteY2-1018" fmla="*/ 290825 h 1640259"/>
                <a:gd name="connsiteX3-1019" fmla="*/ 488816 w 580141"/>
                <a:gd name="connsiteY3-1020" fmla="*/ 248282 h 1640259"/>
                <a:gd name="connsiteX4-1021" fmla="*/ 532877 w 580141"/>
                <a:gd name="connsiteY4-1022" fmla="*/ 296148 h 1640259"/>
                <a:gd name="connsiteX5-1023" fmla="*/ 528440 w 580141"/>
                <a:gd name="connsiteY5-1024" fmla="*/ 449834 h 1640259"/>
                <a:gd name="connsiteX6-1025" fmla="*/ 440807 w 580141"/>
                <a:gd name="connsiteY6-1026" fmla="*/ 401948 h 1640259"/>
                <a:gd name="connsiteX7-1027" fmla="*/ 530748 w 580141"/>
                <a:gd name="connsiteY7-1028" fmla="*/ 481883 h 1640259"/>
                <a:gd name="connsiteX8-1029" fmla="*/ 523630 w 580141"/>
                <a:gd name="connsiteY8-1030" fmla="*/ 648711 h 1640259"/>
                <a:gd name="connsiteX9-1031" fmla="*/ 372197 w 580141"/>
                <a:gd name="connsiteY9-1032" fmla="*/ 546723 h 1640259"/>
                <a:gd name="connsiteX10-1033" fmla="*/ 521176 w 580141"/>
                <a:gd name="connsiteY10-1034" fmla="*/ 666226 h 1640259"/>
                <a:gd name="connsiteX11-1035" fmla="*/ 508896 w 580141"/>
                <a:gd name="connsiteY11-1036" fmla="*/ 846271 h 1640259"/>
                <a:gd name="connsiteX12-1037" fmla="*/ 270832 w 580141"/>
                <a:gd name="connsiteY12-1038" fmla="*/ 673942 h 1640259"/>
                <a:gd name="connsiteX13-1039" fmla="*/ 501344 w 580141"/>
                <a:gd name="connsiteY13-1040" fmla="*/ 870712 h 1640259"/>
                <a:gd name="connsiteX14-1041" fmla="*/ 484201 w 580141"/>
                <a:gd name="connsiteY14-1042" fmla="*/ 1018658 h 1640259"/>
                <a:gd name="connsiteX15-1043" fmla="*/ 184579 w 580141"/>
                <a:gd name="connsiteY15-1044" fmla="*/ 796670 h 1640259"/>
                <a:gd name="connsiteX16-1045" fmla="*/ 479002 w 580141"/>
                <a:gd name="connsiteY16-1046" fmla="*/ 1055860 h 1640259"/>
                <a:gd name="connsiteX17-1047" fmla="*/ 474625 w 580141"/>
                <a:gd name="connsiteY17-1048" fmla="*/ 1200922 h 1640259"/>
                <a:gd name="connsiteX18-1049" fmla="*/ 119129 w 580141"/>
                <a:gd name="connsiteY18-1050" fmla="*/ 944197 h 1640259"/>
                <a:gd name="connsiteX19-1051" fmla="*/ 467006 w 580141"/>
                <a:gd name="connsiteY19-1052" fmla="*/ 1229607 h 1640259"/>
                <a:gd name="connsiteX20-1053" fmla="*/ 480083 w 580141"/>
                <a:gd name="connsiteY20-1054" fmla="*/ 1384563 h 1640259"/>
                <a:gd name="connsiteX21-1055" fmla="*/ 184579 w 580141"/>
                <a:gd name="connsiteY21-1056" fmla="*/ 1187390 h 1640259"/>
                <a:gd name="connsiteX22-1057" fmla="*/ 480050 w 580141"/>
                <a:gd name="connsiteY22-1058" fmla="*/ 1411796 h 1640259"/>
                <a:gd name="connsiteX23-1059" fmla="*/ 552481 w 580141"/>
                <a:gd name="connsiteY23-1060" fmla="*/ 1640067 h 1640259"/>
                <a:gd name="connsiteX24-1061" fmla="*/ 103908 w 580141"/>
                <a:gd name="connsiteY24-1062" fmla="*/ 1412002 h 1640259"/>
                <a:gd name="connsiteX25-1063" fmla="*/ 550099 w 580141"/>
                <a:gd name="connsiteY25-1064" fmla="*/ 54739 h 1640259"/>
                <a:gd name="connsiteX0-1065" fmla="*/ 550099 w 580141"/>
                <a:gd name="connsiteY0-1066" fmla="*/ 54739 h 1640259"/>
                <a:gd name="connsiteX1-1067" fmla="*/ 536842 w 580141"/>
                <a:gd name="connsiteY1-1068" fmla="*/ 262901 h 1640259"/>
                <a:gd name="connsiteX2-1069" fmla="*/ 550454 w 580141"/>
                <a:gd name="connsiteY2-1070" fmla="*/ 290825 h 1640259"/>
                <a:gd name="connsiteX3-1071" fmla="*/ 488816 w 580141"/>
                <a:gd name="connsiteY3-1072" fmla="*/ 248282 h 1640259"/>
                <a:gd name="connsiteX4-1073" fmla="*/ 532877 w 580141"/>
                <a:gd name="connsiteY4-1074" fmla="*/ 296148 h 1640259"/>
                <a:gd name="connsiteX5-1075" fmla="*/ 528440 w 580141"/>
                <a:gd name="connsiteY5-1076" fmla="*/ 449834 h 1640259"/>
                <a:gd name="connsiteX6-1077" fmla="*/ 440807 w 580141"/>
                <a:gd name="connsiteY6-1078" fmla="*/ 401948 h 1640259"/>
                <a:gd name="connsiteX7-1079" fmla="*/ 530748 w 580141"/>
                <a:gd name="connsiteY7-1080" fmla="*/ 481883 h 1640259"/>
                <a:gd name="connsiteX8-1081" fmla="*/ 523630 w 580141"/>
                <a:gd name="connsiteY8-1082" fmla="*/ 648711 h 1640259"/>
                <a:gd name="connsiteX9-1083" fmla="*/ 372197 w 580141"/>
                <a:gd name="connsiteY9-1084" fmla="*/ 546723 h 1640259"/>
                <a:gd name="connsiteX10-1085" fmla="*/ 498617 w 580141"/>
                <a:gd name="connsiteY10-1086" fmla="*/ 658378 h 1640259"/>
                <a:gd name="connsiteX11-1087" fmla="*/ 508896 w 580141"/>
                <a:gd name="connsiteY11-1088" fmla="*/ 846271 h 1640259"/>
                <a:gd name="connsiteX12-1089" fmla="*/ 270832 w 580141"/>
                <a:gd name="connsiteY12-1090" fmla="*/ 673942 h 1640259"/>
                <a:gd name="connsiteX13-1091" fmla="*/ 501344 w 580141"/>
                <a:gd name="connsiteY13-1092" fmla="*/ 870712 h 1640259"/>
                <a:gd name="connsiteX14-1093" fmla="*/ 484201 w 580141"/>
                <a:gd name="connsiteY14-1094" fmla="*/ 1018658 h 1640259"/>
                <a:gd name="connsiteX15-1095" fmla="*/ 184579 w 580141"/>
                <a:gd name="connsiteY15-1096" fmla="*/ 796670 h 1640259"/>
                <a:gd name="connsiteX16-1097" fmla="*/ 479002 w 580141"/>
                <a:gd name="connsiteY16-1098" fmla="*/ 1055860 h 1640259"/>
                <a:gd name="connsiteX17-1099" fmla="*/ 474625 w 580141"/>
                <a:gd name="connsiteY17-1100" fmla="*/ 1200922 h 1640259"/>
                <a:gd name="connsiteX18-1101" fmla="*/ 119129 w 580141"/>
                <a:gd name="connsiteY18-1102" fmla="*/ 944197 h 1640259"/>
                <a:gd name="connsiteX19-1103" fmla="*/ 467006 w 580141"/>
                <a:gd name="connsiteY19-1104" fmla="*/ 1229607 h 1640259"/>
                <a:gd name="connsiteX20-1105" fmla="*/ 480083 w 580141"/>
                <a:gd name="connsiteY20-1106" fmla="*/ 1384563 h 1640259"/>
                <a:gd name="connsiteX21-1107" fmla="*/ 184579 w 580141"/>
                <a:gd name="connsiteY21-1108" fmla="*/ 1187390 h 1640259"/>
                <a:gd name="connsiteX22-1109" fmla="*/ 480050 w 580141"/>
                <a:gd name="connsiteY22-1110" fmla="*/ 1411796 h 1640259"/>
                <a:gd name="connsiteX23-1111" fmla="*/ 552481 w 580141"/>
                <a:gd name="connsiteY23-1112" fmla="*/ 1640067 h 1640259"/>
                <a:gd name="connsiteX24-1113" fmla="*/ 103908 w 580141"/>
                <a:gd name="connsiteY24-1114" fmla="*/ 1412002 h 1640259"/>
                <a:gd name="connsiteX25-1115" fmla="*/ 550099 w 580141"/>
                <a:gd name="connsiteY25-1116" fmla="*/ 54739 h 1640259"/>
                <a:gd name="connsiteX0-1117" fmla="*/ 550099 w 580141"/>
                <a:gd name="connsiteY0-1118" fmla="*/ 54739 h 1640259"/>
                <a:gd name="connsiteX1-1119" fmla="*/ 536842 w 580141"/>
                <a:gd name="connsiteY1-1120" fmla="*/ 262901 h 1640259"/>
                <a:gd name="connsiteX2-1121" fmla="*/ 550454 w 580141"/>
                <a:gd name="connsiteY2-1122" fmla="*/ 290825 h 1640259"/>
                <a:gd name="connsiteX3-1123" fmla="*/ 488816 w 580141"/>
                <a:gd name="connsiteY3-1124" fmla="*/ 248282 h 1640259"/>
                <a:gd name="connsiteX4-1125" fmla="*/ 532877 w 580141"/>
                <a:gd name="connsiteY4-1126" fmla="*/ 296148 h 1640259"/>
                <a:gd name="connsiteX5-1127" fmla="*/ 528440 w 580141"/>
                <a:gd name="connsiteY5-1128" fmla="*/ 449834 h 1640259"/>
                <a:gd name="connsiteX6-1129" fmla="*/ 440807 w 580141"/>
                <a:gd name="connsiteY6-1130" fmla="*/ 401948 h 1640259"/>
                <a:gd name="connsiteX7-1131" fmla="*/ 530748 w 580141"/>
                <a:gd name="connsiteY7-1132" fmla="*/ 481883 h 1640259"/>
                <a:gd name="connsiteX8-1133" fmla="*/ 498587 w 580141"/>
                <a:gd name="connsiteY8-1134" fmla="*/ 638313 h 1640259"/>
                <a:gd name="connsiteX9-1135" fmla="*/ 372197 w 580141"/>
                <a:gd name="connsiteY9-1136" fmla="*/ 546723 h 1640259"/>
                <a:gd name="connsiteX10-1137" fmla="*/ 498617 w 580141"/>
                <a:gd name="connsiteY10-1138" fmla="*/ 658378 h 1640259"/>
                <a:gd name="connsiteX11-1139" fmla="*/ 508896 w 580141"/>
                <a:gd name="connsiteY11-1140" fmla="*/ 846271 h 1640259"/>
                <a:gd name="connsiteX12-1141" fmla="*/ 270832 w 580141"/>
                <a:gd name="connsiteY12-1142" fmla="*/ 673942 h 1640259"/>
                <a:gd name="connsiteX13-1143" fmla="*/ 501344 w 580141"/>
                <a:gd name="connsiteY13-1144" fmla="*/ 870712 h 1640259"/>
                <a:gd name="connsiteX14-1145" fmla="*/ 484201 w 580141"/>
                <a:gd name="connsiteY14-1146" fmla="*/ 1018658 h 1640259"/>
                <a:gd name="connsiteX15-1147" fmla="*/ 184579 w 580141"/>
                <a:gd name="connsiteY15-1148" fmla="*/ 796670 h 1640259"/>
                <a:gd name="connsiteX16-1149" fmla="*/ 479002 w 580141"/>
                <a:gd name="connsiteY16-1150" fmla="*/ 1055860 h 1640259"/>
                <a:gd name="connsiteX17-1151" fmla="*/ 474625 w 580141"/>
                <a:gd name="connsiteY17-1152" fmla="*/ 1200922 h 1640259"/>
                <a:gd name="connsiteX18-1153" fmla="*/ 119129 w 580141"/>
                <a:gd name="connsiteY18-1154" fmla="*/ 944197 h 1640259"/>
                <a:gd name="connsiteX19-1155" fmla="*/ 467006 w 580141"/>
                <a:gd name="connsiteY19-1156" fmla="*/ 1229607 h 1640259"/>
                <a:gd name="connsiteX20-1157" fmla="*/ 480083 w 580141"/>
                <a:gd name="connsiteY20-1158" fmla="*/ 1384563 h 1640259"/>
                <a:gd name="connsiteX21-1159" fmla="*/ 184579 w 580141"/>
                <a:gd name="connsiteY21-1160" fmla="*/ 1187390 h 1640259"/>
                <a:gd name="connsiteX22-1161" fmla="*/ 480050 w 580141"/>
                <a:gd name="connsiteY22-1162" fmla="*/ 1411796 h 1640259"/>
                <a:gd name="connsiteX23-1163" fmla="*/ 552481 w 580141"/>
                <a:gd name="connsiteY23-1164" fmla="*/ 1640067 h 1640259"/>
                <a:gd name="connsiteX24-1165" fmla="*/ 103908 w 580141"/>
                <a:gd name="connsiteY24-1166" fmla="*/ 1412002 h 1640259"/>
                <a:gd name="connsiteX25-1167" fmla="*/ 550099 w 580141"/>
                <a:gd name="connsiteY25-1168" fmla="*/ 54739 h 1640259"/>
                <a:gd name="connsiteX0-1169" fmla="*/ 550099 w 580141"/>
                <a:gd name="connsiteY0-1170" fmla="*/ 54739 h 1640259"/>
                <a:gd name="connsiteX1-1171" fmla="*/ 536842 w 580141"/>
                <a:gd name="connsiteY1-1172" fmla="*/ 262901 h 1640259"/>
                <a:gd name="connsiteX2-1173" fmla="*/ 550454 w 580141"/>
                <a:gd name="connsiteY2-1174" fmla="*/ 290825 h 1640259"/>
                <a:gd name="connsiteX3-1175" fmla="*/ 488816 w 580141"/>
                <a:gd name="connsiteY3-1176" fmla="*/ 248282 h 1640259"/>
                <a:gd name="connsiteX4-1177" fmla="*/ 532877 w 580141"/>
                <a:gd name="connsiteY4-1178" fmla="*/ 296148 h 1640259"/>
                <a:gd name="connsiteX5-1179" fmla="*/ 528440 w 580141"/>
                <a:gd name="connsiteY5-1180" fmla="*/ 449834 h 1640259"/>
                <a:gd name="connsiteX6-1181" fmla="*/ 440807 w 580141"/>
                <a:gd name="connsiteY6-1182" fmla="*/ 401948 h 1640259"/>
                <a:gd name="connsiteX7-1183" fmla="*/ 518260 w 580141"/>
                <a:gd name="connsiteY7-1184" fmla="*/ 474167 h 1640259"/>
                <a:gd name="connsiteX8-1185" fmla="*/ 498587 w 580141"/>
                <a:gd name="connsiteY8-1186" fmla="*/ 638313 h 1640259"/>
                <a:gd name="connsiteX9-1187" fmla="*/ 372197 w 580141"/>
                <a:gd name="connsiteY9-1188" fmla="*/ 546723 h 1640259"/>
                <a:gd name="connsiteX10-1189" fmla="*/ 498617 w 580141"/>
                <a:gd name="connsiteY10-1190" fmla="*/ 658378 h 1640259"/>
                <a:gd name="connsiteX11-1191" fmla="*/ 508896 w 580141"/>
                <a:gd name="connsiteY11-1192" fmla="*/ 846271 h 1640259"/>
                <a:gd name="connsiteX12-1193" fmla="*/ 270832 w 580141"/>
                <a:gd name="connsiteY12-1194" fmla="*/ 673942 h 1640259"/>
                <a:gd name="connsiteX13-1195" fmla="*/ 501344 w 580141"/>
                <a:gd name="connsiteY13-1196" fmla="*/ 870712 h 1640259"/>
                <a:gd name="connsiteX14-1197" fmla="*/ 484201 w 580141"/>
                <a:gd name="connsiteY14-1198" fmla="*/ 1018658 h 1640259"/>
                <a:gd name="connsiteX15-1199" fmla="*/ 184579 w 580141"/>
                <a:gd name="connsiteY15-1200" fmla="*/ 796670 h 1640259"/>
                <a:gd name="connsiteX16-1201" fmla="*/ 479002 w 580141"/>
                <a:gd name="connsiteY16-1202" fmla="*/ 1055860 h 1640259"/>
                <a:gd name="connsiteX17-1203" fmla="*/ 474625 w 580141"/>
                <a:gd name="connsiteY17-1204" fmla="*/ 1200922 h 1640259"/>
                <a:gd name="connsiteX18-1205" fmla="*/ 119129 w 580141"/>
                <a:gd name="connsiteY18-1206" fmla="*/ 944197 h 1640259"/>
                <a:gd name="connsiteX19-1207" fmla="*/ 467006 w 580141"/>
                <a:gd name="connsiteY19-1208" fmla="*/ 1229607 h 1640259"/>
                <a:gd name="connsiteX20-1209" fmla="*/ 480083 w 580141"/>
                <a:gd name="connsiteY20-1210" fmla="*/ 1384563 h 1640259"/>
                <a:gd name="connsiteX21-1211" fmla="*/ 184579 w 580141"/>
                <a:gd name="connsiteY21-1212" fmla="*/ 1187390 h 1640259"/>
                <a:gd name="connsiteX22-1213" fmla="*/ 480050 w 580141"/>
                <a:gd name="connsiteY22-1214" fmla="*/ 1411796 h 1640259"/>
                <a:gd name="connsiteX23-1215" fmla="*/ 552481 w 580141"/>
                <a:gd name="connsiteY23-1216" fmla="*/ 1640067 h 1640259"/>
                <a:gd name="connsiteX24-1217" fmla="*/ 103908 w 580141"/>
                <a:gd name="connsiteY24-1218" fmla="*/ 1412002 h 1640259"/>
                <a:gd name="connsiteX25-1219" fmla="*/ 550099 w 580141"/>
                <a:gd name="connsiteY25-1220" fmla="*/ 54739 h 1640259"/>
                <a:gd name="connsiteX0-1221" fmla="*/ 550099 w 580141"/>
                <a:gd name="connsiteY0-1222" fmla="*/ 54739 h 1640259"/>
                <a:gd name="connsiteX1-1223" fmla="*/ 536842 w 580141"/>
                <a:gd name="connsiteY1-1224" fmla="*/ 262901 h 1640259"/>
                <a:gd name="connsiteX2-1225" fmla="*/ 550454 w 580141"/>
                <a:gd name="connsiteY2-1226" fmla="*/ 290825 h 1640259"/>
                <a:gd name="connsiteX3-1227" fmla="*/ 488816 w 580141"/>
                <a:gd name="connsiteY3-1228" fmla="*/ 248282 h 1640259"/>
                <a:gd name="connsiteX4-1229" fmla="*/ 532877 w 580141"/>
                <a:gd name="connsiteY4-1230" fmla="*/ 296148 h 1640259"/>
                <a:gd name="connsiteX5-1231" fmla="*/ 528440 w 580141"/>
                <a:gd name="connsiteY5-1232" fmla="*/ 449834 h 1640259"/>
                <a:gd name="connsiteX6-1233" fmla="*/ 440807 w 580141"/>
                <a:gd name="connsiteY6-1234" fmla="*/ 401948 h 1640259"/>
                <a:gd name="connsiteX7-1235" fmla="*/ 518260 w 580141"/>
                <a:gd name="connsiteY7-1236" fmla="*/ 474167 h 1640259"/>
                <a:gd name="connsiteX8-1237" fmla="*/ 498587 w 580141"/>
                <a:gd name="connsiteY8-1238" fmla="*/ 638313 h 1640259"/>
                <a:gd name="connsiteX9-1239" fmla="*/ 372197 w 580141"/>
                <a:gd name="connsiteY9-1240" fmla="*/ 546723 h 1640259"/>
                <a:gd name="connsiteX10-1241" fmla="*/ 498617 w 580141"/>
                <a:gd name="connsiteY10-1242" fmla="*/ 658378 h 1640259"/>
                <a:gd name="connsiteX11-1243" fmla="*/ 484050 w 580141"/>
                <a:gd name="connsiteY11-1244" fmla="*/ 820768 h 1640259"/>
                <a:gd name="connsiteX12-1245" fmla="*/ 270832 w 580141"/>
                <a:gd name="connsiteY12-1246" fmla="*/ 673942 h 1640259"/>
                <a:gd name="connsiteX13-1247" fmla="*/ 501344 w 580141"/>
                <a:gd name="connsiteY13-1248" fmla="*/ 870712 h 1640259"/>
                <a:gd name="connsiteX14-1249" fmla="*/ 484201 w 580141"/>
                <a:gd name="connsiteY14-1250" fmla="*/ 1018658 h 1640259"/>
                <a:gd name="connsiteX15-1251" fmla="*/ 184579 w 580141"/>
                <a:gd name="connsiteY15-1252" fmla="*/ 796670 h 1640259"/>
                <a:gd name="connsiteX16-1253" fmla="*/ 479002 w 580141"/>
                <a:gd name="connsiteY16-1254" fmla="*/ 1055860 h 1640259"/>
                <a:gd name="connsiteX17-1255" fmla="*/ 474625 w 580141"/>
                <a:gd name="connsiteY17-1256" fmla="*/ 1200922 h 1640259"/>
                <a:gd name="connsiteX18-1257" fmla="*/ 119129 w 580141"/>
                <a:gd name="connsiteY18-1258" fmla="*/ 944197 h 1640259"/>
                <a:gd name="connsiteX19-1259" fmla="*/ 467006 w 580141"/>
                <a:gd name="connsiteY19-1260" fmla="*/ 1229607 h 1640259"/>
                <a:gd name="connsiteX20-1261" fmla="*/ 480083 w 580141"/>
                <a:gd name="connsiteY20-1262" fmla="*/ 1384563 h 1640259"/>
                <a:gd name="connsiteX21-1263" fmla="*/ 184579 w 580141"/>
                <a:gd name="connsiteY21-1264" fmla="*/ 1187390 h 1640259"/>
                <a:gd name="connsiteX22-1265" fmla="*/ 480050 w 580141"/>
                <a:gd name="connsiteY22-1266" fmla="*/ 1411796 h 1640259"/>
                <a:gd name="connsiteX23-1267" fmla="*/ 552481 w 580141"/>
                <a:gd name="connsiteY23-1268" fmla="*/ 1640067 h 1640259"/>
                <a:gd name="connsiteX24-1269" fmla="*/ 103908 w 580141"/>
                <a:gd name="connsiteY24-1270" fmla="*/ 1412002 h 1640259"/>
                <a:gd name="connsiteX25-1271" fmla="*/ 550099 w 580141"/>
                <a:gd name="connsiteY25-1272" fmla="*/ 54739 h 1640259"/>
                <a:gd name="connsiteX0-1273" fmla="*/ 550099 w 580141"/>
                <a:gd name="connsiteY0-1274" fmla="*/ 54739 h 1640259"/>
                <a:gd name="connsiteX1-1275" fmla="*/ 536842 w 580141"/>
                <a:gd name="connsiteY1-1276" fmla="*/ 262901 h 1640259"/>
                <a:gd name="connsiteX2-1277" fmla="*/ 550454 w 580141"/>
                <a:gd name="connsiteY2-1278" fmla="*/ 290825 h 1640259"/>
                <a:gd name="connsiteX3-1279" fmla="*/ 488816 w 580141"/>
                <a:gd name="connsiteY3-1280" fmla="*/ 248282 h 1640259"/>
                <a:gd name="connsiteX4-1281" fmla="*/ 532877 w 580141"/>
                <a:gd name="connsiteY4-1282" fmla="*/ 296148 h 1640259"/>
                <a:gd name="connsiteX5-1283" fmla="*/ 528440 w 580141"/>
                <a:gd name="connsiteY5-1284" fmla="*/ 449834 h 1640259"/>
                <a:gd name="connsiteX6-1285" fmla="*/ 440807 w 580141"/>
                <a:gd name="connsiteY6-1286" fmla="*/ 401948 h 1640259"/>
                <a:gd name="connsiteX7-1287" fmla="*/ 518260 w 580141"/>
                <a:gd name="connsiteY7-1288" fmla="*/ 474167 h 1640259"/>
                <a:gd name="connsiteX8-1289" fmla="*/ 498587 w 580141"/>
                <a:gd name="connsiteY8-1290" fmla="*/ 638313 h 1640259"/>
                <a:gd name="connsiteX9-1291" fmla="*/ 372197 w 580141"/>
                <a:gd name="connsiteY9-1292" fmla="*/ 546723 h 1640259"/>
                <a:gd name="connsiteX10-1293" fmla="*/ 498617 w 580141"/>
                <a:gd name="connsiteY10-1294" fmla="*/ 658378 h 1640259"/>
                <a:gd name="connsiteX11-1295" fmla="*/ 484050 w 580141"/>
                <a:gd name="connsiteY11-1296" fmla="*/ 820768 h 1640259"/>
                <a:gd name="connsiteX12-1297" fmla="*/ 270832 w 580141"/>
                <a:gd name="connsiteY12-1298" fmla="*/ 673942 h 1640259"/>
                <a:gd name="connsiteX13-1299" fmla="*/ 478917 w 580141"/>
                <a:gd name="connsiteY13-1300" fmla="*/ 852794 h 1640259"/>
                <a:gd name="connsiteX14-1301" fmla="*/ 484201 w 580141"/>
                <a:gd name="connsiteY14-1302" fmla="*/ 1018658 h 1640259"/>
                <a:gd name="connsiteX15-1303" fmla="*/ 184579 w 580141"/>
                <a:gd name="connsiteY15-1304" fmla="*/ 796670 h 1640259"/>
                <a:gd name="connsiteX16-1305" fmla="*/ 479002 w 580141"/>
                <a:gd name="connsiteY16-1306" fmla="*/ 1055860 h 1640259"/>
                <a:gd name="connsiteX17-1307" fmla="*/ 474625 w 580141"/>
                <a:gd name="connsiteY17-1308" fmla="*/ 1200922 h 1640259"/>
                <a:gd name="connsiteX18-1309" fmla="*/ 119129 w 580141"/>
                <a:gd name="connsiteY18-1310" fmla="*/ 944197 h 1640259"/>
                <a:gd name="connsiteX19-1311" fmla="*/ 467006 w 580141"/>
                <a:gd name="connsiteY19-1312" fmla="*/ 1229607 h 1640259"/>
                <a:gd name="connsiteX20-1313" fmla="*/ 480083 w 580141"/>
                <a:gd name="connsiteY20-1314" fmla="*/ 1384563 h 1640259"/>
                <a:gd name="connsiteX21-1315" fmla="*/ 184579 w 580141"/>
                <a:gd name="connsiteY21-1316" fmla="*/ 1187390 h 1640259"/>
                <a:gd name="connsiteX22-1317" fmla="*/ 480050 w 580141"/>
                <a:gd name="connsiteY22-1318" fmla="*/ 1411796 h 1640259"/>
                <a:gd name="connsiteX23-1319" fmla="*/ 552481 w 580141"/>
                <a:gd name="connsiteY23-1320" fmla="*/ 1640067 h 1640259"/>
                <a:gd name="connsiteX24-1321" fmla="*/ 103908 w 580141"/>
                <a:gd name="connsiteY24-1322" fmla="*/ 1412002 h 1640259"/>
                <a:gd name="connsiteX25-1323" fmla="*/ 550099 w 580141"/>
                <a:gd name="connsiteY25-1324" fmla="*/ 54739 h 1640259"/>
                <a:gd name="connsiteX0-1325" fmla="*/ 550099 w 580141"/>
                <a:gd name="connsiteY0-1326" fmla="*/ 54739 h 1640259"/>
                <a:gd name="connsiteX1-1327" fmla="*/ 536842 w 580141"/>
                <a:gd name="connsiteY1-1328" fmla="*/ 262901 h 1640259"/>
                <a:gd name="connsiteX2-1329" fmla="*/ 550454 w 580141"/>
                <a:gd name="connsiteY2-1330" fmla="*/ 290825 h 1640259"/>
                <a:gd name="connsiteX3-1331" fmla="*/ 488816 w 580141"/>
                <a:gd name="connsiteY3-1332" fmla="*/ 248282 h 1640259"/>
                <a:gd name="connsiteX4-1333" fmla="*/ 532877 w 580141"/>
                <a:gd name="connsiteY4-1334" fmla="*/ 296148 h 1640259"/>
                <a:gd name="connsiteX5-1335" fmla="*/ 528440 w 580141"/>
                <a:gd name="connsiteY5-1336" fmla="*/ 449834 h 1640259"/>
                <a:gd name="connsiteX6-1337" fmla="*/ 440807 w 580141"/>
                <a:gd name="connsiteY6-1338" fmla="*/ 401948 h 1640259"/>
                <a:gd name="connsiteX7-1339" fmla="*/ 518260 w 580141"/>
                <a:gd name="connsiteY7-1340" fmla="*/ 474167 h 1640259"/>
                <a:gd name="connsiteX8-1341" fmla="*/ 498587 w 580141"/>
                <a:gd name="connsiteY8-1342" fmla="*/ 638313 h 1640259"/>
                <a:gd name="connsiteX9-1343" fmla="*/ 372197 w 580141"/>
                <a:gd name="connsiteY9-1344" fmla="*/ 546723 h 1640259"/>
                <a:gd name="connsiteX10-1345" fmla="*/ 498617 w 580141"/>
                <a:gd name="connsiteY10-1346" fmla="*/ 658378 h 1640259"/>
                <a:gd name="connsiteX11-1347" fmla="*/ 484050 w 580141"/>
                <a:gd name="connsiteY11-1348" fmla="*/ 820768 h 1640259"/>
                <a:gd name="connsiteX12-1349" fmla="*/ 270832 w 580141"/>
                <a:gd name="connsiteY12-1350" fmla="*/ 673942 h 1640259"/>
                <a:gd name="connsiteX13-1351" fmla="*/ 478917 w 580141"/>
                <a:gd name="connsiteY13-1352" fmla="*/ 852794 h 1640259"/>
                <a:gd name="connsiteX14-1353" fmla="*/ 484201 w 580141"/>
                <a:gd name="connsiteY14-1354" fmla="*/ 1018658 h 1640259"/>
                <a:gd name="connsiteX15-1355" fmla="*/ 184579 w 580141"/>
                <a:gd name="connsiteY15-1356" fmla="*/ 796670 h 1640259"/>
                <a:gd name="connsiteX16-1357" fmla="*/ 479002 w 580141"/>
                <a:gd name="connsiteY16-1358" fmla="*/ 1055860 h 1640259"/>
                <a:gd name="connsiteX17-1359" fmla="*/ 459783 w 580141"/>
                <a:gd name="connsiteY17-1360" fmla="*/ 1180585 h 1640259"/>
                <a:gd name="connsiteX18-1361" fmla="*/ 119129 w 580141"/>
                <a:gd name="connsiteY18-1362" fmla="*/ 944197 h 1640259"/>
                <a:gd name="connsiteX19-1363" fmla="*/ 467006 w 580141"/>
                <a:gd name="connsiteY19-1364" fmla="*/ 1229607 h 1640259"/>
                <a:gd name="connsiteX20-1365" fmla="*/ 480083 w 580141"/>
                <a:gd name="connsiteY20-1366" fmla="*/ 1384563 h 1640259"/>
                <a:gd name="connsiteX21-1367" fmla="*/ 184579 w 580141"/>
                <a:gd name="connsiteY21-1368" fmla="*/ 1187390 h 1640259"/>
                <a:gd name="connsiteX22-1369" fmla="*/ 480050 w 580141"/>
                <a:gd name="connsiteY22-1370" fmla="*/ 1411796 h 1640259"/>
                <a:gd name="connsiteX23-1371" fmla="*/ 552481 w 580141"/>
                <a:gd name="connsiteY23-1372" fmla="*/ 1640067 h 1640259"/>
                <a:gd name="connsiteX24-1373" fmla="*/ 103908 w 580141"/>
                <a:gd name="connsiteY24-1374" fmla="*/ 1412002 h 1640259"/>
                <a:gd name="connsiteX25-1375" fmla="*/ 550099 w 580141"/>
                <a:gd name="connsiteY25-1376" fmla="*/ 54739 h 1640259"/>
                <a:gd name="connsiteX0-1377" fmla="*/ 550099 w 580141"/>
                <a:gd name="connsiteY0-1378" fmla="*/ 54739 h 1640259"/>
                <a:gd name="connsiteX1-1379" fmla="*/ 536842 w 580141"/>
                <a:gd name="connsiteY1-1380" fmla="*/ 262901 h 1640259"/>
                <a:gd name="connsiteX2-1381" fmla="*/ 550454 w 580141"/>
                <a:gd name="connsiteY2-1382" fmla="*/ 290825 h 1640259"/>
                <a:gd name="connsiteX3-1383" fmla="*/ 488816 w 580141"/>
                <a:gd name="connsiteY3-1384" fmla="*/ 248282 h 1640259"/>
                <a:gd name="connsiteX4-1385" fmla="*/ 532877 w 580141"/>
                <a:gd name="connsiteY4-1386" fmla="*/ 296148 h 1640259"/>
                <a:gd name="connsiteX5-1387" fmla="*/ 528440 w 580141"/>
                <a:gd name="connsiteY5-1388" fmla="*/ 449834 h 1640259"/>
                <a:gd name="connsiteX6-1389" fmla="*/ 440807 w 580141"/>
                <a:gd name="connsiteY6-1390" fmla="*/ 401948 h 1640259"/>
                <a:gd name="connsiteX7-1391" fmla="*/ 518260 w 580141"/>
                <a:gd name="connsiteY7-1392" fmla="*/ 474167 h 1640259"/>
                <a:gd name="connsiteX8-1393" fmla="*/ 498587 w 580141"/>
                <a:gd name="connsiteY8-1394" fmla="*/ 638313 h 1640259"/>
                <a:gd name="connsiteX9-1395" fmla="*/ 372197 w 580141"/>
                <a:gd name="connsiteY9-1396" fmla="*/ 546723 h 1640259"/>
                <a:gd name="connsiteX10-1397" fmla="*/ 498617 w 580141"/>
                <a:gd name="connsiteY10-1398" fmla="*/ 658378 h 1640259"/>
                <a:gd name="connsiteX11-1399" fmla="*/ 484050 w 580141"/>
                <a:gd name="connsiteY11-1400" fmla="*/ 820768 h 1640259"/>
                <a:gd name="connsiteX12-1401" fmla="*/ 270832 w 580141"/>
                <a:gd name="connsiteY12-1402" fmla="*/ 673942 h 1640259"/>
                <a:gd name="connsiteX13-1403" fmla="*/ 478917 w 580141"/>
                <a:gd name="connsiteY13-1404" fmla="*/ 852794 h 1640259"/>
                <a:gd name="connsiteX14-1405" fmla="*/ 484201 w 580141"/>
                <a:gd name="connsiteY14-1406" fmla="*/ 1018658 h 1640259"/>
                <a:gd name="connsiteX15-1407" fmla="*/ 184579 w 580141"/>
                <a:gd name="connsiteY15-1408" fmla="*/ 796670 h 1640259"/>
                <a:gd name="connsiteX16-1409" fmla="*/ 466579 w 580141"/>
                <a:gd name="connsiteY16-1410" fmla="*/ 1043108 h 1640259"/>
                <a:gd name="connsiteX17-1411" fmla="*/ 459783 w 580141"/>
                <a:gd name="connsiteY17-1412" fmla="*/ 1180585 h 1640259"/>
                <a:gd name="connsiteX18-1413" fmla="*/ 119129 w 580141"/>
                <a:gd name="connsiteY18-1414" fmla="*/ 944197 h 1640259"/>
                <a:gd name="connsiteX19-1415" fmla="*/ 467006 w 580141"/>
                <a:gd name="connsiteY19-1416" fmla="*/ 1229607 h 1640259"/>
                <a:gd name="connsiteX20-1417" fmla="*/ 480083 w 580141"/>
                <a:gd name="connsiteY20-1418" fmla="*/ 1384563 h 1640259"/>
                <a:gd name="connsiteX21-1419" fmla="*/ 184579 w 580141"/>
                <a:gd name="connsiteY21-1420" fmla="*/ 1187390 h 1640259"/>
                <a:gd name="connsiteX22-1421" fmla="*/ 480050 w 580141"/>
                <a:gd name="connsiteY22-1422" fmla="*/ 1411796 h 1640259"/>
                <a:gd name="connsiteX23-1423" fmla="*/ 552481 w 580141"/>
                <a:gd name="connsiteY23-1424" fmla="*/ 1640067 h 1640259"/>
                <a:gd name="connsiteX24-1425" fmla="*/ 103908 w 580141"/>
                <a:gd name="connsiteY24-1426" fmla="*/ 1412002 h 1640259"/>
                <a:gd name="connsiteX25-1427" fmla="*/ 550099 w 580141"/>
                <a:gd name="connsiteY25-1428" fmla="*/ 54739 h 1640259"/>
                <a:gd name="connsiteX0-1429" fmla="*/ 550099 w 580141"/>
                <a:gd name="connsiteY0-1430" fmla="*/ 54739 h 1640259"/>
                <a:gd name="connsiteX1-1431" fmla="*/ 536842 w 580141"/>
                <a:gd name="connsiteY1-1432" fmla="*/ 262901 h 1640259"/>
                <a:gd name="connsiteX2-1433" fmla="*/ 550454 w 580141"/>
                <a:gd name="connsiteY2-1434" fmla="*/ 290825 h 1640259"/>
                <a:gd name="connsiteX3-1435" fmla="*/ 488816 w 580141"/>
                <a:gd name="connsiteY3-1436" fmla="*/ 248282 h 1640259"/>
                <a:gd name="connsiteX4-1437" fmla="*/ 532877 w 580141"/>
                <a:gd name="connsiteY4-1438" fmla="*/ 296148 h 1640259"/>
                <a:gd name="connsiteX5-1439" fmla="*/ 528440 w 580141"/>
                <a:gd name="connsiteY5-1440" fmla="*/ 449834 h 1640259"/>
                <a:gd name="connsiteX6-1441" fmla="*/ 440807 w 580141"/>
                <a:gd name="connsiteY6-1442" fmla="*/ 401948 h 1640259"/>
                <a:gd name="connsiteX7-1443" fmla="*/ 518260 w 580141"/>
                <a:gd name="connsiteY7-1444" fmla="*/ 474167 h 1640259"/>
                <a:gd name="connsiteX8-1445" fmla="*/ 498587 w 580141"/>
                <a:gd name="connsiteY8-1446" fmla="*/ 638313 h 1640259"/>
                <a:gd name="connsiteX9-1447" fmla="*/ 372197 w 580141"/>
                <a:gd name="connsiteY9-1448" fmla="*/ 546723 h 1640259"/>
                <a:gd name="connsiteX10-1449" fmla="*/ 498617 w 580141"/>
                <a:gd name="connsiteY10-1450" fmla="*/ 658378 h 1640259"/>
                <a:gd name="connsiteX11-1451" fmla="*/ 484050 w 580141"/>
                <a:gd name="connsiteY11-1452" fmla="*/ 820768 h 1640259"/>
                <a:gd name="connsiteX12-1453" fmla="*/ 270832 w 580141"/>
                <a:gd name="connsiteY12-1454" fmla="*/ 673942 h 1640259"/>
                <a:gd name="connsiteX13-1455" fmla="*/ 478917 w 580141"/>
                <a:gd name="connsiteY13-1456" fmla="*/ 852794 h 1640259"/>
                <a:gd name="connsiteX14-1457" fmla="*/ 469294 w 580141"/>
                <a:gd name="connsiteY14-1458" fmla="*/ 1003356 h 1640259"/>
                <a:gd name="connsiteX15-1459" fmla="*/ 184579 w 580141"/>
                <a:gd name="connsiteY15-1460" fmla="*/ 796670 h 1640259"/>
                <a:gd name="connsiteX16-1461" fmla="*/ 466579 w 580141"/>
                <a:gd name="connsiteY16-1462" fmla="*/ 1043108 h 1640259"/>
                <a:gd name="connsiteX17-1463" fmla="*/ 459783 w 580141"/>
                <a:gd name="connsiteY17-1464" fmla="*/ 1180585 h 1640259"/>
                <a:gd name="connsiteX18-1465" fmla="*/ 119129 w 580141"/>
                <a:gd name="connsiteY18-1466" fmla="*/ 944197 h 1640259"/>
                <a:gd name="connsiteX19-1467" fmla="*/ 467006 w 580141"/>
                <a:gd name="connsiteY19-1468" fmla="*/ 1229607 h 1640259"/>
                <a:gd name="connsiteX20-1469" fmla="*/ 480083 w 580141"/>
                <a:gd name="connsiteY20-1470" fmla="*/ 1384563 h 1640259"/>
                <a:gd name="connsiteX21-1471" fmla="*/ 184579 w 580141"/>
                <a:gd name="connsiteY21-1472" fmla="*/ 1187390 h 1640259"/>
                <a:gd name="connsiteX22-1473" fmla="*/ 480050 w 580141"/>
                <a:gd name="connsiteY22-1474" fmla="*/ 1411796 h 1640259"/>
                <a:gd name="connsiteX23-1475" fmla="*/ 552481 w 580141"/>
                <a:gd name="connsiteY23-1476" fmla="*/ 1640067 h 1640259"/>
                <a:gd name="connsiteX24-1477" fmla="*/ 103908 w 580141"/>
                <a:gd name="connsiteY24-1478" fmla="*/ 1412002 h 1640259"/>
                <a:gd name="connsiteX25-1479" fmla="*/ 550099 w 580141"/>
                <a:gd name="connsiteY25-1480" fmla="*/ 54739 h 1640259"/>
                <a:gd name="connsiteX0-1481" fmla="*/ 550099 w 580141"/>
                <a:gd name="connsiteY0-1482" fmla="*/ 54739 h 1640259"/>
                <a:gd name="connsiteX1-1483" fmla="*/ 536842 w 580141"/>
                <a:gd name="connsiteY1-1484" fmla="*/ 262901 h 1640259"/>
                <a:gd name="connsiteX2-1485" fmla="*/ 550454 w 580141"/>
                <a:gd name="connsiteY2-1486" fmla="*/ 290825 h 1640259"/>
                <a:gd name="connsiteX3-1487" fmla="*/ 488816 w 580141"/>
                <a:gd name="connsiteY3-1488" fmla="*/ 248282 h 1640259"/>
                <a:gd name="connsiteX4-1489" fmla="*/ 532877 w 580141"/>
                <a:gd name="connsiteY4-1490" fmla="*/ 296148 h 1640259"/>
                <a:gd name="connsiteX5-1491" fmla="*/ 511048 w 580141"/>
                <a:gd name="connsiteY5-1492" fmla="*/ 431982 h 1640259"/>
                <a:gd name="connsiteX6-1493" fmla="*/ 440807 w 580141"/>
                <a:gd name="connsiteY6-1494" fmla="*/ 401948 h 1640259"/>
                <a:gd name="connsiteX7-1495" fmla="*/ 518260 w 580141"/>
                <a:gd name="connsiteY7-1496" fmla="*/ 474167 h 1640259"/>
                <a:gd name="connsiteX8-1497" fmla="*/ 498587 w 580141"/>
                <a:gd name="connsiteY8-1498" fmla="*/ 638313 h 1640259"/>
                <a:gd name="connsiteX9-1499" fmla="*/ 372197 w 580141"/>
                <a:gd name="connsiteY9-1500" fmla="*/ 546723 h 1640259"/>
                <a:gd name="connsiteX10-1501" fmla="*/ 498617 w 580141"/>
                <a:gd name="connsiteY10-1502" fmla="*/ 658378 h 1640259"/>
                <a:gd name="connsiteX11-1503" fmla="*/ 484050 w 580141"/>
                <a:gd name="connsiteY11-1504" fmla="*/ 820768 h 1640259"/>
                <a:gd name="connsiteX12-1505" fmla="*/ 270832 w 580141"/>
                <a:gd name="connsiteY12-1506" fmla="*/ 673942 h 1640259"/>
                <a:gd name="connsiteX13-1507" fmla="*/ 478917 w 580141"/>
                <a:gd name="connsiteY13-1508" fmla="*/ 852794 h 1640259"/>
                <a:gd name="connsiteX14-1509" fmla="*/ 469294 w 580141"/>
                <a:gd name="connsiteY14-1510" fmla="*/ 1003356 h 1640259"/>
                <a:gd name="connsiteX15-1511" fmla="*/ 184579 w 580141"/>
                <a:gd name="connsiteY15-1512" fmla="*/ 796670 h 1640259"/>
                <a:gd name="connsiteX16-1513" fmla="*/ 466579 w 580141"/>
                <a:gd name="connsiteY16-1514" fmla="*/ 1043108 h 1640259"/>
                <a:gd name="connsiteX17-1515" fmla="*/ 459783 w 580141"/>
                <a:gd name="connsiteY17-1516" fmla="*/ 1180585 h 1640259"/>
                <a:gd name="connsiteX18-1517" fmla="*/ 119129 w 580141"/>
                <a:gd name="connsiteY18-1518" fmla="*/ 944197 h 1640259"/>
                <a:gd name="connsiteX19-1519" fmla="*/ 467006 w 580141"/>
                <a:gd name="connsiteY19-1520" fmla="*/ 1229607 h 1640259"/>
                <a:gd name="connsiteX20-1521" fmla="*/ 480083 w 580141"/>
                <a:gd name="connsiteY20-1522" fmla="*/ 1384563 h 1640259"/>
                <a:gd name="connsiteX21-1523" fmla="*/ 184579 w 580141"/>
                <a:gd name="connsiteY21-1524" fmla="*/ 1187390 h 1640259"/>
                <a:gd name="connsiteX22-1525" fmla="*/ 480050 w 580141"/>
                <a:gd name="connsiteY22-1526" fmla="*/ 1411796 h 1640259"/>
                <a:gd name="connsiteX23-1527" fmla="*/ 552481 w 580141"/>
                <a:gd name="connsiteY23-1528" fmla="*/ 1640067 h 1640259"/>
                <a:gd name="connsiteX24-1529" fmla="*/ 103908 w 580141"/>
                <a:gd name="connsiteY24-1530" fmla="*/ 1412002 h 1640259"/>
                <a:gd name="connsiteX25-1531" fmla="*/ 550099 w 580141"/>
                <a:gd name="connsiteY25-1532" fmla="*/ 54739 h 1640259"/>
                <a:gd name="connsiteX0-1533" fmla="*/ 550099 w 582162"/>
                <a:gd name="connsiteY0-1534" fmla="*/ 54028 h 1639548"/>
                <a:gd name="connsiteX1-1535" fmla="*/ 536842 w 582162"/>
                <a:gd name="connsiteY1-1536" fmla="*/ 262190 h 1639548"/>
                <a:gd name="connsiteX2-1537" fmla="*/ 488816 w 582162"/>
                <a:gd name="connsiteY2-1538" fmla="*/ 247571 h 1639548"/>
                <a:gd name="connsiteX3-1539" fmla="*/ 532877 w 582162"/>
                <a:gd name="connsiteY3-1540" fmla="*/ 295437 h 1639548"/>
                <a:gd name="connsiteX4-1541" fmla="*/ 511048 w 582162"/>
                <a:gd name="connsiteY4-1542" fmla="*/ 431271 h 1639548"/>
                <a:gd name="connsiteX5-1543" fmla="*/ 440807 w 582162"/>
                <a:gd name="connsiteY5-1544" fmla="*/ 401237 h 1639548"/>
                <a:gd name="connsiteX6-1545" fmla="*/ 518260 w 582162"/>
                <a:gd name="connsiteY6-1546" fmla="*/ 473456 h 1639548"/>
                <a:gd name="connsiteX7-1547" fmla="*/ 498587 w 582162"/>
                <a:gd name="connsiteY7-1548" fmla="*/ 637602 h 1639548"/>
                <a:gd name="connsiteX8-1549" fmla="*/ 372197 w 582162"/>
                <a:gd name="connsiteY8-1550" fmla="*/ 546012 h 1639548"/>
                <a:gd name="connsiteX9-1551" fmla="*/ 498617 w 582162"/>
                <a:gd name="connsiteY9-1552" fmla="*/ 657667 h 1639548"/>
                <a:gd name="connsiteX10-1553" fmla="*/ 484050 w 582162"/>
                <a:gd name="connsiteY10-1554" fmla="*/ 820057 h 1639548"/>
                <a:gd name="connsiteX11-1555" fmla="*/ 270832 w 582162"/>
                <a:gd name="connsiteY11-1556" fmla="*/ 673231 h 1639548"/>
                <a:gd name="connsiteX12-1557" fmla="*/ 478917 w 582162"/>
                <a:gd name="connsiteY12-1558" fmla="*/ 852083 h 1639548"/>
                <a:gd name="connsiteX13-1559" fmla="*/ 469294 w 582162"/>
                <a:gd name="connsiteY13-1560" fmla="*/ 1002645 h 1639548"/>
                <a:gd name="connsiteX14-1561" fmla="*/ 184579 w 582162"/>
                <a:gd name="connsiteY14-1562" fmla="*/ 795959 h 1639548"/>
                <a:gd name="connsiteX15-1563" fmla="*/ 466579 w 582162"/>
                <a:gd name="connsiteY15-1564" fmla="*/ 1042397 h 1639548"/>
                <a:gd name="connsiteX16-1565" fmla="*/ 459783 w 582162"/>
                <a:gd name="connsiteY16-1566" fmla="*/ 1179874 h 1639548"/>
                <a:gd name="connsiteX17-1567" fmla="*/ 119129 w 582162"/>
                <a:gd name="connsiteY17-1568" fmla="*/ 943486 h 1639548"/>
                <a:gd name="connsiteX18-1569" fmla="*/ 467006 w 582162"/>
                <a:gd name="connsiteY18-1570" fmla="*/ 1228896 h 1639548"/>
                <a:gd name="connsiteX19-1571" fmla="*/ 480083 w 582162"/>
                <a:gd name="connsiteY19-1572" fmla="*/ 1383852 h 1639548"/>
                <a:gd name="connsiteX20-1573" fmla="*/ 184579 w 582162"/>
                <a:gd name="connsiteY20-1574" fmla="*/ 1186679 h 1639548"/>
                <a:gd name="connsiteX21-1575" fmla="*/ 480050 w 582162"/>
                <a:gd name="connsiteY21-1576" fmla="*/ 1411085 h 1639548"/>
                <a:gd name="connsiteX22-1577" fmla="*/ 552481 w 582162"/>
                <a:gd name="connsiteY22-1578" fmla="*/ 1639356 h 1639548"/>
                <a:gd name="connsiteX23-1579" fmla="*/ 103908 w 582162"/>
                <a:gd name="connsiteY23-1580" fmla="*/ 1411291 h 1639548"/>
                <a:gd name="connsiteX24-1581" fmla="*/ 550099 w 582162"/>
                <a:gd name="connsiteY24-1582" fmla="*/ 54028 h 1639548"/>
                <a:gd name="connsiteX0-1583" fmla="*/ 550099 w 582162"/>
                <a:gd name="connsiteY0-1584" fmla="*/ 54028 h 1639548"/>
                <a:gd name="connsiteX1-1585" fmla="*/ 536842 w 582162"/>
                <a:gd name="connsiteY1-1586" fmla="*/ 262190 h 1639548"/>
                <a:gd name="connsiteX2-1587" fmla="*/ 488816 w 582162"/>
                <a:gd name="connsiteY2-1588" fmla="*/ 247571 h 1639548"/>
                <a:gd name="connsiteX3-1589" fmla="*/ 532877 w 582162"/>
                <a:gd name="connsiteY3-1590" fmla="*/ 295437 h 1639548"/>
                <a:gd name="connsiteX4-1591" fmla="*/ 526021 w 582162"/>
                <a:gd name="connsiteY4-1592" fmla="*/ 441538 h 1639548"/>
                <a:gd name="connsiteX5-1593" fmla="*/ 440807 w 582162"/>
                <a:gd name="connsiteY5-1594" fmla="*/ 401237 h 1639548"/>
                <a:gd name="connsiteX6-1595" fmla="*/ 518260 w 582162"/>
                <a:gd name="connsiteY6-1596" fmla="*/ 473456 h 1639548"/>
                <a:gd name="connsiteX7-1597" fmla="*/ 498587 w 582162"/>
                <a:gd name="connsiteY7-1598" fmla="*/ 637602 h 1639548"/>
                <a:gd name="connsiteX8-1599" fmla="*/ 372197 w 582162"/>
                <a:gd name="connsiteY8-1600" fmla="*/ 546012 h 1639548"/>
                <a:gd name="connsiteX9-1601" fmla="*/ 498617 w 582162"/>
                <a:gd name="connsiteY9-1602" fmla="*/ 657667 h 1639548"/>
                <a:gd name="connsiteX10-1603" fmla="*/ 484050 w 582162"/>
                <a:gd name="connsiteY10-1604" fmla="*/ 820057 h 1639548"/>
                <a:gd name="connsiteX11-1605" fmla="*/ 270832 w 582162"/>
                <a:gd name="connsiteY11-1606" fmla="*/ 673231 h 1639548"/>
                <a:gd name="connsiteX12-1607" fmla="*/ 478917 w 582162"/>
                <a:gd name="connsiteY12-1608" fmla="*/ 852083 h 1639548"/>
                <a:gd name="connsiteX13-1609" fmla="*/ 469294 w 582162"/>
                <a:gd name="connsiteY13-1610" fmla="*/ 1002645 h 1639548"/>
                <a:gd name="connsiteX14-1611" fmla="*/ 184579 w 582162"/>
                <a:gd name="connsiteY14-1612" fmla="*/ 795959 h 1639548"/>
                <a:gd name="connsiteX15-1613" fmla="*/ 466579 w 582162"/>
                <a:gd name="connsiteY15-1614" fmla="*/ 1042397 h 1639548"/>
                <a:gd name="connsiteX16-1615" fmla="*/ 459783 w 582162"/>
                <a:gd name="connsiteY16-1616" fmla="*/ 1179874 h 1639548"/>
                <a:gd name="connsiteX17-1617" fmla="*/ 119129 w 582162"/>
                <a:gd name="connsiteY17-1618" fmla="*/ 943486 h 1639548"/>
                <a:gd name="connsiteX18-1619" fmla="*/ 467006 w 582162"/>
                <a:gd name="connsiteY18-1620" fmla="*/ 1228896 h 1639548"/>
                <a:gd name="connsiteX19-1621" fmla="*/ 480083 w 582162"/>
                <a:gd name="connsiteY19-1622" fmla="*/ 1383852 h 1639548"/>
                <a:gd name="connsiteX20-1623" fmla="*/ 184579 w 582162"/>
                <a:gd name="connsiteY20-1624" fmla="*/ 1186679 h 1639548"/>
                <a:gd name="connsiteX21-1625" fmla="*/ 480050 w 582162"/>
                <a:gd name="connsiteY21-1626" fmla="*/ 1411085 h 1639548"/>
                <a:gd name="connsiteX22-1627" fmla="*/ 552481 w 582162"/>
                <a:gd name="connsiteY22-1628" fmla="*/ 1639356 h 1639548"/>
                <a:gd name="connsiteX23-1629" fmla="*/ 103908 w 582162"/>
                <a:gd name="connsiteY23-1630" fmla="*/ 1411291 h 1639548"/>
                <a:gd name="connsiteX24-1631" fmla="*/ 550099 w 582162"/>
                <a:gd name="connsiteY24-1632" fmla="*/ 54028 h 1639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</a:cxnLst>
              <a:rect l="l" t="t" r="r" b="b"/>
              <a:pathLst>
                <a:path w="582162" h="1639548">
                  <a:moveTo>
                    <a:pt x="550099" y="54028"/>
                  </a:moveTo>
                  <a:cubicBezTo>
                    <a:pt x="624739" y="-134938"/>
                    <a:pt x="547056" y="229933"/>
                    <a:pt x="536842" y="262190"/>
                  </a:cubicBezTo>
                  <a:cubicBezTo>
                    <a:pt x="526628" y="294447"/>
                    <a:pt x="489477" y="242030"/>
                    <a:pt x="488816" y="247571"/>
                  </a:cubicBezTo>
                  <a:lnTo>
                    <a:pt x="532877" y="295437"/>
                  </a:lnTo>
                  <a:cubicBezTo>
                    <a:pt x="532967" y="355079"/>
                    <a:pt x="525931" y="381896"/>
                    <a:pt x="526021" y="441538"/>
                  </a:cubicBezTo>
                  <a:lnTo>
                    <a:pt x="440807" y="401237"/>
                  </a:lnTo>
                  <a:lnTo>
                    <a:pt x="518260" y="473456"/>
                  </a:lnTo>
                  <a:lnTo>
                    <a:pt x="498587" y="637602"/>
                  </a:lnTo>
                  <a:lnTo>
                    <a:pt x="372197" y="546012"/>
                  </a:lnTo>
                  <a:lnTo>
                    <a:pt x="498617" y="657667"/>
                  </a:lnTo>
                  <a:cubicBezTo>
                    <a:pt x="498709" y="718576"/>
                    <a:pt x="483958" y="759148"/>
                    <a:pt x="484050" y="820057"/>
                  </a:cubicBezTo>
                  <a:lnTo>
                    <a:pt x="270832" y="673231"/>
                  </a:lnTo>
                  <a:lnTo>
                    <a:pt x="478917" y="852083"/>
                  </a:lnTo>
                  <a:lnTo>
                    <a:pt x="469294" y="1002645"/>
                  </a:lnTo>
                  <a:lnTo>
                    <a:pt x="184579" y="795959"/>
                  </a:lnTo>
                  <a:lnTo>
                    <a:pt x="466579" y="1042397"/>
                  </a:lnTo>
                  <a:lnTo>
                    <a:pt x="459783" y="1179874"/>
                  </a:lnTo>
                  <a:lnTo>
                    <a:pt x="119129" y="943486"/>
                  </a:lnTo>
                  <a:lnTo>
                    <a:pt x="467006" y="1228896"/>
                  </a:lnTo>
                  <a:cubicBezTo>
                    <a:pt x="467092" y="1286367"/>
                    <a:pt x="479997" y="1326381"/>
                    <a:pt x="480083" y="1383852"/>
                  </a:cubicBezTo>
                  <a:lnTo>
                    <a:pt x="184579" y="1186679"/>
                  </a:lnTo>
                  <a:lnTo>
                    <a:pt x="480050" y="1411085"/>
                  </a:lnTo>
                  <a:cubicBezTo>
                    <a:pt x="480132" y="1465879"/>
                    <a:pt x="497607" y="1538525"/>
                    <a:pt x="552481" y="1639356"/>
                  </a:cubicBezTo>
                  <a:cubicBezTo>
                    <a:pt x="331520" y="1644295"/>
                    <a:pt x="189138" y="1553987"/>
                    <a:pt x="103908" y="1411291"/>
                  </a:cubicBezTo>
                  <a:cubicBezTo>
                    <a:pt x="-144138" y="987527"/>
                    <a:pt x="70524" y="647047"/>
                    <a:pt x="550099" y="540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Oval 1"/>
            <p:cNvSpPr/>
            <p:nvPr/>
          </p:nvSpPr>
          <p:spPr>
            <a:xfrm>
              <a:off x="9777559" y="2609739"/>
              <a:ext cx="511534" cy="482610"/>
            </a:xfrm>
            <a:custGeom>
              <a:avLst/>
              <a:gdLst/>
              <a:ahLst/>
              <a:cxnLst/>
              <a:rect l="l" t="t" r="r" b="b"/>
              <a:pathLst>
                <a:path w="543969" h="513210">
                  <a:moveTo>
                    <a:pt x="72529" y="368152"/>
                  </a:moveTo>
                  <a:lnTo>
                    <a:pt x="471440" y="368152"/>
                  </a:lnTo>
                  <a:lnTo>
                    <a:pt x="471440" y="440681"/>
                  </a:lnTo>
                  <a:cubicBezTo>
                    <a:pt x="471440" y="480738"/>
                    <a:pt x="382141" y="513210"/>
                    <a:pt x="271985" y="513210"/>
                  </a:cubicBezTo>
                  <a:cubicBezTo>
                    <a:pt x="161829" y="513210"/>
                    <a:pt x="72529" y="480738"/>
                    <a:pt x="72529" y="440681"/>
                  </a:cubicBezTo>
                  <a:close/>
                  <a:moveTo>
                    <a:pt x="73404" y="245435"/>
                  </a:moveTo>
                  <a:lnTo>
                    <a:pt x="470566" y="245435"/>
                  </a:lnTo>
                  <a:cubicBezTo>
                    <a:pt x="491077" y="245435"/>
                    <a:pt x="507705" y="262062"/>
                    <a:pt x="507705" y="282574"/>
                  </a:cubicBezTo>
                  <a:lnTo>
                    <a:pt x="507705" y="298967"/>
                  </a:lnTo>
                  <a:cubicBezTo>
                    <a:pt x="507705" y="319478"/>
                    <a:pt x="491077" y="336106"/>
                    <a:pt x="470566" y="336106"/>
                  </a:cubicBezTo>
                  <a:lnTo>
                    <a:pt x="73404" y="336106"/>
                  </a:lnTo>
                  <a:cubicBezTo>
                    <a:pt x="52893" y="336106"/>
                    <a:pt x="36265" y="319478"/>
                    <a:pt x="36265" y="298967"/>
                  </a:cubicBezTo>
                  <a:lnTo>
                    <a:pt x="36265" y="282574"/>
                  </a:lnTo>
                  <a:cubicBezTo>
                    <a:pt x="36265" y="262062"/>
                    <a:pt x="52893" y="245435"/>
                    <a:pt x="73404" y="245435"/>
                  </a:cubicBezTo>
                  <a:close/>
                  <a:moveTo>
                    <a:pt x="55271" y="122718"/>
                  </a:moveTo>
                  <a:lnTo>
                    <a:pt x="488697" y="122718"/>
                  </a:lnTo>
                  <a:cubicBezTo>
                    <a:pt x="509209" y="122718"/>
                    <a:pt x="525837" y="139345"/>
                    <a:pt x="525837" y="159856"/>
                  </a:cubicBezTo>
                  <a:lnTo>
                    <a:pt x="525837" y="176250"/>
                  </a:lnTo>
                  <a:cubicBezTo>
                    <a:pt x="525837" y="196761"/>
                    <a:pt x="509209" y="213389"/>
                    <a:pt x="488697" y="213389"/>
                  </a:cubicBezTo>
                  <a:lnTo>
                    <a:pt x="55271" y="213389"/>
                  </a:lnTo>
                  <a:cubicBezTo>
                    <a:pt x="34760" y="213389"/>
                    <a:pt x="18132" y="196761"/>
                    <a:pt x="18132" y="176250"/>
                  </a:cubicBezTo>
                  <a:lnTo>
                    <a:pt x="18132" y="159856"/>
                  </a:lnTo>
                  <a:cubicBezTo>
                    <a:pt x="18132" y="139345"/>
                    <a:pt x="34760" y="122718"/>
                    <a:pt x="55271" y="122718"/>
                  </a:cubicBezTo>
                  <a:close/>
                  <a:moveTo>
                    <a:pt x="37139" y="0"/>
                  </a:moveTo>
                  <a:lnTo>
                    <a:pt x="506830" y="0"/>
                  </a:lnTo>
                  <a:cubicBezTo>
                    <a:pt x="527341" y="0"/>
                    <a:pt x="543969" y="16628"/>
                    <a:pt x="543969" y="37139"/>
                  </a:cubicBezTo>
                  <a:lnTo>
                    <a:pt x="543969" y="53533"/>
                  </a:lnTo>
                  <a:cubicBezTo>
                    <a:pt x="543969" y="74043"/>
                    <a:pt x="527341" y="90672"/>
                    <a:pt x="506830" y="90672"/>
                  </a:cubicBezTo>
                  <a:lnTo>
                    <a:pt x="37139" y="90672"/>
                  </a:lnTo>
                  <a:cubicBezTo>
                    <a:pt x="16628" y="90672"/>
                    <a:pt x="0" y="74043"/>
                    <a:pt x="0" y="53533"/>
                  </a:cubicBezTo>
                  <a:lnTo>
                    <a:pt x="0" y="37139"/>
                  </a:lnTo>
                  <a:cubicBezTo>
                    <a:pt x="0" y="16628"/>
                    <a:pt x="16628" y="0"/>
                    <a:pt x="371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5" name="Chord 23"/>
            <p:cNvSpPr/>
            <p:nvPr/>
          </p:nvSpPr>
          <p:spPr>
            <a:xfrm>
              <a:off x="9695350" y="4926932"/>
              <a:ext cx="722992" cy="177384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-1" fmla="*/ 0 w 723591"/>
                <a:gd name="connsiteY0-2" fmla="*/ 177315 h 177532"/>
                <a:gd name="connsiteX1-3" fmla="*/ 380228 w 723591"/>
                <a:gd name="connsiteY1-4" fmla="*/ 21 h 177532"/>
                <a:gd name="connsiteX2-5" fmla="*/ 723591 w 723591"/>
                <a:gd name="connsiteY2-6" fmla="*/ 161237 h 177532"/>
                <a:gd name="connsiteX3-7" fmla="*/ 0 w 723591"/>
                <a:gd name="connsiteY3-8" fmla="*/ 177315 h 177532"/>
                <a:gd name="connsiteX0-9" fmla="*/ 0 w 759310"/>
                <a:gd name="connsiteY0-10" fmla="*/ 177315 h 185049"/>
                <a:gd name="connsiteX1-11" fmla="*/ 380228 w 759310"/>
                <a:gd name="connsiteY1-12" fmla="*/ 21 h 185049"/>
                <a:gd name="connsiteX2-13" fmla="*/ 759310 w 759310"/>
                <a:gd name="connsiteY2-14" fmla="*/ 185049 h 185049"/>
                <a:gd name="connsiteX3-15" fmla="*/ 0 w 759310"/>
                <a:gd name="connsiteY3-16" fmla="*/ 177315 h 185049"/>
                <a:gd name="connsiteX0-17" fmla="*/ 0 w 759310"/>
                <a:gd name="connsiteY0-18" fmla="*/ 177315 h 188144"/>
                <a:gd name="connsiteX1-19" fmla="*/ 380228 w 759310"/>
                <a:gd name="connsiteY1-20" fmla="*/ 21 h 188144"/>
                <a:gd name="connsiteX2-21" fmla="*/ 759310 w 759310"/>
                <a:gd name="connsiteY2-22" fmla="*/ 185049 h 188144"/>
                <a:gd name="connsiteX3-23" fmla="*/ 0 w 759310"/>
                <a:gd name="connsiteY3-24" fmla="*/ 177315 h 188144"/>
                <a:gd name="connsiteX0-25" fmla="*/ 0 w 759310"/>
                <a:gd name="connsiteY0-26" fmla="*/ 177315 h 191233"/>
                <a:gd name="connsiteX1-27" fmla="*/ 380228 w 759310"/>
                <a:gd name="connsiteY1-28" fmla="*/ 21 h 191233"/>
                <a:gd name="connsiteX2-29" fmla="*/ 759310 w 759310"/>
                <a:gd name="connsiteY2-30" fmla="*/ 185049 h 191233"/>
                <a:gd name="connsiteX3-31" fmla="*/ 0 w 759310"/>
                <a:gd name="connsiteY3-32" fmla="*/ 177315 h 191233"/>
                <a:gd name="connsiteX0-33" fmla="*/ 0 w 759310"/>
                <a:gd name="connsiteY0-34" fmla="*/ 177315 h 187572"/>
                <a:gd name="connsiteX1-35" fmla="*/ 380228 w 759310"/>
                <a:gd name="connsiteY1-36" fmla="*/ 21 h 187572"/>
                <a:gd name="connsiteX2-37" fmla="*/ 759310 w 759310"/>
                <a:gd name="connsiteY2-38" fmla="*/ 177905 h 187572"/>
                <a:gd name="connsiteX3-39" fmla="*/ 0 w 759310"/>
                <a:gd name="connsiteY3-40" fmla="*/ 177315 h 187572"/>
                <a:gd name="connsiteX0-41" fmla="*/ 0 w 768835"/>
                <a:gd name="connsiteY0-42" fmla="*/ 177315 h 188632"/>
                <a:gd name="connsiteX1-43" fmla="*/ 380228 w 768835"/>
                <a:gd name="connsiteY1-44" fmla="*/ 21 h 188632"/>
                <a:gd name="connsiteX2-45" fmla="*/ 768835 w 768835"/>
                <a:gd name="connsiteY2-46" fmla="*/ 180287 h 188632"/>
                <a:gd name="connsiteX3-47" fmla="*/ 0 w 768835"/>
                <a:gd name="connsiteY3-48" fmla="*/ 177315 h 1886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33" name="Oval 1"/>
          <p:cNvSpPr/>
          <p:nvPr/>
        </p:nvSpPr>
        <p:spPr>
          <a:xfrm>
            <a:off x="10175447" y="2136170"/>
            <a:ext cx="1532091" cy="1343867"/>
          </a:xfrm>
          <a:custGeom>
            <a:avLst/>
            <a:gdLst/>
            <a:ahLst/>
            <a:cxnLst/>
            <a:rect l="l" t="t" r="r" b="b"/>
            <a:pathLst>
              <a:path w="1629237" h="1429078">
                <a:moveTo>
                  <a:pt x="788250" y="811267"/>
                </a:moveTo>
                <a:cubicBezTo>
                  <a:pt x="777162" y="823036"/>
                  <a:pt x="761883" y="830075"/>
                  <a:pt x="745080" y="830075"/>
                </a:cubicBezTo>
                <a:cubicBezTo>
                  <a:pt x="731312" y="830075"/>
                  <a:pt x="718566" y="825349"/>
                  <a:pt x="708901" y="816356"/>
                </a:cubicBezTo>
                <a:lnTo>
                  <a:pt x="793313" y="1349315"/>
                </a:lnTo>
                <a:lnTo>
                  <a:pt x="826489" y="1349049"/>
                </a:lnTo>
                <a:lnTo>
                  <a:pt x="826489" y="1349030"/>
                </a:lnTo>
                <a:lnTo>
                  <a:pt x="827682" y="1349040"/>
                </a:lnTo>
                <a:lnTo>
                  <a:pt x="828874" y="1349030"/>
                </a:lnTo>
                <a:lnTo>
                  <a:pt x="828874" y="1349049"/>
                </a:lnTo>
                <a:lnTo>
                  <a:pt x="861656" y="1349312"/>
                </a:lnTo>
                <a:lnTo>
                  <a:pt x="945043" y="822831"/>
                </a:lnTo>
                <a:cubicBezTo>
                  <a:pt x="936966" y="827649"/>
                  <a:pt x="927625" y="830075"/>
                  <a:pt x="917761" y="830075"/>
                </a:cubicBezTo>
                <a:cubicBezTo>
                  <a:pt x="900958" y="830075"/>
                  <a:pt x="885679" y="823036"/>
                  <a:pt x="874591" y="811267"/>
                </a:cubicBezTo>
                <a:cubicBezTo>
                  <a:pt x="863502" y="823036"/>
                  <a:pt x="848223" y="830075"/>
                  <a:pt x="831420" y="830075"/>
                </a:cubicBezTo>
                <a:cubicBezTo>
                  <a:pt x="814617" y="830075"/>
                  <a:pt x="799338" y="823036"/>
                  <a:pt x="788250" y="811267"/>
                </a:cubicBezTo>
                <a:close/>
                <a:moveTo>
                  <a:pt x="1629237" y="597932"/>
                </a:moveTo>
                <a:lnTo>
                  <a:pt x="1629237" y="724090"/>
                </a:lnTo>
                <a:lnTo>
                  <a:pt x="1449012" y="698858"/>
                </a:lnTo>
                <a:lnTo>
                  <a:pt x="1449012" y="623164"/>
                </a:lnTo>
                <a:close/>
                <a:moveTo>
                  <a:pt x="0" y="597932"/>
                </a:moveTo>
                <a:lnTo>
                  <a:pt x="180225" y="623164"/>
                </a:lnTo>
                <a:lnTo>
                  <a:pt x="180225" y="698858"/>
                </a:lnTo>
                <a:lnTo>
                  <a:pt x="0" y="724090"/>
                </a:lnTo>
                <a:close/>
                <a:moveTo>
                  <a:pt x="826489" y="343855"/>
                </a:moveTo>
                <a:cubicBezTo>
                  <a:pt x="582980" y="344141"/>
                  <a:pt x="385675" y="541640"/>
                  <a:pt x="385675" y="785222"/>
                </a:cubicBezTo>
                <a:cubicBezTo>
                  <a:pt x="385675" y="950118"/>
                  <a:pt x="503361" y="1112862"/>
                  <a:pt x="596022" y="1187212"/>
                </a:cubicBezTo>
                <a:cubicBezTo>
                  <a:pt x="638271" y="1236093"/>
                  <a:pt x="634922" y="1237095"/>
                  <a:pt x="652091" y="1299657"/>
                </a:cubicBezTo>
                <a:cubicBezTo>
                  <a:pt x="658931" y="1343524"/>
                  <a:pt x="645074" y="1347909"/>
                  <a:pt x="684382" y="1350189"/>
                </a:cubicBezTo>
                <a:lnTo>
                  <a:pt x="713002" y="1349959"/>
                </a:lnTo>
                <a:lnTo>
                  <a:pt x="616715" y="742031"/>
                </a:lnTo>
                <a:cubicBezTo>
                  <a:pt x="613343" y="720743"/>
                  <a:pt x="627867" y="700753"/>
                  <a:pt x="649155" y="697381"/>
                </a:cubicBezTo>
                <a:lnTo>
                  <a:pt x="650512" y="697167"/>
                </a:lnTo>
                <a:cubicBezTo>
                  <a:pt x="669859" y="694102"/>
                  <a:pt x="688135" y="705820"/>
                  <a:pt x="693142" y="724182"/>
                </a:cubicBezTo>
                <a:cubicBezTo>
                  <a:pt x="703502" y="705062"/>
                  <a:pt x="722973" y="692875"/>
                  <a:pt x="745080" y="692875"/>
                </a:cubicBezTo>
                <a:cubicBezTo>
                  <a:pt x="761883" y="692875"/>
                  <a:pt x="777162" y="699916"/>
                  <a:pt x="788250" y="711684"/>
                </a:cubicBezTo>
                <a:cubicBezTo>
                  <a:pt x="799338" y="699916"/>
                  <a:pt x="814617" y="692875"/>
                  <a:pt x="831420" y="692875"/>
                </a:cubicBezTo>
                <a:cubicBezTo>
                  <a:pt x="848223" y="692875"/>
                  <a:pt x="863502" y="699916"/>
                  <a:pt x="874591" y="711684"/>
                </a:cubicBezTo>
                <a:cubicBezTo>
                  <a:pt x="885679" y="699916"/>
                  <a:pt x="900958" y="692875"/>
                  <a:pt x="917761" y="692875"/>
                </a:cubicBezTo>
                <a:cubicBezTo>
                  <a:pt x="936430" y="692875"/>
                  <a:pt x="953219" y="701567"/>
                  <a:pt x="964433" y="715752"/>
                </a:cubicBezTo>
                <a:cubicBezTo>
                  <a:pt x="971427" y="700847"/>
                  <a:pt x="987718" y="691969"/>
                  <a:pt x="1004850" y="694683"/>
                </a:cubicBezTo>
                <a:lnTo>
                  <a:pt x="1006207" y="694898"/>
                </a:lnTo>
                <a:cubicBezTo>
                  <a:pt x="1027496" y="698270"/>
                  <a:pt x="1042019" y="718259"/>
                  <a:pt x="1038647" y="739547"/>
                </a:cubicBezTo>
                <a:lnTo>
                  <a:pt x="941968" y="1349956"/>
                </a:lnTo>
                <a:lnTo>
                  <a:pt x="970980" y="1350189"/>
                </a:lnTo>
                <a:cubicBezTo>
                  <a:pt x="1010288" y="1347909"/>
                  <a:pt x="996432" y="1343524"/>
                  <a:pt x="1003271" y="1299657"/>
                </a:cubicBezTo>
                <a:cubicBezTo>
                  <a:pt x="1020440" y="1237095"/>
                  <a:pt x="1017091" y="1236093"/>
                  <a:pt x="1059340" y="1187212"/>
                </a:cubicBezTo>
                <a:cubicBezTo>
                  <a:pt x="1152001" y="1112862"/>
                  <a:pt x="1269687" y="950118"/>
                  <a:pt x="1269687" y="785222"/>
                </a:cubicBezTo>
                <a:cubicBezTo>
                  <a:pt x="1269687" y="541640"/>
                  <a:pt x="1072383" y="344141"/>
                  <a:pt x="828874" y="343855"/>
                </a:cubicBezTo>
                <a:lnTo>
                  <a:pt x="828874" y="343965"/>
                </a:lnTo>
                <a:lnTo>
                  <a:pt x="827682" y="343872"/>
                </a:lnTo>
                <a:lnTo>
                  <a:pt x="826489" y="343965"/>
                </a:lnTo>
                <a:close/>
                <a:moveTo>
                  <a:pt x="826666" y="234292"/>
                </a:moveTo>
                <a:lnTo>
                  <a:pt x="827682" y="234370"/>
                </a:lnTo>
                <a:lnTo>
                  <a:pt x="828696" y="234292"/>
                </a:lnTo>
                <a:cubicBezTo>
                  <a:pt x="1127204" y="234292"/>
                  <a:pt x="1369193" y="476281"/>
                  <a:pt x="1369193" y="774790"/>
                </a:cubicBezTo>
                <a:cubicBezTo>
                  <a:pt x="1369193" y="976792"/>
                  <a:pt x="1224964" y="1176156"/>
                  <a:pt x="1111484" y="1267155"/>
                </a:cubicBezTo>
                <a:cubicBezTo>
                  <a:pt x="1077677" y="1306104"/>
                  <a:pt x="1092596" y="1326571"/>
                  <a:pt x="1085332" y="1377346"/>
                </a:cubicBezTo>
                <a:cubicBezTo>
                  <a:pt x="1066445" y="1416544"/>
                  <a:pt x="1049551" y="1429078"/>
                  <a:pt x="1016165" y="1429078"/>
                </a:cubicBezTo>
                <a:lnTo>
                  <a:pt x="827682" y="1428403"/>
                </a:lnTo>
                <a:lnTo>
                  <a:pt x="639197" y="1429078"/>
                </a:lnTo>
                <a:cubicBezTo>
                  <a:pt x="605812" y="1429078"/>
                  <a:pt x="588918" y="1416544"/>
                  <a:pt x="570030" y="1377346"/>
                </a:cubicBezTo>
                <a:cubicBezTo>
                  <a:pt x="562766" y="1326571"/>
                  <a:pt x="577686" y="1306104"/>
                  <a:pt x="543878" y="1267155"/>
                </a:cubicBezTo>
                <a:cubicBezTo>
                  <a:pt x="430398" y="1176156"/>
                  <a:pt x="286169" y="976792"/>
                  <a:pt x="286169" y="774790"/>
                </a:cubicBezTo>
                <a:cubicBezTo>
                  <a:pt x="286169" y="476281"/>
                  <a:pt x="528158" y="234292"/>
                  <a:pt x="826666" y="234292"/>
                </a:cubicBezTo>
                <a:close/>
                <a:moveTo>
                  <a:pt x="1287881" y="124716"/>
                </a:moveTo>
                <a:lnTo>
                  <a:pt x="1384523" y="205808"/>
                </a:lnTo>
                <a:lnTo>
                  <a:pt x="1249349" y="327650"/>
                </a:lnTo>
                <a:lnTo>
                  <a:pt x="1191363" y="278995"/>
                </a:lnTo>
                <a:close/>
                <a:moveTo>
                  <a:pt x="332408" y="124716"/>
                </a:moveTo>
                <a:lnTo>
                  <a:pt x="428926" y="278995"/>
                </a:lnTo>
                <a:lnTo>
                  <a:pt x="370940" y="327650"/>
                </a:lnTo>
                <a:lnTo>
                  <a:pt x="235766" y="205808"/>
                </a:lnTo>
                <a:close/>
                <a:moveTo>
                  <a:pt x="764602" y="0"/>
                </a:moveTo>
                <a:lnTo>
                  <a:pt x="890759" y="0"/>
                </a:lnTo>
                <a:lnTo>
                  <a:pt x="865528" y="180225"/>
                </a:lnTo>
                <a:lnTo>
                  <a:pt x="789834" y="1802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5" name="Freeform: Shape 8"/>
          <p:cNvSpPr/>
          <p:nvPr/>
        </p:nvSpPr>
        <p:spPr>
          <a:xfrm>
            <a:off x="1684656" y="5886346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6" name="Freeform: Shape 8"/>
          <p:cNvSpPr/>
          <p:nvPr/>
        </p:nvSpPr>
        <p:spPr>
          <a:xfrm>
            <a:off x="3705692" y="5833837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7" name="Freeform: Shape 8"/>
          <p:cNvSpPr/>
          <p:nvPr/>
        </p:nvSpPr>
        <p:spPr>
          <a:xfrm>
            <a:off x="5978400" y="5839541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Freeform: Shape 8"/>
          <p:cNvSpPr/>
          <p:nvPr/>
        </p:nvSpPr>
        <p:spPr>
          <a:xfrm>
            <a:off x="8491106" y="5918147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9" name="Freeform: Shape 8"/>
          <p:cNvSpPr/>
          <p:nvPr/>
        </p:nvSpPr>
        <p:spPr>
          <a:xfrm>
            <a:off x="10455813" y="723531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0" name="Freeform: Shape 8"/>
          <p:cNvSpPr/>
          <p:nvPr/>
        </p:nvSpPr>
        <p:spPr>
          <a:xfrm>
            <a:off x="8768178" y="429888"/>
            <a:ext cx="1069211" cy="663586"/>
          </a:xfrm>
          <a:custGeom>
            <a:avLst/>
            <a:gdLst>
              <a:gd name="connsiteX0" fmla="*/ 1889998 w 1890804"/>
              <a:gd name="connsiteY0" fmla="*/ 616151 h 1173493"/>
              <a:gd name="connsiteX1" fmla="*/ 1848833 w 1890804"/>
              <a:gd name="connsiteY1" fmla="*/ 475078 h 1173493"/>
              <a:gd name="connsiteX2" fmla="*/ 1712693 w 1890804"/>
              <a:gd name="connsiteY2" fmla="*/ 345962 h 1173493"/>
              <a:gd name="connsiteX3" fmla="*/ 1611813 w 1890804"/>
              <a:gd name="connsiteY3" fmla="*/ 296404 h 1173493"/>
              <a:gd name="connsiteX4" fmla="*/ 1576842 w 1890804"/>
              <a:gd name="connsiteY4" fmla="*/ 268564 h 1173493"/>
              <a:gd name="connsiteX5" fmla="*/ 1565029 w 1890804"/>
              <a:gd name="connsiteY5" fmla="*/ 225237 h 1173493"/>
              <a:gd name="connsiteX6" fmla="*/ 1527032 w 1890804"/>
              <a:gd name="connsiteY6" fmla="*/ 151802 h 1173493"/>
              <a:gd name="connsiteX7" fmla="*/ 1328190 w 1890804"/>
              <a:gd name="connsiteY7" fmla="*/ 18472 h 1173493"/>
              <a:gd name="connsiteX8" fmla="*/ 1096969 w 1890804"/>
              <a:gd name="connsiteY8" fmla="*/ 15878 h 1173493"/>
              <a:gd name="connsiteX9" fmla="*/ 905726 w 1890804"/>
              <a:gd name="connsiteY9" fmla="*/ 144995 h 1173493"/>
              <a:gd name="connsiteX10" fmla="*/ 875869 w 1890804"/>
              <a:gd name="connsiteY10" fmla="*/ 145787 h 1173493"/>
              <a:gd name="connsiteX11" fmla="*/ 627325 w 1890804"/>
              <a:gd name="connsiteY11" fmla="*/ 63599 h 1173493"/>
              <a:gd name="connsiteX12" fmla="*/ 448939 w 1890804"/>
              <a:gd name="connsiteY12" fmla="*/ 248540 h 1173493"/>
              <a:gd name="connsiteX13" fmla="*/ 423728 w 1890804"/>
              <a:gd name="connsiteY13" fmla="*/ 264747 h 1173493"/>
              <a:gd name="connsiteX14" fmla="*/ 225462 w 1890804"/>
              <a:gd name="connsiteY14" fmla="*/ 275767 h 1173493"/>
              <a:gd name="connsiteX15" fmla="*/ 1733 w 1890804"/>
              <a:gd name="connsiteY15" fmla="*/ 629837 h 1173493"/>
              <a:gd name="connsiteX16" fmla="*/ 185809 w 1890804"/>
              <a:gd name="connsiteY16" fmla="*/ 910615 h 1173493"/>
              <a:gd name="connsiteX17" fmla="*/ 414761 w 1890804"/>
              <a:gd name="connsiteY17" fmla="*/ 939752 h 1173493"/>
              <a:gd name="connsiteX18" fmla="*/ 441736 w 1890804"/>
              <a:gd name="connsiteY18" fmla="*/ 966332 h 1173493"/>
              <a:gd name="connsiteX19" fmla="*/ 535125 w 1890804"/>
              <a:gd name="connsiteY19" fmla="*/ 1112771 h 1173493"/>
              <a:gd name="connsiteX20" fmla="*/ 893985 w 1890804"/>
              <a:gd name="connsiteY20" fmla="*/ 1075207 h 1173493"/>
              <a:gd name="connsiteX21" fmla="*/ 948945 w 1890804"/>
              <a:gd name="connsiteY21" fmla="*/ 1040920 h 1173493"/>
              <a:gd name="connsiteX22" fmla="*/ 1198858 w 1890804"/>
              <a:gd name="connsiteY22" fmla="*/ 1042721 h 1173493"/>
              <a:gd name="connsiteX23" fmla="*/ 1292931 w 1890804"/>
              <a:gd name="connsiteY23" fmla="*/ 917999 h 1173493"/>
              <a:gd name="connsiteX24" fmla="*/ 1311803 w 1890804"/>
              <a:gd name="connsiteY24" fmla="*/ 911372 h 1173493"/>
              <a:gd name="connsiteX25" fmla="*/ 1735707 w 1890804"/>
              <a:gd name="connsiteY25" fmla="*/ 927075 h 1173493"/>
              <a:gd name="connsiteX26" fmla="*/ 1875268 w 1890804"/>
              <a:gd name="connsiteY26" fmla="*/ 740441 h 1173493"/>
              <a:gd name="connsiteX27" fmla="*/ 1889530 w 1890804"/>
              <a:gd name="connsiteY27" fmla="*/ 669779 h 1173493"/>
              <a:gd name="connsiteX28" fmla="*/ 1889998 w 1890804"/>
              <a:gd name="connsiteY28" fmla="*/ 616151 h 117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90804" h="1173493">
                <a:moveTo>
                  <a:pt x="1889998" y="616151"/>
                </a:moveTo>
                <a:cubicBezTo>
                  <a:pt x="1886613" y="566918"/>
                  <a:pt x="1872603" y="518369"/>
                  <a:pt x="1848833" y="475078"/>
                </a:cubicBezTo>
                <a:cubicBezTo>
                  <a:pt x="1817211" y="417453"/>
                  <a:pt x="1768301" y="379168"/>
                  <a:pt x="1712693" y="345962"/>
                </a:cubicBezTo>
                <a:cubicBezTo>
                  <a:pt x="1680495" y="326730"/>
                  <a:pt x="1646712" y="310126"/>
                  <a:pt x="1611813" y="296404"/>
                </a:cubicBezTo>
                <a:cubicBezTo>
                  <a:pt x="1594310" y="289525"/>
                  <a:pt x="1584369" y="286752"/>
                  <a:pt x="1576842" y="268564"/>
                </a:cubicBezTo>
                <a:cubicBezTo>
                  <a:pt x="1571080" y="254698"/>
                  <a:pt x="1570035" y="239356"/>
                  <a:pt x="1565029" y="225237"/>
                </a:cubicBezTo>
                <a:cubicBezTo>
                  <a:pt x="1555773" y="199162"/>
                  <a:pt x="1542879" y="174419"/>
                  <a:pt x="1527032" y="151802"/>
                </a:cubicBezTo>
                <a:cubicBezTo>
                  <a:pt x="1478988" y="83264"/>
                  <a:pt x="1406560" y="43466"/>
                  <a:pt x="1328190" y="18472"/>
                </a:cubicBezTo>
                <a:cubicBezTo>
                  <a:pt x="1253565" y="-5335"/>
                  <a:pt x="1172134" y="-6055"/>
                  <a:pt x="1096969" y="15878"/>
                </a:cubicBezTo>
                <a:cubicBezTo>
                  <a:pt x="1021697" y="37848"/>
                  <a:pt x="953627" y="82687"/>
                  <a:pt x="905726" y="144995"/>
                </a:cubicBezTo>
                <a:cubicBezTo>
                  <a:pt x="891032" y="164119"/>
                  <a:pt x="891392" y="163795"/>
                  <a:pt x="875869" y="145787"/>
                </a:cubicBezTo>
                <a:cubicBezTo>
                  <a:pt x="809528" y="68713"/>
                  <a:pt x="725720" y="39000"/>
                  <a:pt x="627325" y="63599"/>
                </a:cubicBezTo>
                <a:cubicBezTo>
                  <a:pt x="531163" y="87658"/>
                  <a:pt x="471521" y="151765"/>
                  <a:pt x="448939" y="248540"/>
                </a:cubicBezTo>
                <a:cubicBezTo>
                  <a:pt x="445230" y="264458"/>
                  <a:pt x="440188" y="268600"/>
                  <a:pt x="423728" y="264747"/>
                </a:cubicBezTo>
                <a:cubicBezTo>
                  <a:pt x="356775" y="249116"/>
                  <a:pt x="290507" y="252537"/>
                  <a:pt x="225462" y="275767"/>
                </a:cubicBezTo>
                <a:cubicBezTo>
                  <a:pt x="78806" y="328134"/>
                  <a:pt x="-14006" y="475294"/>
                  <a:pt x="1733" y="629837"/>
                </a:cubicBezTo>
                <a:cubicBezTo>
                  <a:pt x="13402" y="744403"/>
                  <a:pt x="81652" y="858357"/>
                  <a:pt x="185809" y="910615"/>
                </a:cubicBezTo>
                <a:cubicBezTo>
                  <a:pt x="257048" y="946379"/>
                  <a:pt x="336895" y="955059"/>
                  <a:pt x="414761" y="939752"/>
                </a:cubicBezTo>
                <a:cubicBezTo>
                  <a:pt x="435001" y="935790"/>
                  <a:pt x="438855" y="949873"/>
                  <a:pt x="441736" y="966332"/>
                </a:cubicBezTo>
                <a:cubicBezTo>
                  <a:pt x="451100" y="1019851"/>
                  <a:pt x="496948" y="1076035"/>
                  <a:pt x="535125" y="1112771"/>
                </a:cubicBezTo>
                <a:cubicBezTo>
                  <a:pt x="641911" y="1215488"/>
                  <a:pt x="802577" y="1177744"/>
                  <a:pt x="893985" y="1075207"/>
                </a:cubicBezTo>
                <a:cubicBezTo>
                  <a:pt x="913758" y="1053021"/>
                  <a:pt x="915883" y="1018951"/>
                  <a:pt x="948945" y="1040920"/>
                </a:cubicBezTo>
                <a:cubicBezTo>
                  <a:pt x="1027423" y="1093035"/>
                  <a:pt x="1119407" y="1095880"/>
                  <a:pt x="1198858" y="1042721"/>
                </a:cubicBezTo>
                <a:cubicBezTo>
                  <a:pt x="1242653" y="1013440"/>
                  <a:pt x="1277516" y="968601"/>
                  <a:pt x="1292931" y="917999"/>
                </a:cubicBezTo>
                <a:cubicBezTo>
                  <a:pt x="1296064" y="907734"/>
                  <a:pt x="1302943" y="903989"/>
                  <a:pt x="1311803" y="911372"/>
                </a:cubicBezTo>
                <a:cubicBezTo>
                  <a:pt x="1434832" y="1013872"/>
                  <a:pt x="1605006" y="1017726"/>
                  <a:pt x="1735707" y="927075"/>
                </a:cubicBezTo>
                <a:cubicBezTo>
                  <a:pt x="1800679" y="881983"/>
                  <a:pt x="1851245" y="816002"/>
                  <a:pt x="1875268" y="740441"/>
                </a:cubicBezTo>
                <a:cubicBezTo>
                  <a:pt x="1882579" y="717500"/>
                  <a:pt x="1887369" y="693765"/>
                  <a:pt x="1889530" y="669779"/>
                </a:cubicBezTo>
                <a:cubicBezTo>
                  <a:pt x="1891043" y="652023"/>
                  <a:pt x="1891223" y="634051"/>
                  <a:pt x="1889998" y="61615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2" name="Group 69"/>
          <p:cNvGrpSpPr/>
          <p:nvPr/>
        </p:nvGrpSpPr>
        <p:grpSpPr>
          <a:xfrm>
            <a:off x="14656" y="5375550"/>
            <a:ext cx="12177343" cy="1492238"/>
            <a:chOff x="-37608" y="5771636"/>
            <a:chExt cx="12229608" cy="1095420"/>
          </a:xfrm>
          <a:solidFill>
            <a:schemeClr val="accent1">
              <a:lumMod val="20000"/>
              <a:lumOff val="80000"/>
            </a:schemeClr>
          </a:solidFill>
          <a:effectLst>
            <a:outerShdw blurRad="76200" dist="12700" dir="16200000" rotWithShape="0">
              <a:schemeClr val="accent5">
                <a:lumMod val="75000"/>
                <a:alpha val="40000"/>
              </a:schemeClr>
            </a:outerShdw>
          </a:effectLst>
        </p:grpSpPr>
        <p:grpSp>
          <p:nvGrpSpPr>
            <p:cNvPr id="43" name="Group 70"/>
            <p:cNvGrpSpPr/>
            <p:nvPr/>
          </p:nvGrpSpPr>
          <p:grpSpPr>
            <a:xfrm>
              <a:off x="-37608" y="6002404"/>
              <a:ext cx="2687458" cy="855594"/>
              <a:chOff x="5158198" y="5677120"/>
              <a:chExt cx="3931027" cy="1251508"/>
            </a:xfrm>
            <a:grpFill/>
          </p:grpSpPr>
          <p:sp>
            <p:nvSpPr>
              <p:cNvPr id="84" name="Oval 111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5" name="Oval 112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6" name="Oval 113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7" name="Oval 114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8" name="Oval 115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9" name="Oval 116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0" name="Oval 117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1" name="Oval 118"/>
              <p:cNvSpPr/>
              <p:nvPr/>
            </p:nvSpPr>
            <p:spPr>
              <a:xfrm>
                <a:off x="8369145" y="618281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2" name="Rectangle 119"/>
              <p:cNvSpPr/>
              <p:nvPr/>
            </p:nvSpPr>
            <p:spPr>
              <a:xfrm>
                <a:off x="5208276" y="6761949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3" name="Oval 120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4" name="Oval 121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5" name="Oval 122"/>
              <p:cNvSpPr/>
              <p:nvPr/>
            </p:nvSpPr>
            <p:spPr>
              <a:xfrm>
                <a:off x="5158198" y="6236524"/>
                <a:ext cx="595719" cy="59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96" name="Oval 123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44" name="Group 71"/>
            <p:cNvGrpSpPr/>
            <p:nvPr/>
          </p:nvGrpSpPr>
          <p:grpSpPr>
            <a:xfrm>
              <a:off x="2503359" y="5771636"/>
              <a:ext cx="3430784" cy="1086364"/>
              <a:chOff x="5096347" y="5677120"/>
              <a:chExt cx="3992878" cy="1264356"/>
            </a:xfrm>
            <a:grpFill/>
          </p:grpSpPr>
          <p:sp>
            <p:nvSpPr>
              <p:cNvPr id="71" name="Oval 98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2" name="Oval 99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3" name="Oval 100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4" name="Oval 101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5" name="Oval 102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6" name="Oval 103"/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7" name="Oval 104"/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8" name="Oval 105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9" name="Rectangle 106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0" name="Oval 107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1" name="Oval 108"/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2" name="Oval 109"/>
              <p:cNvSpPr/>
              <p:nvPr/>
            </p:nvSpPr>
            <p:spPr>
              <a:xfrm>
                <a:off x="5096347" y="6288693"/>
                <a:ext cx="595719" cy="59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3" name="Oval 110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45" name="Group 72"/>
            <p:cNvGrpSpPr/>
            <p:nvPr/>
          </p:nvGrpSpPr>
          <p:grpSpPr>
            <a:xfrm flipH="1">
              <a:off x="5677557" y="5865298"/>
              <a:ext cx="3459076" cy="994002"/>
              <a:chOff x="5176824" y="5783050"/>
              <a:chExt cx="4025805" cy="1156862"/>
            </a:xfrm>
            <a:grpFill/>
          </p:grpSpPr>
          <p:sp>
            <p:nvSpPr>
              <p:cNvPr id="59" name="Oval 86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0" name="Oval 87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1" name="Oval 88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2" name="Oval 89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3" name="Oval 90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4" name="Oval 91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65" name="Oval 92"/>
              <p:cNvSpPr/>
              <p:nvPr/>
            </p:nvSpPr>
            <p:spPr>
              <a:xfrm>
                <a:off x="8482549" y="610077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6" name="Rectangle 93"/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7" name="Oval 94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8" name="Oval 95"/>
              <p:cNvSpPr/>
              <p:nvPr/>
            </p:nvSpPr>
            <p:spPr>
              <a:xfrm>
                <a:off x="5176824" y="6066471"/>
                <a:ext cx="849276" cy="8492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69" name="Oval 96"/>
              <p:cNvSpPr/>
              <p:nvPr/>
            </p:nvSpPr>
            <p:spPr>
              <a:xfrm>
                <a:off x="7541959" y="6181631"/>
                <a:ext cx="1213393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0" name="Oval 97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46" name="Group 73"/>
            <p:cNvGrpSpPr/>
            <p:nvPr/>
          </p:nvGrpSpPr>
          <p:grpSpPr>
            <a:xfrm flipH="1">
              <a:off x="8843757" y="5862656"/>
              <a:ext cx="3348243" cy="1004400"/>
              <a:chOff x="5192411" y="5783050"/>
              <a:chExt cx="3896814" cy="1168963"/>
            </a:xfrm>
            <a:grpFill/>
          </p:grpSpPr>
          <p:sp>
            <p:nvSpPr>
              <p:cNvPr id="47" name="Oval 74"/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8" name="Oval 75"/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9" name="Oval 76"/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0" name="Oval 77"/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1" name="Oval 78"/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2" name="Oval 79"/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3" name="Oval 80"/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4" name="Rectangle 81"/>
              <p:cNvSpPr/>
              <p:nvPr/>
            </p:nvSpPr>
            <p:spPr>
              <a:xfrm>
                <a:off x="5192411" y="6613640"/>
                <a:ext cx="3880949" cy="32379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5" name="Oval 82"/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6" name="Oval 83"/>
              <p:cNvSpPr/>
              <p:nvPr/>
            </p:nvSpPr>
            <p:spPr>
              <a:xfrm>
                <a:off x="5192411" y="6044347"/>
                <a:ext cx="907666" cy="90766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7" name="Oval 84"/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8" name="Oval 85"/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/>
      <p:bldP spid="5" grpId="0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77757"/>
            <a:ext cx="11573197" cy="724247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7.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lý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nhân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sự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Block Arc 7"/>
          <p:cNvSpPr/>
          <p:nvPr/>
        </p:nvSpPr>
        <p:spPr>
          <a:xfrm flipV="1">
            <a:off x="1146225" y="1922305"/>
            <a:ext cx="7903879" cy="2008900"/>
          </a:xfrm>
          <a:custGeom>
            <a:avLst/>
            <a:gdLst/>
            <a:ahLst/>
            <a:cxnLst/>
            <a:rect l="l" t="t" r="r" b="b"/>
            <a:pathLst>
              <a:path w="7903879" h="2008900">
                <a:moveTo>
                  <a:pt x="1008112" y="0"/>
                </a:moveTo>
                <a:cubicBezTo>
                  <a:pt x="1562433" y="0"/>
                  <a:pt x="2012259" y="447393"/>
                  <a:pt x="2015854" y="1000788"/>
                </a:cubicBezTo>
                <a:lnTo>
                  <a:pt x="2017300" y="1000788"/>
                </a:lnTo>
                <a:cubicBezTo>
                  <a:pt x="2017300" y="1527632"/>
                  <a:pt x="2444392" y="1954724"/>
                  <a:pt x="2971236" y="1954724"/>
                </a:cubicBezTo>
                <a:cubicBezTo>
                  <a:pt x="3495636" y="1954724"/>
                  <a:pt x="3921207" y="1531586"/>
                  <a:pt x="3924802" y="1008112"/>
                </a:cubicBezTo>
                <a:lnTo>
                  <a:pt x="3924531" y="1008112"/>
                </a:lnTo>
                <a:cubicBezTo>
                  <a:pt x="3924531" y="451347"/>
                  <a:pt x="4375878" y="0"/>
                  <a:pt x="4932643" y="0"/>
                </a:cubicBezTo>
                <a:cubicBezTo>
                  <a:pt x="5486964" y="0"/>
                  <a:pt x="5936790" y="447393"/>
                  <a:pt x="5940385" y="1000788"/>
                </a:cubicBezTo>
                <a:lnTo>
                  <a:pt x="5941831" y="1000788"/>
                </a:lnTo>
                <a:cubicBezTo>
                  <a:pt x="5941831" y="1527632"/>
                  <a:pt x="6368923" y="1954724"/>
                  <a:pt x="6895767" y="1954724"/>
                </a:cubicBezTo>
                <a:cubicBezTo>
                  <a:pt x="7422611" y="1954724"/>
                  <a:pt x="7849703" y="1527632"/>
                  <a:pt x="7849703" y="1000788"/>
                </a:cubicBezTo>
                <a:lnTo>
                  <a:pt x="7903879" y="1000788"/>
                </a:lnTo>
                <a:cubicBezTo>
                  <a:pt x="7903879" y="1557553"/>
                  <a:pt x="7452532" y="2008900"/>
                  <a:pt x="6895767" y="2008900"/>
                </a:cubicBezTo>
                <a:cubicBezTo>
                  <a:pt x="6341446" y="2008900"/>
                  <a:pt x="5891620" y="1561507"/>
                  <a:pt x="5888025" y="1008112"/>
                </a:cubicBezTo>
                <a:lnTo>
                  <a:pt x="5886579" y="1008112"/>
                </a:lnTo>
                <a:cubicBezTo>
                  <a:pt x="5886579" y="481268"/>
                  <a:pt x="5459487" y="54176"/>
                  <a:pt x="4932643" y="54176"/>
                </a:cubicBezTo>
                <a:cubicBezTo>
                  <a:pt x="4408244" y="54176"/>
                  <a:pt x="3982672" y="477314"/>
                  <a:pt x="3979077" y="1000788"/>
                </a:cubicBezTo>
                <a:lnTo>
                  <a:pt x="3979348" y="1000788"/>
                </a:lnTo>
                <a:cubicBezTo>
                  <a:pt x="3979348" y="1557553"/>
                  <a:pt x="3528001" y="2008900"/>
                  <a:pt x="2971236" y="2008900"/>
                </a:cubicBezTo>
                <a:cubicBezTo>
                  <a:pt x="2416915" y="2008900"/>
                  <a:pt x="1967089" y="1561507"/>
                  <a:pt x="1963494" y="1008112"/>
                </a:cubicBezTo>
                <a:lnTo>
                  <a:pt x="1962048" y="1008112"/>
                </a:lnTo>
                <a:cubicBezTo>
                  <a:pt x="1962048" y="481268"/>
                  <a:pt x="1534956" y="54176"/>
                  <a:pt x="1008112" y="54176"/>
                </a:cubicBezTo>
                <a:cubicBezTo>
                  <a:pt x="481268" y="54176"/>
                  <a:pt x="54176" y="481268"/>
                  <a:pt x="54176" y="1008112"/>
                </a:cubicBezTo>
                <a:lnTo>
                  <a:pt x="0" y="1008112"/>
                </a:lnTo>
                <a:cubicBezTo>
                  <a:pt x="0" y="451347"/>
                  <a:pt x="451347" y="0"/>
                  <a:pt x="10081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1697904" y="2498528"/>
            <a:ext cx="866378" cy="8663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" name="Oval 4"/>
          <p:cNvSpPr/>
          <p:nvPr/>
        </p:nvSpPr>
        <p:spPr>
          <a:xfrm>
            <a:off x="3663998" y="2498528"/>
            <a:ext cx="866378" cy="8663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Oval 5"/>
          <p:cNvSpPr/>
          <p:nvPr/>
        </p:nvSpPr>
        <p:spPr>
          <a:xfrm>
            <a:off x="5630092" y="2498528"/>
            <a:ext cx="866378" cy="8663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" name="Oval 6"/>
          <p:cNvSpPr/>
          <p:nvPr/>
        </p:nvSpPr>
        <p:spPr>
          <a:xfrm>
            <a:off x="7596186" y="2498528"/>
            <a:ext cx="866378" cy="86637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8" name="Group 7"/>
          <p:cNvGrpSpPr/>
          <p:nvPr/>
        </p:nvGrpSpPr>
        <p:grpSpPr>
          <a:xfrm>
            <a:off x="913856" y="4087806"/>
            <a:ext cx="2198913" cy="2862322"/>
            <a:chOff x="575693" y="4105536"/>
            <a:chExt cx="1625933" cy="2862322"/>
          </a:xfrm>
        </p:grpSpPr>
        <p:sp>
          <p:nvSpPr>
            <p:cNvPr id="9" name="TextBox 8"/>
            <p:cNvSpPr txBox="1"/>
            <p:nvPr/>
          </p:nvSpPr>
          <p:spPr>
            <a:xfrm>
              <a:off x="578400" y="4395301"/>
              <a:ext cx="1617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5693" y="4105536"/>
              <a:ext cx="1625933" cy="286232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lí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thông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tin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nhân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viên</a:t>
              </a:r>
              <a:endPara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lí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đào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tạo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: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kế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hoạch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ngân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sách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đào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tạo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đánh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giá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học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viên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sau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đào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tạo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72314" y="4037121"/>
            <a:ext cx="2267517" cy="3052118"/>
            <a:chOff x="462176" y="3769638"/>
            <a:chExt cx="2267517" cy="3052118"/>
          </a:xfrm>
        </p:grpSpPr>
        <p:sp>
          <p:nvSpPr>
            <p:cNvPr id="15" name="TextBox 14"/>
            <p:cNvSpPr txBox="1"/>
            <p:nvPr/>
          </p:nvSpPr>
          <p:spPr>
            <a:xfrm>
              <a:off x="578400" y="4395301"/>
              <a:ext cx="1617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2176" y="3769638"/>
              <a:ext cx="2267517" cy="305211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Kế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hoạch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và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tuyển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dụng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50000"/>
                </a:lnSpc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lý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hiệu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suất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công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việc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Aft>
                  <a:spcPts val="800"/>
                </a:spcAft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Đánh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giá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nhân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viên</a:t>
              </a:r>
              <a:r>
                <a:rPr lang="en-US" dirty="0"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lí</a:t>
              </a:r>
              <a:r>
                <a:rPr lang="en-US" dirty="0"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tính</a:t>
              </a:r>
              <a:r>
                <a:rPr lang="en-US" dirty="0"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lương</a:t>
              </a:r>
              <a:r>
                <a:rPr lang="en-US" dirty="0"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en-GB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50000"/>
                </a:lnSpc>
                <a:spcAft>
                  <a:spcPts val="800"/>
                </a:spcAft>
              </a:pP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122069" y="4118841"/>
            <a:ext cx="2332775" cy="2133918"/>
            <a:chOff x="578400" y="4106715"/>
            <a:chExt cx="1724914" cy="2133918"/>
          </a:xfrm>
        </p:grpSpPr>
        <p:sp>
          <p:nvSpPr>
            <p:cNvPr id="18" name="TextBox 17"/>
            <p:cNvSpPr txBox="1"/>
            <p:nvPr/>
          </p:nvSpPr>
          <p:spPr>
            <a:xfrm>
              <a:off x="578400" y="4395301"/>
              <a:ext cx="1617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7381" y="4106715"/>
              <a:ext cx="1625933" cy="213391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Lập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kế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hoạch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dự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phòng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nhân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lực</a:t>
              </a:r>
              <a:r>
                <a:rPr lang="en-US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 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50000"/>
                </a:lnSpc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lí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chi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phí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50000"/>
                </a:lnSpc>
                <a:spcAft>
                  <a:spcPts val="800"/>
                </a:spcAft>
              </a:pP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Báo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cáo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quản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trị</a:t>
              </a: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0" name="막힌 원호 3"/>
          <p:cNvSpPr/>
          <p:nvPr/>
        </p:nvSpPr>
        <p:spPr>
          <a:xfrm>
            <a:off x="1147577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막힌 원호 38"/>
          <p:cNvSpPr/>
          <p:nvPr/>
        </p:nvSpPr>
        <p:spPr>
          <a:xfrm rot="10800000">
            <a:off x="3112770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2" name="막힌 원호 39"/>
          <p:cNvSpPr/>
          <p:nvPr/>
        </p:nvSpPr>
        <p:spPr>
          <a:xfrm>
            <a:off x="5077963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막힌 원호 40"/>
          <p:cNvSpPr/>
          <p:nvPr/>
        </p:nvSpPr>
        <p:spPr>
          <a:xfrm rot="10800000">
            <a:off x="7043155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929833" y="3756862"/>
            <a:ext cx="288032" cy="288032"/>
            <a:chOff x="1475656" y="1654935"/>
            <a:chExt cx="288032" cy="288032"/>
          </a:xfrm>
        </p:grpSpPr>
        <p:sp>
          <p:nvSpPr>
            <p:cNvPr id="25" name="Oval 24"/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26" name="Flowchart: Extract 25"/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987077" y="1806864"/>
            <a:ext cx="288032" cy="288032"/>
            <a:chOff x="1475656" y="1654935"/>
            <a:chExt cx="288032" cy="288032"/>
          </a:xfrm>
        </p:grpSpPr>
        <p:sp>
          <p:nvSpPr>
            <p:cNvPr id="28" name="Oval 27"/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29" name="Flowchart: Extract 28"/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88443" y="3749089"/>
            <a:ext cx="288032" cy="288032"/>
            <a:chOff x="1475656" y="1654935"/>
            <a:chExt cx="288032" cy="288032"/>
          </a:xfrm>
        </p:grpSpPr>
        <p:sp>
          <p:nvSpPr>
            <p:cNvPr id="31" name="Oval 30"/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2" name="Flowchart: Extract 31"/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928466" y="1816389"/>
            <a:ext cx="288032" cy="288032"/>
            <a:chOff x="1475656" y="1654935"/>
            <a:chExt cx="288032" cy="288032"/>
          </a:xfrm>
        </p:grpSpPr>
        <p:sp>
          <p:nvSpPr>
            <p:cNvPr id="34" name="Oval 33"/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5" name="Flowchart: Extract 34"/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36" name="Oval 61"/>
          <p:cNvSpPr/>
          <p:nvPr/>
        </p:nvSpPr>
        <p:spPr>
          <a:xfrm>
            <a:off x="9550524" y="2498528"/>
            <a:ext cx="866378" cy="86637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8" name="TextBox 37"/>
          <p:cNvSpPr txBox="1"/>
          <p:nvPr/>
        </p:nvSpPr>
        <p:spPr>
          <a:xfrm>
            <a:off x="9309354" y="4117777"/>
            <a:ext cx="202267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khen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thưởng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kỷ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막힌 원호 46"/>
          <p:cNvSpPr/>
          <p:nvPr/>
        </p:nvSpPr>
        <p:spPr>
          <a:xfrm>
            <a:off x="8998395" y="1922305"/>
            <a:ext cx="2016000" cy="2016000"/>
          </a:xfrm>
          <a:prstGeom prst="blockArc">
            <a:avLst>
              <a:gd name="adj1" fmla="val 10800000"/>
              <a:gd name="adj2" fmla="val 0"/>
              <a:gd name="adj3" fmla="val 267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41" name="Group 54"/>
          <p:cNvGrpSpPr/>
          <p:nvPr/>
        </p:nvGrpSpPr>
        <p:grpSpPr>
          <a:xfrm>
            <a:off x="9848898" y="1816389"/>
            <a:ext cx="288032" cy="288032"/>
            <a:chOff x="1475656" y="1654935"/>
            <a:chExt cx="288032" cy="288032"/>
          </a:xfrm>
        </p:grpSpPr>
        <p:sp>
          <p:nvSpPr>
            <p:cNvPr id="42" name="Oval 55"/>
            <p:cNvSpPr/>
            <p:nvPr/>
          </p:nvSpPr>
          <p:spPr>
            <a:xfrm>
              <a:off x="1475656" y="1654935"/>
              <a:ext cx="288032" cy="2880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43" name="Flowchart: Extract 56"/>
            <p:cNvSpPr/>
            <p:nvPr/>
          </p:nvSpPr>
          <p:spPr>
            <a:xfrm rot="5400000">
              <a:off x="1575197" y="1744951"/>
              <a:ext cx="108000" cy="108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45" name="Rounded Rectangle 6"/>
          <p:cNvSpPr/>
          <p:nvPr/>
        </p:nvSpPr>
        <p:spPr>
          <a:xfrm>
            <a:off x="3939112" y="2768982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Teardrop 1"/>
          <p:cNvSpPr/>
          <p:nvPr/>
        </p:nvSpPr>
        <p:spPr>
          <a:xfrm rot="18805991">
            <a:off x="5875166" y="2743638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Rounded Rectangle 27"/>
          <p:cNvSpPr/>
          <p:nvPr/>
        </p:nvSpPr>
        <p:spPr>
          <a:xfrm>
            <a:off x="7843200" y="2776611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8" name="Rounded Rectangle 7"/>
          <p:cNvSpPr/>
          <p:nvPr/>
        </p:nvSpPr>
        <p:spPr>
          <a:xfrm>
            <a:off x="9826351" y="2768982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590208" y="1152064"/>
            <a:ext cx="61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Các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chức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năng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cần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thiết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" name="Round Same Side Corner Rectangle 8"/>
          <p:cNvSpPr/>
          <p:nvPr/>
        </p:nvSpPr>
        <p:spPr>
          <a:xfrm>
            <a:off x="1894356" y="2648029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52" name="Group 51"/>
          <p:cNvGrpSpPr/>
          <p:nvPr/>
        </p:nvGrpSpPr>
        <p:grpSpPr>
          <a:xfrm>
            <a:off x="3112769" y="4078567"/>
            <a:ext cx="2190384" cy="726265"/>
            <a:chOff x="578400" y="3946035"/>
            <a:chExt cx="2983357" cy="726265"/>
          </a:xfrm>
        </p:grpSpPr>
        <p:sp>
          <p:nvSpPr>
            <p:cNvPr id="53" name="TextBox 52"/>
            <p:cNvSpPr txBox="1"/>
            <p:nvPr/>
          </p:nvSpPr>
          <p:spPr>
            <a:xfrm>
              <a:off x="578400" y="4395301"/>
              <a:ext cx="1617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935823" y="3946035"/>
              <a:ext cx="162593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208532" y="4105400"/>
            <a:ext cx="200579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nghỉ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effectLst/>
                <a:ea typeface="Calibri" panose="020F0502020204030204" pitchFamily="34" charset="0"/>
              </a:rPr>
              <a:t>Bảo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hiểm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thuế</a:t>
            </a:r>
            <a:endParaRPr lang="en-GB" dirty="0"/>
          </a:p>
        </p:txBody>
      </p:sp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09968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8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dưỡng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bị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384" y="877577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kế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Diagra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84" y="1589649"/>
            <a:ext cx="10649244" cy="439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135902" cy="685800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98814" y="0"/>
            <a:ext cx="3838575" cy="685800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1"/>
          <p:cNvSpPr/>
          <p:nvPr/>
        </p:nvSpPr>
        <p:spPr>
          <a:xfrm>
            <a:off x="8353425" y="1809311"/>
            <a:ext cx="3838575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hư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phiếu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chữa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hư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biên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hư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hỏng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chữa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phê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duyệt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khai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bàn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Cập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nhật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sổ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chữa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9578" y="1378504"/>
            <a:ext cx="2927477" cy="276999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sz="1800" b="1" dirty="0" err="1">
                <a:effectLst/>
                <a:ea typeface="Calibri" panose="020F0502020204030204" pitchFamily="34" charset="0"/>
              </a:rPr>
              <a:t>Quy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trình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bảo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dưỡng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.</a:t>
            </a:r>
            <a:endParaRPr lang="ko-KR" altLang="en-US" sz="2400" dirty="0">
              <a:solidFill>
                <a:schemeClr val="accent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6993" y="839852"/>
            <a:ext cx="2927477" cy="276999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sz="1800" b="1" dirty="0" err="1">
                <a:effectLst/>
                <a:ea typeface="Calibri" panose="020F0502020204030204" pitchFamily="34" charset="0"/>
              </a:rPr>
              <a:t>Các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chức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năng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cần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thiết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:</a:t>
            </a:r>
            <a:endParaRPr lang="ko-KR" altLang="en-US" sz="2400" dirty="0">
              <a:solidFill>
                <a:schemeClr val="accent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14945" y="1383444"/>
            <a:ext cx="2927477" cy="276999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sz="1800" b="1" dirty="0" err="1">
                <a:effectLst/>
                <a:ea typeface="Calibri" panose="020F0502020204030204" pitchFamily="34" charset="0"/>
              </a:rPr>
              <a:t>Quy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trình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sửa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ea typeface="Calibri" panose="020F0502020204030204" pitchFamily="34" charset="0"/>
              </a:rPr>
              <a:t>chữa</a:t>
            </a:r>
            <a:r>
              <a:rPr lang="en-US" sz="1800" b="1" dirty="0">
                <a:effectLst/>
                <a:ea typeface="Calibri" panose="020F0502020204030204" pitchFamily="34" charset="0"/>
              </a:rPr>
              <a:t>:</a:t>
            </a:r>
            <a:endParaRPr lang="ko-KR" altLang="en-US" sz="2400" dirty="0">
              <a:solidFill>
                <a:schemeClr val="accent3"/>
              </a:solidFill>
            </a:endParaRPr>
          </a:p>
        </p:txBody>
      </p:sp>
      <p:sp>
        <p:nvSpPr>
          <p:cNvPr id="7" name="Text Placeholder 1"/>
          <p:cNvSpPr txBox="1"/>
          <p:nvPr/>
        </p:nvSpPr>
        <p:spPr>
          <a:xfrm>
            <a:off x="-109968" y="-231320"/>
            <a:ext cx="11572875" cy="723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8. Qui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bảo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dưỡng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sửa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chữa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thiết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bị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:</a:t>
            </a:r>
            <a:endParaRPr lang="en-GB" sz="4400" dirty="0">
              <a:ea typeface="Times New Roman" panose="02020603050405020304" pitchFamily="18" charset="0"/>
            </a:endParaRPr>
          </a:p>
        </p:txBody>
      </p:sp>
      <p:sp>
        <p:nvSpPr>
          <p:cNvPr id="15" name="직사각형 1"/>
          <p:cNvSpPr/>
          <p:nvPr/>
        </p:nvSpPr>
        <p:spPr>
          <a:xfrm>
            <a:off x="148663" y="1886823"/>
            <a:ext cx="3838575" cy="4488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phê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duyệt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effectLst/>
                <a:ea typeface="Calibri" panose="020F0502020204030204" pitchFamily="34" charset="0"/>
              </a:rPr>
              <a:t>Cập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nhật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dữ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liệu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vào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sổ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theo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dõi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bảo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trì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thiết</a:t>
            </a:r>
            <a:r>
              <a:rPr lang="en-US" sz="1800" dirty="0"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ea typeface="Calibri" panose="020F0502020204030204" pitchFamily="34" charset="0"/>
              </a:rPr>
              <a:t>bị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09968" y="0"/>
            <a:ext cx="11572875" cy="723900"/>
          </a:xfrm>
        </p:spPr>
        <p:txBody>
          <a:bodyPr/>
          <a:lstStyle/>
          <a:p>
            <a:pPr marL="226695" algn="just">
              <a:lnSpc>
                <a:spcPct val="150000"/>
              </a:lnSpc>
            </a:pPr>
            <a:r>
              <a:rPr lang="en-US" sz="4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9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. Qui </a:t>
            </a:r>
            <a:r>
              <a:rPr lang="en-US" sz="4400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lý</a:t>
            </a:r>
            <a:r>
              <a:rPr lang="en-US" sz="4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dự</a:t>
            </a:r>
            <a:r>
              <a:rPr lang="en-US" sz="440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án</a:t>
            </a:r>
            <a:r>
              <a:rPr lang="en-US" sz="44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GB" sz="4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3384" y="877577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đồ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BPMN qui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trình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kế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toán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Diagram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4" y="1831022"/>
            <a:ext cx="6780627" cy="434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520331" y="908129"/>
            <a:ext cx="436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Cơ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sở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dữ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liệu</a:t>
            </a:r>
            <a:r>
              <a:rPr lang="en-GB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500" y="1831022"/>
            <a:ext cx="3485407" cy="275504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368" y="486051"/>
            <a:ext cx="12190258" cy="1468742"/>
            <a:chOff x="1742" y="5389258"/>
            <a:chExt cx="12190258" cy="1468742"/>
          </a:xfrm>
          <a:solidFill>
            <a:schemeClr val="accent5">
              <a:lumMod val="20000"/>
              <a:lumOff val="80000"/>
            </a:schemeClr>
          </a:solidFill>
          <a:effectLst>
            <a:outerShdw blurRad="76200" dist="12700" dir="16200000" rotWithShape="0">
              <a:schemeClr val="accent1">
                <a:lumMod val="50000"/>
                <a:alpha val="40000"/>
              </a:schemeClr>
            </a:outerShdw>
          </a:effectLst>
        </p:grpSpPr>
        <p:grpSp>
          <p:nvGrpSpPr>
            <p:cNvPr id="5" name="Group 4"/>
            <p:cNvGrpSpPr/>
            <p:nvPr/>
          </p:nvGrpSpPr>
          <p:grpSpPr>
            <a:xfrm>
              <a:off x="5037541" y="5435629"/>
              <a:ext cx="3075791" cy="1422371"/>
              <a:chOff x="9116208" y="4547715"/>
              <a:chExt cx="3075791" cy="1422371"/>
            </a:xfrm>
            <a:grpFill/>
          </p:grpSpPr>
          <p:sp>
            <p:nvSpPr>
              <p:cNvPr id="38" name="Oval 37"/>
              <p:cNvSpPr/>
              <p:nvPr/>
            </p:nvSpPr>
            <p:spPr>
              <a:xfrm flipH="1">
                <a:off x="11405121" y="4811473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9" name="Oval 38"/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0" name="Oval 39"/>
              <p:cNvSpPr/>
              <p:nvPr/>
            </p:nvSpPr>
            <p:spPr>
              <a:xfrm flipH="1">
                <a:off x="10772446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1" name="Oval 40"/>
              <p:cNvSpPr/>
              <p:nvPr/>
            </p:nvSpPr>
            <p:spPr>
              <a:xfrm flipH="1">
                <a:off x="10318331" y="469211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Oval 41"/>
              <p:cNvSpPr/>
              <p:nvPr/>
            </p:nvSpPr>
            <p:spPr>
              <a:xfrm flipH="1">
                <a:off x="9828889" y="4547715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3" name="Oval 42"/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4" name="Rectangle 43"/>
              <p:cNvSpPr/>
              <p:nvPr/>
            </p:nvSpPr>
            <p:spPr>
              <a:xfrm flipH="1">
                <a:off x="9116208" y="5253027"/>
                <a:ext cx="3075791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5" name="Oval 44"/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6" name="Oval 45"/>
              <p:cNvSpPr/>
              <p:nvPr/>
            </p:nvSpPr>
            <p:spPr>
              <a:xfrm flipH="1">
                <a:off x="9440749" y="4805709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742" y="5389258"/>
              <a:ext cx="5485937" cy="1468742"/>
              <a:chOff x="-51736" y="4638675"/>
              <a:chExt cx="4754749" cy="1418840"/>
            </a:xfrm>
            <a:grpFill/>
          </p:grpSpPr>
          <p:sp>
            <p:nvSpPr>
              <p:cNvPr id="26" name="Oval 25"/>
              <p:cNvSpPr/>
              <p:nvPr/>
            </p:nvSpPr>
            <p:spPr>
              <a:xfrm>
                <a:off x="2199705" y="465057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1950125" y="502097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772347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188127" y="475790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610290" y="489745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101781" y="50642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716510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982933" y="499072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-51736" y="5584841"/>
                <a:ext cx="4364607" cy="47267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432439" y="487948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99964" y="530095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-47358" y="517767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7" name="Oval 6"/>
            <p:cNvSpPr/>
            <p:nvPr/>
          </p:nvSpPr>
          <p:spPr>
            <a:xfrm flipH="1">
              <a:off x="2696897" y="6099319"/>
              <a:ext cx="509632" cy="5246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현 96"/>
            <p:cNvSpPr/>
            <p:nvPr/>
          </p:nvSpPr>
          <p:spPr>
            <a:xfrm>
              <a:off x="3328527" y="6058687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현 97"/>
            <p:cNvSpPr/>
            <p:nvPr/>
          </p:nvSpPr>
          <p:spPr>
            <a:xfrm>
              <a:off x="4554915" y="6352929"/>
              <a:ext cx="492156" cy="492156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현 96"/>
            <p:cNvSpPr/>
            <p:nvPr/>
          </p:nvSpPr>
          <p:spPr>
            <a:xfrm>
              <a:off x="3972848" y="5984118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10"/>
            <p:cNvGrpSpPr/>
            <p:nvPr/>
          </p:nvGrpSpPr>
          <p:grpSpPr>
            <a:xfrm flipH="1">
              <a:off x="7769092" y="5591016"/>
              <a:ext cx="4422908" cy="1266984"/>
              <a:chOff x="8005970" y="4483310"/>
              <a:chExt cx="4422908" cy="1266984"/>
            </a:xfrm>
            <a:grpFill/>
          </p:grpSpPr>
          <p:sp>
            <p:nvSpPr>
              <p:cNvPr id="12" name="Oval 11"/>
              <p:cNvSpPr/>
              <p:nvPr/>
            </p:nvSpPr>
            <p:spPr>
              <a:xfrm flipH="1">
                <a:off x="11642407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Oval 12"/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Oval 13"/>
              <p:cNvSpPr/>
              <p:nvPr/>
            </p:nvSpPr>
            <p:spPr>
              <a:xfrm flipH="1">
                <a:off x="10656333" y="4532227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" name="Oval 14"/>
              <p:cNvSpPr/>
              <p:nvPr/>
            </p:nvSpPr>
            <p:spPr>
              <a:xfrm flipH="1">
                <a:off x="10227408" y="46304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6" name="Oval 15"/>
              <p:cNvSpPr/>
              <p:nvPr/>
            </p:nvSpPr>
            <p:spPr>
              <a:xfrm flipH="1">
                <a:off x="9634684" y="452333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Oval 16"/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8" name="Rectangle 17"/>
              <p:cNvSpPr/>
              <p:nvPr/>
            </p:nvSpPr>
            <p:spPr>
              <a:xfrm flipH="1">
                <a:off x="8007712" y="5033235"/>
                <a:ext cx="4159392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Oval 18"/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" name="Oval 19"/>
              <p:cNvSpPr/>
              <p:nvPr/>
            </p:nvSpPr>
            <p:spPr>
              <a:xfrm flipH="1">
                <a:off x="9332942" y="4727306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 flipH="1">
                <a:off x="8736184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" name="Oval 21"/>
              <p:cNvSpPr/>
              <p:nvPr/>
            </p:nvSpPr>
            <p:spPr>
              <a:xfrm flipH="1">
                <a:off x="8490456" y="4820098"/>
                <a:ext cx="393236" cy="3727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" name="Oval 22"/>
              <p:cNvSpPr/>
              <p:nvPr/>
            </p:nvSpPr>
            <p:spPr>
              <a:xfrm flipH="1">
                <a:off x="8009669" y="4845022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4" name="Oval 23"/>
              <p:cNvSpPr/>
              <p:nvPr/>
            </p:nvSpPr>
            <p:spPr>
              <a:xfrm flipH="1">
                <a:off x="8104585" y="44833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" name="Oval 24"/>
              <p:cNvSpPr/>
              <p:nvPr/>
            </p:nvSpPr>
            <p:spPr>
              <a:xfrm flipH="1">
                <a:off x="8005970" y="4772493"/>
                <a:ext cx="456127" cy="4323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129" name="Group 128"/>
          <p:cNvGrpSpPr/>
          <p:nvPr/>
        </p:nvGrpSpPr>
        <p:grpSpPr>
          <a:xfrm>
            <a:off x="0" y="875093"/>
            <a:ext cx="12260330" cy="5982907"/>
            <a:chOff x="0" y="875093"/>
            <a:chExt cx="12260330" cy="5982907"/>
          </a:xfrm>
        </p:grpSpPr>
        <p:grpSp>
          <p:nvGrpSpPr>
            <p:cNvPr id="47" name="Group 46"/>
            <p:cNvGrpSpPr/>
            <p:nvPr/>
          </p:nvGrpSpPr>
          <p:grpSpPr>
            <a:xfrm>
              <a:off x="0" y="875093"/>
              <a:ext cx="12260330" cy="1096967"/>
              <a:chOff x="-51039" y="5771636"/>
              <a:chExt cx="12243039" cy="1095420"/>
            </a:xfrm>
            <a:solidFill>
              <a:schemeClr val="accent4"/>
            </a:solidFill>
            <a:effectLst>
              <a:outerShdw blurRad="76200" dist="12700" dir="16200000" rotWithShape="0">
                <a:schemeClr val="accent5">
                  <a:lumMod val="75000"/>
                  <a:alpha val="40000"/>
                </a:schemeClr>
              </a:outerShdw>
            </a:effectLst>
          </p:grpSpPr>
          <p:grpSp>
            <p:nvGrpSpPr>
              <p:cNvPr id="48" name="Group 47"/>
              <p:cNvGrpSpPr/>
              <p:nvPr/>
            </p:nvGrpSpPr>
            <p:grpSpPr>
              <a:xfrm>
                <a:off x="-51039" y="6002404"/>
                <a:ext cx="2700889" cy="856404"/>
                <a:chOff x="5138552" y="5677120"/>
                <a:chExt cx="3950673" cy="1252693"/>
              </a:xfrm>
              <a:grpFill/>
            </p:grpSpPr>
            <p:sp>
              <p:nvSpPr>
                <p:cNvPr id="89" name="Oval 88"/>
                <p:cNvSpPr/>
                <p:nvPr/>
              </p:nvSpPr>
              <p:spPr>
                <a:xfrm>
                  <a:off x="6973598" y="590364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6737750" y="61768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1" name="Oval 90"/>
                <p:cNvSpPr/>
                <p:nvPr/>
              </p:nvSpPr>
              <p:spPr>
                <a:xfrm>
                  <a:off x="7621548" y="5936018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8012007" y="5783050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3" name="Oval 92"/>
                <p:cNvSpPr/>
                <p:nvPr/>
              </p:nvSpPr>
              <p:spPr>
                <a:xfrm>
                  <a:off x="6212527" y="61696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5827426" y="5940423"/>
                  <a:ext cx="988205" cy="98820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95" name="Oval 94"/>
                <p:cNvSpPr/>
                <p:nvPr/>
              </p:nvSpPr>
              <p:spPr>
                <a:xfrm>
                  <a:off x="8028027" y="5677120"/>
                  <a:ext cx="995012" cy="99501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96" name="Oval 95"/>
                <p:cNvSpPr/>
                <p:nvPr/>
              </p:nvSpPr>
              <p:spPr>
                <a:xfrm>
                  <a:off x="8369145" y="6182816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5138552" y="6748137"/>
                  <a:ext cx="3880949" cy="16667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8" name="Oval 97"/>
                <p:cNvSpPr/>
                <p:nvPr/>
              </p:nvSpPr>
              <p:spPr>
                <a:xfrm>
                  <a:off x="7281640" y="617682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5427788" y="6075742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>
                  <a:off x="5145223" y="6334094"/>
                  <a:ext cx="595719" cy="59571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101" name="Oval 100"/>
                <p:cNvSpPr/>
                <p:nvPr/>
              </p:nvSpPr>
              <p:spPr>
                <a:xfrm>
                  <a:off x="7799510" y="6182681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>
                <a:off x="2503359" y="5771636"/>
                <a:ext cx="3430784" cy="1086364"/>
                <a:chOff x="5096347" y="5677120"/>
                <a:chExt cx="3992878" cy="1264356"/>
              </a:xfrm>
              <a:grpFill/>
            </p:grpSpPr>
            <p:sp>
              <p:nvSpPr>
                <p:cNvPr id="76" name="Oval 75"/>
                <p:cNvSpPr/>
                <p:nvPr/>
              </p:nvSpPr>
              <p:spPr>
                <a:xfrm>
                  <a:off x="6973598" y="590364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7" name="Oval 76"/>
                <p:cNvSpPr/>
                <p:nvPr/>
              </p:nvSpPr>
              <p:spPr>
                <a:xfrm>
                  <a:off x="6737750" y="61768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8" name="Oval 77"/>
                <p:cNvSpPr/>
                <p:nvPr/>
              </p:nvSpPr>
              <p:spPr>
                <a:xfrm>
                  <a:off x="7621548" y="5936018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9" name="Oval 78"/>
                <p:cNvSpPr/>
                <p:nvPr/>
              </p:nvSpPr>
              <p:spPr>
                <a:xfrm>
                  <a:off x="8012007" y="5783050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6212527" y="61696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5827426" y="5940423"/>
                  <a:ext cx="988205" cy="98820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82" name="Oval 81"/>
                <p:cNvSpPr/>
                <p:nvPr/>
              </p:nvSpPr>
              <p:spPr>
                <a:xfrm>
                  <a:off x="8028027" y="5677120"/>
                  <a:ext cx="995012" cy="99501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83" name="Oval 82"/>
                <p:cNvSpPr/>
                <p:nvPr/>
              </p:nvSpPr>
              <p:spPr>
                <a:xfrm>
                  <a:off x="8369145" y="6221396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5208276" y="6770752"/>
                  <a:ext cx="3880949" cy="16667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85" name="Oval 84"/>
                <p:cNvSpPr/>
                <p:nvPr/>
              </p:nvSpPr>
              <p:spPr>
                <a:xfrm>
                  <a:off x="7281640" y="617682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5427788" y="6075742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>
                  <a:off x="5096347" y="6288693"/>
                  <a:ext cx="595719" cy="59571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7799510" y="6182681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  <p:grpSp>
            <p:nvGrpSpPr>
              <p:cNvPr id="50" name="Group 49"/>
              <p:cNvGrpSpPr/>
              <p:nvPr/>
            </p:nvGrpSpPr>
            <p:grpSpPr>
              <a:xfrm flipH="1">
                <a:off x="5677557" y="5865298"/>
                <a:ext cx="3459076" cy="994002"/>
                <a:chOff x="5176824" y="5783050"/>
                <a:chExt cx="4025805" cy="1156862"/>
              </a:xfrm>
              <a:grpFill/>
            </p:grpSpPr>
            <p:sp>
              <p:nvSpPr>
                <p:cNvPr id="64" name="Oval 63"/>
                <p:cNvSpPr/>
                <p:nvPr/>
              </p:nvSpPr>
              <p:spPr>
                <a:xfrm>
                  <a:off x="6973598" y="590364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5" name="Oval 64"/>
                <p:cNvSpPr/>
                <p:nvPr/>
              </p:nvSpPr>
              <p:spPr>
                <a:xfrm>
                  <a:off x="6737750" y="61768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6" name="Oval 65"/>
                <p:cNvSpPr/>
                <p:nvPr/>
              </p:nvSpPr>
              <p:spPr>
                <a:xfrm>
                  <a:off x="7621548" y="5936018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7" name="Oval 66"/>
                <p:cNvSpPr/>
                <p:nvPr/>
              </p:nvSpPr>
              <p:spPr>
                <a:xfrm>
                  <a:off x="8012007" y="5783050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6212527" y="61696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9" name="Oval 68"/>
                <p:cNvSpPr/>
                <p:nvPr/>
              </p:nvSpPr>
              <p:spPr>
                <a:xfrm>
                  <a:off x="5975384" y="6088379"/>
                  <a:ext cx="840247" cy="84024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70" name="Oval 69"/>
                <p:cNvSpPr/>
                <p:nvPr/>
              </p:nvSpPr>
              <p:spPr>
                <a:xfrm>
                  <a:off x="8482549" y="6100776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5208276" y="6770752"/>
                  <a:ext cx="3880949" cy="16667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7281640" y="617682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5176824" y="6066471"/>
                  <a:ext cx="849276" cy="84927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7541959" y="6181631"/>
                  <a:ext cx="1213393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75" name="Oval 74"/>
                <p:cNvSpPr/>
                <p:nvPr/>
              </p:nvSpPr>
              <p:spPr>
                <a:xfrm>
                  <a:off x="5630466" y="6219832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  <p:grpSp>
            <p:nvGrpSpPr>
              <p:cNvPr id="51" name="Group 50"/>
              <p:cNvGrpSpPr/>
              <p:nvPr/>
            </p:nvGrpSpPr>
            <p:grpSpPr>
              <a:xfrm flipH="1">
                <a:off x="8843757" y="5862656"/>
                <a:ext cx="3348243" cy="1004400"/>
                <a:chOff x="5192411" y="5783050"/>
                <a:chExt cx="3896814" cy="1168963"/>
              </a:xfrm>
              <a:grpFill/>
            </p:grpSpPr>
            <p:sp>
              <p:nvSpPr>
                <p:cNvPr id="52" name="Oval 51"/>
                <p:cNvSpPr/>
                <p:nvPr/>
              </p:nvSpPr>
              <p:spPr>
                <a:xfrm>
                  <a:off x="6973598" y="590364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6737750" y="61768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7621548" y="5936018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8012007" y="5783050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6212527" y="6169614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5975384" y="6088379"/>
                  <a:ext cx="840247" cy="84024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8369145" y="6221396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59" name="Rectangle 58"/>
                <p:cNvSpPr/>
                <p:nvPr/>
              </p:nvSpPr>
              <p:spPr>
                <a:xfrm>
                  <a:off x="5192411" y="6613640"/>
                  <a:ext cx="3880949" cy="32379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7281640" y="6176829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5192411" y="6044347"/>
                  <a:ext cx="907666" cy="90766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7799510" y="6182681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5630466" y="6219832"/>
                  <a:ext cx="720080" cy="7200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sp>
          <p:nvSpPr>
            <p:cNvPr id="2" name="Rectangle 1"/>
            <p:cNvSpPr/>
            <p:nvPr/>
          </p:nvSpPr>
          <p:spPr>
            <a:xfrm>
              <a:off x="0" y="1887802"/>
              <a:ext cx="12260330" cy="497019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/>
          <p:nvPr/>
        </p:nvGrpSpPr>
        <p:grpSpPr>
          <a:xfrm rot="18000000">
            <a:off x="9013538" y="22672"/>
            <a:ext cx="738966" cy="1378557"/>
            <a:chOff x="10005609" y="1805637"/>
            <a:chExt cx="738966" cy="1378557"/>
          </a:xfrm>
        </p:grpSpPr>
        <p:grpSp>
          <p:nvGrpSpPr>
            <p:cNvPr id="113" name="Group 112"/>
            <p:cNvGrpSpPr/>
            <p:nvPr/>
          </p:nvGrpSpPr>
          <p:grpSpPr>
            <a:xfrm>
              <a:off x="10250863" y="2665526"/>
              <a:ext cx="222834" cy="518668"/>
              <a:chOff x="1677709" y="4117659"/>
              <a:chExt cx="222834" cy="518668"/>
            </a:xfrm>
            <a:effectLst/>
          </p:grpSpPr>
          <p:sp>
            <p:nvSpPr>
              <p:cNvPr id="110" name="Graphic 2"/>
              <p:cNvSpPr/>
              <p:nvPr/>
            </p:nvSpPr>
            <p:spPr>
              <a:xfrm>
                <a:off x="1677709" y="4117659"/>
                <a:ext cx="222834" cy="518668"/>
              </a:xfrm>
              <a:custGeom>
                <a:avLst/>
                <a:gdLst>
                  <a:gd name="connsiteX0" fmla="*/ 747722 w 778877"/>
                  <a:gd name="connsiteY0" fmla="*/ 0 h 1110552"/>
                  <a:gd name="connsiteX1" fmla="*/ 680583 w 778877"/>
                  <a:gd name="connsiteY1" fmla="*/ 25833 h 1110552"/>
                  <a:gd name="connsiteX2" fmla="*/ 133417 w 778877"/>
                  <a:gd name="connsiteY2" fmla="*/ 28630 h 1110552"/>
                  <a:gd name="connsiteX3" fmla="*/ 31704 w 778877"/>
                  <a:gd name="connsiteY3" fmla="*/ 131 h 1110552"/>
                  <a:gd name="connsiteX4" fmla="*/ 1675 w 778877"/>
                  <a:gd name="connsiteY4" fmla="*/ 179911 h 1110552"/>
                  <a:gd name="connsiteX5" fmla="*/ 47920 w 778877"/>
                  <a:gd name="connsiteY5" fmla="*/ 503105 h 1110552"/>
                  <a:gd name="connsiteX6" fmla="*/ 379375 w 778877"/>
                  <a:gd name="connsiteY6" fmla="*/ 1102461 h 1110552"/>
                  <a:gd name="connsiteX7" fmla="*/ 400881 w 778877"/>
                  <a:gd name="connsiteY7" fmla="*/ 1100756 h 1110552"/>
                  <a:gd name="connsiteX8" fmla="*/ 536295 w 778877"/>
                  <a:gd name="connsiteY8" fmla="*/ 903054 h 1110552"/>
                  <a:gd name="connsiteX9" fmla="*/ 749907 w 778877"/>
                  <a:gd name="connsiteY9" fmla="*/ 440687 h 1110552"/>
                  <a:gd name="connsiteX10" fmla="*/ 747722 w 778877"/>
                  <a:gd name="connsiteY10" fmla="*/ 0 h 111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8877" h="1110552">
                    <a:moveTo>
                      <a:pt x="747722" y="0"/>
                    </a:moveTo>
                    <a:cubicBezTo>
                      <a:pt x="717824" y="14381"/>
                      <a:pt x="680670" y="25527"/>
                      <a:pt x="680583" y="25833"/>
                    </a:cubicBezTo>
                    <a:cubicBezTo>
                      <a:pt x="640675" y="31996"/>
                      <a:pt x="204053" y="28761"/>
                      <a:pt x="133417" y="28630"/>
                    </a:cubicBezTo>
                    <a:cubicBezTo>
                      <a:pt x="95914" y="28630"/>
                      <a:pt x="69513" y="17353"/>
                      <a:pt x="31704" y="131"/>
                    </a:cubicBezTo>
                    <a:cubicBezTo>
                      <a:pt x="12427" y="58528"/>
                      <a:pt x="5740" y="119111"/>
                      <a:pt x="1675" y="179911"/>
                    </a:cubicBezTo>
                    <a:cubicBezTo>
                      <a:pt x="-5800" y="290761"/>
                      <a:pt x="12121" y="398244"/>
                      <a:pt x="47920" y="503105"/>
                    </a:cubicBezTo>
                    <a:cubicBezTo>
                      <a:pt x="122883" y="722531"/>
                      <a:pt x="242431" y="917260"/>
                      <a:pt x="379375" y="1102461"/>
                    </a:cubicBezTo>
                    <a:cubicBezTo>
                      <a:pt x="389210" y="1115792"/>
                      <a:pt x="393275" y="1110809"/>
                      <a:pt x="400881" y="1100756"/>
                    </a:cubicBezTo>
                    <a:cubicBezTo>
                      <a:pt x="448962" y="1036852"/>
                      <a:pt x="494202" y="971024"/>
                      <a:pt x="536295" y="903054"/>
                    </a:cubicBezTo>
                    <a:cubicBezTo>
                      <a:pt x="626295" y="757630"/>
                      <a:pt x="704055" y="606611"/>
                      <a:pt x="749907" y="440687"/>
                    </a:cubicBezTo>
                    <a:cubicBezTo>
                      <a:pt x="790470" y="293515"/>
                      <a:pt x="787236" y="146735"/>
                      <a:pt x="747722" y="0"/>
                    </a:cubicBezTo>
                    <a:close/>
                  </a:path>
                </a:pathLst>
              </a:custGeom>
              <a:solidFill>
                <a:srgbClr val="FFCD07"/>
              </a:solidFill>
              <a:ln w="4369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Graphic 2"/>
              <p:cNvSpPr/>
              <p:nvPr/>
            </p:nvSpPr>
            <p:spPr>
              <a:xfrm>
                <a:off x="1703370" y="4129356"/>
                <a:ext cx="171512" cy="357883"/>
              </a:xfrm>
              <a:custGeom>
                <a:avLst/>
                <a:gdLst>
                  <a:gd name="connsiteX0" fmla="*/ 469623 w 599490"/>
                  <a:gd name="connsiteY0" fmla="*/ 4502 h 766285"/>
                  <a:gd name="connsiteX1" fmla="*/ 592055 w 599490"/>
                  <a:gd name="connsiteY1" fmla="*/ 481 h 766285"/>
                  <a:gd name="connsiteX2" fmla="*/ 597781 w 599490"/>
                  <a:gd name="connsiteY2" fmla="*/ 132049 h 766285"/>
                  <a:gd name="connsiteX3" fmla="*/ 566135 w 599490"/>
                  <a:gd name="connsiteY3" fmla="*/ 288969 h 766285"/>
                  <a:gd name="connsiteX4" fmla="*/ 523211 w 599490"/>
                  <a:gd name="connsiteY4" fmla="*/ 402790 h 766285"/>
                  <a:gd name="connsiteX5" fmla="*/ 315806 w 599490"/>
                  <a:gd name="connsiteY5" fmla="*/ 751948 h 766285"/>
                  <a:gd name="connsiteX6" fmla="*/ 282324 w 599490"/>
                  <a:gd name="connsiteY6" fmla="*/ 752036 h 766285"/>
                  <a:gd name="connsiteX7" fmla="*/ 89737 w 599490"/>
                  <a:gd name="connsiteY7" fmla="*/ 436797 h 766285"/>
                  <a:gd name="connsiteX8" fmla="*/ 2797 w 599490"/>
                  <a:gd name="connsiteY8" fmla="*/ 166886 h 766285"/>
                  <a:gd name="connsiteX9" fmla="*/ 1923 w 599490"/>
                  <a:gd name="connsiteY9" fmla="*/ 0 h 766285"/>
                  <a:gd name="connsiteX10" fmla="*/ 469623 w 599490"/>
                  <a:gd name="connsiteY10" fmla="*/ 4502 h 76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9490" h="766285">
                    <a:moveTo>
                      <a:pt x="469623" y="4502"/>
                    </a:moveTo>
                    <a:cubicBezTo>
                      <a:pt x="510404" y="1530"/>
                      <a:pt x="551448" y="7212"/>
                      <a:pt x="592055" y="481"/>
                    </a:cubicBezTo>
                    <a:cubicBezTo>
                      <a:pt x="596776" y="44191"/>
                      <a:pt x="602371" y="87377"/>
                      <a:pt x="597781" y="132049"/>
                    </a:cubicBezTo>
                    <a:cubicBezTo>
                      <a:pt x="592274" y="185681"/>
                      <a:pt x="582177" y="237740"/>
                      <a:pt x="566135" y="288969"/>
                    </a:cubicBezTo>
                    <a:cubicBezTo>
                      <a:pt x="553984" y="327740"/>
                      <a:pt x="539952" y="365768"/>
                      <a:pt x="523211" y="402790"/>
                    </a:cubicBezTo>
                    <a:cubicBezTo>
                      <a:pt x="467087" y="526884"/>
                      <a:pt x="395709" y="641929"/>
                      <a:pt x="315806" y="751948"/>
                    </a:cubicBezTo>
                    <a:cubicBezTo>
                      <a:pt x="301994" y="771006"/>
                      <a:pt x="296311" y="771093"/>
                      <a:pt x="282324" y="752036"/>
                    </a:cubicBezTo>
                    <a:cubicBezTo>
                      <a:pt x="209197" y="652376"/>
                      <a:pt x="143107" y="548433"/>
                      <a:pt x="89737" y="436797"/>
                    </a:cubicBezTo>
                    <a:cubicBezTo>
                      <a:pt x="48605" y="350819"/>
                      <a:pt x="15648" y="261781"/>
                      <a:pt x="2797" y="166886"/>
                    </a:cubicBezTo>
                    <a:cubicBezTo>
                      <a:pt x="-2886" y="124793"/>
                      <a:pt x="1835" y="13113"/>
                      <a:pt x="1923" y="0"/>
                    </a:cubicBezTo>
                    <a:cubicBezTo>
                      <a:pt x="43972" y="6994"/>
                      <a:pt x="426437" y="44"/>
                      <a:pt x="469623" y="4502"/>
                    </a:cubicBezTo>
                    <a:close/>
                  </a:path>
                </a:pathLst>
              </a:custGeom>
              <a:solidFill>
                <a:srgbClr val="F6AF1B"/>
              </a:solidFill>
              <a:ln w="43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Graphic 2"/>
              <p:cNvSpPr/>
              <p:nvPr/>
            </p:nvSpPr>
            <p:spPr>
              <a:xfrm>
                <a:off x="1739835" y="4130254"/>
                <a:ext cx="98582" cy="256070"/>
              </a:xfrm>
              <a:custGeom>
                <a:avLst/>
                <a:gdLst>
                  <a:gd name="connsiteX0" fmla="*/ 334003 w 344576"/>
                  <a:gd name="connsiteY0" fmla="*/ 242943 h 548288"/>
                  <a:gd name="connsiteX1" fmla="*/ 177651 w 344576"/>
                  <a:gd name="connsiteY1" fmla="*/ 539736 h 548288"/>
                  <a:gd name="connsiteX2" fmla="*/ 156495 w 344576"/>
                  <a:gd name="connsiteY2" fmla="*/ 539299 h 548288"/>
                  <a:gd name="connsiteX3" fmla="*/ 11071 w 344576"/>
                  <a:gd name="connsiteY3" fmla="*/ 235556 h 548288"/>
                  <a:gd name="connsiteX4" fmla="*/ 21212 w 344576"/>
                  <a:gd name="connsiteY4" fmla="*/ 701 h 548288"/>
                  <a:gd name="connsiteX5" fmla="*/ 316038 w 344576"/>
                  <a:gd name="connsiteY5" fmla="*/ 963 h 548288"/>
                  <a:gd name="connsiteX6" fmla="*/ 334003 w 344576"/>
                  <a:gd name="connsiteY6" fmla="*/ 242943 h 5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4576" h="548288">
                    <a:moveTo>
                      <a:pt x="334003" y="242943"/>
                    </a:moveTo>
                    <a:cubicBezTo>
                      <a:pt x="308957" y="346056"/>
                      <a:pt x="228573" y="468095"/>
                      <a:pt x="177651" y="539736"/>
                    </a:cubicBezTo>
                    <a:cubicBezTo>
                      <a:pt x="168647" y="552412"/>
                      <a:pt x="164232" y="549920"/>
                      <a:pt x="156495" y="539299"/>
                    </a:cubicBezTo>
                    <a:cubicBezTo>
                      <a:pt x="84941" y="440820"/>
                      <a:pt x="42237" y="354536"/>
                      <a:pt x="11071" y="235556"/>
                    </a:cubicBezTo>
                    <a:cubicBezTo>
                      <a:pt x="-7812" y="163478"/>
                      <a:pt x="-1299" y="72211"/>
                      <a:pt x="21212" y="701"/>
                    </a:cubicBezTo>
                    <a:cubicBezTo>
                      <a:pt x="67632" y="2799"/>
                      <a:pt x="278272" y="-1922"/>
                      <a:pt x="316038" y="963"/>
                    </a:cubicBezTo>
                    <a:cubicBezTo>
                      <a:pt x="326222" y="28981"/>
                      <a:pt x="362196" y="161642"/>
                      <a:pt x="334003" y="242943"/>
                    </a:cubicBezTo>
                    <a:close/>
                  </a:path>
                </a:pathLst>
              </a:custGeom>
              <a:solidFill>
                <a:srgbClr val="F38821"/>
              </a:solidFill>
              <a:ln w="43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 rot="18236977">
              <a:off x="9935727" y="1875519"/>
              <a:ext cx="878729" cy="738966"/>
              <a:chOff x="8768009" y="-131342"/>
              <a:chExt cx="2605668" cy="2191232"/>
            </a:xfrm>
          </p:grpSpPr>
          <p:sp>
            <p:nvSpPr>
              <p:cNvPr id="105" name="Freeform: Shape 104"/>
              <p:cNvSpPr/>
              <p:nvPr/>
            </p:nvSpPr>
            <p:spPr>
              <a:xfrm>
                <a:off x="8774168" y="-131342"/>
                <a:ext cx="2594209" cy="2188201"/>
              </a:xfrm>
              <a:custGeom>
                <a:avLst/>
                <a:gdLst>
                  <a:gd name="connsiteX0" fmla="*/ 2517826 w 2546370"/>
                  <a:gd name="connsiteY0" fmla="*/ 72718 h 2147850"/>
                  <a:gd name="connsiteX1" fmla="*/ 2287009 w 2546370"/>
                  <a:gd name="connsiteY1" fmla="*/ 3994 h 2147850"/>
                  <a:gd name="connsiteX2" fmla="*/ 1806226 w 2546370"/>
                  <a:gd name="connsiteY2" fmla="*/ 54146 h 2147850"/>
                  <a:gd name="connsiteX3" fmla="*/ 1175204 w 2546370"/>
                  <a:gd name="connsiteY3" fmla="*/ 313507 h 2147850"/>
                  <a:gd name="connsiteX4" fmla="*/ 1117608 w 2546370"/>
                  <a:gd name="connsiteY4" fmla="*/ 280120 h 2147850"/>
                  <a:gd name="connsiteX5" fmla="*/ 666888 w 2546370"/>
                  <a:gd name="connsiteY5" fmla="*/ 378112 h 2147850"/>
                  <a:gd name="connsiteX6" fmla="*/ 232644 w 2546370"/>
                  <a:gd name="connsiteY6" fmla="*/ 515489 h 2147850"/>
                  <a:gd name="connsiteX7" fmla="*/ 204894 w 2546370"/>
                  <a:gd name="connsiteY7" fmla="*/ 586093 h 2147850"/>
                  <a:gd name="connsiteX8" fmla="*/ 366119 w 2546370"/>
                  <a:gd name="connsiteY8" fmla="*/ 840250 h 2147850"/>
                  <a:gd name="connsiteX9" fmla="*/ 310113 w 2546370"/>
                  <a:gd name="connsiteY9" fmla="*/ 885489 h 2147850"/>
                  <a:gd name="connsiteX10" fmla="*/ 238787 w 2546370"/>
                  <a:gd name="connsiteY10" fmla="*/ 1043606 h 2147850"/>
                  <a:gd name="connsiteX11" fmla="*/ 227947 w 2546370"/>
                  <a:gd name="connsiteY11" fmla="*/ 1185680 h 2147850"/>
                  <a:gd name="connsiteX12" fmla="*/ 124029 w 2546370"/>
                  <a:gd name="connsiteY12" fmla="*/ 1264377 h 2147850"/>
                  <a:gd name="connsiteX13" fmla="*/ 34565 w 2546370"/>
                  <a:gd name="connsiteY13" fmla="*/ 1363308 h 2147850"/>
                  <a:gd name="connsiteX14" fmla="*/ 323627 w 2546370"/>
                  <a:gd name="connsiteY14" fmla="*/ 2005099 h 2147850"/>
                  <a:gd name="connsiteX15" fmla="*/ 548372 w 2546370"/>
                  <a:gd name="connsiteY15" fmla="*/ 2069054 h 2147850"/>
                  <a:gd name="connsiteX16" fmla="*/ 746886 w 2546370"/>
                  <a:gd name="connsiteY16" fmla="*/ 1994259 h 2147850"/>
                  <a:gd name="connsiteX17" fmla="*/ 804409 w 2546370"/>
                  <a:gd name="connsiteY17" fmla="*/ 1972507 h 2147850"/>
                  <a:gd name="connsiteX18" fmla="*/ 833099 w 2546370"/>
                  <a:gd name="connsiteY18" fmla="*/ 1983202 h 2147850"/>
                  <a:gd name="connsiteX19" fmla="*/ 984929 w 2546370"/>
                  <a:gd name="connsiteY19" fmla="*/ 2034439 h 2147850"/>
                  <a:gd name="connsiteX20" fmla="*/ 1187633 w 2546370"/>
                  <a:gd name="connsiteY20" fmla="*/ 1969183 h 2147850"/>
                  <a:gd name="connsiteX21" fmla="*/ 1369598 w 2546370"/>
                  <a:gd name="connsiteY21" fmla="*/ 2124626 h 2147850"/>
                  <a:gd name="connsiteX22" fmla="*/ 1565582 w 2546370"/>
                  <a:gd name="connsiteY22" fmla="*/ 2082495 h 2147850"/>
                  <a:gd name="connsiteX23" fmla="*/ 1957551 w 2546370"/>
                  <a:gd name="connsiteY23" fmla="*/ 1386795 h 2147850"/>
                  <a:gd name="connsiteX24" fmla="*/ 1959790 w 2546370"/>
                  <a:gd name="connsiteY24" fmla="*/ 1314674 h 2147850"/>
                  <a:gd name="connsiteX25" fmla="*/ 2181140 w 2546370"/>
                  <a:gd name="connsiteY25" fmla="*/ 1066948 h 2147850"/>
                  <a:gd name="connsiteX26" fmla="*/ 2382328 w 2546370"/>
                  <a:gd name="connsiteY26" fmla="*/ 774633 h 2147850"/>
                  <a:gd name="connsiteX27" fmla="*/ 2510960 w 2546370"/>
                  <a:gd name="connsiteY27" fmla="*/ 482681 h 2147850"/>
                  <a:gd name="connsiteX28" fmla="*/ 2546370 w 2546370"/>
                  <a:gd name="connsiteY28" fmla="*/ 139997 h 2147850"/>
                  <a:gd name="connsiteX29" fmla="*/ 2517826 w 2546370"/>
                  <a:gd name="connsiteY29" fmla="*/ 72718 h 2147850"/>
                  <a:gd name="connsiteX30" fmla="*/ 1099253 w 2546370"/>
                  <a:gd name="connsiteY30" fmla="*/ 1095059 h 2147850"/>
                  <a:gd name="connsiteX31" fmla="*/ 1099036 w 2546370"/>
                  <a:gd name="connsiteY31" fmla="*/ 1094119 h 2147850"/>
                  <a:gd name="connsiteX32" fmla="*/ 1100409 w 2546370"/>
                  <a:gd name="connsiteY32" fmla="*/ 1094192 h 2147850"/>
                  <a:gd name="connsiteX33" fmla="*/ 1099253 w 2546370"/>
                  <a:gd name="connsiteY33" fmla="*/ 1095059 h 2147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6370" h="2147850">
                    <a:moveTo>
                      <a:pt x="2517826" y="72718"/>
                    </a:moveTo>
                    <a:cubicBezTo>
                      <a:pt x="2446138" y="31671"/>
                      <a:pt x="2368018" y="10208"/>
                      <a:pt x="2287009" y="3994"/>
                    </a:cubicBezTo>
                    <a:cubicBezTo>
                      <a:pt x="2124122" y="-8436"/>
                      <a:pt x="1963188" y="8113"/>
                      <a:pt x="1806226" y="54146"/>
                    </a:cubicBezTo>
                    <a:cubicBezTo>
                      <a:pt x="1586106" y="118679"/>
                      <a:pt x="1377186" y="204675"/>
                      <a:pt x="1175204" y="313507"/>
                    </a:cubicBezTo>
                    <a:cubicBezTo>
                      <a:pt x="1163135" y="290021"/>
                      <a:pt x="1147237" y="273905"/>
                      <a:pt x="1117608" y="280120"/>
                    </a:cubicBezTo>
                    <a:cubicBezTo>
                      <a:pt x="969030" y="311194"/>
                      <a:pt x="816116" y="342558"/>
                      <a:pt x="666888" y="378112"/>
                    </a:cubicBezTo>
                    <a:cubicBezTo>
                      <a:pt x="523657" y="412222"/>
                      <a:pt x="360048" y="438671"/>
                      <a:pt x="232644" y="515489"/>
                    </a:cubicBezTo>
                    <a:cubicBezTo>
                      <a:pt x="205834" y="531677"/>
                      <a:pt x="195499" y="555958"/>
                      <a:pt x="204894" y="586093"/>
                    </a:cubicBezTo>
                    <a:cubicBezTo>
                      <a:pt x="231488" y="671221"/>
                      <a:pt x="271307" y="805708"/>
                      <a:pt x="366119" y="840250"/>
                    </a:cubicBezTo>
                    <a:cubicBezTo>
                      <a:pt x="360988" y="838372"/>
                      <a:pt x="317701" y="878913"/>
                      <a:pt x="310113" y="885489"/>
                    </a:cubicBezTo>
                    <a:cubicBezTo>
                      <a:pt x="265163" y="924801"/>
                      <a:pt x="237558" y="983481"/>
                      <a:pt x="238787" y="1043606"/>
                    </a:cubicBezTo>
                    <a:cubicBezTo>
                      <a:pt x="235174" y="1090940"/>
                      <a:pt x="231561" y="1138274"/>
                      <a:pt x="227947" y="1185680"/>
                    </a:cubicBezTo>
                    <a:cubicBezTo>
                      <a:pt x="226791" y="1200928"/>
                      <a:pt x="139493" y="1251803"/>
                      <a:pt x="124029" y="1264377"/>
                    </a:cubicBezTo>
                    <a:cubicBezTo>
                      <a:pt x="88764" y="1292994"/>
                      <a:pt x="56244" y="1322623"/>
                      <a:pt x="34565" y="1363308"/>
                    </a:cubicBezTo>
                    <a:cubicBezTo>
                      <a:pt x="-88576" y="1594414"/>
                      <a:pt x="143179" y="1879574"/>
                      <a:pt x="323627" y="2005099"/>
                    </a:cubicBezTo>
                    <a:cubicBezTo>
                      <a:pt x="384908" y="2047735"/>
                      <a:pt x="472711" y="2080327"/>
                      <a:pt x="548372" y="2069054"/>
                    </a:cubicBezTo>
                    <a:cubicBezTo>
                      <a:pt x="619843" y="2058431"/>
                      <a:pt x="687989" y="2036607"/>
                      <a:pt x="746886" y="1994259"/>
                    </a:cubicBezTo>
                    <a:cubicBezTo>
                      <a:pt x="765386" y="1980962"/>
                      <a:pt x="781357" y="1969905"/>
                      <a:pt x="804409" y="1972507"/>
                    </a:cubicBezTo>
                    <a:cubicBezTo>
                      <a:pt x="813948" y="1976048"/>
                      <a:pt x="823559" y="1979445"/>
                      <a:pt x="833099" y="1983202"/>
                    </a:cubicBezTo>
                    <a:cubicBezTo>
                      <a:pt x="882818" y="2002859"/>
                      <a:pt x="931958" y="2025116"/>
                      <a:pt x="984929" y="2034439"/>
                    </a:cubicBezTo>
                    <a:cubicBezTo>
                      <a:pt x="1063409" y="2048314"/>
                      <a:pt x="1127942" y="2015505"/>
                      <a:pt x="1187633" y="1969183"/>
                    </a:cubicBezTo>
                    <a:cubicBezTo>
                      <a:pt x="1183297" y="1972579"/>
                      <a:pt x="1350520" y="2113642"/>
                      <a:pt x="1369598" y="2124626"/>
                    </a:cubicBezTo>
                    <a:cubicBezTo>
                      <a:pt x="1439334" y="2165095"/>
                      <a:pt x="1518537" y="2153677"/>
                      <a:pt x="1565582" y="2082495"/>
                    </a:cubicBezTo>
                    <a:cubicBezTo>
                      <a:pt x="1712281" y="1860568"/>
                      <a:pt x="1817428" y="1612914"/>
                      <a:pt x="1957551" y="1386795"/>
                    </a:cubicBezTo>
                    <a:cubicBezTo>
                      <a:pt x="1973449" y="1361141"/>
                      <a:pt x="1978001" y="1339389"/>
                      <a:pt x="1959790" y="1314674"/>
                    </a:cubicBezTo>
                    <a:cubicBezTo>
                      <a:pt x="1960080" y="1315107"/>
                      <a:pt x="2163290" y="1088627"/>
                      <a:pt x="2181140" y="1066948"/>
                    </a:cubicBezTo>
                    <a:cubicBezTo>
                      <a:pt x="2255574" y="976182"/>
                      <a:pt x="2325816" y="877684"/>
                      <a:pt x="2382328" y="774633"/>
                    </a:cubicBezTo>
                    <a:cubicBezTo>
                      <a:pt x="2432624" y="682928"/>
                      <a:pt x="2480681" y="584792"/>
                      <a:pt x="2510960" y="482681"/>
                    </a:cubicBezTo>
                    <a:cubicBezTo>
                      <a:pt x="2543841" y="371681"/>
                      <a:pt x="2545648" y="254827"/>
                      <a:pt x="2546370" y="139997"/>
                    </a:cubicBezTo>
                    <a:cubicBezTo>
                      <a:pt x="2543190" y="114993"/>
                      <a:pt x="2545286" y="88472"/>
                      <a:pt x="2517826" y="72718"/>
                    </a:cubicBezTo>
                    <a:close/>
                    <a:moveTo>
                      <a:pt x="1099253" y="1095059"/>
                    </a:moveTo>
                    <a:cubicBezTo>
                      <a:pt x="1099180" y="1094770"/>
                      <a:pt x="1099108" y="1094408"/>
                      <a:pt x="1099036" y="1094119"/>
                    </a:cubicBezTo>
                    <a:cubicBezTo>
                      <a:pt x="1099470" y="1094119"/>
                      <a:pt x="1099903" y="1094192"/>
                      <a:pt x="1100409" y="1094192"/>
                    </a:cubicBezTo>
                    <a:cubicBezTo>
                      <a:pt x="1100047" y="1094481"/>
                      <a:pt x="1099686" y="1094770"/>
                      <a:pt x="1099253" y="1095059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/>
              <p:cNvSpPr/>
              <p:nvPr/>
            </p:nvSpPr>
            <p:spPr>
              <a:xfrm>
                <a:off x="8930713" y="-56305"/>
                <a:ext cx="2437663" cy="2116158"/>
              </a:xfrm>
              <a:custGeom>
                <a:avLst/>
                <a:gdLst>
                  <a:gd name="connsiteX0" fmla="*/ 2365613 w 2392711"/>
                  <a:gd name="connsiteY0" fmla="*/ 0 h 2077135"/>
                  <a:gd name="connsiteX1" fmla="*/ 0 w 2392711"/>
                  <a:gd name="connsiteY1" fmla="*/ 1766459 h 2077135"/>
                  <a:gd name="connsiteX2" fmla="*/ 97775 w 2392711"/>
                  <a:gd name="connsiteY2" fmla="*/ 1873557 h 2077135"/>
                  <a:gd name="connsiteX3" fmla="*/ 110855 w 2392711"/>
                  <a:gd name="connsiteY3" fmla="*/ 1880494 h 2077135"/>
                  <a:gd name="connsiteX4" fmla="*/ 236380 w 2392711"/>
                  <a:gd name="connsiteY4" fmla="*/ 1967646 h 2077135"/>
                  <a:gd name="connsiteX5" fmla="*/ 368048 w 2392711"/>
                  <a:gd name="connsiteY5" fmla="*/ 1999443 h 2077135"/>
                  <a:gd name="connsiteX6" fmla="*/ 436556 w 2392711"/>
                  <a:gd name="connsiteY6" fmla="*/ 1986435 h 2077135"/>
                  <a:gd name="connsiteX7" fmla="*/ 593300 w 2392711"/>
                  <a:gd name="connsiteY7" fmla="*/ 1920529 h 2077135"/>
                  <a:gd name="connsiteX8" fmla="*/ 650823 w 2392711"/>
                  <a:gd name="connsiteY8" fmla="*/ 1898777 h 2077135"/>
                  <a:gd name="connsiteX9" fmla="*/ 650823 w 2392711"/>
                  <a:gd name="connsiteY9" fmla="*/ 1898777 h 2077135"/>
                  <a:gd name="connsiteX10" fmla="*/ 650823 w 2392711"/>
                  <a:gd name="connsiteY10" fmla="*/ 1898777 h 2077135"/>
                  <a:gd name="connsiteX11" fmla="*/ 679513 w 2392711"/>
                  <a:gd name="connsiteY11" fmla="*/ 1909473 h 2077135"/>
                  <a:gd name="connsiteX12" fmla="*/ 831342 w 2392711"/>
                  <a:gd name="connsiteY12" fmla="*/ 1960709 h 2077135"/>
                  <a:gd name="connsiteX13" fmla="*/ 1034047 w 2392711"/>
                  <a:gd name="connsiteY13" fmla="*/ 1895453 h 2077135"/>
                  <a:gd name="connsiteX14" fmla="*/ 1034047 w 2392711"/>
                  <a:gd name="connsiteY14" fmla="*/ 1895453 h 2077135"/>
                  <a:gd name="connsiteX15" fmla="*/ 1132762 w 2392711"/>
                  <a:gd name="connsiteY15" fmla="*/ 1990699 h 2077135"/>
                  <a:gd name="connsiteX16" fmla="*/ 1257565 w 2392711"/>
                  <a:gd name="connsiteY16" fmla="*/ 2072070 h 2077135"/>
                  <a:gd name="connsiteX17" fmla="*/ 1419439 w 2392711"/>
                  <a:gd name="connsiteY17" fmla="*/ 1998937 h 2077135"/>
                  <a:gd name="connsiteX18" fmla="*/ 1499655 w 2392711"/>
                  <a:gd name="connsiteY18" fmla="*/ 1852383 h 2077135"/>
                  <a:gd name="connsiteX19" fmla="*/ 1706551 w 2392711"/>
                  <a:gd name="connsiteY19" fmla="*/ 1484045 h 2077135"/>
                  <a:gd name="connsiteX20" fmla="*/ 1803965 w 2392711"/>
                  <a:gd name="connsiteY20" fmla="*/ 1313282 h 2077135"/>
                  <a:gd name="connsiteX21" fmla="*/ 1806205 w 2392711"/>
                  <a:gd name="connsiteY21" fmla="*/ 1241161 h 2077135"/>
                  <a:gd name="connsiteX22" fmla="*/ 1806205 w 2392711"/>
                  <a:gd name="connsiteY22" fmla="*/ 1241161 h 2077135"/>
                  <a:gd name="connsiteX23" fmla="*/ 1806205 w 2392711"/>
                  <a:gd name="connsiteY23" fmla="*/ 1241161 h 2077135"/>
                  <a:gd name="connsiteX24" fmla="*/ 2085728 w 2392711"/>
                  <a:gd name="connsiteY24" fmla="*/ 920808 h 2077135"/>
                  <a:gd name="connsiteX25" fmla="*/ 2164136 w 2392711"/>
                  <a:gd name="connsiteY25" fmla="*/ 803376 h 2077135"/>
                  <a:gd name="connsiteX26" fmla="*/ 2164136 w 2392711"/>
                  <a:gd name="connsiteY26" fmla="*/ 803376 h 2077135"/>
                  <a:gd name="connsiteX27" fmla="*/ 2228670 w 2392711"/>
                  <a:gd name="connsiteY27" fmla="*/ 701193 h 2077135"/>
                  <a:gd name="connsiteX28" fmla="*/ 2361927 w 2392711"/>
                  <a:gd name="connsiteY28" fmla="*/ 393486 h 2077135"/>
                  <a:gd name="connsiteX29" fmla="*/ 2391628 w 2392711"/>
                  <a:gd name="connsiteY29" fmla="*/ 237609 h 2077135"/>
                  <a:gd name="connsiteX30" fmla="*/ 2392712 w 2392711"/>
                  <a:gd name="connsiteY30" fmla="*/ 66557 h 2077135"/>
                  <a:gd name="connsiteX31" fmla="*/ 2365613 w 2392711"/>
                  <a:gd name="connsiteY31" fmla="*/ 0 h 207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92711" h="2077135">
                    <a:moveTo>
                      <a:pt x="2365613" y="0"/>
                    </a:moveTo>
                    <a:lnTo>
                      <a:pt x="0" y="1766459"/>
                    </a:lnTo>
                    <a:cubicBezTo>
                      <a:pt x="30134" y="1804109"/>
                      <a:pt x="63088" y="1839519"/>
                      <a:pt x="97775" y="1873557"/>
                    </a:cubicBezTo>
                    <a:cubicBezTo>
                      <a:pt x="102184" y="1875797"/>
                      <a:pt x="107459" y="1877170"/>
                      <a:pt x="110855" y="1880494"/>
                    </a:cubicBezTo>
                    <a:cubicBezTo>
                      <a:pt x="148000" y="1916338"/>
                      <a:pt x="185650" y="1951892"/>
                      <a:pt x="236380" y="1967646"/>
                    </a:cubicBezTo>
                    <a:cubicBezTo>
                      <a:pt x="279450" y="1981088"/>
                      <a:pt x="320498" y="2000383"/>
                      <a:pt x="368048" y="1999443"/>
                    </a:cubicBezTo>
                    <a:cubicBezTo>
                      <a:pt x="392474" y="1998937"/>
                      <a:pt x="413142" y="1988097"/>
                      <a:pt x="436556" y="1986435"/>
                    </a:cubicBezTo>
                    <a:cubicBezTo>
                      <a:pt x="496031" y="1982172"/>
                      <a:pt x="546617" y="1954133"/>
                      <a:pt x="593300" y="1920529"/>
                    </a:cubicBezTo>
                    <a:cubicBezTo>
                      <a:pt x="611799" y="1907232"/>
                      <a:pt x="627771" y="1896176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60363" y="1902318"/>
                      <a:pt x="669974" y="1905715"/>
                      <a:pt x="679513" y="1909473"/>
                    </a:cubicBezTo>
                    <a:cubicBezTo>
                      <a:pt x="729231" y="1929129"/>
                      <a:pt x="778372" y="1951387"/>
                      <a:pt x="831342" y="1960709"/>
                    </a:cubicBezTo>
                    <a:cubicBezTo>
                      <a:pt x="909823" y="1974584"/>
                      <a:pt x="974356" y="1941775"/>
                      <a:pt x="1034047" y="1895453"/>
                    </a:cubicBezTo>
                    <a:lnTo>
                      <a:pt x="1034047" y="1895453"/>
                    </a:lnTo>
                    <a:cubicBezTo>
                      <a:pt x="1066856" y="1927322"/>
                      <a:pt x="1098653" y="1960275"/>
                      <a:pt x="1132762" y="1990699"/>
                    </a:cubicBezTo>
                    <a:cubicBezTo>
                      <a:pt x="1170051" y="2023941"/>
                      <a:pt x="1210448" y="2054076"/>
                      <a:pt x="1257565" y="2072070"/>
                    </a:cubicBezTo>
                    <a:cubicBezTo>
                      <a:pt x="1308512" y="2091509"/>
                      <a:pt x="1393207" y="2052414"/>
                      <a:pt x="1419439" y="1998937"/>
                    </a:cubicBezTo>
                    <a:cubicBezTo>
                      <a:pt x="1443937" y="1948857"/>
                      <a:pt x="1471254" y="1899933"/>
                      <a:pt x="1499655" y="1852383"/>
                    </a:cubicBezTo>
                    <a:cubicBezTo>
                      <a:pt x="1571848" y="1731338"/>
                      <a:pt x="1637032" y="1606535"/>
                      <a:pt x="1706551" y="1484045"/>
                    </a:cubicBezTo>
                    <a:cubicBezTo>
                      <a:pt x="1738926" y="1427028"/>
                      <a:pt x="1769422" y="1368926"/>
                      <a:pt x="1803965" y="1313282"/>
                    </a:cubicBezTo>
                    <a:cubicBezTo>
                      <a:pt x="1819863" y="1287627"/>
                      <a:pt x="1824416" y="1265876"/>
                      <a:pt x="1806205" y="1241161"/>
                    </a:cubicBezTo>
                    <a:lnTo>
                      <a:pt x="1806205" y="1241161"/>
                    </a:lnTo>
                    <a:cubicBezTo>
                      <a:pt x="1806205" y="1241161"/>
                      <a:pt x="1806205" y="1241161"/>
                      <a:pt x="1806205" y="1241161"/>
                    </a:cubicBezTo>
                    <a:cubicBezTo>
                      <a:pt x="1907955" y="1141868"/>
                      <a:pt x="1997564" y="1031952"/>
                      <a:pt x="2085728" y="920808"/>
                    </a:cubicBezTo>
                    <a:cubicBezTo>
                      <a:pt x="2109432" y="880050"/>
                      <a:pt x="2143251" y="846013"/>
                      <a:pt x="2164136" y="803376"/>
                    </a:cubicBezTo>
                    <a:cubicBezTo>
                      <a:pt x="2164136" y="803376"/>
                      <a:pt x="2164136" y="803376"/>
                      <a:pt x="2164136" y="803376"/>
                    </a:cubicBezTo>
                    <a:cubicBezTo>
                      <a:pt x="2185743" y="769339"/>
                      <a:pt x="2209302" y="736458"/>
                      <a:pt x="2228670" y="701193"/>
                    </a:cubicBezTo>
                    <a:cubicBezTo>
                      <a:pt x="2282579" y="602839"/>
                      <a:pt x="2333165" y="502679"/>
                      <a:pt x="2361927" y="393486"/>
                    </a:cubicBezTo>
                    <a:cubicBezTo>
                      <a:pt x="2375368" y="342322"/>
                      <a:pt x="2391195" y="291302"/>
                      <a:pt x="2391628" y="237609"/>
                    </a:cubicBezTo>
                    <a:cubicBezTo>
                      <a:pt x="2392062" y="180592"/>
                      <a:pt x="2392350" y="123574"/>
                      <a:pt x="2392712" y="66557"/>
                    </a:cubicBezTo>
                    <a:cubicBezTo>
                      <a:pt x="2389532" y="41769"/>
                      <a:pt x="2391483" y="15826"/>
                      <a:pt x="2365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/>
              <p:cNvSpPr/>
              <p:nvPr/>
            </p:nvSpPr>
            <p:spPr>
              <a:xfrm>
                <a:off x="8768009" y="1076673"/>
                <a:ext cx="825607" cy="911522"/>
              </a:xfrm>
              <a:custGeom>
                <a:avLst/>
                <a:gdLst>
                  <a:gd name="connsiteX0" fmla="*/ 250036 w 810382"/>
                  <a:gd name="connsiteY0" fmla="*/ 768915 h 894713"/>
                  <a:gd name="connsiteX1" fmla="*/ 175169 w 810382"/>
                  <a:gd name="connsiteY1" fmla="*/ 689351 h 894713"/>
                  <a:gd name="connsiteX2" fmla="*/ 33456 w 810382"/>
                  <a:gd name="connsiteY2" fmla="*/ 184865 h 894713"/>
                  <a:gd name="connsiteX3" fmla="*/ 121548 w 810382"/>
                  <a:gd name="connsiteY3" fmla="*/ 84994 h 894713"/>
                  <a:gd name="connsiteX4" fmla="*/ 233993 w 810382"/>
                  <a:gd name="connsiteY4" fmla="*/ 10 h 894713"/>
                  <a:gd name="connsiteX5" fmla="*/ 240496 w 810382"/>
                  <a:gd name="connsiteY5" fmla="*/ 59990 h 894713"/>
                  <a:gd name="connsiteX6" fmla="*/ 775478 w 810382"/>
                  <a:gd name="connsiteY6" fmla="*/ 767831 h 894713"/>
                  <a:gd name="connsiteX7" fmla="*/ 810382 w 810382"/>
                  <a:gd name="connsiteY7" fmla="*/ 786765 h 894713"/>
                  <a:gd name="connsiteX8" fmla="*/ 691000 w 810382"/>
                  <a:gd name="connsiteY8" fmla="*/ 849491 h 894713"/>
                  <a:gd name="connsiteX9" fmla="*/ 520381 w 810382"/>
                  <a:gd name="connsiteY9" fmla="*/ 894657 h 894713"/>
                  <a:gd name="connsiteX10" fmla="*/ 250036 w 810382"/>
                  <a:gd name="connsiteY10" fmla="*/ 768915 h 8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0382" h="894713">
                    <a:moveTo>
                      <a:pt x="250036" y="768915"/>
                    </a:moveTo>
                    <a:cubicBezTo>
                      <a:pt x="223442" y="743550"/>
                      <a:pt x="198583" y="716306"/>
                      <a:pt x="175169" y="689351"/>
                    </a:cubicBezTo>
                    <a:cubicBezTo>
                      <a:pt x="60122" y="556671"/>
                      <a:pt x="-59983" y="360181"/>
                      <a:pt x="33456" y="184865"/>
                    </a:cubicBezTo>
                    <a:cubicBezTo>
                      <a:pt x="54557" y="145191"/>
                      <a:pt x="87077" y="113105"/>
                      <a:pt x="121548" y="84994"/>
                    </a:cubicBezTo>
                    <a:cubicBezTo>
                      <a:pt x="128846" y="79068"/>
                      <a:pt x="233849" y="-1002"/>
                      <a:pt x="233993" y="10"/>
                    </a:cubicBezTo>
                    <a:cubicBezTo>
                      <a:pt x="238690" y="25664"/>
                      <a:pt x="238184" y="42718"/>
                      <a:pt x="240496" y="59990"/>
                    </a:cubicBezTo>
                    <a:cubicBezTo>
                      <a:pt x="273955" y="307499"/>
                      <a:pt x="501447" y="627563"/>
                      <a:pt x="775478" y="767831"/>
                    </a:cubicBezTo>
                    <a:cubicBezTo>
                      <a:pt x="787258" y="773829"/>
                      <a:pt x="798748" y="780477"/>
                      <a:pt x="810382" y="786765"/>
                    </a:cubicBezTo>
                    <a:cubicBezTo>
                      <a:pt x="784150" y="772456"/>
                      <a:pt x="712535" y="838796"/>
                      <a:pt x="691000" y="849491"/>
                    </a:cubicBezTo>
                    <a:cubicBezTo>
                      <a:pt x="640848" y="874495"/>
                      <a:pt x="576676" y="893501"/>
                      <a:pt x="520381" y="894657"/>
                    </a:cubicBezTo>
                    <a:cubicBezTo>
                      <a:pt x="412561" y="896753"/>
                      <a:pt x="324469" y="839952"/>
                      <a:pt x="250036" y="7689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/>
              <p:cNvSpPr/>
              <p:nvPr/>
            </p:nvSpPr>
            <p:spPr>
              <a:xfrm>
                <a:off x="8979447" y="-131272"/>
                <a:ext cx="2394230" cy="2191162"/>
              </a:xfrm>
              <a:custGeom>
                <a:avLst/>
                <a:gdLst>
                  <a:gd name="connsiteX0" fmla="*/ 1754931 w 2394230"/>
                  <a:gd name="connsiteY0" fmla="*/ 1327151 h 2191162"/>
                  <a:gd name="connsiteX1" fmla="*/ 1791255 w 2394230"/>
                  <a:gd name="connsiteY1" fmla="*/ 1339372 h 2191162"/>
                  <a:gd name="connsiteX2" fmla="*/ 1788973 w 2394230"/>
                  <a:gd name="connsiteY2" fmla="*/ 1412848 h 2191162"/>
                  <a:gd name="connsiteX3" fmla="*/ 1689729 w 2394230"/>
                  <a:gd name="connsiteY3" fmla="*/ 1586820 h 2191162"/>
                  <a:gd name="connsiteX4" fmla="*/ 1478946 w 2394230"/>
                  <a:gd name="connsiteY4" fmla="*/ 1962077 h 2191162"/>
                  <a:gd name="connsiteX5" fmla="*/ 1397224 w 2394230"/>
                  <a:gd name="connsiteY5" fmla="*/ 2111385 h 2191162"/>
                  <a:gd name="connsiteX6" fmla="*/ 1236947 w 2394230"/>
                  <a:gd name="connsiteY6" fmla="*/ 2187511 h 2191162"/>
                  <a:gd name="connsiteX7" fmla="*/ 1106928 w 2394230"/>
                  <a:gd name="connsiteY7" fmla="*/ 2107999 h 2191162"/>
                  <a:gd name="connsiteX8" fmla="*/ 1004665 w 2394230"/>
                  <a:gd name="connsiteY8" fmla="*/ 2006104 h 2191162"/>
                  <a:gd name="connsiteX9" fmla="*/ 1118045 w 2394230"/>
                  <a:gd name="connsiteY9" fmla="*/ 1841703 h 2191162"/>
                  <a:gd name="connsiteX10" fmla="*/ 1287966 w 2394230"/>
                  <a:gd name="connsiteY10" fmla="*/ 1683340 h 2191162"/>
                  <a:gd name="connsiteX11" fmla="*/ 1719546 w 2394230"/>
                  <a:gd name="connsiteY11" fmla="*/ 1343200 h 2191162"/>
                  <a:gd name="connsiteX12" fmla="*/ 1754931 w 2394230"/>
                  <a:gd name="connsiteY12" fmla="*/ 1327151 h 2191162"/>
                  <a:gd name="connsiteX13" fmla="*/ 914404 w 2394230"/>
                  <a:gd name="connsiteY13" fmla="*/ 1114601 h 2191162"/>
                  <a:gd name="connsiteX14" fmla="*/ 914625 w 2394230"/>
                  <a:gd name="connsiteY14" fmla="*/ 1115557 h 2191162"/>
                  <a:gd name="connsiteX15" fmla="*/ 915803 w 2394230"/>
                  <a:gd name="connsiteY15" fmla="*/ 1114674 h 2191162"/>
                  <a:gd name="connsiteX16" fmla="*/ 914404 w 2394230"/>
                  <a:gd name="connsiteY16" fmla="*/ 1114601 h 2191162"/>
                  <a:gd name="connsiteX17" fmla="*/ 1319699 w 2394230"/>
                  <a:gd name="connsiteY17" fmla="*/ 810712 h 2191162"/>
                  <a:gd name="connsiteX18" fmla="*/ 1353124 w 2394230"/>
                  <a:gd name="connsiteY18" fmla="*/ 822317 h 2191162"/>
                  <a:gd name="connsiteX19" fmla="*/ 1370574 w 2394230"/>
                  <a:gd name="connsiteY19" fmla="*/ 843225 h 2191162"/>
                  <a:gd name="connsiteX20" fmla="*/ 1351946 w 2394230"/>
                  <a:gd name="connsiteY20" fmla="*/ 909707 h 2191162"/>
                  <a:gd name="connsiteX21" fmla="*/ 954086 w 2394230"/>
                  <a:gd name="connsiteY21" fmla="*/ 1310144 h 2191162"/>
                  <a:gd name="connsiteX22" fmla="*/ 746028 w 2394230"/>
                  <a:gd name="connsiteY22" fmla="*/ 1505834 h 2191162"/>
                  <a:gd name="connsiteX23" fmla="*/ 569774 w 2394230"/>
                  <a:gd name="connsiteY23" fmla="*/ 1573788 h 2191162"/>
                  <a:gd name="connsiteX24" fmla="*/ 471193 w 2394230"/>
                  <a:gd name="connsiteY24" fmla="*/ 1476753 h 2191162"/>
                  <a:gd name="connsiteX25" fmla="*/ 409937 w 2394230"/>
                  <a:gd name="connsiteY25" fmla="*/ 1381853 h 2191162"/>
                  <a:gd name="connsiteX26" fmla="*/ 368709 w 2394230"/>
                  <a:gd name="connsiteY26" fmla="*/ 1300204 h 2191162"/>
                  <a:gd name="connsiteX27" fmla="*/ 391312 w 2394230"/>
                  <a:gd name="connsiteY27" fmla="*/ 1231294 h 2191162"/>
                  <a:gd name="connsiteX28" fmla="*/ 830032 w 2394230"/>
                  <a:gd name="connsiteY28" fmla="*/ 1015430 h 2191162"/>
                  <a:gd name="connsiteX29" fmla="*/ 1284728 w 2394230"/>
                  <a:gd name="connsiteY29" fmla="*/ 817384 h 2191162"/>
                  <a:gd name="connsiteX30" fmla="*/ 1319699 w 2394230"/>
                  <a:gd name="connsiteY30" fmla="*/ 810712 h 2191162"/>
                  <a:gd name="connsiteX31" fmla="*/ 953467 w 2394230"/>
                  <a:gd name="connsiteY31" fmla="*/ 284618 h 2191162"/>
                  <a:gd name="connsiteX32" fmla="*/ 992002 w 2394230"/>
                  <a:gd name="connsiteY32" fmla="*/ 319322 h 2191162"/>
                  <a:gd name="connsiteX33" fmla="*/ 961080 w 2394230"/>
                  <a:gd name="connsiteY33" fmla="*/ 379104 h 2191162"/>
                  <a:gd name="connsiteX34" fmla="*/ 305171 w 2394230"/>
                  <a:gd name="connsiteY34" fmla="*/ 830267 h 2191162"/>
                  <a:gd name="connsiteX35" fmla="*/ 167717 w 2394230"/>
                  <a:gd name="connsiteY35" fmla="*/ 855962 h 2191162"/>
                  <a:gd name="connsiteX36" fmla="*/ 3464 w 2394230"/>
                  <a:gd name="connsiteY36" fmla="*/ 597029 h 2191162"/>
                  <a:gd name="connsiteX37" fmla="*/ 31734 w 2394230"/>
                  <a:gd name="connsiteY37" fmla="*/ 525100 h 2191162"/>
                  <a:gd name="connsiteX38" fmla="*/ 442184 w 2394230"/>
                  <a:gd name="connsiteY38" fmla="*/ 389779 h 2191162"/>
                  <a:gd name="connsiteX39" fmla="*/ 933325 w 2394230"/>
                  <a:gd name="connsiteY39" fmla="*/ 285309 h 2191162"/>
                  <a:gd name="connsiteX40" fmla="*/ 953467 w 2394230"/>
                  <a:gd name="connsiteY40" fmla="*/ 284618 h 2191162"/>
                  <a:gd name="connsiteX41" fmla="*/ 2000566 w 2394230"/>
                  <a:gd name="connsiteY41" fmla="*/ 115 h 2191162"/>
                  <a:gd name="connsiteX42" fmla="*/ 2124621 w 2394230"/>
                  <a:gd name="connsiteY42" fmla="*/ 4069 h 2191162"/>
                  <a:gd name="connsiteX43" fmla="*/ 2359775 w 2394230"/>
                  <a:gd name="connsiteY43" fmla="*/ 74084 h 2191162"/>
                  <a:gd name="connsiteX44" fmla="*/ 2388782 w 2394230"/>
                  <a:gd name="connsiteY44" fmla="*/ 142701 h 2191162"/>
                  <a:gd name="connsiteX45" fmla="*/ 2221731 w 2394230"/>
                  <a:gd name="connsiteY45" fmla="*/ 789260 h 2191162"/>
                  <a:gd name="connsiteX46" fmla="*/ 2155986 w 2394230"/>
                  <a:gd name="connsiteY46" fmla="*/ 893436 h 2191162"/>
                  <a:gd name="connsiteX47" fmla="*/ 1912293 w 2394230"/>
                  <a:gd name="connsiteY47" fmla="*/ 736104 h 2191162"/>
                  <a:gd name="connsiteX48" fmla="*/ 1741414 w 2394230"/>
                  <a:gd name="connsiteY48" fmla="*/ 573544 h 2191162"/>
                  <a:gd name="connsiteX49" fmla="*/ 1601823 w 2394230"/>
                  <a:gd name="connsiteY49" fmla="*/ 360699 h 2191162"/>
                  <a:gd name="connsiteX50" fmla="*/ 1523120 w 2394230"/>
                  <a:gd name="connsiteY50" fmla="*/ 92711 h 2191162"/>
                  <a:gd name="connsiteX51" fmla="*/ 1634807 w 2394230"/>
                  <a:gd name="connsiteY51" fmla="*/ 55163 h 2191162"/>
                  <a:gd name="connsiteX52" fmla="*/ 2000566 w 2394230"/>
                  <a:gd name="connsiteY52" fmla="*/ 115 h 219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394230" h="2191162">
                    <a:moveTo>
                      <a:pt x="1754931" y="1327151"/>
                    </a:moveTo>
                    <a:cubicBezTo>
                      <a:pt x="1766775" y="1326083"/>
                      <a:pt x="1778776" y="1329727"/>
                      <a:pt x="1791255" y="1339372"/>
                    </a:cubicBezTo>
                    <a:cubicBezTo>
                      <a:pt x="1809808" y="1364478"/>
                      <a:pt x="1805170" y="1386712"/>
                      <a:pt x="1788973" y="1412848"/>
                    </a:cubicBezTo>
                    <a:cubicBezTo>
                      <a:pt x="1753855" y="1469538"/>
                      <a:pt x="1722712" y="1528805"/>
                      <a:pt x="1689729" y="1586820"/>
                    </a:cubicBezTo>
                    <a:cubicBezTo>
                      <a:pt x="1618904" y="1711611"/>
                      <a:pt x="1552496" y="1838759"/>
                      <a:pt x="1478946" y="1962077"/>
                    </a:cubicBezTo>
                    <a:cubicBezTo>
                      <a:pt x="1450012" y="2010521"/>
                      <a:pt x="1422182" y="2060364"/>
                      <a:pt x="1397224" y="2111385"/>
                    </a:cubicBezTo>
                    <a:cubicBezTo>
                      <a:pt x="1371162" y="2164615"/>
                      <a:pt x="1294962" y="2203561"/>
                      <a:pt x="1236947" y="2187511"/>
                    </a:cubicBezTo>
                    <a:cubicBezTo>
                      <a:pt x="1187618" y="2173891"/>
                      <a:pt x="1144549" y="2141644"/>
                      <a:pt x="1106928" y="2107999"/>
                    </a:cubicBezTo>
                    <a:cubicBezTo>
                      <a:pt x="1093822" y="2096292"/>
                      <a:pt x="1003267" y="2021049"/>
                      <a:pt x="1004665" y="2006104"/>
                    </a:cubicBezTo>
                    <a:cubicBezTo>
                      <a:pt x="1011438" y="1934247"/>
                      <a:pt x="1070116" y="1889043"/>
                      <a:pt x="1118045" y="1841703"/>
                    </a:cubicBezTo>
                    <a:cubicBezTo>
                      <a:pt x="1173189" y="1787296"/>
                      <a:pt x="1229804" y="1734508"/>
                      <a:pt x="1287966" y="1683340"/>
                    </a:cubicBezTo>
                    <a:cubicBezTo>
                      <a:pt x="1425863" y="1561935"/>
                      <a:pt x="1575097" y="1455918"/>
                      <a:pt x="1719546" y="1343200"/>
                    </a:cubicBezTo>
                    <a:cubicBezTo>
                      <a:pt x="1731399" y="1333998"/>
                      <a:pt x="1743087" y="1328218"/>
                      <a:pt x="1754931" y="1327151"/>
                    </a:cubicBezTo>
                    <a:close/>
                    <a:moveTo>
                      <a:pt x="914404" y="1114601"/>
                    </a:moveTo>
                    <a:cubicBezTo>
                      <a:pt x="914477" y="1114895"/>
                      <a:pt x="914552" y="1115263"/>
                      <a:pt x="914625" y="1115557"/>
                    </a:cubicBezTo>
                    <a:cubicBezTo>
                      <a:pt x="915066" y="1115263"/>
                      <a:pt x="915435" y="1114968"/>
                      <a:pt x="915803" y="1114674"/>
                    </a:cubicBezTo>
                    <a:cubicBezTo>
                      <a:pt x="915287" y="1114674"/>
                      <a:pt x="914846" y="1114601"/>
                      <a:pt x="914404" y="1114601"/>
                    </a:cubicBezTo>
                    <a:close/>
                    <a:moveTo>
                      <a:pt x="1319699" y="810712"/>
                    </a:moveTo>
                    <a:cubicBezTo>
                      <a:pt x="1331056" y="811457"/>
                      <a:pt x="1342154" y="815249"/>
                      <a:pt x="1353124" y="822317"/>
                    </a:cubicBezTo>
                    <a:cubicBezTo>
                      <a:pt x="1362548" y="826292"/>
                      <a:pt x="1369984" y="831887"/>
                      <a:pt x="1370574" y="843225"/>
                    </a:cubicBezTo>
                    <a:cubicBezTo>
                      <a:pt x="1370941" y="870760"/>
                      <a:pt x="1372634" y="887914"/>
                      <a:pt x="1351946" y="909707"/>
                    </a:cubicBezTo>
                    <a:cubicBezTo>
                      <a:pt x="1222370" y="1046131"/>
                      <a:pt x="1089701" y="1179684"/>
                      <a:pt x="954086" y="1310144"/>
                    </a:cubicBezTo>
                    <a:cubicBezTo>
                      <a:pt x="885470" y="1376183"/>
                      <a:pt x="816117" y="1441414"/>
                      <a:pt x="746028" y="1505834"/>
                    </a:cubicBezTo>
                    <a:cubicBezTo>
                      <a:pt x="692651" y="1554868"/>
                      <a:pt x="641483" y="1629227"/>
                      <a:pt x="569774" y="1573788"/>
                    </a:cubicBezTo>
                    <a:cubicBezTo>
                      <a:pt x="533036" y="1545370"/>
                      <a:pt x="504396" y="1508705"/>
                      <a:pt x="471193" y="1476753"/>
                    </a:cubicBezTo>
                    <a:cubicBezTo>
                      <a:pt x="450726" y="1445095"/>
                      <a:pt x="429964" y="1413732"/>
                      <a:pt x="409937" y="1381853"/>
                    </a:cubicBezTo>
                    <a:cubicBezTo>
                      <a:pt x="393667" y="1356011"/>
                      <a:pt x="380121" y="1328697"/>
                      <a:pt x="368709" y="1300204"/>
                    </a:cubicBezTo>
                    <a:cubicBezTo>
                      <a:pt x="356634" y="1270166"/>
                      <a:pt x="362746" y="1249404"/>
                      <a:pt x="391312" y="1231294"/>
                    </a:cubicBezTo>
                    <a:cubicBezTo>
                      <a:pt x="528103" y="1144712"/>
                      <a:pt x="682638" y="1081912"/>
                      <a:pt x="830032" y="1015430"/>
                    </a:cubicBezTo>
                    <a:cubicBezTo>
                      <a:pt x="980738" y="947476"/>
                      <a:pt x="1132623" y="882171"/>
                      <a:pt x="1284728" y="817384"/>
                    </a:cubicBezTo>
                    <a:cubicBezTo>
                      <a:pt x="1296729" y="812267"/>
                      <a:pt x="1308343" y="809966"/>
                      <a:pt x="1319699" y="810712"/>
                    </a:cubicBezTo>
                    <a:close/>
                    <a:moveTo>
                      <a:pt x="953467" y="284618"/>
                    </a:moveTo>
                    <a:cubicBezTo>
                      <a:pt x="971323" y="287697"/>
                      <a:pt x="982781" y="301377"/>
                      <a:pt x="992002" y="319322"/>
                    </a:cubicBezTo>
                    <a:cubicBezTo>
                      <a:pt x="997081" y="347226"/>
                      <a:pt x="983167" y="364012"/>
                      <a:pt x="961080" y="379104"/>
                    </a:cubicBezTo>
                    <a:cubicBezTo>
                      <a:pt x="742124" y="529002"/>
                      <a:pt x="523316" y="679119"/>
                      <a:pt x="305171" y="830267"/>
                    </a:cubicBezTo>
                    <a:cubicBezTo>
                      <a:pt x="262249" y="860010"/>
                      <a:pt x="217633" y="869140"/>
                      <a:pt x="167717" y="855962"/>
                    </a:cubicBezTo>
                    <a:cubicBezTo>
                      <a:pt x="65233" y="818634"/>
                      <a:pt x="32397" y="689573"/>
                      <a:pt x="3464" y="597029"/>
                    </a:cubicBezTo>
                    <a:cubicBezTo>
                      <a:pt x="-6108" y="566328"/>
                      <a:pt x="4421" y="541591"/>
                      <a:pt x="31734" y="525100"/>
                    </a:cubicBezTo>
                    <a:cubicBezTo>
                      <a:pt x="151005" y="453169"/>
                      <a:pt x="307969" y="424236"/>
                      <a:pt x="442184" y="389779"/>
                    </a:cubicBezTo>
                    <a:cubicBezTo>
                      <a:pt x="604597" y="348109"/>
                      <a:pt x="769586" y="319543"/>
                      <a:pt x="933325" y="285309"/>
                    </a:cubicBezTo>
                    <a:cubicBezTo>
                      <a:pt x="940853" y="283744"/>
                      <a:pt x="947516" y="283592"/>
                      <a:pt x="953467" y="284618"/>
                    </a:cubicBezTo>
                    <a:close/>
                    <a:moveTo>
                      <a:pt x="2000566" y="115"/>
                    </a:moveTo>
                    <a:cubicBezTo>
                      <a:pt x="2041772" y="-417"/>
                      <a:pt x="2083135" y="903"/>
                      <a:pt x="2124621" y="4069"/>
                    </a:cubicBezTo>
                    <a:cubicBezTo>
                      <a:pt x="2206197" y="10326"/>
                      <a:pt x="2288728" y="33370"/>
                      <a:pt x="2359775" y="74084"/>
                    </a:cubicBezTo>
                    <a:cubicBezTo>
                      <a:pt x="2387750" y="90134"/>
                      <a:pt x="2385616" y="117080"/>
                      <a:pt x="2388782" y="142701"/>
                    </a:cubicBezTo>
                    <a:cubicBezTo>
                      <a:pt x="2417053" y="375939"/>
                      <a:pt x="2331429" y="589225"/>
                      <a:pt x="2221731" y="789260"/>
                    </a:cubicBezTo>
                    <a:cubicBezTo>
                      <a:pt x="2202000" y="825187"/>
                      <a:pt x="2177999" y="858760"/>
                      <a:pt x="2155986" y="893436"/>
                    </a:cubicBezTo>
                    <a:cubicBezTo>
                      <a:pt x="2139789" y="918763"/>
                      <a:pt x="1932539" y="751859"/>
                      <a:pt x="1912293" y="736104"/>
                    </a:cubicBezTo>
                    <a:cubicBezTo>
                      <a:pt x="1849934" y="687659"/>
                      <a:pt x="1792360" y="633326"/>
                      <a:pt x="1741414" y="573544"/>
                    </a:cubicBezTo>
                    <a:cubicBezTo>
                      <a:pt x="1686342" y="508829"/>
                      <a:pt x="1639003" y="437709"/>
                      <a:pt x="1601823" y="360699"/>
                    </a:cubicBezTo>
                    <a:cubicBezTo>
                      <a:pt x="1588129" y="332280"/>
                      <a:pt x="1486456" y="118479"/>
                      <a:pt x="1523120" y="92711"/>
                    </a:cubicBezTo>
                    <a:cubicBezTo>
                      <a:pt x="1556619" y="69226"/>
                      <a:pt x="1597333" y="66133"/>
                      <a:pt x="1634807" y="55163"/>
                    </a:cubicBezTo>
                    <a:cubicBezTo>
                      <a:pt x="1754740" y="19990"/>
                      <a:pt x="1876949" y="1713"/>
                      <a:pt x="2000566" y="1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/>
              <p:cNvSpPr/>
              <p:nvPr/>
            </p:nvSpPr>
            <p:spPr>
              <a:xfrm>
                <a:off x="8830635" y="-95620"/>
                <a:ext cx="2383721" cy="1860601"/>
              </a:xfrm>
              <a:custGeom>
                <a:avLst/>
                <a:gdLst>
                  <a:gd name="connsiteX0" fmla="*/ 115613 w 2383721"/>
                  <a:gd name="connsiteY0" fmla="*/ 1324334 h 1860601"/>
                  <a:gd name="connsiteX1" fmla="*/ 156989 w 2383721"/>
                  <a:gd name="connsiteY1" fmla="*/ 1366888 h 1860601"/>
                  <a:gd name="connsiteX2" fmla="*/ 351280 w 2383721"/>
                  <a:gd name="connsiteY2" fmla="*/ 1708058 h 1860601"/>
                  <a:gd name="connsiteX3" fmla="*/ 366226 w 2383721"/>
                  <a:gd name="connsiteY3" fmla="*/ 1770859 h 1860601"/>
                  <a:gd name="connsiteX4" fmla="*/ 258736 w 2383721"/>
                  <a:gd name="connsiteY4" fmla="*/ 1853096 h 1860601"/>
                  <a:gd name="connsiteX5" fmla="*/ 208673 w 2383721"/>
                  <a:gd name="connsiteY5" fmla="*/ 1851035 h 1860601"/>
                  <a:gd name="connsiteX6" fmla="*/ 16663 w 2383721"/>
                  <a:gd name="connsiteY6" fmla="*/ 1605796 h 1860601"/>
                  <a:gd name="connsiteX7" fmla="*/ 63341 w 2383721"/>
                  <a:gd name="connsiteY7" fmla="*/ 1344728 h 1860601"/>
                  <a:gd name="connsiteX8" fmla="*/ 115613 w 2383721"/>
                  <a:gd name="connsiteY8" fmla="*/ 1324334 h 1860601"/>
                  <a:gd name="connsiteX9" fmla="*/ 1437223 w 2383721"/>
                  <a:gd name="connsiteY9" fmla="*/ 852411 h 1860601"/>
                  <a:gd name="connsiteX10" fmla="*/ 1374496 w 2383721"/>
                  <a:gd name="connsiteY10" fmla="*/ 909837 h 1860601"/>
                  <a:gd name="connsiteX11" fmla="*/ 733238 w 2383721"/>
                  <a:gd name="connsiteY11" fmla="*/ 1388020 h 1860601"/>
                  <a:gd name="connsiteX12" fmla="*/ 679345 w 2383721"/>
                  <a:gd name="connsiteY12" fmla="*/ 1389272 h 1860601"/>
                  <a:gd name="connsiteX13" fmla="*/ 690537 w 2383721"/>
                  <a:gd name="connsiteY13" fmla="*/ 1346644 h 1860601"/>
                  <a:gd name="connsiteX14" fmla="*/ 1066677 w 2383721"/>
                  <a:gd name="connsiteY14" fmla="*/ 1081968 h 1860601"/>
                  <a:gd name="connsiteX15" fmla="*/ 1393271 w 2383721"/>
                  <a:gd name="connsiteY15" fmla="*/ 866767 h 1860601"/>
                  <a:gd name="connsiteX16" fmla="*/ 1437223 w 2383721"/>
                  <a:gd name="connsiteY16" fmla="*/ 852411 h 1860601"/>
                  <a:gd name="connsiteX17" fmla="*/ 1012122 w 2383721"/>
                  <a:gd name="connsiteY17" fmla="*/ 306348 h 1860601"/>
                  <a:gd name="connsiteX18" fmla="*/ 1035239 w 2383721"/>
                  <a:gd name="connsiteY18" fmla="*/ 322692 h 1860601"/>
                  <a:gd name="connsiteX19" fmla="*/ 1018306 w 2383721"/>
                  <a:gd name="connsiteY19" fmla="*/ 343380 h 1860601"/>
                  <a:gd name="connsiteX20" fmla="*/ 772626 w 2383721"/>
                  <a:gd name="connsiteY20" fmla="*/ 425911 h 1860601"/>
                  <a:gd name="connsiteX21" fmla="*/ 343550 w 2383721"/>
                  <a:gd name="connsiteY21" fmla="*/ 626460 h 1860601"/>
                  <a:gd name="connsiteX22" fmla="*/ 302689 w 2383721"/>
                  <a:gd name="connsiteY22" fmla="*/ 656278 h 1860601"/>
                  <a:gd name="connsiteX23" fmla="*/ 253583 w 2383721"/>
                  <a:gd name="connsiteY23" fmla="*/ 644572 h 1860601"/>
                  <a:gd name="connsiteX24" fmla="*/ 212132 w 2383721"/>
                  <a:gd name="connsiteY24" fmla="*/ 562556 h 1860601"/>
                  <a:gd name="connsiteX25" fmla="*/ 229802 w 2383721"/>
                  <a:gd name="connsiteY25" fmla="*/ 514774 h 1860601"/>
                  <a:gd name="connsiteX26" fmla="*/ 420340 w 2383721"/>
                  <a:gd name="connsiteY26" fmla="*/ 446379 h 1860601"/>
                  <a:gd name="connsiteX27" fmla="*/ 894104 w 2383721"/>
                  <a:gd name="connsiteY27" fmla="*/ 326005 h 1860601"/>
                  <a:gd name="connsiteX28" fmla="*/ 1012122 w 2383721"/>
                  <a:gd name="connsiteY28" fmla="*/ 306348 h 1860601"/>
                  <a:gd name="connsiteX29" fmla="*/ 2142532 w 2383721"/>
                  <a:gd name="connsiteY29" fmla="*/ 0 h 1860601"/>
                  <a:gd name="connsiteX30" fmla="*/ 2340285 w 2383721"/>
                  <a:gd name="connsiteY30" fmla="*/ 23044 h 1860601"/>
                  <a:gd name="connsiteX31" fmla="*/ 2383428 w 2383721"/>
                  <a:gd name="connsiteY31" fmla="*/ 61697 h 1860601"/>
                  <a:gd name="connsiteX32" fmla="*/ 2349119 w 2383721"/>
                  <a:gd name="connsiteY32" fmla="*/ 108595 h 1860601"/>
                  <a:gd name="connsiteX33" fmla="*/ 1857611 w 2383721"/>
                  <a:gd name="connsiteY33" fmla="*/ 316801 h 1860601"/>
                  <a:gd name="connsiteX34" fmla="*/ 1792013 w 2383721"/>
                  <a:gd name="connsiteY34" fmla="*/ 294787 h 1860601"/>
                  <a:gd name="connsiteX35" fmla="*/ 1725899 w 2383721"/>
                  <a:gd name="connsiteY35" fmla="*/ 128325 h 1860601"/>
                  <a:gd name="connsiteX36" fmla="*/ 1757484 w 2383721"/>
                  <a:gd name="connsiteY36" fmla="*/ 70163 h 1860601"/>
                  <a:gd name="connsiteX37" fmla="*/ 2142532 w 2383721"/>
                  <a:gd name="connsiteY37" fmla="*/ 0 h 186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383721" h="1860601">
                    <a:moveTo>
                      <a:pt x="115613" y="1324334"/>
                    </a:moveTo>
                    <a:cubicBezTo>
                      <a:pt x="137331" y="1330740"/>
                      <a:pt x="151394" y="1343108"/>
                      <a:pt x="156989" y="1366888"/>
                    </a:cubicBezTo>
                    <a:cubicBezTo>
                      <a:pt x="188131" y="1499631"/>
                      <a:pt x="253804" y="1612937"/>
                      <a:pt x="351280" y="1708058"/>
                    </a:cubicBezTo>
                    <a:cubicBezTo>
                      <a:pt x="368950" y="1725360"/>
                      <a:pt x="391331" y="1750613"/>
                      <a:pt x="366226" y="1770859"/>
                    </a:cubicBezTo>
                    <a:cubicBezTo>
                      <a:pt x="335156" y="1792504"/>
                      <a:pt x="291056" y="1833218"/>
                      <a:pt x="258736" y="1853096"/>
                    </a:cubicBezTo>
                    <a:cubicBezTo>
                      <a:pt x="242613" y="1862962"/>
                      <a:pt x="225458" y="1863918"/>
                      <a:pt x="208673" y="1851035"/>
                    </a:cubicBezTo>
                    <a:cubicBezTo>
                      <a:pt x="123342" y="1785878"/>
                      <a:pt x="54212" y="1708279"/>
                      <a:pt x="16663" y="1605796"/>
                    </a:cubicBezTo>
                    <a:cubicBezTo>
                      <a:pt x="-18602" y="1509717"/>
                      <a:pt x="4516" y="1423578"/>
                      <a:pt x="63341" y="1344728"/>
                    </a:cubicBezTo>
                    <a:cubicBezTo>
                      <a:pt x="75047" y="1329046"/>
                      <a:pt x="93010" y="1317707"/>
                      <a:pt x="115613" y="1324334"/>
                    </a:cubicBezTo>
                    <a:close/>
                    <a:moveTo>
                      <a:pt x="1437223" y="852411"/>
                    </a:moveTo>
                    <a:cubicBezTo>
                      <a:pt x="1417860" y="871406"/>
                      <a:pt x="1392459" y="895701"/>
                      <a:pt x="1374496" y="909837"/>
                    </a:cubicBezTo>
                    <a:cubicBezTo>
                      <a:pt x="1256626" y="1002897"/>
                      <a:pt x="793314" y="1341195"/>
                      <a:pt x="733238" y="1388020"/>
                    </a:cubicBezTo>
                    <a:cubicBezTo>
                      <a:pt x="704672" y="1410254"/>
                      <a:pt x="691788" y="1412905"/>
                      <a:pt x="679345" y="1389272"/>
                    </a:cubicBezTo>
                    <a:cubicBezTo>
                      <a:pt x="666829" y="1365638"/>
                      <a:pt x="673750" y="1358423"/>
                      <a:pt x="690537" y="1346644"/>
                    </a:cubicBezTo>
                    <a:cubicBezTo>
                      <a:pt x="815769" y="1258296"/>
                      <a:pt x="940488" y="1168991"/>
                      <a:pt x="1066677" y="1081968"/>
                    </a:cubicBezTo>
                    <a:cubicBezTo>
                      <a:pt x="1174020" y="1007976"/>
                      <a:pt x="1282467" y="935531"/>
                      <a:pt x="1393271" y="866767"/>
                    </a:cubicBezTo>
                    <a:cubicBezTo>
                      <a:pt x="1401000" y="861982"/>
                      <a:pt x="1419406" y="849392"/>
                      <a:pt x="1437223" y="852411"/>
                    </a:cubicBezTo>
                    <a:close/>
                    <a:moveTo>
                      <a:pt x="1012122" y="306348"/>
                    </a:moveTo>
                    <a:cubicBezTo>
                      <a:pt x="1025300" y="303770"/>
                      <a:pt x="1031633" y="312090"/>
                      <a:pt x="1035239" y="322692"/>
                    </a:cubicBezTo>
                    <a:cubicBezTo>
                      <a:pt x="1040319" y="337784"/>
                      <a:pt x="1028540" y="339993"/>
                      <a:pt x="1018306" y="343380"/>
                    </a:cubicBezTo>
                    <a:cubicBezTo>
                      <a:pt x="936363" y="370694"/>
                      <a:pt x="853685" y="396168"/>
                      <a:pt x="772626" y="425911"/>
                    </a:cubicBezTo>
                    <a:cubicBezTo>
                      <a:pt x="623980" y="480392"/>
                      <a:pt x="476734" y="538481"/>
                      <a:pt x="343550" y="626460"/>
                    </a:cubicBezTo>
                    <a:cubicBezTo>
                      <a:pt x="329487" y="635737"/>
                      <a:pt x="316088" y="646044"/>
                      <a:pt x="302689" y="656278"/>
                    </a:cubicBezTo>
                    <a:cubicBezTo>
                      <a:pt x="274860" y="677481"/>
                      <a:pt x="269927" y="676524"/>
                      <a:pt x="253583" y="644572"/>
                    </a:cubicBezTo>
                    <a:cubicBezTo>
                      <a:pt x="239668" y="617258"/>
                      <a:pt x="228036" y="588619"/>
                      <a:pt x="212132" y="562556"/>
                    </a:cubicBezTo>
                    <a:cubicBezTo>
                      <a:pt x="196377" y="536714"/>
                      <a:pt x="205506" y="523609"/>
                      <a:pt x="229802" y="514774"/>
                    </a:cubicBezTo>
                    <a:cubicBezTo>
                      <a:pt x="293192" y="491657"/>
                      <a:pt x="355919" y="466477"/>
                      <a:pt x="420340" y="446379"/>
                    </a:cubicBezTo>
                    <a:cubicBezTo>
                      <a:pt x="576052" y="397787"/>
                      <a:pt x="733974" y="357294"/>
                      <a:pt x="894104" y="326005"/>
                    </a:cubicBezTo>
                    <a:cubicBezTo>
                      <a:pt x="933271" y="318421"/>
                      <a:pt x="972807" y="312900"/>
                      <a:pt x="1012122" y="306348"/>
                    </a:cubicBezTo>
                    <a:close/>
                    <a:moveTo>
                      <a:pt x="2142532" y="0"/>
                    </a:moveTo>
                    <a:cubicBezTo>
                      <a:pt x="2207027" y="6626"/>
                      <a:pt x="2274465" y="7067"/>
                      <a:pt x="2340285" y="23044"/>
                    </a:cubicBezTo>
                    <a:cubicBezTo>
                      <a:pt x="2363035" y="28566"/>
                      <a:pt x="2380850" y="36591"/>
                      <a:pt x="2383428" y="61697"/>
                    </a:cubicBezTo>
                    <a:cubicBezTo>
                      <a:pt x="2386079" y="86802"/>
                      <a:pt x="2370471" y="99612"/>
                      <a:pt x="2349119" y="108595"/>
                    </a:cubicBezTo>
                    <a:cubicBezTo>
                      <a:pt x="2245311" y="152326"/>
                      <a:pt x="1917835" y="291622"/>
                      <a:pt x="1857611" y="316801"/>
                    </a:cubicBezTo>
                    <a:cubicBezTo>
                      <a:pt x="1825143" y="330421"/>
                      <a:pt x="1810934" y="324900"/>
                      <a:pt x="1792013" y="294787"/>
                    </a:cubicBezTo>
                    <a:cubicBezTo>
                      <a:pt x="1759618" y="243325"/>
                      <a:pt x="1740329" y="186783"/>
                      <a:pt x="1725899" y="128325"/>
                    </a:cubicBezTo>
                    <a:cubicBezTo>
                      <a:pt x="1718979" y="100349"/>
                      <a:pt x="1732230" y="79366"/>
                      <a:pt x="1757484" y="70163"/>
                    </a:cubicBezTo>
                    <a:cubicBezTo>
                      <a:pt x="1856727" y="33793"/>
                      <a:pt x="2115071" y="1914"/>
                      <a:pt x="2142532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 rot="3600000" flipH="1">
            <a:off x="2439498" y="22672"/>
            <a:ext cx="738966" cy="1378557"/>
            <a:chOff x="10005609" y="1805637"/>
            <a:chExt cx="738966" cy="1378557"/>
          </a:xfrm>
        </p:grpSpPr>
        <p:grpSp>
          <p:nvGrpSpPr>
            <p:cNvPr id="118" name="Group 117"/>
            <p:cNvGrpSpPr/>
            <p:nvPr/>
          </p:nvGrpSpPr>
          <p:grpSpPr>
            <a:xfrm>
              <a:off x="10250863" y="2665526"/>
              <a:ext cx="222834" cy="518668"/>
              <a:chOff x="1677709" y="4117659"/>
              <a:chExt cx="222834" cy="518668"/>
            </a:xfrm>
            <a:effectLst/>
          </p:grpSpPr>
          <p:sp>
            <p:nvSpPr>
              <p:cNvPr id="125" name="Graphic 2"/>
              <p:cNvSpPr/>
              <p:nvPr/>
            </p:nvSpPr>
            <p:spPr>
              <a:xfrm>
                <a:off x="1677709" y="4117659"/>
                <a:ext cx="222834" cy="518668"/>
              </a:xfrm>
              <a:custGeom>
                <a:avLst/>
                <a:gdLst>
                  <a:gd name="connsiteX0" fmla="*/ 747722 w 778877"/>
                  <a:gd name="connsiteY0" fmla="*/ 0 h 1110552"/>
                  <a:gd name="connsiteX1" fmla="*/ 680583 w 778877"/>
                  <a:gd name="connsiteY1" fmla="*/ 25833 h 1110552"/>
                  <a:gd name="connsiteX2" fmla="*/ 133417 w 778877"/>
                  <a:gd name="connsiteY2" fmla="*/ 28630 h 1110552"/>
                  <a:gd name="connsiteX3" fmla="*/ 31704 w 778877"/>
                  <a:gd name="connsiteY3" fmla="*/ 131 h 1110552"/>
                  <a:gd name="connsiteX4" fmla="*/ 1675 w 778877"/>
                  <a:gd name="connsiteY4" fmla="*/ 179911 h 1110552"/>
                  <a:gd name="connsiteX5" fmla="*/ 47920 w 778877"/>
                  <a:gd name="connsiteY5" fmla="*/ 503105 h 1110552"/>
                  <a:gd name="connsiteX6" fmla="*/ 379375 w 778877"/>
                  <a:gd name="connsiteY6" fmla="*/ 1102461 h 1110552"/>
                  <a:gd name="connsiteX7" fmla="*/ 400881 w 778877"/>
                  <a:gd name="connsiteY7" fmla="*/ 1100756 h 1110552"/>
                  <a:gd name="connsiteX8" fmla="*/ 536295 w 778877"/>
                  <a:gd name="connsiteY8" fmla="*/ 903054 h 1110552"/>
                  <a:gd name="connsiteX9" fmla="*/ 749907 w 778877"/>
                  <a:gd name="connsiteY9" fmla="*/ 440687 h 1110552"/>
                  <a:gd name="connsiteX10" fmla="*/ 747722 w 778877"/>
                  <a:gd name="connsiteY10" fmla="*/ 0 h 111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8877" h="1110552">
                    <a:moveTo>
                      <a:pt x="747722" y="0"/>
                    </a:moveTo>
                    <a:cubicBezTo>
                      <a:pt x="717824" y="14381"/>
                      <a:pt x="680670" y="25527"/>
                      <a:pt x="680583" y="25833"/>
                    </a:cubicBezTo>
                    <a:cubicBezTo>
                      <a:pt x="640675" y="31996"/>
                      <a:pt x="204053" y="28761"/>
                      <a:pt x="133417" y="28630"/>
                    </a:cubicBezTo>
                    <a:cubicBezTo>
                      <a:pt x="95914" y="28630"/>
                      <a:pt x="69513" y="17353"/>
                      <a:pt x="31704" y="131"/>
                    </a:cubicBezTo>
                    <a:cubicBezTo>
                      <a:pt x="12427" y="58528"/>
                      <a:pt x="5740" y="119111"/>
                      <a:pt x="1675" y="179911"/>
                    </a:cubicBezTo>
                    <a:cubicBezTo>
                      <a:pt x="-5800" y="290761"/>
                      <a:pt x="12121" y="398244"/>
                      <a:pt x="47920" y="503105"/>
                    </a:cubicBezTo>
                    <a:cubicBezTo>
                      <a:pt x="122883" y="722531"/>
                      <a:pt x="242431" y="917260"/>
                      <a:pt x="379375" y="1102461"/>
                    </a:cubicBezTo>
                    <a:cubicBezTo>
                      <a:pt x="389210" y="1115792"/>
                      <a:pt x="393275" y="1110809"/>
                      <a:pt x="400881" y="1100756"/>
                    </a:cubicBezTo>
                    <a:cubicBezTo>
                      <a:pt x="448962" y="1036852"/>
                      <a:pt x="494202" y="971024"/>
                      <a:pt x="536295" y="903054"/>
                    </a:cubicBezTo>
                    <a:cubicBezTo>
                      <a:pt x="626295" y="757630"/>
                      <a:pt x="704055" y="606611"/>
                      <a:pt x="749907" y="440687"/>
                    </a:cubicBezTo>
                    <a:cubicBezTo>
                      <a:pt x="790470" y="293515"/>
                      <a:pt x="787236" y="146735"/>
                      <a:pt x="747722" y="0"/>
                    </a:cubicBezTo>
                    <a:close/>
                  </a:path>
                </a:pathLst>
              </a:custGeom>
              <a:solidFill>
                <a:srgbClr val="FFCD07"/>
              </a:solidFill>
              <a:ln w="4369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Graphic 2"/>
              <p:cNvSpPr/>
              <p:nvPr/>
            </p:nvSpPr>
            <p:spPr>
              <a:xfrm>
                <a:off x="1703370" y="4129356"/>
                <a:ext cx="171512" cy="357883"/>
              </a:xfrm>
              <a:custGeom>
                <a:avLst/>
                <a:gdLst>
                  <a:gd name="connsiteX0" fmla="*/ 469623 w 599490"/>
                  <a:gd name="connsiteY0" fmla="*/ 4502 h 766285"/>
                  <a:gd name="connsiteX1" fmla="*/ 592055 w 599490"/>
                  <a:gd name="connsiteY1" fmla="*/ 481 h 766285"/>
                  <a:gd name="connsiteX2" fmla="*/ 597781 w 599490"/>
                  <a:gd name="connsiteY2" fmla="*/ 132049 h 766285"/>
                  <a:gd name="connsiteX3" fmla="*/ 566135 w 599490"/>
                  <a:gd name="connsiteY3" fmla="*/ 288969 h 766285"/>
                  <a:gd name="connsiteX4" fmla="*/ 523211 w 599490"/>
                  <a:gd name="connsiteY4" fmla="*/ 402790 h 766285"/>
                  <a:gd name="connsiteX5" fmla="*/ 315806 w 599490"/>
                  <a:gd name="connsiteY5" fmla="*/ 751948 h 766285"/>
                  <a:gd name="connsiteX6" fmla="*/ 282324 w 599490"/>
                  <a:gd name="connsiteY6" fmla="*/ 752036 h 766285"/>
                  <a:gd name="connsiteX7" fmla="*/ 89737 w 599490"/>
                  <a:gd name="connsiteY7" fmla="*/ 436797 h 766285"/>
                  <a:gd name="connsiteX8" fmla="*/ 2797 w 599490"/>
                  <a:gd name="connsiteY8" fmla="*/ 166886 h 766285"/>
                  <a:gd name="connsiteX9" fmla="*/ 1923 w 599490"/>
                  <a:gd name="connsiteY9" fmla="*/ 0 h 766285"/>
                  <a:gd name="connsiteX10" fmla="*/ 469623 w 599490"/>
                  <a:gd name="connsiteY10" fmla="*/ 4502 h 76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9490" h="766285">
                    <a:moveTo>
                      <a:pt x="469623" y="4502"/>
                    </a:moveTo>
                    <a:cubicBezTo>
                      <a:pt x="510404" y="1530"/>
                      <a:pt x="551448" y="7212"/>
                      <a:pt x="592055" y="481"/>
                    </a:cubicBezTo>
                    <a:cubicBezTo>
                      <a:pt x="596776" y="44191"/>
                      <a:pt x="602371" y="87377"/>
                      <a:pt x="597781" y="132049"/>
                    </a:cubicBezTo>
                    <a:cubicBezTo>
                      <a:pt x="592274" y="185681"/>
                      <a:pt x="582177" y="237740"/>
                      <a:pt x="566135" y="288969"/>
                    </a:cubicBezTo>
                    <a:cubicBezTo>
                      <a:pt x="553984" y="327740"/>
                      <a:pt x="539952" y="365768"/>
                      <a:pt x="523211" y="402790"/>
                    </a:cubicBezTo>
                    <a:cubicBezTo>
                      <a:pt x="467087" y="526884"/>
                      <a:pt x="395709" y="641929"/>
                      <a:pt x="315806" y="751948"/>
                    </a:cubicBezTo>
                    <a:cubicBezTo>
                      <a:pt x="301994" y="771006"/>
                      <a:pt x="296311" y="771093"/>
                      <a:pt x="282324" y="752036"/>
                    </a:cubicBezTo>
                    <a:cubicBezTo>
                      <a:pt x="209197" y="652376"/>
                      <a:pt x="143107" y="548433"/>
                      <a:pt x="89737" y="436797"/>
                    </a:cubicBezTo>
                    <a:cubicBezTo>
                      <a:pt x="48605" y="350819"/>
                      <a:pt x="15648" y="261781"/>
                      <a:pt x="2797" y="166886"/>
                    </a:cubicBezTo>
                    <a:cubicBezTo>
                      <a:pt x="-2886" y="124793"/>
                      <a:pt x="1835" y="13113"/>
                      <a:pt x="1923" y="0"/>
                    </a:cubicBezTo>
                    <a:cubicBezTo>
                      <a:pt x="43972" y="6994"/>
                      <a:pt x="426437" y="44"/>
                      <a:pt x="469623" y="4502"/>
                    </a:cubicBezTo>
                    <a:close/>
                  </a:path>
                </a:pathLst>
              </a:custGeom>
              <a:solidFill>
                <a:srgbClr val="F6AF1B"/>
              </a:solidFill>
              <a:ln w="43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Graphic 2"/>
              <p:cNvSpPr/>
              <p:nvPr/>
            </p:nvSpPr>
            <p:spPr>
              <a:xfrm>
                <a:off x="1739835" y="4130254"/>
                <a:ext cx="98582" cy="256070"/>
              </a:xfrm>
              <a:custGeom>
                <a:avLst/>
                <a:gdLst>
                  <a:gd name="connsiteX0" fmla="*/ 334003 w 344576"/>
                  <a:gd name="connsiteY0" fmla="*/ 242943 h 548288"/>
                  <a:gd name="connsiteX1" fmla="*/ 177651 w 344576"/>
                  <a:gd name="connsiteY1" fmla="*/ 539736 h 548288"/>
                  <a:gd name="connsiteX2" fmla="*/ 156495 w 344576"/>
                  <a:gd name="connsiteY2" fmla="*/ 539299 h 548288"/>
                  <a:gd name="connsiteX3" fmla="*/ 11071 w 344576"/>
                  <a:gd name="connsiteY3" fmla="*/ 235556 h 548288"/>
                  <a:gd name="connsiteX4" fmla="*/ 21212 w 344576"/>
                  <a:gd name="connsiteY4" fmla="*/ 701 h 548288"/>
                  <a:gd name="connsiteX5" fmla="*/ 316038 w 344576"/>
                  <a:gd name="connsiteY5" fmla="*/ 963 h 548288"/>
                  <a:gd name="connsiteX6" fmla="*/ 334003 w 344576"/>
                  <a:gd name="connsiteY6" fmla="*/ 242943 h 5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4576" h="548288">
                    <a:moveTo>
                      <a:pt x="334003" y="242943"/>
                    </a:moveTo>
                    <a:cubicBezTo>
                      <a:pt x="308957" y="346056"/>
                      <a:pt x="228573" y="468095"/>
                      <a:pt x="177651" y="539736"/>
                    </a:cubicBezTo>
                    <a:cubicBezTo>
                      <a:pt x="168647" y="552412"/>
                      <a:pt x="164232" y="549920"/>
                      <a:pt x="156495" y="539299"/>
                    </a:cubicBezTo>
                    <a:cubicBezTo>
                      <a:pt x="84941" y="440820"/>
                      <a:pt x="42237" y="354536"/>
                      <a:pt x="11071" y="235556"/>
                    </a:cubicBezTo>
                    <a:cubicBezTo>
                      <a:pt x="-7812" y="163478"/>
                      <a:pt x="-1299" y="72211"/>
                      <a:pt x="21212" y="701"/>
                    </a:cubicBezTo>
                    <a:cubicBezTo>
                      <a:pt x="67632" y="2799"/>
                      <a:pt x="278272" y="-1922"/>
                      <a:pt x="316038" y="963"/>
                    </a:cubicBezTo>
                    <a:cubicBezTo>
                      <a:pt x="326222" y="28981"/>
                      <a:pt x="362196" y="161642"/>
                      <a:pt x="334003" y="242943"/>
                    </a:cubicBezTo>
                    <a:close/>
                  </a:path>
                </a:pathLst>
              </a:custGeom>
              <a:solidFill>
                <a:srgbClr val="F38821"/>
              </a:solidFill>
              <a:ln w="43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 rot="18236977">
              <a:off x="9935727" y="1875519"/>
              <a:ext cx="878729" cy="738966"/>
              <a:chOff x="8768009" y="-131342"/>
              <a:chExt cx="2605668" cy="2191232"/>
            </a:xfrm>
          </p:grpSpPr>
          <p:sp>
            <p:nvSpPr>
              <p:cNvPr id="120" name="Freeform: Shape 119"/>
              <p:cNvSpPr/>
              <p:nvPr/>
            </p:nvSpPr>
            <p:spPr>
              <a:xfrm>
                <a:off x="8774168" y="-131342"/>
                <a:ext cx="2594209" cy="2188201"/>
              </a:xfrm>
              <a:custGeom>
                <a:avLst/>
                <a:gdLst>
                  <a:gd name="connsiteX0" fmla="*/ 2517826 w 2546370"/>
                  <a:gd name="connsiteY0" fmla="*/ 72718 h 2147850"/>
                  <a:gd name="connsiteX1" fmla="*/ 2287009 w 2546370"/>
                  <a:gd name="connsiteY1" fmla="*/ 3994 h 2147850"/>
                  <a:gd name="connsiteX2" fmla="*/ 1806226 w 2546370"/>
                  <a:gd name="connsiteY2" fmla="*/ 54146 h 2147850"/>
                  <a:gd name="connsiteX3" fmla="*/ 1175204 w 2546370"/>
                  <a:gd name="connsiteY3" fmla="*/ 313507 h 2147850"/>
                  <a:gd name="connsiteX4" fmla="*/ 1117608 w 2546370"/>
                  <a:gd name="connsiteY4" fmla="*/ 280120 h 2147850"/>
                  <a:gd name="connsiteX5" fmla="*/ 666888 w 2546370"/>
                  <a:gd name="connsiteY5" fmla="*/ 378112 h 2147850"/>
                  <a:gd name="connsiteX6" fmla="*/ 232644 w 2546370"/>
                  <a:gd name="connsiteY6" fmla="*/ 515489 h 2147850"/>
                  <a:gd name="connsiteX7" fmla="*/ 204894 w 2546370"/>
                  <a:gd name="connsiteY7" fmla="*/ 586093 h 2147850"/>
                  <a:gd name="connsiteX8" fmla="*/ 366119 w 2546370"/>
                  <a:gd name="connsiteY8" fmla="*/ 840250 h 2147850"/>
                  <a:gd name="connsiteX9" fmla="*/ 310113 w 2546370"/>
                  <a:gd name="connsiteY9" fmla="*/ 885489 h 2147850"/>
                  <a:gd name="connsiteX10" fmla="*/ 238787 w 2546370"/>
                  <a:gd name="connsiteY10" fmla="*/ 1043606 h 2147850"/>
                  <a:gd name="connsiteX11" fmla="*/ 227947 w 2546370"/>
                  <a:gd name="connsiteY11" fmla="*/ 1185680 h 2147850"/>
                  <a:gd name="connsiteX12" fmla="*/ 124029 w 2546370"/>
                  <a:gd name="connsiteY12" fmla="*/ 1264377 h 2147850"/>
                  <a:gd name="connsiteX13" fmla="*/ 34565 w 2546370"/>
                  <a:gd name="connsiteY13" fmla="*/ 1363308 h 2147850"/>
                  <a:gd name="connsiteX14" fmla="*/ 323627 w 2546370"/>
                  <a:gd name="connsiteY14" fmla="*/ 2005099 h 2147850"/>
                  <a:gd name="connsiteX15" fmla="*/ 548372 w 2546370"/>
                  <a:gd name="connsiteY15" fmla="*/ 2069054 h 2147850"/>
                  <a:gd name="connsiteX16" fmla="*/ 746886 w 2546370"/>
                  <a:gd name="connsiteY16" fmla="*/ 1994259 h 2147850"/>
                  <a:gd name="connsiteX17" fmla="*/ 804409 w 2546370"/>
                  <a:gd name="connsiteY17" fmla="*/ 1972507 h 2147850"/>
                  <a:gd name="connsiteX18" fmla="*/ 833099 w 2546370"/>
                  <a:gd name="connsiteY18" fmla="*/ 1983202 h 2147850"/>
                  <a:gd name="connsiteX19" fmla="*/ 984929 w 2546370"/>
                  <a:gd name="connsiteY19" fmla="*/ 2034439 h 2147850"/>
                  <a:gd name="connsiteX20" fmla="*/ 1187633 w 2546370"/>
                  <a:gd name="connsiteY20" fmla="*/ 1969183 h 2147850"/>
                  <a:gd name="connsiteX21" fmla="*/ 1369598 w 2546370"/>
                  <a:gd name="connsiteY21" fmla="*/ 2124626 h 2147850"/>
                  <a:gd name="connsiteX22" fmla="*/ 1565582 w 2546370"/>
                  <a:gd name="connsiteY22" fmla="*/ 2082495 h 2147850"/>
                  <a:gd name="connsiteX23" fmla="*/ 1957551 w 2546370"/>
                  <a:gd name="connsiteY23" fmla="*/ 1386795 h 2147850"/>
                  <a:gd name="connsiteX24" fmla="*/ 1959790 w 2546370"/>
                  <a:gd name="connsiteY24" fmla="*/ 1314674 h 2147850"/>
                  <a:gd name="connsiteX25" fmla="*/ 2181140 w 2546370"/>
                  <a:gd name="connsiteY25" fmla="*/ 1066948 h 2147850"/>
                  <a:gd name="connsiteX26" fmla="*/ 2382328 w 2546370"/>
                  <a:gd name="connsiteY26" fmla="*/ 774633 h 2147850"/>
                  <a:gd name="connsiteX27" fmla="*/ 2510960 w 2546370"/>
                  <a:gd name="connsiteY27" fmla="*/ 482681 h 2147850"/>
                  <a:gd name="connsiteX28" fmla="*/ 2546370 w 2546370"/>
                  <a:gd name="connsiteY28" fmla="*/ 139997 h 2147850"/>
                  <a:gd name="connsiteX29" fmla="*/ 2517826 w 2546370"/>
                  <a:gd name="connsiteY29" fmla="*/ 72718 h 2147850"/>
                  <a:gd name="connsiteX30" fmla="*/ 1099253 w 2546370"/>
                  <a:gd name="connsiteY30" fmla="*/ 1095059 h 2147850"/>
                  <a:gd name="connsiteX31" fmla="*/ 1099036 w 2546370"/>
                  <a:gd name="connsiteY31" fmla="*/ 1094119 h 2147850"/>
                  <a:gd name="connsiteX32" fmla="*/ 1100409 w 2546370"/>
                  <a:gd name="connsiteY32" fmla="*/ 1094192 h 2147850"/>
                  <a:gd name="connsiteX33" fmla="*/ 1099253 w 2546370"/>
                  <a:gd name="connsiteY33" fmla="*/ 1095059 h 2147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6370" h="2147850">
                    <a:moveTo>
                      <a:pt x="2517826" y="72718"/>
                    </a:moveTo>
                    <a:cubicBezTo>
                      <a:pt x="2446138" y="31671"/>
                      <a:pt x="2368018" y="10208"/>
                      <a:pt x="2287009" y="3994"/>
                    </a:cubicBezTo>
                    <a:cubicBezTo>
                      <a:pt x="2124122" y="-8436"/>
                      <a:pt x="1963188" y="8113"/>
                      <a:pt x="1806226" y="54146"/>
                    </a:cubicBezTo>
                    <a:cubicBezTo>
                      <a:pt x="1586106" y="118679"/>
                      <a:pt x="1377186" y="204675"/>
                      <a:pt x="1175204" y="313507"/>
                    </a:cubicBezTo>
                    <a:cubicBezTo>
                      <a:pt x="1163135" y="290021"/>
                      <a:pt x="1147237" y="273905"/>
                      <a:pt x="1117608" y="280120"/>
                    </a:cubicBezTo>
                    <a:cubicBezTo>
                      <a:pt x="969030" y="311194"/>
                      <a:pt x="816116" y="342558"/>
                      <a:pt x="666888" y="378112"/>
                    </a:cubicBezTo>
                    <a:cubicBezTo>
                      <a:pt x="523657" y="412222"/>
                      <a:pt x="360048" y="438671"/>
                      <a:pt x="232644" y="515489"/>
                    </a:cubicBezTo>
                    <a:cubicBezTo>
                      <a:pt x="205834" y="531677"/>
                      <a:pt x="195499" y="555958"/>
                      <a:pt x="204894" y="586093"/>
                    </a:cubicBezTo>
                    <a:cubicBezTo>
                      <a:pt x="231488" y="671221"/>
                      <a:pt x="271307" y="805708"/>
                      <a:pt x="366119" y="840250"/>
                    </a:cubicBezTo>
                    <a:cubicBezTo>
                      <a:pt x="360988" y="838372"/>
                      <a:pt x="317701" y="878913"/>
                      <a:pt x="310113" y="885489"/>
                    </a:cubicBezTo>
                    <a:cubicBezTo>
                      <a:pt x="265163" y="924801"/>
                      <a:pt x="237558" y="983481"/>
                      <a:pt x="238787" y="1043606"/>
                    </a:cubicBezTo>
                    <a:cubicBezTo>
                      <a:pt x="235174" y="1090940"/>
                      <a:pt x="231561" y="1138274"/>
                      <a:pt x="227947" y="1185680"/>
                    </a:cubicBezTo>
                    <a:cubicBezTo>
                      <a:pt x="226791" y="1200928"/>
                      <a:pt x="139493" y="1251803"/>
                      <a:pt x="124029" y="1264377"/>
                    </a:cubicBezTo>
                    <a:cubicBezTo>
                      <a:pt x="88764" y="1292994"/>
                      <a:pt x="56244" y="1322623"/>
                      <a:pt x="34565" y="1363308"/>
                    </a:cubicBezTo>
                    <a:cubicBezTo>
                      <a:pt x="-88576" y="1594414"/>
                      <a:pt x="143179" y="1879574"/>
                      <a:pt x="323627" y="2005099"/>
                    </a:cubicBezTo>
                    <a:cubicBezTo>
                      <a:pt x="384908" y="2047735"/>
                      <a:pt x="472711" y="2080327"/>
                      <a:pt x="548372" y="2069054"/>
                    </a:cubicBezTo>
                    <a:cubicBezTo>
                      <a:pt x="619843" y="2058431"/>
                      <a:pt x="687989" y="2036607"/>
                      <a:pt x="746886" y="1994259"/>
                    </a:cubicBezTo>
                    <a:cubicBezTo>
                      <a:pt x="765386" y="1980962"/>
                      <a:pt x="781357" y="1969905"/>
                      <a:pt x="804409" y="1972507"/>
                    </a:cubicBezTo>
                    <a:cubicBezTo>
                      <a:pt x="813948" y="1976048"/>
                      <a:pt x="823559" y="1979445"/>
                      <a:pt x="833099" y="1983202"/>
                    </a:cubicBezTo>
                    <a:cubicBezTo>
                      <a:pt x="882818" y="2002859"/>
                      <a:pt x="931958" y="2025116"/>
                      <a:pt x="984929" y="2034439"/>
                    </a:cubicBezTo>
                    <a:cubicBezTo>
                      <a:pt x="1063409" y="2048314"/>
                      <a:pt x="1127942" y="2015505"/>
                      <a:pt x="1187633" y="1969183"/>
                    </a:cubicBezTo>
                    <a:cubicBezTo>
                      <a:pt x="1183297" y="1972579"/>
                      <a:pt x="1350520" y="2113642"/>
                      <a:pt x="1369598" y="2124626"/>
                    </a:cubicBezTo>
                    <a:cubicBezTo>
                      <a:pt x="1439334" y="2165095"/>
                      <a:pt x="1518537" y="2153677"/>
                      <a:pt x="1565582" y="2082495"/>
                    </a:cubicBezTo>
                    <a:cubicBezTo>
                      <a:pt x="1712281" y="1860568"/>
                      <a:pt x="1817428" y="1612914"/>
                      <a:pt x="1957551" y="1386795"/>
                    </a:cubicBezTo>
                    <a:cubicBezTo>
                      <a:pt x="1973449" y="1361141"/>
                      <a:pt x="1978001" y="1339389"/>
                      <a:pt x="1959790" y="1314674"/>
                    </a:cubicBezTo>
                    <a:cubicBezTo>
                      <a:pt x="1960080" y="1315107"/>
                      <a:pt x="2163290" y="1088627"/>
                      <a:pt x="2181140" y="1066948"/>
                    </a:cubicBezTo>
                    <a:cubicBezTo>
                      <a:pt x="2255574" y="976182"/>
                      <a:pt x="2325816" y="877684"/>
                      <a:pt x="2382328" y="774633"/>
                    </a:cubicBezTo>
                    <a:cubicBezTo>
                      <a:pt x="2432624" y="682928"/>
                      <a:pt x="2480681" y="584792"/>
                      <a:pt x="2510960" y="482681"/>
                    </a:cubicBezTo>
                    <a:cubicBezTo>
                      <a:pt x="2543841" y="371681"/>
                      <a:pt x="2545648" y="254827"/>
                      <a:pt x="2546370" y="139997"/>
                    </a:cubicBezTo>
                    <a:cubicBezTo>
                      <a:pt x="2543190" y="114993"/>
                      <a:pt x="2545286" y="88472"/>
                      <a:pt x="2517826" y="72718"/>
                    </a:cubicBezTo>
                    <a:close/>
                    <a:moveTo>
                      <a:pt x="1099253" y="1095059"/>
                    </a:moveTo>
                    <a:cubicBezTo>
                      <a:pt x="1099180" y="1094770"/>
                      <a:pt x="1099108" y="1094408"/>
                      <a:pt x="1099036" y="1094119"/>
                    </a:cubicBezTo>
                    <a:cubicBezTo>
                      <a:pt x="1099470" y="1094119"/>
                      <a:pt x="1099903" y="1094192"/>
                      <a:pt x="1100409" y="1094192"/>
                    </a:cubicBezTo>
                    <a:cubicBezTo>
                      <a:pt x="1100047" y="1094481"/>
                      <a:pt x="1099686" y="1094770"/>
                      <a:pt x="1099253" y="1095059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/>
              <p:cNvSpPr/>
              <p:nvPr/>
            </p:nvSpPr>
            <p:spPr>
              <a:xfrm>
                <a:off x="8930713" y="-56305"/>
                <a:ext cx="2437663" cy="2116158"/>
              </a:xfrm>
              <a:custGeom>
                <a:avLst/>
                <a:gdLst>
                  <a:gd name="connsiteX0" fmla="*/ 2365613 w 2392711"/>
                  <a:gd name="connsiteY0" fmla="*/ 0 h 2077135"/>
                  <a:gd name="connsiteX1" fmla="*/ 0 w 2392711"/>
                  <a:gd name="connsiteY1" fmla="*/ 1766459 h 2077135"/>
                  <a:gd name="connsiteX2" fmla="*/ 97775 w 2392711"/>
                  <a:gd name="connsiteY2" fmla="*/ 1873557 h 2077135"/>
                  <a:gd name="connsiteX3" fmla="*/ 110855 w 2392711"/>
                  <a:gd name="connsiteY3" fmla="*/ 1880494 h 2077135"/>
                  <a:gd name="connsiteX4" fmla="*/ 236380 w 2392711"/>
                  <a:gd name="connsiteY4" fmla="*/ 1967646 h 2077135"/>
                  <a:gd name="connsiteX5" fmla="*/ 368048 w 2392711"/>
                  <a:gd name="connsiteY5" fmla="*/ 1999443 h 2077135"/>
                  <a:gd name="connsiteX6" fmla="*/ 436556 w 2392711"/>
                  <a:gd name="connsiteY6" fmla="*/ 1986435 h 2077135"/>
                  <a:gd name="connsiteX7" fmla="*/ 593300 w 2392711"/>
                  <a:gd name="connsiteY7" fmla="*/ 1920529 h 2077135"/>
                  <a:gd name="connsiteX8" fmla="*/ 650823 w 2392711"/>
                  <a:gd name="connsiteY8" fmla="*/ 1898777 h 2077135"/>
                  <a:gd name="connsiteX9" fmla="*/ 650823 w 2392711"/>
                  <a:gd name="connsiteY9" fmla="*/ 1898777 h 2077135"/>
                  <a:gd name="connsiteX10" fmla="*/ 650823 w 2392711"/>
                  <a:gd name="connsiteY10" fmla="*/ 1898777 h 2077135"/>
                  <a:gd name="connsiteX11" fmla="*/ 679513 w 2392711"/>
                  <a:gd name="connsiteY11" fmla="*/ 1909473 h 2077135"/>
                  <a:gd name="connsiteX12" fmla="*/ 831342 w 2392711"/>
                  <a:gd name="connsiteY12" fmla="*/ 1960709 h 2077135"/>
                  <a:gd name="connsiteX13" fmla="*/ 1034047 w 2392711"/>
                  <a:gd name="connsiteY13" fmla="*/ 1895453 h 2077135"/>
                  <a:gd name="connsiteX14" fmla="*/ 1034047 w 2392711"/>
                  <a:gd name="connsiteY14" fmla="*/ 1895453 h 2077135"/>
                  <a:gd name="connsiteX15" fmla="*/ 1132762 w 2392711"/>
                  <a:gd name="connsiteY15" fmla="*/ 1990699 h 2077135"/>
                  <a:gd name="connsiteX16" fmla="*/ 1257565 w 2392711"/>
                  <a:gd name="connsiteY16" fmla="*/ 2072070 h 2077135"/>
                  <a:gd name="connsiteX17" fmla="*/ 1419439 w 2392711"/>
                  <a:gd name="connsiteY17" fmla="*/ 1998937 h 2077135"/>
                  <a:gd name="connsiteX18" fmla="*/ 1499655 w 2392711"/>
                  <a:gd name="connsiteY18" fmla="*/ 1852383 h 2077135"/>
                  <a:gd name="connsiteX19" fmla="*/ 1706551 w 2392711"/>
                  <a:gd name="connsiteY19" fmla="*/ 1484045 h 2077135"/>
                  <a:gd name="connsiteX20" fmla="*/ 1803965 w 2392711"/>
                  <a:gd name="connsiteY20" fmla="*/ 1313282 h 2077135"/>
                  <a:gd name="connsiteX21" fmla="*/ 1806205 w 2392711"/>
                  <a:gd name="connsiteY21" fmla="*/ 1241161 h 2077135"/>
                  <a:gd name="connsiteX22" fmla="*/ 1806205 w 2392711"/>
                  <a:gd name="connsiteY22" fmla="*/ 1241161 h 2077135"/>
                  <a:gd name="connsiteX23" fmla="*/ 1806205 w 2392711"/>
                  <a:gd name="connsiteY23" fmla="*/ 1241161 h 2077135"/>
                  <a:gd name="connsiteX24" fmla="*/ 2085728 w 2392711"/>
                  <a:gd name="connsiteY24" fmla="*/ 920808 h 2077135"/>
                  <a:gd name="connsiteX25" fmla="*/ 2164136 w 2392711"/>
                  <a:gd name="connsiteY25" fmla="*/ 803376 h 2077135"/>
                  <a:gd name="connsiteX26" fmla="*/ 2164136 w 2392711"/>
                  <a:gd name="connsiteY26" fmla="*/ 803376 h 2077135"/>
                  <a:gd name="connsiteX27" fmla="*/ 2228670 w 2392711"/>
                  <a:gd name="connsiteY27" fmla="*/ 701193 h 2077135"/>
                  <a:gd name="connsiteX28" fmla="*/ 2361927 w 2392711"/>
                  <a:gd name="connsiteY28" fmla="*/ 393486 h 2077135"/>
                  <a:gd name="connsiteX29" fmla="*/ 2391628 w 2392711"/>
                  <a:gd name="connsiteY29" fmla="*/ 237609 h 2077135"/>
                  <a:gd name="connsiteX30" fmla="*/ 2392712 w 2392711"/>
                  <a:gd name="connsiteY30" fmla="*/ 66557 h 2077135"/>
                  <a:gd name="connsiteX31" fmla="*/ 2365613 w 2392711"/>
                  <a:gd name="connsiteY31" fmla="*/ 0 h 207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92711" h="2077135">
                    <a:moveTo>
                      <a:pt x="2365613" y="0"/>
                    </a:moveTo>
                    <a:lnTo>
                      <a:pt x="0" y="1766459"/>
                    </a:lnTo>
                    <a:cubicBezTo>
                      <a:pt x="30134" y="1804109"/>
                      <a:pt x="63088" y="1839519"/>
                      <a:pt x="97775" y="1873557"/>
                    </a:cubicBezTo>
                    <a:cubicBezTo>
                      <a:pt x="102184" y="1875797"/>
                      <a:pt x="107459" y="1877170"/>
                      <a:pt x="110855" y="1880494"/>
                    </a:cubicBezTo>
                    <a:cubicBezTo>
                      <a:pt x="148000" y="1916338"/>
                      <a:pt x="185650" y="1951892"/>
                      <a:pt x="236380" y="1967646"/>
                    </a:cubicBezTo>
                    <a:cubicBezTo>
                      <a:pt x="279450" y="1981088"/>
                      <a:pt x="320498" y="2000383"/>
                      <a:pt x="368048" y="1999443"/>
                    </a:cubicBezTo>
                    <a:cubicBezTo>
                      <a:pt x="392474" y="1998937"/>
                      <a:pt x="413142" y="1988097"/>
                      <a:pt x="436556" y="1986435"/>
                    </a:cubicBezTo>
                    <a:cubicBezTo>
                      <a:pt x="496031" y="1982172"/>
                      <a:pt x="546617" y="1954133"/>
                      <a:pt x="593300" y="1920529"/>
                    </a:cubicBezTo>
                    <a:cubicBezTo>
                      <a:pt x="611799" y="1907232"/>
                      <a:pt x="627771" y="1896176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50823" y="1898777"/>
                      <a:pt x="650823" y="1898777"/>
                      <a:pt x="650823" y="1898777"/>
                    </a:cubicBezTo>
                    <a:cubicBezTo>
                      <a:pt x="660363" y="1902318"/>
                      <a:pt x="669974" y="1905715"/>
                      <a:pt x="679513" y="1909473"/>
                    </a:cubicBezTo>
                    <a:cubicBezTo>
                      <a:pt x="729231" y="1929129"/>
                      <a:pt x="778372" y="1951387"/>
                      <a:pt x="831342" y="1960709"/>
                    </a:cubicBezTo>
                    <a:cubicBezTo>
                      <a:pt x="909823" y="1974584"/>
                      <a:pt x="974356" y="1941775"/>
                      <a:pt x="1034047" y="1895453"/>
                    </a:cubicBezTo>
                    <a:lnTo>
                      <a:pt x="1034047" y="1895453"/>
                    </a:lnTo>
                    <a:cubicBezTo>
                      <a:pt x="1066856" y="1927322"/>
                      <a:pt x="1098653" y="1960275"/>
                      <a:pt x="1132762" y="1990699"/>
                    </a:cubicBezTo>
                    <a:cubicBezTo>
                      <a:pt x="1170051" y="2023941"/>
                      <a:pt x="1210448" y="2054076"/>
                      <a:pt x="1257565" y="2072070"/>
                    </a:cubicBezTo>
                    <a:cubicBezTo>
                      <a:pt x="1308512" y="2091509"/>
                      <a:pt x="1393207" y="2052414"/>
                      <a:pt x="1419439" y="1998937"/>
                    </a:cubicBezTo>
                    <a:cubicBezTo>
                      <a:pt x="1443937" y="1948857"/>
                      <a:pt x="1471254" y="1899933"/>
                      <a:pt x="1499655" y="1852383"/>
                    </a:cubicBezTo>
                    <a:cubicBezTo>
                      <a:pt x="1571848" y="1731338"/>
                      <a:pt x="1637032" y="1606535"/>
                      <a:pt x="1706551" y="1484045"/>
                    </a:cubicBezTo>
                    <a:cubicBezTo>
                      <a:pt x="1738926" y="1427028"/>
                      <a:pt x="1769422" y="1368926"/>
                      <a:pt x="1803965" y="1313282"/>
                    </a:cubicBezTo>
                    <a:cubicBezTo>
                      <a:pt x="1819863" y="1287627"/>
                      <a:pt x="1824416" y="1265876"/>
                      <a:pt x="1806205" y="1241161"/>
                    </a:cubicBezTo>
                    <a:lnTo>
                      <a:pt x="1806205" y="1241161"/>
                    </a:lnTo>
                    <a:cubicBezTo>
                      <a:pt x="1806205" y="1241161"/>
                      <a:pt x="1806205" y="1241161"/>
                      <a:pt x="1806205" y="1241161"/>
                    </a:cubicBezTo>
                    <a:cubicBezTo>
                      <a:pt x="1907955" y="1141868"/>
                      <a:pt x="1997564" y="1031952"/>
                      <a:pt x="2085728" y="920808"/>
                    </a:cubicBezTo>
                    <a:cubicBezTo>
                      <a:pt x="2109432" y="880050"/>
                      <a:pt x="2143251" y="846013"/>
                      <a:pt x="2164136" y="803376"/>
                    </a:cubicBezTo>
                    <a:cubicBezTo>
                      <a:pt x="2164136" y="803376"/>
                      <a:pt x="2164136" y="803376"/>
                      <a:pt x="2164136" y="803376"/>
                    </a:cubicBezTo>
                    <a:cubicBezTo>
                      <a:pt x="2185743" y="769339"/>
                      <a:pt x="2209302" y="736458"/>
                      <a:pt x="2228670" y="701193"/>
                    </a:cubicBezTo>
                    <a:cubicBezTo>
                      <a:pt x="2282579" y="602839"/>
                      <a:pt x="2333165" y="502679"/>
                      <a:pt x="2361927" y="393486"/>
                    </a:cubicBezTo>
                    <a:cubicBezTo>
                      <a:pt x="2375368" y="342322"/>
                      <a:pt x="2391195" y="291302"/>
                      <a:pt x="2391628" y="237609"/>
                    </a:cubicBezTo>
                    <a:cubicBezTo>
                      <a:pt x="2392062" y="180592"/>
                      <a:pt x="2392350" y="123574"/>
                      <a:pt x="2392712" y="66557"/>
                    </a:cubicBezTo>
                    <a:cubicBezTo>
                      <a:pt x="2389532" y="41769"/>
                      <a:pt x="2391483" y="15826"/>
                      <a:pt x="2365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/>
              <p:cNvSpPr/>
              <p:nvPr/>
            </p:nvSpPr>
            <p:spPr>
              <a:xfrm>
                <a:off x="8768009" y="1076673"/>
                <a:ext cx="825607" cy="911522"/>
              </a:xfrm>
              <a:custGeom>
                <a:avLst/>
                <a:gdLst>
                  <a:gd name="connsiteX0" fmla="*/ 250036 w 810382"/>
                  <a:gd name="connsiteY0" fmla="*/ 768915 h 894713"/>
                  <a:gd name="connsiteX1" fmla="*/ 175169 w 810382"/>
                  <a:gd name="connsiteY1" fmla="*/ 689351 h 894713"/>
                  <a:gd name="connsiteX2" fmla="*/ 33456 w 810382"/>
                  <a:gd name="connsiteY2" fmla="*/ 184865 h 894713"/>
                  <a:gd name="connsiteX3" fmla="*/ 121548 w 810382"/>
                  <a:gd name="connsiteY3" fmla="*/ 84994 h 894713"/>
                  <a:gd name="connsiteX4" fmla="*/ 233993 w 810382"/>
                  <a:gd name="connsiteY4" fmla="*/ 10 h 894713"/>
                  <a:gd name="connsiteX5" fmla="*/ 240496 w 810382"/>
                  <a:gd name="connsiteY5" fmla="*/ 59990 h 894713"/>
                  <a:gd name="connsiteX6" fmla="*/ 775478 w 810382"/>
                  <a:gd name="connsiteY6" fmla="*/ 767831 h 894713"/>
                  <a:gd name="connsiteX7" fmla="*/ 810382 w 810382"/>
                  <a:gd name="connsiteY7" fmla="*/ 786765 h 894713"/>
                  <a:gd name="connsiteX8" fmla="*/ 691000 w 810382"/>
                  <a:gd name="connsiteY8" fmla="*/ 849491 h 894713"/>
                  <a:gd name="connsiteX9" fmla="*/ 520381 w 810382"/>
                  <a:gd name="connsiteY9" fmla="*/ 894657 h 894713"/>
                  <a:gd name="connsiteX10" fmla="*/ 250036 w 810382"/>
                  <a:gd name="connsiteY10" fmla="*/ 768915 h 8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0382" h="894713">
                    <a:moveTo>
                      <a:pt x="250036" y="768915"/>
                    </a:moveTo>
                    <a:cubicBezTo>
                      <a:pt x="223442" y="743550"/>
                      <a:pt x="198583" y="716306"/>
                      <a:pt x="175169" y="689351"/>
                    </a:cubicBezTo>
                    <a:cubicBezTo>
                      <a:pt x="60122" y="556671"/>
                      <a:pt x="-59983" y="360181"/>
                      <a:pt x="33456" y="184865"/>
                    </a:cubicBezTo>
                    <a:cubicBezTo>
                      <a:pt x="54557" y="145191"/>
                      <a:pt x="87077" y="113105"/>
                      <a:pt x="121548" y="84994"/>
                    </a:cubicBezTo>
                    <a:cubicBezTo>
                      <a:pt x="128846" y="79068"/>
                      <a:pt x="233849" y="-1002"/>
                      <a:pt x="233993" y="10"/>
                    </a:cubicBezTo>
                    <a:cubicBezTo>
                      <a:pt x="238690" y="25664"/>
                      <a:pt x="238184" y="42718"/>
                      <a:pt x="240496" y="59990"/>
                    </a:cubicBezTo>
                    <a:cubicBezTo>
                      <a:pt x="273955" y="307499"/>
                      <a:pt x="501447" y="627563"/>
                      <a:pt x="775478" y="767831"/>
                    </a:cubicBezTo>
                    <a:cubicBezTo>
                      <a:pt x="787258" y="773829"/>
                      <a:pt x="798748" y="780477"/>
                      <a:pt x="810382" y="786765"/>
                    </a:cubicBezTo>
                    <a:cubicBezTo>
                      <a:pt x="784150" y="772456"/>
                      <a:pt x="712535" y="838796"/>
                      <a:pt x="691000" y="849491"/>
                    </a:cubicBezTo>
                    <a:cubicBezTo>
                      <a:pt x="640848" y="874495"/>
                      <a:pt x="576676" y="893501"/>
                      <a:pt x="520381" y="894657"/>
                    </a:cubicBezTo>
                    <a:cubicBezTo>
                      <a:pt x="412561" y="896753"/>
                      <a:pt x="324469" y="839952"/>
                      <a:pt x="250036" y="7689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/>
              <p:cNvSpPr/>
              <p:nvPr/>
            </p:nvSpPr>
            <p:spPr>
              <a:xfrm>
                <a:off x="8979447" y="-131272"/>
                <a:ext cx="2394230" cy="2191162"/>
              </a:xfrm>
              <a:custGeom>
                <a:avLst/>
                <a:gdLst>
                  <a:gd name="connsiteX0" fmla="*/ 1754931 w 2394230"/>
                  <a:gd name="connsiteY0" fmla="*/ 1327151 h 2191162"/>
                  <a:gd name="connsiteX1" fmla="*/ 1791255 w 2394230"/>
                  <a:gd name="connsiteY1" fmla="*/ 1339372 h 2191162"/>
                  <a:gd name="connsiteX2" fmla="*/ 1788973 w 2394230"/>
                  <a:gd name="connsiteY2" fmla="*/ 1412848 h 2191162"/>
                  <a:gd name="connsiteX3" fmla="*/ 1689729 w 2394230"/>
                  <a:gd name="connsiteY3" fmla="*/ 1586820 h 2191162"/>
                  <a:gd name="connsiteX4" fmla="*/ 1478946 w 2394230"/>
                  <a:gd name="connsiteY4" fmla="*/ 1962077 h 2191162"/>
                  <a:gd name="connsiteX5" fmla="*/ 1397224 w 2394230"/>
                  <a:gd name="connsiteY5" fmla="*/ 2111385 h 2191162"/>
                  <a:gd name="connsiteX6" fmla="*/ 1236947 w 2394230"/>
                  <a:gd name="connsiteY6" fmla="*/ 2187511 h 2191162"/>
                  <a:gd name="connsiteX7" fmla="*/ 1106928 w 2394230"/>
                  <a:gd name="connsiteY7" fmla="*/ 2107999 h 2191162"/>
                  <a:gd name="connsiteX8" fmla="*/ 1004665 w 2394230"/>
                  <a:gd name="connsiteY8" fmla="*/ 2006104 h 2191162"/>
                  <a:gd name="connsiteX9" fmla="*/ 1118045 w 2394230"/>
                  <a:gd name="connsiteY9" fmla="*/ 1841703 h 2191162"/>
                  <a:gd name="connsiteX10" fmla="*/ 1287966 w 2394230"/>
                  <a:gd name="connsiteY10" fmla="*/ 1683340 h 2191162"/>
                  <a:gd name="connsiteX11" fmla="*/ 1719546 w 2394230"/>
                  <a:gd name="connsiteY11" fmla="*/ 1343200 h 2191162"/>
                  <a:gd name="connsiteX12" fmla="*/ 1754931 w 2394230"/>
                  <a:gd name="connsiteY12" fmla="*/ 1327151 h 2191162"/>
                  <a:gd name="connsiteX13" fmla="*/ 914404 w 2394230"/>
                  <a:gd name="connsiteY13" fmla="*/ 1114601 h 2191162"/>
                  <a:gd name="connsiteX14" fmla="*/ 914625 w 2394230"/>
                  <a:gd name="connsiteY14" fmla="*/ 1115557 h 2191162"/>
                  <a:gd name="connsiteX15" fmla="*/ 915803 w 2394230"/>
                  <a:gd name="connsiteY15" fmla="*/ 1114674 h 2191162"/>
                  <a:gd name="connsiteX16" fmla="*/ 914404 w 2394230"/>
                  <a:gd name="connsiteY16" fmla="*/ 1114601 h 2191162"/>
                  <a:gd name="connsiteX17" fmla="*/ 1319699 w 2394230"/>
                  <a:gd name="connsiteY17" fmla="*/ 810712 h 2191162"/>
                  <a:gd name="connsiteX18" fmla="*/ 1353124 w 2394230"/>
                  <a:gd name="connsiteY18" fmla="*/ 822317 h 2191162"/>
                  <a:gd name="connsiteX19" fmla="*/ 1370574 w 2394230"/>
                  <a:gd name="connsiteY19" fmla="*/ 843225 h 2191162"/>
                  <a:gd name="connsiteX20" fmla="*/ 1351946 w 2394230"/>
                  <a:gd name="connsiteY20" fmla="*/ 909707 h 2191162"/>
                  <a:gd name="connsiteX21" fmla="*/ 954086 w 2394230"/>
                  <a:gd name="connsiteY21" fmla="*/ 1310144 h 2191162"/>
                  <a:gd name="connsiteX22" fmla="*/ 746028 w 2394230"/>
                  <a:gd name="connsiteY22" fmla="*/ 1505834 h 2191162"/>
                  <a:gd name="connsiteX23" fmla="*/ 569774 w 2394230"/>
                  <a:gd name="connsiteY23" fmla="*/ 1573788 h 2191162"/>
                  <a:gd name="connsiteX24" fmla="*/ 471193 w 2394230"/>
                  <a:gd name="connsiteY24" fmla="*/ 1476753 h 2191162"/>
                  <a:gd name="connsiteX25" fmla="*/ 409937 w 2394230"/>
                  <a:gd name="connsiteY25" fmla="*/ 1381853 h 2191162"/>
                  <a:gd name="connsiteX26" fmla="*/ 368709 w 2394230"/>
                  <a:gd name="connsiteY26" fmla="*/ 1300204 h 2191162"/>
                  <a:gd name="connsiteX27" fmla="*/ 391312 w 2394230"/>
                  <a:gd name="connsiteY27" fmla="*/ 1231294 h 2191162"/>
                  <a:gd name="connsiteX28" fmla="*/ 830032 w 2394230"/>
                  <a:gd name="connsiteY28" fmla="*/ 1015430 h 2191162"/>
                  <a:gd name="connsiteX29" fmla="*/ 1284728 w 2394230"/>
                  <a:gd name="connsiteY29" fmla="*/ 817384 h 2191162"/>
                  <a:gd name="connsiteX30" fmla="*/ 1319699 w 2394230"/>
                  <a:gd name="connsiteY30" fmla="*/ 810712 h 2191162"/>
                  <a:gd name="connsiteX31" fmla="*/ 953467 w 2394230"/>
                  <a:gd name="connsiteY31" fmla="*/ 284618 h 2191162"/>
                  <a:gd name="connsiteX32" fmla="*/ 992002 w 2394230"/>
                  <a:gd name="connsiteY32" fmla="*/ 319322 h 2191162"/>
                  <a:gd name="connsiteX33" fmla="*/ 961080 w 2394230"/>
                  <a:gd name="connsiteY33" fmla="*/ 379104 h 2191162"/>
                  <a:gd name="connsiteX34" fmla="*/ 305171 w 2394230"/>
                  <a:gd name="connsiteY34" fmla="*/ 830267 h 2191162"/>
                  <a:gd name="connsiteX35" fmla="*/ 167717 w 2394230"/>
                  <a:gd name="connsiteY35" fmla="*/ 855962 h 2191162"/>
                  <a:gd name="connsiteX36" fmla="*/ 3464 w 2394230"/>
                  <a:gd name="connsiteY36" fmla="*/ 597029 h 2191162"/>
                  <a:gd name="connsiteX37" fmla="*/ 31734 w 2394230"/>
                  <a:gd name="connsiteY37" fmla="*/ 525100 h 2191162"/>
                  <a:gd name="connsiteX38" fmla="*/ 442184 w 2394230"/>
                  <a:gd name="connsiteY38" fmla="*/ 389779 h 2191162"/>
                  <a:gd name="connsiteX39" fmla="*/ 933325 w 2394230"/>
                  <a:gd name="connsiteY39" fmla="*/ 285309 h 2191162"/>
                  <a:gd name="connsiteX40" fmla="*/ 953467 w 2394230"/>
                  <a:gd name="connsiteY40" fmla="*/ 284618 h 2191162"/>
                  <a:gd name="connsiteX41" fmla="*/ 2000566 w 2394230"/>
                  <a:gd name="connsiteY41" fmla="*/ 115 h 2191162"/>
                  <a:gd name="connsiteX42" fmla="*/ 2124621 w 2394230"/>
                  <a:gd name="connsiteY42" fmla="*/ 4069 h 2191162"/>
                  <a:gd name="connsiteX43" fmla="*/ 2359775 w 2394230"/>
                  <a:gd name="connsiteY43" fmla="*/ 74084 h 2191162"/>
                  <a:gd name="connsiteX44" fmla="*/ 2388782 w 2394230"/>
                  <a:gd name="connsiteY44" fmla="*/ 142701 h 2191162"/>
                  <a:gd name="connsiteX45" fmla="*/ 2221731 w 2394230"/>
                  <a:gd name="connsiteY45" fmla="*/ 789260 h 2191162"/>
                  <a:gd name="connsiteX46" fmla="*/ 2155986 w 2394230"/>
                  <a:gd name="connsiteY46" fmla="*/ 893436 h 2191162"/>
                  <a:gd name="connsiteX47" fmla="*/ 1912293 w 2394230"/>
                  <a:gd name="connsiteY47" fmla="*/ 736104 h 2191162"/>
                  <a:gd name="connsiteX48" fmla="*/ 1741414 w 2394230"/>
                  <a:gd name="connsiteY48" fmla="*/ 573544 h 2191162"/>
                  <a:gd name="connsiteX49" fmla="*/ 1601823 w 2394230"/>
                  <a:gd name="connsiteY49" fmla="*/ 360699 h 2191162"/>
                  <a:gd name="connsiteX50" fmla="*/ 1523120 w 2394230"/>
                  <a:gd name="connsiteY50" fmla="*/ 92711 h 2191162"/>
                  <a:gd name="connsiteX51" fmla="*/ 1634807 w 2394230"/>
                  <a:gd name="connsiteY51" fmla="*/ 55163 h 2191162"/>
                  <a:gd name="connsiteX52" fmla="*/ 2000566 w 2394230"/>
                  <a:gd name="connsiteY52" fmla="*/ 115 h 219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394230" h="2191162">
                    <a:moveTo>
                      <a:pt x="1754931" y="1327151"/>
                    </a:moveTo>
                    <a:cubicBezTo>
                      <a:pt x="1766775" y="1326083"/>
                      <a:pt x="1778776" y="1329727"/>
                      <a:pt x="1791255" y="1339372"/>
                    </a:cubicBezTo>
                    <a:cubicBezTo>
                      <a:pt x="1809808" y="1364478"/>
                      <a:pt x="1805170" y="1386712"/>
                      <a:pt x="1788973" y="1412848"/>
                    </a:cubicBezTo>
                    <a:cubicBezTo>
                      <a:pt x="1753855" y="1469538"/>
                      <a:pt x="1722712" y="1528805"/>
                      <a:pt x="1689729" y="1586820"/>
                    </a:cubicBezTo>
                    <a:cubicBezTo>
                      <a:pt x="1618904" y="1711611"/>
                      <a:pt x="1552496" y="1838759"/>
                      <a:pt x="1478946" y="1962077"/>
                    </a:cubicBezTo>
                    <a:cubicBezTo>
                      <a:pt x="1450012" y="2010521"/>
                      <a:pt x="1422182" y="2060364"/>
                      <a:pt x="1397224" y="2111385"/>
                    </a:cubicBezTo>
                    <a:cubicBezTo>
                      <a:pt x="1371162" y="2164615"/>
                      <a:pt x="1294962" y="2203561"/>
                      <a:pt x="1236947" y="2187511"/>
                    </a:cubicBezTo>
                    <a:cubicBezTo>
                      <a:pt x="1187618" y="2173891"/>
                      <a:pt x="1144549" y="2141644"/>
                      <a:pt x="1106928" y="2107999"/>
                    </a:cubicBezTo>
                    <a:cubicBezTo>
                      <a:pt x="1093822" y="2096292"/>
                      <a:pt x="1003267" y="2021049"/>
                      <a:pt x="1004665" y="2006104"/>
                    </a:cubicBezTo>
                    <a:cubicBezTo>
                      <a:pt x="1011438" y="1934247"/>
                      <a:pt x="1070116" y="1889043"/>
                      <a:pt x="1118045" y="1841703"/>
                    </a:cubicBezTo>
                    <a:cubicBezTo>
                      <a:pt x="1173189" y="1787296"/>
                      <a:pt x="1229804" y="1734508"/>
                      <a:pt x="1287966" y="1683340"/>
                    </a:cubicBezTo>
                    <a:cubicBezTo>
                      <a:pt x="1425863" y="1561935"/>
                      <a:pt x="1575097" y="1455918"/>
                      <a:pt x="1719546" y="1343200"/>
                    </a:cubicBezTo>
                    <a:cubicBezTo>
                      <a:pt x="1731399" y="1333998"/>
                      <a:pt x="1743087" y="1328218"/>
                      <a:pt x="1754931" y="1327151"/>
                    </a:cubicBezTo>
                    <a:close/>
                    <a:moveTo>
                      <a:pt x="914404" y="1114601"/>
                    </a:moveTo>
                    <a:cubicBezTo>
                      <a:pt x="914477" y="1114895"/>
                      <a:pt x="914552" y="1115263"/>
                      <a:pt x="914625" y="1115557"/>
                    </a:cubicBezTo>
                    <a:cubicBezTo>
                      <a:pt x="915066" y="1115263"/>
                      <a:pt x="915435" y="1114968"/>
                      <a:pt x="915803" y="1114674"/>
                    </a:cubicBezTo>
                    <a:cubicBezTo>
                      <a:pt x="915287" y="1114674"/>
                      <a:pt x="914846" y="1114601"/>
                      <a:pt x="914404" y="1114601"/>
                    </a:cubicBezTo>
                    <a:close/>
                    <a:moveTo>
                      <a:pt x="1319699" y="810712"/>
                    </a:moveTo>
                    <a:cubicBezTo>
                      <a:pt x="1331056" y="811457"/>
                      <a:pt x="1342154" y="815249"/>
                      <a:pt x="1353124" y="822317"/>
                    </a:cubicBezTo>
                    <a:cubicBezTo>
                      <a:pt x="1362548" y="826292"/>
                      <a:pt x="1369984" y="831887"/>
                      <a:pt x="1370574" y="843225"/>
                    </a:cubicBezTo>
                    <a:cubicBezTo>
                      <a:pt x="1370941" y="870760"/>
                      <a:pt x="1372634" y="887914"/>
                      <a:pt x="1351946" y="909707"/>
                    </a:cubicBezTo>
                    <a:cubicBezTo>
                      <a:pt x="1222370" y="1046131"/>
                      <a:pt x="1089701" y="1179684"/>
                      <a:pt x="954086" y="1310144"/>
                    </a:cubicBezTo>
                    <a:cubicBezTo>
                      <a:pt x="885470" y="1376183"/>
                      <a:pt x="816117" y="1441414"/>
                      <a:pt x="746028" y="1505834"/>
                    </a:cubicBezTo>
                    <a:cubicBezTo>
                      <a:pt x="692651" y="1554868"/>
                      <a:pt x="641483" y="1629227"/>
                      <a:pt x="569774" y="1573788"/>
                    </a:cubicBezTo>
                    <a:cubicBezTo>
                      <a:pt x="533036" y="1545370"/>
                      <a:pt x="504396" y="1508705"/>
                      <a:pt x="471193" y="1476753"/>
                    </a:cubicBezTo>
                    <a:cubicBezTo>
                      <a:pt x="450726" y="1445095"/>
                      <a:pt x="429964" y="1413732"/>
                      <a:pt x="409937" y="1381853"/>
                    </a:cubicBezTo>
                    <a:cubicBezTo>
                      <a:pt x="393667" y="1356011"/>
                      <a:pt x="380121" y="1328697"/>
                      <a:pt x="368709" y="1300204"/>
                    </a:cubicBezTo>
                    <a:cubicBezTo>
                      <a:pt x="356634" y="1270166"/>
                      <a:pt x="362746" y="1249404"/>
                      <a:pt x="391312" y="1231294"/>
                    </a:cubicBezTo>
                    <a:cubicBezTo>
                      <a:pt x="528103" y="1144712"/>
                      <a:pt x="682638" y="1081912"/>
                      <a:pt x="830032" y="1015430"/>
                    </a:cubicBezTo>
                    <a:cubicBezTo>
                      <a:pt x="980738" y="947476"/>
                      <a:pt x="1132623" y="882171"/>
                      <a:pt x="1284728" y="817384"/>
                    </a:cubicBezTo>
                    <a:cubicBezTo>
                      <a:pt x="1296729" y="812267"/>
                      <a:pt x="1308343" y="809966"/>
                      <a:pt x="1319699" y="810712"/>
                    </a:cubicBezTo>
                    <a:close/>
                    <a:moveTo>
                      <a:pt x="953467" y="284618"/>
                    </a:moveTo>
                    <a:cubicBezTo>
                      <a:pt x="971323" y="287697"/>
                      <a:pt x="982781" y="301377"/>
                      <a:pt x="992002" y="319322"/>
                    </a:cubicBezTo>
                    <a:cubicBezTo>
                      <a:pt x="997081" y="347226"/>
                      <a:pt x="983167" y="364012"/>
                      <a:pt x="961080" y="379104"/>
                    </a:cubicBezTo>
                    <a:cubicBezTo>
                      <a:pt x="742124" y="529002"/>
                      <a:pt x="523316" y="679119"/>
                      <a:pt x="305171" y="830267"/>
                    </a:cubicBezTo>
                    <a:cubicBezTo>
                      <a:pt x="262249" y="860010"/>
                      <a:pt x="217633" y="869140"/>
                      <a:pt x="167717" y="855962"/>
                    </a:cubicBezTo>
                    <a:cubicBezTo>
                      <a:pt x="65233" y="818634"/>
                      <a:pt x="32397" y="689573"/>
                      <a:pt x="3464" y="597029"/>
                    </a:cubicBezTo>
                    <a:cubicBezTo>
                      <a:pt x="-6108" y="566328"/>
                      <a:pt x="4421" y="541591"/>
                      <a:pt x="31734" y="525100"/>
                    </a:cubicBezTo>
                    <a:cubicBezTo>
                      <a:pt x="151005" y="453169"/>
                      <a:pt x="307969" y="424236"/>
                      <a:pt x="442184" y="389779"/>
                    </a:cubicBezTo>
                    <a:cubicBezTo>
                      <a:pt x="604597" y="348109"/>
                      <a:pt x="769586" y="319543"/>
                      <a:pt x="933325" y="285309"/>
                    </a:cubicBezTo>
                    <a:cubicBezTo>
                      <a:pt x="940853" y="283744"/>
                      <a:pt x="947516" y="283592"/>
                      <a:pt x="953467" y="284618"/>
                    </a:cubicBezTo>
                    <a:close/>
                    <a:moveTo>
                      <a:pt x="2000566" y="115"/>
                    </a:moveTo>
                    <a:cubicBezTo>
                      <a:pt x="2041772" y="-417"/>
                      <a:pt x="2083135" y="903"/>
                      <a:pt x="2124621" y="4069"/>
                    </a:cubicBezTo>
                    <a:cubicBezTo>
                      <a:pt x="2206197" y="10326"/>
                      <a:pt x="2288728" y="33370"/>
                      <a:pt x="2359775" y="74084"/>
                    </a:cubicBezTo>
                    <a:cubicBezTo>
                      <a:pt x="2387750" y="90134"/>
                      <a:pt x="2385616" y="117080"/>
                      <a:pt x="2388782" y="142701"/>
                    </a:cubicBezTo>
                    <a:cubicBezTo>
                      <a:pt x="2417053" y="375939"/>
                      <a:pt x="2331429" y="589225"/>
                      <a:pt x="2221731" y="789260"/>
                    </a:cubicBezTo>
                    <a:cubicBezTo>
                      <a:pt x="2202000" y="825187"/>
                      <a:pt x="2177999" y="858760"/>
                      <a:pt x="2155986" y="893436"/>
                    </a:cubicBezTo>
                    <a:cubicBezTo>
                      <a:pt x="2139789" y="918763"/>
                      <a:pt x="1932539" y="751859"/>
                      <a:pt x="1912293" y="736104"/>
                    </a:cubicBezTo>
                    <a:cubicBezTo>
                      <a:pt x="1849934" y="687659"/>
                      <a:pt x="1792360" y="633326"/>
                      <a:pt x="1741414" y="573544"/>
                    </a:cubicBezTo>
                    <a:cubicBezTo>
                      <a:pt x="1686342" y="508829"/>
                      <a:pt x="1639003" y="437709"/>
                      <a:pt x="1601823" y="360699"/>
                    </a:cubicBezTo>
                    <a:cubicBezTo>
                      <a:pt x="1588129" y="332280"/>
                      <a:pt x="1486456" y="118479"/>
                      <a:pt x="1523120" y="92711"/>
                    </a:cubicBezTo>
                    <a:cubicBezTo>
                      <a:pt x="1556619" y="69226"/>
                      <a:pt x="1597333" y="66133"/>
                      <a:pt x="1634807" y="55163"/>
                    </a:cubicBezTo>
                    <a:cubicBezTo>
                      <a:pt x="1754740" y="19990"/>
                      <a:pt x="1876949" y="1713"/>
                      <a:pt x="2000566" y="1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/>
              <p:cNvSpPr/>
              <p:nvPr/>
            </p:nvSpPr>
            <p:spPr>
              <a:xfrm>
                <a:off x="8830635" y="-95620"/>
                <a:ext cx="2383721" cy="1860601"/>
              </a:xfrm>
              <a:custGeom>
                <a:avLst/>
                <a:gdLst>
                  <a:gd name="connsiteX0" fmla="*/ 115613 w 2383721"/>
                  <a:gd name="connsiteY0" fmla="*/ 1324334 h 1860601"/>
                  <a:gd name="connsiteX1" fmla="*/ 156989 w 2383721"/>
                  <a:gd name="connsiteY1" fmla="*/ 1366888 h 1860601"/>
                  <a:gd name="connsiteX2" fmla="*/ 351280 w 2383721"/>
                  <a:gd name="connsiteY2" fmla="*/ 1708058 h 1860601"/>
                  <a:gd name="connsiteX3" fmla="*/ 366226 w 2383721"/>
                  <a:gd name="connsiteY3" fmla="*/ 1770859 h 1860601"/>
                  <a:gd name="connsiteX4" fmla="*/ 258736 w 2383721"/>
                  <a:gd name="connsiteY4" fmla="*/ 1853096 h 1860601"/>
                  <a:gd name="connsiteX5" fmla="*/ 208673 w 2383721"/>
                  <a:gd name="connsiteY5" fmla="*/ 1851035 h 1860601"/>
                  <a:gd name="connsiteX6" fmla="*/ 16663 w 2383721"/>
                  <a:gd name="connsiteY6" fmla="*/ 1605796 h 1860601"/>
                  <a:gd name="connsiteX7" fmla="*/ 63341 w 2383721"/>
                  <a:gd name="connsiteY7" fmla="*/ 1344728 h 1860601"/>
                  <a:gd name="connsiteX8" fmla="*/ 115613 w 2383721"/>
                  <a:gd name="connsiteY8" fmla="*/ 1324334 h 1860601"/>
                  <a:gd name="connsiteX9" fmla="*/ 1437223 w 2383721"/>
                  <a:gd name="connsiteY9" fmla="*/ 852411 h 1860601"/>
                  <a:gd name="connsiteX10" fmla="*/ 1374496 w 2383721"/>
                  <a:gd name="connsiteY10" fmla="*/ 909837 h 1860601"/>
                  <a:gd name="connsiteX11" fmla="*/ 733238 w 2383721"/>
                  <a:gd name="connsiteY11" fmla="*/ 1388020 h 1860601"/>
                  <a:gd name="connsiteX12" fmla="*/ 679345 w 2383721"/>
                  <a:gd name="connsiteY12" fmla="*/ 1389272 h 1860601"/>
                  <a:gd name="connsiteX13" fmla="*/ 690537 w 2383721"/>
                  <a:gd name="connsiteY13" fmla="*/ 1346644 h 1860601"/>
                  <a:gd name="connsiteX14" fmla="*/ 1066677 w 2383721"/>
                  <a:gd name="connsiteY14" fmla="*/ 1081968 h 1860601"/>
                  <a:gd name="connsiteX15" fmla="*/ 1393271 w 2383721"/>
                  <a:gd name="connsiteY15" fmla="*/ 866767 h 1860601"/>
                  <a:gd name="connsiteX16" fmla="*/ 1437223 w 2383721"/>
                  <a:gd name="connsiteY16" fmla="*/ 852411 h 1860601"/>
                  <a:gd name="connsiteX17" fmla="*/ 1012122 w 2383721"/>
                  <a:gd name="connsiteY17" fmla="*/ 306348 h 1860601"/>
                  <a:gd name="connsiteX18" fmla="*/ 1035239 w 2383721"/>
                  <a:gd name="connsiteY18" fmla="*/ 322692 h 1860601"/>
                  <a:gd name="connsiteX19" fmla="*/ 1018306 w 2383721"/>
                  <a:gd name="connsiteY19" fmla="*/ 343380 h 1860601"/>
                  <a:gd name="connsiteX20" fmla="*/ 772626 w 2383721"/>
                  <a:gd name="connsiteY20" fmla="*/ 425911 h 1860601"/>
                  <a:gd name="connsiteX21" fmla="*/ 343550 w 2383721"/>
                  <a:gd name="connsiteY21" fmla="*/ 626460 h 1860601"/>
                  <a:gd name="connsiteX22" fmla="*/ 302689 w 2383721"/>
                  <a:gd name="connsiteY22" fmla="*/ 656278 h 1860601"/>
                  <a:gd name="connsiteX23" fmla="*/ 253583 w 2383721"/>
                  <a:gd name="connsiteY23" fmla="*/ 644572 h 1860601"/>
                  <a:gd name="connsiteX24" fmla="*/ 212132 w 2383721"/>
                  <a:gd name="connsiteY24" fmla="*/ 562556 h 1860601"/>
                  <a:gd name="connsiteX25" fmla="*/ 229802 w 2383721"/>
                  <a:gd name="connsiteY25" fmla="*/ 514774 h 1860601"/>
                  <a:gd name="connsiteX26" fmla="*/ 420340 w 2383721"/>
                  <a:gd name="connsiteY26" fmla="*/ 446379 h 1860601"/>
                  <a:gd name="connsiteX27" fmla="*/ 894104 w 2383721"/>
                  <a:gd name="connsiteY27" fmla="*/ 326005 h 1860601"/>
                  <a:gd name="connsiteX28" fmla="*/ 1012122 w 2383721"/>
                  <a:gd name="connsiteY28" fmla="*/ 306348 h 1860601"/>
                  <a:gd name="connsiteX29" fmla="*/ 2142532 w 2383721"/>
                  <a:gd name="connsiteY29" fmla="*/ 0 h 1860601"/>
                  <a:gd name="connsiteX30" fmla="*/ 2340285 w 2383721"/>
                  <a:gd name="connsiteY30" fmla="*/ 23044 h 1860601"/>
                  <a:gd name="connsiteX31" fmla="*/ 2383428 w 2383721"/>
                  <a:gd name="connsiteY31" fmla="*/ 61697 h 1860601"/>
                  <a:gd name="connsiteX32" fmla="*/ 2349119 w 2383721"/>
                  <a:gd name="connsiteY32" fmla="*/ 108595 h 1860601"/>
                  <a:gd name="connsiteX33" fmla="*/ 1857611 w 2383721"/>
                  <a:gd name="connsiteY33" fmla="*/ 316801 h 1860601"/>
                  <a:gd name="connsiteX34" fmla="*/ 1792013 w 2383721"/>
                  <a:gd name="connsiteY34" fmla="*/ 294787 h 1860601"/>
                  <a:gd name="connsiteX35" fmla="*/ 1725899 w 2383721"/>
                  <a:gd name="connsiteY35" fmla="*/ 128325 h 1860601"/>
                  <a:gd name="connsiteX36" fmla="*/ 1757484 w 2383721"/>
                  <a:gd name="connsiteY36" fmla="*/ 70163 h 1860601"/>
                  <a:gd name="connsiteX37" fmla="*/ 2142532 w 2383721"/>
                  <a:gd name="connsiteY37" fmla="*/ 0 h 1860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383721" h="1860601">
                    <a:moveTo>
                      <a:pt x="115613" y="1324334"/>
                    </a:moveTo>
                    <a:cubicBezTo>
                      <a:pt x="137331" y="1330740"/>
                      <a:pt x="151394" y="1343108"/>
                      <a:pt x="156989" y="1366888"/>
                    </a:cubicBezTo>
                    <a:cubicBezTo>
                      <a:pt x="188131" y="1499631"/>
                      <a:pt x="253804" y="1612937"/>
                      <a:pt x="351280" y="1708058"/>
                    </a:cubicBezTo>
                    <a:cubicBezTo>
                      <a:pt x="368950" y="1725360"/>
                      <a:pt x="391331" y="1750613"/>
                      <a:pt x="366226" y="1770859"/>
                    </a:cubicBezTo>
                    <a:cubicBezTo>
                      <a:pt x="335156" y="1792504"/>
                      <a:pt x="291056" y="1833218"/>
                      <a:pt x="258736" y="1853096"/>
                    </a:cubicBezTo>
                    <a:cubicBezTo>
                      <a:pt x="242613" y="1862962"/>
                      <a:pt x="225458" y="1863918"/>
                      <a:pt x="208673" y="1851035"/>
                    </a:cubicBezTo>
                    <a:cubicBezTo>
                      <a:pt x="123342" y="1785878"/>
                      <a:pt x="54212" y="1708279"/>
                      <a:pt x="16663" y="1605796"/>
                    </a:cubicBezTo>
                    <a:cubicBezTo>
                      <a:pt x="-18602" y="1509717"/>
                      <a:pt x="4516" y="1423578"/>
                      <a:pt x="63341" y="1344728"/>
                    </a:cubicBezTo>
                    <a:cubicBezTo>
                      <a:pt x="75047" y="1329046"/>
                      <a:pt x="93010" y="1317707"/>
                      <a:pt x="115613" y="1324334"/>
                    </a:cubicBezTo>
                    <a:close/>
                    <a:moveTo>
                      <a:pt x="1437223" y="852411"/>
                    </a:moveTo>
                    <a:cubicBezTo>
                      <a:pt x="1417860" y="871406"/>
                      <a:pt x="1392459" y="895701"/>
                      <a:pt x="1374496" y="909837"/>
                    </a:cubicBezTo>
                    <a:cubicBezTo>
                      <a:pt x="1256626" y="1002897"/>
                      <a:pt x="793314" y="1341195"/>
                      <a:pt x="733238" y="1388020"/>
                    </a:cubicBezTo>
                    <a:cubicBezTo>
                      <a:pt x="704672" y="1410254"/>
                      <a:pt x="691788" y="1412905"/>
                      <a:pt x="679345" y="1389272"/>
                    </a:cubicBezTo>
                    <a:cubicBezTo>
                      <a:pt x="666829" y="1365638"/>
                      <a:pt x="673750" y="1358423"/>
                      <a:pt x="690537" y="1346644"/>
                    </a:cubicBezTo>
                    <a:cubicBezTo>
                      <a:pt x="815769" y="1258296"/>
                      <a:pt x="940488" y="1168991"/>
                      <a:pt x="1066677" y="1081968"/>
                    </a:cubicBezTo>
                    <a:cubicBezTo>
                      <a:pt x="1174020" y="1007976"/>
                      <a:pt x="1282467" y="935531"/>
                      <a:pt x="1393271" y="866767"/>
                    </a:cubicBezTo>
                    <a:cubicBezTo>
                      <a:pt x="1401000" y="861982"/>
                      <a:pt x="1419406" y="849392"/>
                      <a:pt x="1437223" y="852411"/>
                    </a:cubicBezTo>
                    <a:close/>
                    <a:moveTo>
                      <a:pt x="1012122" y="306348"/>
                    </a:moveTo>
                    <a:cubicBezTo>
                      <a:pt x="1025300" y="303770"/>
                      <a:pt x="1031633" y="312090"/>
                      <a:pt x="1035239" y="322692"/>
                    </a:cubicBezTo>
                    <a:cubicBezTo>
                      <a:pt x="1040319" y="337784"/>
                      <a:pt x="1028540" y="339993"/>
                      <a:pt x="1018306" y="343380"/>
                    </a:cubicBezTo>
                    <a:cubicBezTo>
                      <a:pt x="936363" y="370694"/>
                      <a:pt x="853685" y="396168"/>
                      <a:pt x="772626" y="425911"/>
                    </a:cubicBezTo>
                    <a:cubicBezTo>
                      <a:pt x="623980" y="480392"/>
                      <a:pt x="476734" y="538481"/>
                      <a:pt x="343550" y="626460"/>
                    </a:cubicBezTo>
                    <a:cubicBezTo>
                      <a:pt x="329487" y="635737"/>
                      <a:pt x="316088" y="646044"/>
                      <a:pt x="302689" y="656278"/>
                    </a:cubicBezTo>
                    <a:cubicBezTo>
                      <a:pt x="274860" y="677481"/>
                      <a:pt x="269927" y="676524"/>
                      <a:pt x="253583" y="644572"/>
                    </a:cubicBezTo>
                    <a:cubicBezTo>
                      <a:pt x="239668" y="617258"/>
                      <a:pt x="228036" y="588619"/>
                      <a:pt x="212132" y="562556"/>
                    </a:cubicBezTo>
                    <a:cubicBezTo>
                      <a:pt x="196377" y="536714"/>
                      <a:pt x="205506" y="523609"/>
                      <a:pt x="229802" y="514774"/>
                    </a:cubicBezTo>
                    <a:cubicBezTo>
                      <a:pt x="293192" y="491657"/>
                      <a:pt x="355919" y="466477"/>
                      <a:pt x="420340" y="446379"/>
                    </a:cubicBezTo>
                    <a:cubicBezTo>
                      <a:pt x="576052" y="397787"/>
                      <a:pt x="733974" y="357294"/>
                      <a:pt x="894104" y="326005"/>
                    </a:cubicBezTo>
                    <a:cubicBezTo>
                      <a:pt x="933271" y="318421"/>
                      <a:pt x="972807" y="312900"/>
                      <a:pt x="1012122" y="306348"/>
                    </a:cubicBezTo>
                    <a:close/>
                    <a:moveTo>
                      <a:pt x="2142532" y="0"/>
                    </a:moveTo>
                    <a:cubicBezTo>
                      <a:pt x="2207027" y="6626"/>
                      <a:pt x="2274465" y="7067"/>
                      <a:pt x="2340285" y="23044"/>
                    </a:cubicBezTo>
                    <a:cubicBezTo>
                      <a:pt x="2363035" y="28566"/>
                      <a:pt x="2380850" y="36591"/>
                      <a:pt x="2383428" y="61697"/>
                    </a:cubicBezTo>
                    <a:cubicBezTo>
                      <a:pt x="2386079" y="86802"/>
                      <a:pt x="2370471" y="99612"/>
                      <a:pt x="2349119" y="108595"/>
                    </a:cubicBezTo>
                    <a:cubicBezTo>
                      <a:pt x="2245311" y="152326"/>
                      <a:pt x="1917835" y="291622"/>
                      <a:pt x="1857611" y="316801"/>
                    </a:cubicBezTo>
                    <a:cubicBezTo>
                      <a:pt x="1825143" y="330421"/>
                      <a:pt x="1810934" y="324900"/>
                      <a:pt x="1792013" y="294787"/>
                    </a:cubicBezTo>
                    <a:cubicBezTo>
                      <a:pt x="1759618" y="243325"/>
                      <a:pt x="1740329" y="186783"/>
                      <a:pt x="1725899" y="128325"/>
                    </a:cubicBezTo>
                    <a:cubicBezTo>
                      <a:pt x="1718979" y="100349"/>
                      <a:pt x="1732230" y="79366"/>
                      <a:pt x="1757484" y="70163"/>
                    </a:cubicBezTo>
                    <a:cubicBezTo>
                      <a:pt x="1856727" y="33793"/>
                      <a:pt x="2115071" y="1914"/>
                      <a:pt x="2142532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30" name="Group 129"/>
          <p:cNvGrpSpPr/>
          <p:nvPr/>
        </p:nvGrpSpPr>
        <p:grpSpPr>
          <a:xfrm>
            <a:off x="-13651" y="6267707"/>
            <a:ext cx="7293378" cy="590056"/>
            <a:chOff x="-16783" y="5884452"/>
            <a:chExt cx="12208635" cy="987714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131" name="Freeform: Shape 130"/>
            <p:cNvSpPr/>
            <p:nvPr/>
          </p:nvSpPr>
          <p:spPr bwMode="auto">
            <a:xfrm>
              <a:off x="-16783" y="5884452"/>
              <a:ext cx="6112783" cy="973548"/>
            </a:xfrm>
            <a:custGeom>
              <a:avLst/>
              <a:gdLst>
                <a:gd name="connsiteX0" fmla="*/ 5307865 w 12192148"/>
                <a:gd name="connsiteY0" fmla="*/ 0 h 1941773"/>
                <a:gd name="connsiteX1" fmla="*/ 5817217 w 12192148"/>
                <a:gd name="connsiteY1" fmla="*/ 0 h 1941773"/>
                <a:gd name="connsiteX2" fmla="*/ 5817217 w 12192148"/>
                <a:gd name="connsiteY2" fmla="*/ 697113 h 1941773"/>
                <a:gd name="connsiteX3" fmla="*/ 6190042 w 12192148"/>
                <a:gd name="connsiteY3" fmla="*/ 697113 h 1941773"/>
                <a:gd name="connsiteX4" fmla="*/ 6190042 w 12192148"/>
                <a:gd name="connsiteY4" fmla="*/ 1325570 h 1941773"/>
                <a:gd name="connsiteX5" fmla="*/ 6489353 w 12192148"/>
                <a:gd name="connsiteY5" fmla="*/ 1325570 h 1941773"/>
                <a:gd name="connsiteX6" fmla="*/ 6489353 w 12192148"/>
                <a:gd name="connsiteY6" fmla="*/ 1114324 h 1941773"/>
                <a:gd name="connsiteX7" fmla="*/ 6898935 w 12192148"/>
                <a:gd name="connsiteY7" fmla="*/ 1114324 h 1941773"/>
                <a:gd name="connsiteX8" fmla="*/ 6898935 w 12192148"/>
                <a:gd name="connsiteY8" fmla="*/ 348556 h 1941773"/>
                <a:gd name="connsiteX9" fmla="*/ 7219249 w 12192148"/>
                <a:gd name="connsiteY9" fmla="*/ 348556 h 1941773"/>
                <a:gd name="connsiteX10" fmla="*/ 7219249 w 12192148"/>
                <a:gd name="connsiteY10" fmla="*/ 1093199 h 1941773"/>
                <a:gd name="connsiteX11" fmla="*/ 7413539 w 12192148"/>
                <a:gd name="connsiteY11" fmla="*/ 1093199 h 1941773"/>
                <a:gd name="connsiteX12" fmla="*/ 7413539 w 12192148"/>
                <a:gd name="connsiteY12" fmla="*/ 517553 h 1941773"/>
                <a:gd name="connsiteX13" fmla="*/ 7875631 w 12192148"/>
                <a:gd name="connsiteY13" fmla="*/ 517553 h 1941773"/>
                <a:gd name="connsiteX14" fmla="*/ 7875631 w 12192148"/>
                <a:gd name="connsiteY14" fmla="*/ 1103761 h 1941773"/>
                <a:gd name="connsiteX15" fmla="*/ 8342975 w 12192148"/>
                <a:gd name="connsiteY15" fmla="*/ 1103761 h 1941773"/>
                <a:gd name="connsiteX16" fmla="*/ 8342975 w 12192148"/>
                <a:gd name="connsiteY16" fmla="*/ 739362 h 1941773"/>
                <a:gd name="connsiteX17" fmla="*/ 8852328 w 12192148"/>
                <a:gd name="connsiteY17" fmla="*/ 739362 h 1941773"/>
                <a:gd name="connsiteX18" fmla="*/ 8852328 w 12192148"/>
                <a:gd name="connsiteY18" fmla="*/ 1093199 h 1941773"/>
                <a:gd name="connsiteX19" fmla="*/ 9240906 w 12192148"/>
                <a:gd name="connsiteY19" fmla="*/ 1093199 h 1941773"/>
                <a:gd name="connsiteX20" fmla="*/ 9240906 w 12192148"/>
                <a:gd name="connsiteY20" fmla="*/ 924202 h 1941773"/>
                <a:gd name="connsiteX21" fmla="*/ 9503459 w 12192148"/>
                <a:gd name="connsiteY21" fmla="*/ 929483 h 1941773"/>
                <a:gd name="connsiteX22" fmla="*/ 9503459 w 12192148"/>
                <a:gd name="connsiteY22" fmla="*/ 781611 h 1941773"/>
                <a:gd name="connsiteX23" fmla="*/ 9771263 w 12192148"/>
                <a:gd name="connsiteY23" fmla="*/ 781611 h 1941773"/>
                <a:gd name="connsiteX24" fmla="*/ 9771263 w 12192148"/>
                <a:gd name="connsiteY24" fmla="*/ 918921 h 1941773"/>
                <a:gd name="connsiteX25" fmla="*/ 10028565 w 12192148"/>
                <a:gd name="connsiteY25" fmla="*/ 918921 h 1941773"/>
                <a:gd name="connsiteX26" fmla="*/ 10028565 w 12192148"/>
                <a:gd name="connsiteY26" fmla="*/ 765768 h 1941773"/>
                <a:gd name="connsiteX27" fmla="*/ 10280615 w 12192148"/>
                <a:gd name="connsiteY27" fmla="*/ 771049 h 1941773"/>
                <a:gd name="connsiteX28" fmla="*/ 10280615 w 12192148"/>
                <a:gd name="connsiteY28" fmla="*/ 190122 h 1941773"/>
                <a:gd name="connsiteX29" fmla="*/ 10789968 w 12192148"/>
                <a:gd name="connsiteY29" fmla="*/ 190122 h 1941773"/>
                <a:gd name="connsiteX30" fmla="*/ 10789968 w 12192148"/>
                <a:gd name="connsiteY30" fmla="*/ 697113 h 1941773"/>
                <a:gd name="connsiteX31" fmla="*/ 11168044 w 12192148"/>
                <a:gd name="connsiteY31" fmla="*/ 697113 h 1941773"/>
                <a:gd name="connsiteX32" fmla="*/ 11168044 w 12192148"/>
                <a:gd name="connsiteY32" fmla="*/ 1621315 h 1941773"/>
                <a:gd name="connsiteX33" fmla="*/ 11467354 w 12192148"/>
                <a:gd name="connsiteY33" fmla="*/ 1621315 h 1941773"/>
                <a:gd name="connsiteX34" fmla="*/ 11467354 w 12192148"/>
                <a:gd name="connsiteY34" fmla="*/ 1114324 h 1941773"/>
                <a:gd name="connsiteX35" fmla="*/ 11871686 w 12192148"/>
                <a:gd name="connsiteY35" fmla="*/ 1114324 h 1941773"/>
                <a:gd name="connsiteX36" fmla="*/ 11871686 w 12192148"/>
                <a:gd name="connsiteY36" fmla="*/ 348556 h 1941773"/>
                <a:gd name="connsiteX37" fmla="*/ 12192000 w 12192148"/>
                <a:gd name="connsiteY37" fmla="*/ 348556 h 1941773"/>
                <a:gd name="connsiteX38" fmla="*/ 12192000 w 12192148"/>
                <a:gd name="connsiteY38" fmla="*/ 1754103 h 1941773"/>
                <a:gd name="connsiteX39" fmla="*/ 12192000 w 12192148"/>
                <a:gd name="connsiteY39" fmla="*/ 1896676 h 1941773"/>
                <a:gd name="connsiteX40" fmla="*/ 12192148 w 12192148"/>
                <a:gd name="connsiteY40" fmla="*/ 1896676 h 1941773"/>
                <a:gd name="connsiteX41" fmla="*/ 12192148 w 12192148"/>
                <a:gd name="connsiteY41" fmla="*/ 1941773 h 1941773"/>
                <a:gd name="connsiteX42" fmla="*/ 0 w 12192148"/>
                <a:gd name="connsiteY42" fmla="*/ 1941773 h 1941773"/>
                <a:gd name="connsiteX43" fmla="*/ 0 w 12192148"/>
                <a:gd name="connsiteY43" fmla="*/ 1896676 h 1941773"/>
                <a:gd name="connsiteX44" fmla="*/ 0 w 12192148"/>
                <a:gd name="connsiteY44" fmla="*/ 1573784 h 1941773"/>
                <a:gd name="connsiteX45" fmla="*/ 112847 w 12192148"/>
                <a:gd name="connsiteY45" fmla="*/ 1573784 h 1941773"/>
                <a:gd name="connsiteX46" fmla="*/ 293106 w 12192148"/>
                <a:gd name="connsiteY46" fmla="*/ 1573784 h 1941773"/>
                <a:gd name="connsiteX47" fmla="*/ 293106 w 12192148"/>
                <a:gd name="connsiteY47" fmla="*/ 411930 h 1941773"/>
                <a:gd name="connsiteX48" fmla="*/ 655428 w 12192148"/>
                <a:gd name="connsiteY48" fmla="*/ 411930 h 1941773"/>
                <a:gd name="connsiteX49" fmla="*/ 655428 w 12192148"/>
                <a:gd name="connsiteY49" fmla="*/ 1373100 h 1941773"/>
                <a:gd name="connsiteX50" fmla="*/ 791956 w 12192148"/>
                <a:gd name="connsiteY50" fmla="*/ 1188260 h 1941773"/>
                <a:gd name="connsiteX51" fmla="*/ 954739 w 12192148"/>
                <a:gd name="connsiteY51" fmla="*/ 1399506 h 1941773"/>
                <a:gd name="connsiteX52" fmla="*/ 1101768 w 12192148"/>
                <a:gd name="connsiteY52" fmla="*/ 1188260 h 1941773"/>
                <a:gd name="connsiteX53" fmla="*/ 1264551 w 12192148"/>
                <a:gd name="connsiteY53" fmla="*/ 1399506 h 1941773"/>
                <a:gd name="connsiteX54" fmla="*/ 1411580 w 12192148"/>
                <a:gd name="connsiteY54" fmla="*/ 1188260 h 1941773"/>
                <a:gd name="connsiteX55" fmla="*/ 1574363 w 12192148"/>
                <a:gd name="connsiteY55" fmla="*/ 1399506 h 1941773"/>
                <a:gd name="connsiteX56" fmla="*/ 1574363 w 12192148"/>
                <a:gd name="connsiteY56" fmla="*/ 1447036 h 1941773"/>
                <a:gd name="connsiteX57" fmla="*/ 1721393 w 12192148"/>
                <a:gd name="connsiteY57" fmla="*/ 1447036 h 1941773"/>
                <a:gd name="connsiteX58" fmla="*/ 1721393 w 12192148"/>
                <a:gd name="connsiteY58" fmla="*/ 1299164 h 1941773"/>
                <a:gd name="connsiteX59" fmla="*/ 1537606 w 12192148"/>
                <a:gd name="connsiteY59" fmla="*/ 1072074 h 1941773"/>
                <a:gd name="connsiteX60" fmla="*/ 1721393 w 12192148"/>
                <a:gd name="connsiteY60" fmla="*/ 844985 h 1941773"/>
                <a:gd name="connsiteX61" fmla="*/ 1721393 w 12192148"/>
                <a:gd name="connsiteY61" fmla="*/ 586208 h 1941773"/>
                <a:gd name="connsiteX62" fmla="*/ 1815912 w 12192148"/>
                <a:gd name="connsiteY62" fmla="*/ 586208 h 1941773"/>
                <a:gd name="connsiteX63" fmla="*/ 1815912 w 12192148"/>
                <a:gd name="connsiteY63" fmla="*/ 844985 h 1941773"/>
                <a:gd name="connsiteX64" fmla="*/ 1999699 w 12192148"/>
                <a:gd name="connsiteY64" fmla="*/ 1072074 h 1941773"/>
                <a:gd name="connsiteX65" fmla="*/ 1815912 w 12192148"/>
                <a:gd name="connsiteY65" fmla="*/ 1299164 h 1941773"/>
                <a:gd name="connsiteX66" fmla="*/ 1815912 w 12192148"/>
                <a:gd name="connsiteY66" fmla="*/ 1447036 h 1941773"/>
                <a:gd name="connsiteX67" fmla="*/ 1941937 w 12192148"/>
                <a:gd name="connsiteY67" fmla="*/ 1447036 h 1941773"/>
                <a:gd name="connsiteX68" fmla="*/ 1941937 w 12192148"/>
                <a:gd name="connsiteY68" fmla="*/ 1293883 h 1941773"/>
                <a:gd name="connsiteX69" fmla="*/ 2099469 w 12192148"/>
                <a:gd name="connsiteY69" fmla="*/ 1293883 h 1941773"/>
                <a:gd name="connsiteX70" fmla="*/ 2099469 w 12192148"/>
                <a:gd name="connsiteY70" fmla="*/ 1093199 h 1941773"/>
                <a:gd name="connsiteX71" fmla="*/ 2440788 w 12192148"/>
                <a:gd name="connsiteY71" fmla="*/ 1093199 h 1941773"/>
                <a:gd name="connsiteX72" fmla="*/ 2440788 w 12192148"/>
                <a:gd name="connsiteY72" fmla="*/ 517553 h 1941773"/>
                <a:gd name="connsiteX73" fmla="*/ 2897630 w 12192148"/>
                <a:gd name="connsiteY73" fmla="*/ 517553 h 1941773"/>
                <a:gd name="connsiteX74" fmla="*/ 2897630 w 12192148"/>
                <a:gd name="connsiteY74" fmla="*/ 1103761 h 1941773"/>
                <a:gd name="connsiteX75" fmla="*/ 3364974 w 12192148"/>
                <a:gd name="connsiteY75" fmla="*/ 1103761 h 1941773"/>
                <a:gd name="connsiteX76" fmla="*/ 3364974 w 12192148"/>
                <a:gd name="connsiteY76" fmla="*/ 739362 h 1941773"/>
                <a:gd name="connsiteX77" fmla="*/ 3879577 w 12192148"/>
                <a:gd name="connsiteY77" fmla="*/ 739362 h 1941773"/>
                <a:gd name="connsiteX78" fmla="*/ 3879577 w 12192148"/>
                <a:gd name="connsiteY78" fmla="*/ 1093199 h 1941773"/>
                <a:gd name="connsiteX79" fmla="*/ 4268157 w 12192148"/>
                <a:gd name="connsiteY79" fmla="*/ 1093199 h 1941773"/>
                <a:gd name="connsiteX80" fmla="*/ 4268157 w 12192148"/>
                <a:gd name="connsiteY80" fmla="*/ 924202 h 1941773"/>
                <a:gd name="connsiteX81" fmla="*/ 4530710 w 12192148"/>
                <a:gd name="connsiteY81" fmla="*/ 929483 h 1941773"/>
                <a:gd name="connsiteX82" fmla="*/ 4530710 w 12192148"/>
                <a:gd name="connsiteY82" fmla="*/ 781611 h 1941773"/>
                <a:gd name="connsiteX83" fmla="*/ 4798513 w 12192148"/>
                <a:gd name="connsiteY83" fmla="*/ 781611 h 1941773"/>
                <a:gd name="connsiteX84" fmla="*/ 4798513 w 12192148"/>
                <a:gd name="connsiteY84" fmla="*/ 918921 h 1941773"/>
                <a:gd name="connsiteX85" fmla="*/ 5055815 w 12192148"/>
                <a:gd name="connsiteY85" fmla="*/ 918921 h 1941773"/>
                <a:gd name="connsiteX86" fmla="*/ 5055815 w 12192148"/>
                <a:gd name="connsiteY86" fmla="*/ 765768 h 1941773"/>
                <a:gd name="connsiteX87" fmla="*/ 5307865 w 12192148"/>
                <a:gd name="connsiteY87" fmla="*/ 771049 h 1941773"/>
                <a:gd name="connsiteX88" fmla="*/ 5307865 w 12192148"/>
                <a:gd name="connsiteY88" fmla="*/ 0 h 194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2192148" h="1941773">
                  <a:moveTo>
                    <a:pt x="5307865" y="0"/>
                  </a:moveTo>
                  <a:cubicBezTo>
                    <a:pt x="5307865" y="0"/>
                    <a:pt x="5307865" y="0"/>
                    <a:pt x="5817217" y="0"/>
                  </a:cubicBezTo>
                  <a:cubicBezTo>
                    <a:pt x="5817217" y="0"/>
                    <a:pt x="5817217" y="0"/>
                    <a:pt x="5817217" y="697113"/>
                  </a:cubicBezTo>
                  <a:cubicBezTo>
                    <a:pt x="5817217" y="697113"/>
                    <a:pt x="5817217" y="697113"/>
                    <a:pt x="6190042" y="697113"/>
                  </a:cubicBezTo>
                  <a:cubicBezTo>
                    <a:pt x="6190042" y="697113"/>
                    <a:pt x="6190042" y="697113"/>
                    <a:pt x="6190042" y="1325570"/>
                  </a:cubicBezTo>
                  <a:cubicBezTo>
                    <a:pt x="6190042" y="1325570"/>
                    <a:pt x="6190042" y="1325570"/>
                    <a:pt x="6489353" y="1325570"/>
                  </a:cubicBezTo>
                  <a:cubicBezTo>
                    <a:pt x="6489353" y="1325570"/>
                    <a:pt x="6489353" y="1325570"/>
                    <a:pt x="6489353" y="1114324"/>
                  </a:cubicBezTo>
                  <a:cubicBezTo>
                    <a:pt x="6489353" y="1114324"/>
                    <a:pt x="6489353" y="1114324"/>
                    <a:pt x="6898935" y="1114324"/>
                  </a:cubicBezTo>
                  <a:cubicBezTo>
                    <a:pt x="6898935" y="1114324"/>
                    <a:pt x="6898935" y="1114324"/>
                    <a:pt x="6898935" y="348556"/>
                  </a:cubicBezTo>
                  <a:cubicBezTo>
                    <a:pt x="6898935" y="348556"/>
                    <a:pt x="6898935" y="348556"/>
                    <a:pt x="7219249" y="348556"/>
                  </a:cubicBezTo>
                  <a:cubicBezTo>
                    <a:pt x="7219249" y="348556"/>
                    <a:pt x="7219249" y="348556"/>
                    <a:pt x="7219249" y="1093199"/>
                  </a:cubicBezTo>
                  <a:cubicBezTo>
                    <a:pt x="7219249" y="1093199"/>
                    <a:pt x="7219249" y="1093199"/>
                    <a:pt x="7413539" y="1093199"/>
                  </a:cubicBezTo>
                  <a:cubicBezTo>
                    <a:pt x="7413539" y="1093199"/>
                    <a:pt x="7413539" y="1093199"/>
                    <a:pt x="7413539" y="517553"/>
                  </a:cubicBezTo>
                  <a:cubicBezTo>
                    <a:pt x="7413539" y="517553"/>
                    <a:pt x="7413539" y="517553"/>
                    <a:pt x="7875631" y="517553"/>
                  </a:cubicBezTo>
                  <a:cubicBezTo>
                    <a:pt x="7875631" y="517553"/>
                    <a:pt x="7875631" y="517553"/>
                    <a:pt x="7875631" y="1103761"/>
                  </a:cubicBezTo>
                  <a:cubicBezTo>
                    <a:pt x="7875631" y="1103761"/>
                    <a:pt x="7875631" y="1103761"/>
                    <a:pt x="8342975" y="1103761"/>
                  </a:cubicBezTo>
                  <a:cubicBezTo>
                    <a:pt x="8342975" y="1103761"/>
                    <a:pt x="8342975" y="1103761"/>
                    <a:pt x="8342975" y="739362"/>
                  </a:cubicBezTo>
                  <a:cubicBezTo>
                    <a:pt x="8342975" y="739362"/>
                    <a:pt x="8342975" y="739362"/>
                    <a:pt x="8852328" y="739362"/>
                  </a:cubicBezTo>
                  <a:cubicBezTo>
                    <a:pt x="8852328" y="739362"/>
                    <a:pt x="8852328" y="739362"/>
                    <a:pt x="8852328" y="1093199"/>
                  </a:cubicBezTo>
                  <a:cubicBezTo>
                    <a:pt x="8852328" y="1093199"/>
                    <a:pt x="8852328" y="1093199"/>
                    <a:pt x="9240906" y="1093199"/>
                  </a:cubicBezTo>
                  <a:cubicBezTo>
                    <a:pt x="9240906" y="1093199"/>
                    <a:pt x="9240906" y="1093199"/>
                    <a:pt x="9240906" y="924202"/>
                  </a:cubicBezTo>
                  <a:cubicBezTo>
                    <a:pt x="9240906" y="924202"/>
                    <a:pt x="9240906" y="924202"/>
                    <a:pt x="9503459" y="929483"/>
                  </a:cubicBezTo>
                  <a:cubicBezTo>
                    <a:pt x="9503459" y="929483"/>
                    <a:pt x="9503459" y="929483"/>
                    <a:pt x="9503459" y="781611"/>
                  </a:cubicBezTo>
                  <a:cubicBezTo>
                    <a:pt x="9503459" y="781611"/>
                    <a:pt x="9503459" y="781611"/>
                    <a:pt x="9771263" y="781611"/>
                  </a:cubicBezTo>
                  <a:cubicBezTo>
                    <a:pt x="9771263" y="781611"/>
                    <a:pt x="9771263" y="781611"/>
                    <a:pt x="9771263" y="918921"/>
                  </a:cubicBezTo>
                  <a:cubicBezTo>
                    <a:pt x="9771263" y="918921"/>
                    <a:pt x="9771263" y="918921"/>
                    <a:pt x="10028565" y="918921"/>
                  </a:cubicBezTo>
                  <a:cubicBezTo>
                    <a:pt x="10028565" y="918921"/>
                    <a:pt x="10028565" y="918921"/>
                    <a:pt x="10028565" y="765768"/>
                  </a:cubicBezTo>
                  <a:cubicBezTo>
                    <a:pt x="10028565" y="765768"/>
                    <a:pt x="10028565" y="765768"/>
                    <a:pt x="10280615" y="771049"/>
                  </a:cubicBezTo>
                  <a:cubicBezTo>
                    <a:pt x="10280615" y="771049"/>
                    <a:pt x="10280615" y="771049"/>
                    <a:pt x="10280615" y="190122"/>
                  </a:cubicBezTo>
                  <a:cubicBezTo>
                    <a:pt x="10280615" y="190122"/>
                    <a:pt x="10280615" y="190122"/>
                    <a:pt x="10789968" y="190122"/>
                  </a:cubicBezTo>
                  <a:cubicBezTo>
                    <a:pt x="10789968" y="190122"/>
                    <a:pt x="10789968" y="190122"/>
                    <a:pt x="10789968" y="697113"/>
                  </a:cubicBezTo>
                  <a:cubicBezTo>
                    <a:pt x="10789968" y="697113"/>
                    <a:pt x="10789968" y="697113"/>
                    <a:pt x="11168044" y="697113"/>
                  </a:cubicBezTo>
                  <a:cubicBezTo>
                    <a:pt x="11168044" y="697113"/>
                    <a:pt x="11168044" y="697113"/>
                    <a:pt x="11168044" y="1621315"/>
                  </a:cubicBezTo>
                  <a:cubicBezTo>
                    <a:pt x="11168044" y="1621315"/>
                    <a:pt x="11168044" y="1621315"/>
                    <a:pt x="11467354" y="1621315"/>
                  </a:cubicBezTo>
                  <a:cubicBezTo>
                    <a:pt x="11467354" y="1621315"/>
                    <a:pt x="11467354" y="1621315"/>
                    <a:pt x="11467354" y="1114324"/>
                  </a:cubicBezTo>
                  <a:cubicBezTo>
                    <a:pt x="11467354" y="1114324"/>
                    <a:pt x="11467354" y="1114324"/>
                    <a:pt x="11871686" y="1114324"/>
                  </a:cubicBezTo>
                  <a:cubicBezTo>
                    <a:pt x="11871686" y="1114324"/>
                    <a:pt x="11871686" y="1114324"/>
                    <a:pt x="11871686" y="348556"/>
                  </a:cubicBezTo>
                  <a:cubicBezTo>
                    <a:pt x="11871686" y="348556"/>
                    <a:pt x="11871686" y="348556"/>
                    <a:pt x="12192000" y="348556"/>
                  </a:cubicBezTo>
                  <a:cubicBezTo>
                    <a:pt x="12192000" y="348556"/>
                    <a:pt x="12192000" y="348556"/>
                    <a:pt x="12192000" y="1754103"/>
                  </a:cubicBezTo>
                  <a:lnTo>
                    <a:pt x="12192000" y="1896676"/>
                  </a:lnTo>
                  <a:lnTo>
                    <a:pt x="12192148" y="1896676"/>
                  </a:lnTo>
                  <a:lnTo>
                    <a:pt x="12192148" y="1941773"/>
                  </a:lnTo>
                  <a:lnTo>
                    <a:pt x="0" y="1941773"/>
                  </a:lnTo>
                  <a:lnTo>
                    <a:pt x="0" y="1896676"/>
                  </a:lnTo>
                  <a:lnTo>
                    <a:pt x="0" y="1573784"/>
                  </a:lnTo>
                  <a:lnTo>
                    <a:pt x="112847" y="1573784"/>
                  </a:lnTo>
                  <a:cubicBezTo>
                    <a:pt x="165111" y="1573784"/>
                    <a:pt x="224842" y="1573784"/>
                    <a:pt x="293106" y="1573784"/>
                  </a:cubicBezTo>
                  <a:cubicBezTo>
                    <a:pt x="293106" y="1573784"/>
                    <a:pt x="293106" y="1573784"/>
                    <a:pt x="293106" y="411930"/>
                  </a:cubicBezTo>
                  <a:cubicBezTo>
                    <a:pt x="293106" y="411930"/>
                    <a:pt x="293106" y="411930"/>
                    <a:pt x="655428" y="411930"/>
                  </a:cubicBezTo>
                  <a:cubicBezTo>
                    <a:pt x="655428" y="411930"/>
                    <a:pt x="655428" y="411930"/>
                    <a:pt x="655428" y="1373100"/>
                  </a:cubicBezTo>
                  <a:cubicBezTo>
                    <a:pt x="676433" y="1315008"/>
                    <a:pt x="734194" y="1188260"/>
                    <a:pt x="791956" y="1188260"/>
                  </a:cubicBezTo>
                  <a:cubicBezTo>
                    <a:pt x="875973" y="1188260"/>
                    <a:pt x="954739" y="1399506"/>
                    <a:pt x="954739" y="1399506"/>
                  </a:cubicBezTo>
                  <a:cubicBezTo>
                    <a:pt x="954739" y="1399506"/>
                    <a:pt x="1023002" y="1188260"/>
                    <a:pt x="1101768" y="1188260"/>
                  </a:cubicBezTo>
                  <a:cubicBezTo>
                    <a:pt x="1180534" y="1188260"/>
                    <a:pt x="1264551" y="1399506"/>
                    <a:pt x="1264551" y="1399506"/>
                  </a:cubicBezTo>
                  <a:cubicBezTo>
                    <a:pt x="1264551" y="1399506"/>
                    <a:pt x="1332815" y="1188260"/>
                    <a:pt x="1411580" y="1188260"/>
                  </a:cubicBezTo>
                  <a:cubicBezTo>
                    <a:pt x="1490347" y="1188260"/>
                    <a:pt x="1574363" y="1399506"/>
                    <a:pt x="1574363" y="1399506"/>
                  </a:cubicBezTo>
                  <a:cubicBezTo>
                    <a:pt x="1574363" y="1399506"/>
                    <a:pt x="1574363" y="1399506"/>
                    <a:pt x="1574363" y="1447036"/>
                  </a:cubicBezTo>
                  <a:cubicBezTo>
                    <a:pt x="1574363" y="1447036"/>
                    <a:pt x="1574363" y="1447036"/>
                    <a:pt x="1721393" y="1447036"/>
                  </a:cubicBezTo>
                  <a:cubicBezTo>
                    <a:pt x="1721393" y="1447036"/>
                    <a:pt x="1721393" y="1447036"/>
                    <a:pt x="1721393" y="1299164"/>
                  </a:cubicBezTo>
                  <a:cubicBezTo>
                    <a:pt x="1616372" y="1278040"/>
                    <a:pt x="1537606" y="1182979"/>
                    <a:pt x="1537606" y="1072074"/>
                  </a:cubicBezTo>
                  <a:cubicBezTo>
                    <a:pt x="1537606" y="961170"/>
                    <a:pt x="1616372" y="866110"/>
                    <a:pt x="1721393" y="844985"/>
                  </a:cubicBezTo>
                  <a:cubicBezTo>
                    <a:pt x="1721393" y="844985"/>
                    <a:pt x="1721393" y="844985"/>
                    <a:pt x="1721393" y="586208"/>
                  </a:cubicBezTo>
                  <a:cubicBezTo>
                    <a:pt x="1721393" y="586208"/>
                    <a:pt x="1721393" y="586208"/>
                    <a:pt x="1815912" y="586208"/>
                  </a:cubicBezTo>
                  <a:cubicBezTo>
                    <a:pt x="1815912" y="586208"/>
                    <a:pt x="1815912" y="586208"/>
                    <a:pt x="1815912" y="844985"/>
                  </a:cubicBezTo>
                  <a:cubicBezTo>
                    <a:pt x="1920933" y="866110"/>
                    <a:pt x="1999699" y="961170"/>
                    <a:pt x="1999699" y="1072074"/>
                  </a:cubicBezTo>
                  <a:cubicBezTo>
                    <a:pt x="1999699" y="1188260"/>
                    <a:pt x="1920933" y="1278040"/>
                    <a:pt x="1815912" y="1299164"/>
                  </a:cubicBezTo>
                  <a:cubicBezTo>
                    <a:pt x="1815912" y="1299164"/>
                    <a:pt x="1815912" y="1299164"/>
                    <a:pt x="1815912" y="1447036"/>
                  </a:cubicBezTo>
                  <a:cubicBezTo>
                    <a:pt x="1815912" y="1447036"/>
                    <a:pt x="1815912" y="1447036"/>
                    <a:pt x="1941937" y="1447036"/>
                  </a:cubicBezTo>
                  <a:cubicBezTo>
                    <a:pt x="1941937" y="1447036"/>
                    <a:pt x="1941937" y="1447036"/>
                    <a:pt x="1941937" y="1293883"/>
                  </a:cubicBezTo>
                  <a:cubicBezTo>
                    <a:pt x="1941937" y="1293883"/>
                    <a:pt x="1941937" y="1293883"/>
                    <a:pt x="2099469" y="1293883"/>
                  </a:cubicBezTo>
                  <a:cubicBezTo>
                    <a:pt x="2099469" y="1293883"/>
                    <a:pt x="2099469" y="1293883"/>
                    <a:pt x="2099469" y="1093199"/>
                  </a:cubicBezTo>
                  <a:cubicBezTo>
                    <a:pt x="2099469" y="1093199"/>
                    <a:pt x="2099469" y="1093199"/>
                    <a:pt x="2440788" y="1093199"/>
                  </a:cubicBezTo>
                  <a:cubicBezTo>
                    <a:pt x="2440788" y="1093199"/>
                    <a:pt x="2440788" y="1093199"/>
                    <a:pt x="2440788" y="517553"/>
                  </a:cubicBezTo>
                  <a:cubicBezTo>
                    <a:pt x="2440788" y="517553"/>
                    <a:pt x="2440788" y="517553"/>
                    <a:pt x="2897630" y="517553"/>
                  </a:cubicBezTo>
                  <a:cubicBezTo>
                    <a:pt x="2897630" y="517553"/>
                    <a:pt x="2897630" y="517553"/>
                    <a:pt x="2897630" y="1103761"/>
                  </a:cubicBezTo>
                  <a:cubicBezTo>
                    <a:pt x="2897630" y="1103761"/>
                    <a:pt x="2897630" y="1103761"/>
                    <a:pt x="3364974" y="1103761"/>
                  </a:cubicBezTo>
                  <a:cubicBezTo>
                    <a:pt x="3364974" y="1103761"/>
                    <a:pt x="3364974" y="1103761"/>
                    <a:pt x="3364974" y="739362"/>
                  </a:cubicBezTo>
                  <a:cubicBezTo>
                    <a:pt x="3364974" y="739362"/>
                    <a:pt x="3364974" y="739362"/>
                    <a:pt x="3879577" y="739362"/>
                  </a:cubicBezTo>
                  <a:cubicBezTo>
                    <a:pt x="3879577" y="739362"/>
                    <a:pt x="3879577" y="739362"/>
                    <a:pt x="3879577" y="1093199"/>
                  </a:cubicBezTo>
                  <a:cubicBezTo>
                    <a:pt x="3879577" y="1093199"/>
                    <a:pt x="3879577" y="1093199"/>
                    <a:pt x="4268157" y="1093199"/>
                  </a:cubicBezTo>
                  <a:cubicBezTo>
                    <a:pt x="4268157" y="1093199"/>
                    <a:pt x="4268157" y="1093199"/>
                    <a:pt x="4268157" y="924202"/>
                  </a:cubicBezTo>
                  <a:cubicBezTo>
                    <a:pt x="4268157" y="924202"/>
                    <a:pt x="4268157" y="924202"/>
                    <a:pt x="4530710" y="929483"/>
                  </a:cubicBezTo>
                  <a:cubicBezTo>
                    <a:pt x="4530710" y="929483"/>
                    <a:pt x="4530710" y="929483"/>
                    <a:pt x="4530710" y="781611"/>
                  </a:cubicBezTo>
                  <a:cubicBezTo>
                    <a:pt x="4530710" y="781611"/>
                    <a:pt x="4530710" y="781611"/>
                    <a:pt x="4798513" y="781611"/>
                  </a:cubicBezTo>
                  <a:cubicBezTo>
                    <a:pt x="4798513" y="781611"/>
                    <a:pt x="4798513" y="781611"/>
                    <a:pt x="4798513" y="918921"/>
                  </a:cubicBezTo>
                  <a:cubicBezTo>
                    <a:pt x="4798513" y="918921"/>
                    <a:pt x="4798513" y="918921"/>
                    <a:pt x="5055815" y="918921"/>
                  </a:cubicBezTo>
                  <a:cubicBezTo>
                    <a:pt x="5055815" y="918921"/>
                    <a:pt x="5055815" y="918921"/>
                    <a:pt x="5055815" y="765768"/>
                  </a:cubicBezTo>
                  <a:cubicBezTo>
                    <a:pt x="5055815" y="765768"/>
                    <a:pt x="5055815" y="765768"/>
                    <a:pt x="5307865" y="771049"/>
                  </a:cubicBezTo>
                  <a:cubicBezTo>
                    <a:pt x="5307865" y="771049"/>
                    <a:pt x="5307865" y="771049"/>
                    <a:pt x="5307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132" name="Freeform: Shape 131"/>
            <p:cNvSpPr/>
            <p:nvPr/>
          </p:nvSpPr>
          <p:spPr bwMode="auto">
            <a:xfrm>
              <a:off x="6079069" y="5898618"/>
              <a:ext cx="6112783" cy="973548"/>
            </a:xfrm>
            <a:custGeom>
              <a:avLst/>
              <a:gdLst>
                <a:gd name="connsiteX0" fmla="*/ 5307865 w 12192148"/>
                <a:gd name="connsiteY0" fmla="*/ 0 h 1941773"/>
                <a:gd name="connsiteX1" fmla="*/ 5817217 w 12192148"/>
                <a:gd name="connsiteY1" fmla="*/ 0 h 1941773"/>
                <a:gd name="connsiteX2" fmla="*/ 5817217 w 12192148"/>
                <a:gd name="connsiteY2" fmla="*/ 697113 h 1941773"/>
                <a:gd name="connsiteX3" fmla="*/ 6190042 w 12192148"/>
                <a:gd name="connsiteY3" fmla="*/ 697113 h 1941773"/>
                <a:gd name="connsiteX4" fmla="*/ 6190042 w 12192148"/>
                <a:gd name="connsiteY4" fmla="*/ 1325570 h 1941773"/>
                <a:gd name="connsiteX5" fmla="*/ 6489353 w 12192148"/>
                <a:gd name="connsiteY5" fmla="*/ 1325570 h 1941773"/>
                <a:gd name="connsiteX6" fmla="*/ 6489353 w 12192148"/>
                <a:gd name="connsiteY6" fmla="*/ 1114324 h 1941773"/>
                <a:gd name="connsiteX7" fmla="*/ 6898935 w 12192148"/>
                <a:gd name="connsiteY7" fmla="*/ 1114324 h 1941773"/>
                <a:gd name="connsiteX8" fmla="*/ 6898935 w 12192148"/>
                <a:gd name="connsiteY8" fmla="*/ 348556 h 1941773"/>
                <a:gd name="connsiteX9" fmla="*/ 7219249 w 12192148"/>
                <a:gd name="connsiteY9" fmla="*/ 348556 h 1941773"/>
                <a:gd name="connsiteX10" fmla="*/ 7219249 w 12192148"/>
                <a:gd name="connsiteY10" fmla="*/ 1093199 h 1941773"/>
                <a:gd name="connsiteX11" fmla="*/ 7413539 w 12192148"/>
                <a:gd name="connsiteY11" fmla="*/ 1093199 h 1941773"/>
                <a:gd name="connsiteX12" fmla="*/ 7413539 w 12192148"/>
                <a:gd name="connsiteY12" fmla="*/ 517553 h 1941773"/>
                <a:gd name="connsiteX13" fmla="*/ 7875631 w 12192148"/>
                <a:gd name="connsiteY13" fmla="*/ 517553 h 1941773"/>
                <a:gd name="connsiteX14" fmla="*/ 7875631 w 12192148"/>
                <a:gd name="connsiteY14" fmla="*/ 1103761 h 1941773"/>
                <a:gd name="connsiteX15" fmla="*/ 8342975 w 12192148"/>
                <a:gd name="connsiteY15" fmla="*/ 1103761 h 1941773"/>
                <a:gd name="connsiteX16" fmla="*/ 8342975 w 12192148"/>
                <a:gd name="connsiteY16" fmla="*/ 739362 h 1941773"/>
                <a:gd name="connsiteX17" fmla="*/ 8852328 w 12192148"/>
                <a:gd name="connsiteY17" fmla="*/ 739362 h 1941773"/>
                <a:gd name="connsiteX18" fmla="*/ 8852328 w 12192148"/>
                <a:gd name="connsiteY18" fmla="*/ 1093199 h 1941773"/>
                <a:gd name="connsiteX19" fmla="*/ 9240906 w 12192148"/>
                <a:gd name="connsiteY19" fmla="*/ 1093199 h 1941773"/>
                <a:gd name="connsiteX20" fmla="*/ 9240906 w 12192148"/>
                <a:gd name="connsiteY20" fmla="*/ 924202 h 1941773"/>
                <a:gd name="connsiteX21" fmla="*/ 9503459 w 12192148"/>
                <a:gd name="connsiteY21" fmla="*/ 929483 h 1941773"/>
                <a:gd name="connsiteX22" fmla="*/ 9503459 w 12192148"/>
                <a:gd name="connsiteY22" fmla="*/ 781611 h 1941773"/>
                <a:gd name="connsiteX23" fmla="*/ 9771263 w 12192148"/>
                <a:gd name="connsiteY23" fmla="*/ 781611 h 1941773"/>
                <a:gd name="connsiteX24" fmla="*/ 9771263 w 12192148"/>
                <a:gd name="connsiteY24" fmla="*/ 918921 h 1941773"/>
                <a:gd name="connsiteX25" fmla="*/ 10028565 w 12192148"/>
                <a:gd name="connsiteY25" fmla="*/ 918921 h 1941773"/>
                <a:gd name="connsiteX26" fmla="*/ 10028565 w 12192148"/>
                <a:gd name="connsiteY26" fmla="*/ 765768 h 1941773"/>
                <a:gd name="connsiteX27" fmla="*/ 10280615 w 12192148"/>
                <a:gd name="connsiteY27" fmla="*/ 771049 h 1941773"/>
                <a:gd name="connsiteX28" fmla="*/ 10280615 w 12192148"/>
                <a:gd name="connsiteY28" fmla="*/ 190122 h 1941773"/>
                <a:gd name="connsiteX29" fmla="*/ 10789968 w 12192148"/>
                <a:gd name="connsiteY29" fmla="*/ 190122 h 1941773"/>
                <a:gd name="connsiteX30" fmla="*/ 10789968 w 12192148"/>
                <a:gd name="connsiteY30" fmla="*/ 697113 h 1941773"/>
                <a:gd name="connsiteX31" fmla="*/ 11168044 w 12192148"/>
                <a:gd name="connsiteY31" fmla="*/ 697113 h 1941773"/>
                <a:gd name="connsiteX32" fmla="*/ 11168044 w 12192148"/>
                <a:gd name="connsiteY32" fmla="*/ 1621315 h 1941773"/>
                <a:gd name="connsiteX33" fmla="*/ 11467354 w 12192148"/>
                <a:gd name="connsiteY33" fmla="*/ 1621315 h 1941773"/>
                <a:gd name="connsiteX34" fmla="*/ 11467354 w 12192148"/>
                <a:gd name="connsiteY34" fmla="*/ 1114324 h 1941773"/>
                <a:gd name="connsiteX35" fmla="*/ 11871686 w 12192148"/>
                <a:gd name="connsiteY35" fmla="*/ 1114324 h 1941773"/>
                <a:gd name="connsiteX36" fmla="*/ 11871686 w 12192148"/>
                <a:gd name="connsiteY36" fmla="*/ 348556 h 1941773"/>
                <a:gd name="connsiteX37" fmla="*/ 12192000 w 12192148"/>
                <a:gd name="connsiteY37" fmla="*/ 348556 h 1941773"/>
                <a:gd name="connsiteX38" fmla="*/ 12192000 w 12192148"/>
                <a:gd name="connsiteY38" fmla="*/ 1754103 h 1941773"/>
                <a:gd name="connsiteX39" fmla="*/ 12192000 w 12192148"/>
                <a:gd name="connsiteY39" fmla="*/ 1896676 h 1941773"/>
                <a:gd name="connsiteX40" fmla="*/ 12192148 w 12192148"/>
                <a:gd name="connsiteY40" fmla="*/ 1896676 h 1941773"/>
                <a:gd name="connsiteX41" fmla="*/ 12192148 w 12192148"/>
                <a:gd name="connsiteY41" fmla="*/ 1941773 h 1941773"/>
                <a:gd name="connsiteX42" fmla="*/ 0 w 12192148"/>
                <a:gd name="connsiteY42" fmla="*/ 1941773 h 1941773"/>
                <a:gd name="connsiteX43" fmla="*/ 0 w 12192148"/>
                <a:gd name="connsiteY43" fmla="*/ 1896676 h 1941773"/>
                <a:gd name="connsiteX44" fmla="*/ 0 w 12192148"/>
                <a:gd name="connsiteY44" fmla="*/ 1573784 h 1941773"/>
                <a:gd name="connsiteX45" fmla="*/ 112847 w 12192148"/>
                <a:gd name="connsiteY45" fmla="*/ 1573784 h 1941773"/>
                <a:gd name="connsiteX46" fmla="*/ 293106 w 12192148"/>
                <a:gd name="connsiteY46" fmla="*/ 1573784 h 1941773"/>
                <a:gd name="connsiteX47" fmla="*/ 293106 w 12192148"/>
                <a:gd name="connsiteY47" fmla="*/ 411930 h 1941773"/>
                <a:gd name="connsiteX48" fmla="*/ 655428 w 12192148"/>
                <a:gd name="connsiteY48" fmla="*/ 411930 h 1941773"/>
                <a:gd name="connsiteX49" fmla="*/ 655428 w 12192148"/>
                <a:gd name="connsiteY49" fmla="*/ 1373100 h 1941773"/>
                <a:gd name="connsiteX50" fmla="*/ 791956 w 12192148"/>
                <a:gd name="connsiteY50" fmla="*/ 1188260 h 1941773"/>
                <a:gd name="connsiteX51" fmla="*/ 954739 w 12192148"/>
                <a:gd name="connsiteY51" fmla="*/ 1399506 h 1941773"/>
                <a:gd name="connsiteX52" fmla="*/ 1101768 w 12192148"/>
                <a:gd name="connsiteY52" fmla="*/ 1188260 h 1941773"/>
                <a:gd name="connsiteX53" fmla="*/ 1264551 w 12192148"/>
                <a:gd name="connsiteY53" fmla="*/ 1399506 h 1941773"/>
                <a:gd name="connsiteX54" fmla="*/ 1411580 w 12192148"/>
                <a:gd name="connsiteY54" fmla="*/ 1188260 h 1941773"/>
                <a:gd name="connsiteX55" fmla="*/ 1574363 w 12192148"/>
                <a:gd name="connsiteY55" fmla="*/ 1399506 h 1941773"/>
                <a:gd name="connsiteX56" fmla="*/ 1574363 w 12192148"/>
                <a:gd name="connsiteY56" fmla="*/ 1447036 h 1941773"/>
                <a:gd name="connsiteX57" fmla="*/ 1721393 w 12192148"/>
                <a:gd name="connsiteY57" fmla="*/ 1447036 h 1941773"/>
                <a:gd name="connsiteX58" fmla="*/ 1721393 w 12192148"/>
                <a:gd name="connsiteY58" fmla="*/ 1299164 h 1941773"/>
                <a:gd name="connsiteX59" fmla="*/ 1537606 w 12192148"/>
                <a:gd name="connsiteY59" fmla="*/ 1072074 h 1941773"/>
                <a:gd name="connsiteX60" fmla="*/ 1721393 w 12192148"/>
                <a:gd name="connsiteY60" fmla="*/ 844985 h 1941773"/>
                <a:gd name="connsiteX61" fmla="*/ 1721393 w 12192148"/>
                <a:gd name="connsiteY61" fmla="*/ 586208 h 1941773"/>
                <a:gd name="connsiteX62" fmla="*/ 1815912 w 12192148"/>
                <a:gd name="connsiteY62" fmla="*/ 586208 h 1941773"/>
                <a:gd name="connsiteX63" fmla="*/ 1815912 w 12192148"/>
                <a:gd name="connsiteY63" fmla="*/ 844985 h 1941773"/>
                <a:gd name="connsiteX64" fmla="*/ 1999699 w 12192148"/>
                <a:gd name="connsiteY64" fmla="*/ 1072074 h 1941773"/>
                <a:gd name="connsiteX65" fmla="*/ 1815912 w 12192148"/>
                <a:gd name="connsiteY65" fmla="*/ 1299164 h 1941773"/>
                <a:gd name="connsiteX66" fmla="*/ 1815912 w 12192148"/>
                <a:gd name="connsiteY66" fmla="*/ 1447036 h 1941773"/>
                <a:gd name="connsiteX67" fmla="*/ 1941937 w 12192148"/>
                <a:gd name="connsiteY67" fmla="*/ 1447036 h 1941773"/>
                <a:gd name="connsiteX68" fmla="*/ 1941937 w 12192148"/>
                <a:gd name="connsiteY68" fmla="*/ 1293883 h 1941773"/>
                <a:gd name="connsiteX69" fmla="*/ 2099469 w 12192148"/>
                <a:gd name="connsiteY69" fmla="*/ 1293883 h 1941773"/>
                <a:gd name="connsiteX70" fmla="*/ 2099469 w 12192148"/>
                <a:gd name="connsiteY70" fmla="*/ 1093199 h 1941773"/>
                <a:gd name="connsiteX71" fmla="*/ 2440788 w 12192148"/>
                <a:gd name="connsiteY71" fmla="*/ 1093199 h 1941773"/>
                <a:gd name="connsiteX72" fmla="*/ 2440788 w 12192148"/>
                <a:gd name="connsiteY72" fmla="*/ 517553 h 1941773"/>
                <a:gd name="connsiteX73" fmla="*/ 2897630 w 12192148"/>
                <a:gd name="connsiteY73" fmla="*/ 517553 h 1941773"/>
                <a:gd name="connsiteX74" fmla="*/ 2897630 w 12192148"/>
                <a:gd name="connsiteY74" fmla="*/ 1103761 h 1941773"/>
                <a:gd name="connsiteX75" fmla="*/ 3364974 w 12192148"/>
                <a:gd name="connsiteY75" fmla="*/ 1103761 h 1941773"/>
                <a:gd name="connsiteX76" fmla="*/ 3364974 w 12192148"/>
                <a:gd name="connsiteY76" fmla="*/ 739362 h 1941773"/>
                <a:gd name="connsiteX77" fmla="*/ 3879577 w 12192148"/>
                <a:gd name="connsiteY77" fmla="*/ 739362 h 1941773"/>
                <a:gd name="connsiteX78" fmla="*/ 3879577 w 12192148"/>
                <a:gd name="connsiteY78" fmla="*/ 1093199 h 1941773"/>
                <a:gd name="connsiteX79" fmla="*/ 4268157 w 12192148"/>
                <a:gd name="connsiteY79" fmla="*/ 1093199 h 1941773"/>
                <a:gd name="connsiteX80" fmla="*/ 4268157 w 12192148"/>
                <a:gd name="connsiteY80" fmla="*/ 924202 h 1941773"/>
                <a:gd name="connsiteX81" fmla="*/ 4530710 w 12192148"/>
                <a:gd name="connsiteY81" fmla="*/ 929483 h 1941773"/>
                <a:gd name="connsiteX82" fmla="*/ 4530710 w 12192148"/>
                <a:gd name="connsiteY82" fmla="*/ 781611 h 1941773"/>
                <a:gd name="connsiteX83" fmla="*/ 4798513 w 12192148"/>
                <a:gd name="connsiteY83" fmla="*/ 781611 h 1941773"/>
                <a:gd name="connsiteX84" fmla="*/ 4798513 w 12192148"/>
                <a:gd name="connsiteY84" fmla="*/ 918921 h 1941773"/>
                <a:gd name="connsiteX85" fmla="*/ 5055815 w 12192148"/>
                <a:gd name="connsiteY85" fmla="*/ 918921 h 1941773"/>
                <a:gd name="connsiteX86" fmla="*/ 5055815 w 12192148"/>
                <a:gd name="connsiteY86" fmla="*/ 765768 h 1941773"/>
                <a:gd name="connsiteX87" fmla="*/ 5307865 w 12192148"/>
                <a:gd name="connsiteY87" fmla="*/ 771049 h 1941773"/>
                <a:gd name="connsiteX88" fmla="*/ 5307865 w 12192148"/>
                <a:gd name="connsiteY88" fmla="*/ 0 h 194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2192148" h="1941773">
                  <a:moveTo>
                    <a:pt x="5307865" y="0"/>
                  </a:moveTo>
                  <a:cubicBezTo>
                    <a:pt x="5307865" y="0"/>
                    <a:pt x="5307865" y="0"/>
                    <a:pt x="5817217" y="0"/>
                  </a:cubicBezTo>
                  <a:cubicBezTo>
                    <a:pt x="5817217" y="0"/>
                    <a:pt x="5817217" y="0"/>
                    <a:pt x="5817217" y="697113"/>
                  </a:cubicBezTo>
                  <a:cubicBezTo>
                    <a:pt x="5817217" y="697113"/>
                    <a:pt x="5817217" y="697113"/>
                    <a:pt x="6190042" y="697113"/>
                  </a:cubicBezTo>
                  <a:cubicBezTo>
                    <a:pt x="6190042" y="697113"/>
                    <a:pt x="6190042" y="697113"/>
                    <a:pt x="6190042" y="1325570"/>
                  </a:cubicBezTo>
                  <a:cubicBezTo>
                    <a:pt x="6190042" y="1325570"/>
                    <a:pt x="6190042" y="1325570"/>
                    <a:pt x="6489353" y="1325570"/>
                  </a:cubicBezTo>
                  <a:cubicBezTo>
                    <a:pt x="6489353" y="1325570"/>
                    <a:pt x="6489353" y="1325570"/>
                    <a:pt x="6489353" y="1114324"/>
                  </a:cubicBezTo>
                  <a:cubicBezTo>
                    <a:pt x="6489353" y="1114324"/>
                    <a:pt x="6489353" y="1114324"/>
                    <a:pt x="6898935" y="1114324"/>
                  </a:cubicBezTo>
                  <a:cubicBezTo>
                    <a:pt x="6898935" y="1114324"/>
                    <a:pt x="6898935" y="1114324"/>
                    <a:pt x="6898935" y="348556"/>
                  </a:cubicBezTo>
                  <a:cubicBezTo>
                    <a:pt x="6898935" y="348556"/>
                    <a:pt x="6898935" y="348556"/>
                    <a:pt x="7219249" y="348556"/>
                  </a:cubicBezTo>
                  <a:cubicBezTo>
                    <a:pt x="7219249" y="348556"/>
                    <a:pt x="7219249" y="348556"/>
                    <a:pt x="7219249" y="1093199"/>
                  </a:cubicBezTo>
                  <a:cubicBezTo>
                    <a:pt x="7219249" y="1093199"/>
                    <a:pt x="7219249" y="1093199"/>
                    <a:pt x="7413539" y="1093199"/>
                  </a:cubicBezTo>
                  <a:cubicBezTo>
                    <a:pt x="7413539" y="1093199"/>
                    <a:pt x="7413539" y="1093199"/>
                    <a:pt x="7413539" y="517553"/>
                  </a:cubicBezTo>
                  <a:cubicBezTo>
                    <a:pt x="7413539" y="517553"/>
                    <a:pt x="7413539" y="517553"/>
                    <a:pt x="7875631" y="517553"/>
                  </a:cubicBezTo>
                  <a:cubicBezTo>
                    <a:pt x="7875631" y="517553"/>
                    <a:pt x="7875631" y="517553"/>
                    <a:pt x="7875631" y="1103761"/>
                  </a:cubicBezTo>
                  <a:cubicBezTo>
                    <a:pt x="7875631" y="1103761"/>
                    <a:pt x="7875631" y="1103761"/>
                    <a:pt x="8342975" y="1103761"/>
                  </a:cubicBezTo>
                  <a:cubicBezTo>
                    <a:pt x="8342975" y="1103761"/>
                    <a:pt x="8342975" y="1103761"/>
                    <a:pt x="8342975" y="739362"/>
                  </a:cubicBezTo>
                  <a:cubicBezTo>
                    <a:pt x="8342975" y="739362"/>
                    <a:pt x="8342975" y="739362"/>
                    <a:pt x="8852328" y="739362"/>
                  </a:cubicBezTo>
                  <a:cubicBezTo>
                    <a:pt x="8852328" y="739362"/>
                    <a:pt x="8852328" y="739362"/>
                    <a:pt x="8852328" y="1093199"/>
                  </a:cubicBezTo>
                  <a:cubicBezTo>
                    <a:pt x="8852328" y="1093199"/>
                    <a:pt x="8852328" y="1093199"/>
                    <a:pt x="9240906" y="1093199"/>
                  </a:cubicBezTo>
                  <a:cubicBezTo>
                    <a:pt x="9240906" y="1093199"/>
                    <a:pt x="9240906" y="1093199"/>
                    <a:pt x="9240906" y="924202"/>
                  </a:cubicBezTo>
                  <a:cubicBezTo>
                    <a:pt x="9240906" y="924202"/>
                    <a:pt x="9240906" y="924202"/>
                    <a:pt x="9503459" y="929483"/>
                  </a:cubicBezTo>
                  <a:cubicBezTo>
                    <a:pt x="9503459" y="929483"/>
                    <a:pt x="9503459" y="929483"/>
                    <a:pt x="9503459" y="781611"/>
                  </a:cubicBezTo>
                  <a:cubicBezTo>
                    <a:pt x="9503459" y="781611"/>
                    <a:pt x="9503459" y="781611"/>
                    <a:pt x="9771263" y="781611"/>
                  </a:cubicBezTo>
                  <a:cubicBezTo>
                    <a:pt x="9771263" y="781611"/>
                    <a:pt x="9771263" y="781611"/>
                    <a:pt x="9771263" y="918921"/>
                  </a:cubicBezTo>
                  <a:cubicBezTo>
                    <a:pt x="9771263" y="918921"/>
                    <a:pt x="9771263" y="918921"/>
                    <a:pt x="10028565" y="918921"/>
                  </a:cubicBezTo>
                  <a:cubicBezTo>
                    <a:pt x="10028565" y="918921"/>
                    <a:pt x="10028565" y="918921"/>
                    <a:pt x="10028565" y="765768"/>
                  </a:cubicBezTo>
                  <a:cubicBezTo>
                    <a:pt x="10028565" y="765768"/>
                    <a:pt x="10028565" y="765768"/>
                    <a:pt x="10280615" y="771049"/>
                  </a:cubicBezTo>
                  <a:cubicBezTo>
                    <a:pt x="10280615" y="771049"/>
                    <a:pt x="10280615" y="771049"/>
                    <a:pt x="10280615" y="190122"/>
                  </a:cubicBezTo>
                  <a:cubicBezTo>
                    <a:pt x="10280615" y="190122"/>
                    <a:pt x="10280615" y="190122"/>
                    <a:pt x="10789968" y="190122"/>
                  </a:cubicBezTo>
                  <a:cubicBezTo>
                    <a:pt x="10789968" y="190122"/>
                    <a:pt x="10789968" y="190122"/>
                    <a:pt x="10789968" y="697113"/>
                  </a:cubicBezTo>
                  <a:cubicBezTo>
                    <a:pt x="10789968" y="697113"/>
                    <a:pt x="10789968" y="697113"/>
                    <a:pt x="11168044" y="697113"/>
                  </a:cubicBezTo>
                  <a:cubicBezTo>
                    <a:pt x="11168044" y="697113"/>
                    <a:pt x="11168044" y="697113"/>
                    <a:pt x="11168044" y="1621315"/>
                  </a:cubicBezTo>
                  <a:cubicBezTo>
                    <a:pt x="11168044" y="1621315"/>
                    <a:pt x="11168044" y="1621315"/>
                    <a:pt x="11467354" y="1621315"/>
                  </a:cubicBezTo>
                  <a:cubicBezTo>
                    <a:pt x="11467354" y="1621315"/>
                    <a:pt x="11467354" y="1621315"/>
                    <a:pt x="11467354" y="1114324"/>
                  </a:cubicBezTo>
                  <a:cubicBezTo>
                    <a:pt x="11467354" y="1114324"/>
                    <a:pt x="11467354" y="1114324"/>
                    <a:pt x="11871686" y="1114324"/>
                  </a:cubicBezTo>
                  <a:cubicBezTo>
                    <a:pt x="11871686" y="1114324"/>
                    <a:pt x="11871686" y="1114324"/>
                    <a:pt x="11871686" y="348556"/>
                  </a:cubicBezTo>
                  <a:cubicBezTo>
                    <a:pt x="11871686" y="348556"/>
                    <a:pt x="11871686" y="348556"/>
                    <a:pt x="12192000" y="348556"/>
                  </a:cubicBezTo>
                  <a:cubicBezTo>
                    <a:pt x="12192000" y="348556"/>
                    <a:pt x="12192000" y="348556"/>
                    <a:pt x="12192000" y="1754103"/>
                  </a:cubicBezTo>
                  <a:lnTo>
                    <a:pt x="12192000" y="1896676"/>
                  </a:lnTo>
                  <a:lnTo>
                    <a:pt x="12192148" y="1896676"/>
                  </a:lnTo>
                  <a:lnTo>
                    <a:pt x="12192148" y="1941773"/>
                  </a:lnTo>
                  <a:lnTo>
                    <a:pt x="0" y="1941773"/>
                  </a:lnTo>
                  <a:lnTo>
                    <a:pt x="0" y="1896676"/>
                  </a:lnTo>
                  <a:lnTo>
                    <a:pt x="0" y="1573784"/>
                  </a:lnTo>
                  <a:lnTo>
                    <a:pt x="112847" y="1573784"/>
                  </a:lnTo>
                  <a:cubicBezTo>
                    <a:pt x="165111" y="1573784"/>
                    <a:pt x="224842" y="1573784"/>
                    <a:pt x="293106" y="1573784"/>
                  </a:cubicBezTo>
                  <a:cubicBezTo>
                    <a:pt x="293106" y="1573784"/>
                    <a:pt x="293106" y="1573784"/>
                    <a:pt x="293106" y="411930"/>
                  </a:cubicBezTo>
                  <a:cubicBezTo>
                    <a:pt x="293106" y="411930"/>
                    <a:pt x="293106" y="411930"/>
                    <a:pt x="655428" y="411930"/>
                  </a:cubicBezTo>
                  <a:cubicBezTo>
                    <a:pt x="655428" y="411930"/>
                    <a:pt x="655428" y="411930"/>
                    <a:pt x="655428" y="1373100"/>
                  </a:cubicBezTo>
                  <a:cubicBezTo>
                    <a:pt x="676433" y="1315008"/>
                    <a:pt x="734194" y="1188260"/>
                    <a:pt x="791956" y="1188260"/>
                  </a:cubicBezTo>
                  <a:cubicBezTo>
                    <a:pt x="875973" y="1188260"/>
                    <a:pt x="954739" y="1399506"/>
                    <a:pt x="954739" y="1399506"/>
                  </a:cubicBezTo>
                  <a:cubicBezTo>
                    <a:pt x="954739" y="1399506"/>
                    <a:pt x="1023002" y="1188260"/>
                    <a:pt x="1101768" y="1188260"/>
                  </a:cubicBezTo>
                  <a:cubicBezTo>
                    <a:pt x="1180534" y="1188260"/>
                    <a:pt x="1264551" y="1399506"/>
                    <a:pt x="1264551" y="1399506"/>
                  </a:cubicBezTo>
                  <a:cubicBezTo>
                    <a:pt x="1264551" y="1399506"/>
                    <a:pt x="1332815" y="1188260"/>
                    <a:pt x="1411580" y="1188260"/>
                  </a:cubicBezTo>
                  <a:cubicBezTo>
                    <a:pt x="1490347" y="1188260"/>
                    <a:pt x="1574363" y="1399506"/>
                    <a:pt x="1574363" y="1399506"/>
                  </a:cubicBezTo>
                  <a:cubicBezTo>
                    <a:pt x="1574363" y="1399506"/>
                    <a:pt x="1574363" y="1399506"/>
                    <a:pt x="1574363" y="1447036"/>
                  </a:cubicBezTo>
                  <a:cubicBezTo>
                    <a:pt x="1574363" y="1447036"/>
                    <a:pt x="1574363" y="1447036"/>
                    <a:pt x="1721393" y="1447036"/>
                  </a:cubicBezTo>
                  <a:cubicBezTo>
                    <a:pt x="1721393" y="1447036"/>
                    <a:pt x="1721393" y="1447036"/>
                    <a:pt x="1721393" y="1299164"/>
                  </a:cubicBezTo>
                  <a:cubicBezTo>
                    <a:pt x="1616372" y="1278040"/>
                    <a:pt x="1537606" y="1182979"/>
                    <a:pt x="1537606" y="1072074"/>
                  </a:cubicBezTo>
                  <a:cubicBezTo>
                    <a:pt x="1537606" y="961170"/>
                    <a:pt x="1616372" y="866110"/>
                    <a:pt x="1721393" y="844985"/>
                  </a:cubicBezTo>
                  <a:cubicBezTo>
                    <a:pt x="1721393" y="844985"/>
                    <a:pt x="1721393" y="844985"/>
                    <a:pt x="1721393" y="586208"/>
                  </a:cubicBezTo>
                  <a:cubicBezTo>
                    <a:pt x="1721393" y="586208"/>
                    <a:pt x="1721393" y="586208"/>
                    <a:pt x="1815912" y="586208"/>
                  </a:cubicBezTo>
                  <a:cubicBezTo>
                    <a:pt x="1815912" y="586208"/>
                    <a:pt x="1815912" y="586208"/>
                    <a:pt x="1815912" y="844985"/>
                  </a:cubicBezTo>
                  <a:cubicBezTo>
                    <a:pt x="1920933" y="866110"/>
                    <a:pt x="1999699" y="961170"/>
                    <a:pt x="1999699" y="1072074"/>
                  </a:cubicBezTo>
                  <a:cubicBezTo>
                    <a:pt x="1999699" y="1188260"/>
                    <a:pt x="1920933" y="1278040"/>
                    <a:pt x="1815912" y="1299164"/>
                  </a:cubicBezTo>
                  <a:cubicBezTo>
                    <a:pt x="1815912" y="1299164"/>
                    <a:pt x="1815912" y="1299164"/>
                    <a:pt x="1815912" y="1447036"/>
                  </a:cubicBezTo>
                  <a:cubicBezTo>
                    <a:pt x="1815912" y="1447036"/>
                    <a:pt x="1815912" y="1447036"/>
                    <a:pt x="1941937" y="1447036"/>
                  </a:cubicBezTo>
                  <a:cubicBezTo>
                    <a:pt x="1941937" y="1447036"/>
                    <a:pt x="1941937" y="1447036"/>
                    <a:pt x="1941937" y="1293883"/>
                  </a:cubicBezTo>
                  <a:cubicBezTo>
                    <a:pt x="1941937" y="1293883"/>
                    <a:pt x="1941937" y="1293883"/>
                    <a:pt x="2099469" y="1293883"/>
                  </a:cubicBezTo>
                  <a:cubicBezTo>
                    <a:pt x="2099469" y="1293883"/>
                    <a:pt x="2099469" y="1293883"/>
                    <a:pt x="2099469" y="1093199"/>
                  </a:cubicBezTo>
                  <a:cubicBezTo>
                    <a:pt x="2099469" y="1093199"/>
                    <a:pt x="2099469" y="1093199"/>
                    <a:pt x="2440788" y="1093199"/>
                  </a:cubicBezTo>
                  <a:cubicBezTo>
                    <a:pt x="2440788" y="1093199"/>
                    <a:pt x="2440788" y="1093199"/>
                    <a:pt x="2440788" y="517553"/>
                  </a:cubicBezTo>
                  <a:cubicBezTo>
                    <a:pt x="2440788" y="517553"/>
                    <a:pt x="2440788" y="517553"/>
                    <a:pt x="2897630" y="517553"/>
                  </a:cubicBezTo>
                  <a:cubicBezTo>
                    <a:pt x="2897630" y="517553"/>
                    <a:pt x="2897630" y="517553"/>
                    <a:pt x="2897630" y="1103761"/>
                  </a:cubicBezTo>
                  <a:cubicBezTo>
                    <a:pt x="2897630" y="1103761"/>
                    <a:pt x="2897630" y="1103761"/>
                    <a:pt x="3364974" y="1103761"/>
                  </a:cubicBezTo>
                  <a:cubicBezTo>
                    <a:pt x="3364974" y="1103761"/>
                    <a:pt x="3364974" y="1103761"/>
                    <a:pt x="3364974" y="739362"/>
                  </a:cubicBezTo>
                  <a:cubicBezTo>
                    <a:pt x="3364974" y="739362"/>
                    <a:pt x="3364974" y="739362"/>
                    <a:pt x="3879577" y="739362"/>
                  </a:cubicBezTo>
                  <a:cubicBezTo>
                    <a:pt x="3879577" y="739362"/>
                    <a:pt x="3879577" y="739362"/>
                    <a:pt x="3879577" y="1093199"/>
                  </a:cubicBezTo>
                  <a:cubicBezTo>
                    <a:pt x="3879577" y="1093199"/>
                    <a:pt x="3879577" y="1093199"/>
                    <a:pt x="4268157" y="1093199"/>
                  </a:cubicBezTo>
                  <a:cubicBezTo>
                    <a:pt x="4268157" y="1093199"/>
                    <a:pt x="4268157" y="1093199"/>
                    <a:pt x="4268157" y="924202"/>
                  </a:cubicBezTo>
                  <a:cubicBezTo>
                    <a:pt x="4268157" y="924202"/>
                    <a:pt x="4268157" y="924202"/>
                    <a:pt x="4530710" y="929483"/>
                  </a:cubicBezTo>
                  <a:cubicBezTo>
                    <a:pt x="4530710" y="929483"/>
                    <a:pt x="4530710" y="929483"/>
                    <a:pt x="4530710" y="781611"/>
                  </a:cubicBezTo>
                  <a:cubicBezTo>
                    <a:pt x="4530710" y="781611"/>
                    <a:pt x="4530710" y="781611"/>
                    <a:pt x="4798513" y="781611"/>
                  </a:cubicBezTo>
                  <a:cubicBezTo>
                    <a:pt x="4798513" y="781611"/>
                    <a:pt x="4798513" y="781611"/>
                    <a:pt x="4798513" y="918921"/>
                  </a:cubicBezTo>
                  <a:cubicBezTo>
                    <a:pt x="4798513" y="918921"/>
                    <a:pt x="4798513" y="918921"/>
                    <a:pt x="5055815" y="918921"/>
                  </a:cubicBezTo>
                  <a:cubicBezTo>
                    <a:pt x="5055815" y="918921"/>
                    <a:pt x="5055815" y="918921"/>
                    <a:pt x="5055815" y="765768"/>
                  </a:cubicBezTo>
                  <a:cubicBezTo>
                    <a:pt x="5055815" y="765768"/>
                    <a:pt x="5055815" y="765768"/>
                    <a:pt x="5307865" y="771049"/>
                  </a:cubicBezTo>
                  <a:cubicBezTo>
                    <a:pt x="5307865" y="771049"/>
                    <a:pt x="5307865" y="771049"/>
                    <a:pt x="5307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7266076" y="6276407"/>
            <a:ext cx="5006756" cy="581593"/>
            <a:chOff x="7266076" y="5658720"/>
            <a:chExt cx="5006756" cy="581593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137" name="Freeform: Shape 136"/>
            <p:cNvSpPr/>
            <p:nvPr/>
          </p:nvSpPr>
          <p:spPr bwMode="auto">
            <a:xfrm>
              <a:off x="7266076" y="5707202"/>
              <a:ext cx="1365124" cy="524648"/>
            </a:xfrm>
            <a:custGeom>
              <a:avLst/>
              <a:gdLst>
                <a:gd name="connsiteX0" fmla="*/ 792589 w 1365124"/>
                <a:gd name="connsiteY0" fmla="*/ 0 h 524648"/>
                <a:gd name="connsiteX1" fmla="*/ 945148 w 1365124"/>
                <a:gd name="connsiteY1" fmla="*/ 0 h 524648"/>
                <a:gd name="connsiteX2" fmla="*/ 945148 w 1365124"/>
                <a:gd name="connsiteY2" fmla="*/ 151852 h 524648"/>
                <a:gd name="connsiteX3" fmla="*/ 1058388 w 1365124"/>
                <a:gd name="connsiteY3" fmla="*/ 151852 h 524648"/>
                <a:gd name="connsiteX4" fmla="*/ 1058388 w 1365124"/>
                <a:gd name="connsiteY4" fmla="*/ 428666 h 524648"/>
                <a:gd name="connsiteX5" fmla="*/ 1148036 w 1365124"/>
                <a:gd name="connsiteY5" fmla="*/ 428666 h 524648"/>
                <a:gd name="connsiteX6" fmla="*/ 1148036 w 1365124"/>
                <a:gd name="connsiteY6" fmla="*/ 276814 h 524648"/>
                <a:gd name="connsiteX7" fmla="*/ 1269140 w 1365124"/>
                <a:gd name="connsiteY7" fmla="*/ 276814 h 524648"/>
                <a:gd name="connsiteX8" fmla="*/ 1269140 w 1365124"/>
                <a:gd name="connsiteY8" fmla="*/ 47454 h 524648"/>
                <a:gd name="connsiteX9" fmla="*/ 1365080 w 1365124"/>
                <a:gd name="connsiteY9" fmla="*/ 47454 h 524648"/>
                <a:gd name="connsiteX10" fmla="*/ 1365080 w 1365124"/>
                <a:gd name="connsiteY10" fmla="*/ 468438 h 524648"/>
                <a:gd name="connsiteX11" fmla="*/ 1365080 w 1365124"/>
                <a:gd name="connsiteY11" fmla="*/ 511141 h 524648"/>
                <a:gd name="connsiteX12" fmla="*/ 1365124 w 1365124"/>
                <a:gd name="connsiteY12" fmla="*/ 511141 h 524648"/>
                <a:gd name="connsiteX13" fmla="*/ 1365124 w 1365124"/>
                <a:gd name="connsiteY13" fmla="*/ 524648 h 524648"/>
                <a:gd name="connsiteX14" fmla="*/ 0 w 1365124"/>
                <a:gd name="connsiteY14" fmla="*/ 524648 h 524648"/>
                <a:gd name="connsiteX15" fmla="*/ 0 w 1365124"/>
                <a:gd name="connsiteY15" fmla="*/ 98071 h 524648"/>
                <a:gd name="connsiteX16" fmla="*/ 72257 w 1365124"/>
                <a:gd name="connsiteY16" fmla="*/ 98071 h 524648"/>
                <a:gd name="connsiteX17" fmla="*/ 72257 w 1365124"/>
                <a:gd name="connsiteY17" fmla="*/ 273650 h 524648"/>
                <a:gd name="connsiteX18" fmla="*/ 212234 w 1365124"/>
                <a:gd name="connsiteY18" fmla="*/ 273650 h 524648"/>
                <a:gd name="connsiteX19" fmla="*/ 212234 w 1365124"/>
                <a:gd name="connsiteY19" fmla="*/ 164506 h 524648"/>
                <a:gd name="connsiteX20" fmla="*/ 364794 w 1365124"/>
                <a:gd name="connsiteY20" fmla="*/ 164506 h 524648"/>
                <a:gd name="connsiteX21" fmla="*/ 364794 w 1365124"/>
                <a:gd name="connsiteY21" fmla="*/ 270486 h 524648"/>
                <a:gd name="connsiteX22" fmla="*/ 481179 w 1365124"/>
                <a:gd name="connsiteY22" fmla="*/ 270486 h 524648"/>
                <a:gd name="connsiteX23" fmla="*/ 481179 w 1365124"/>
                <a:gd name="connsiteY23" fmla="*/ 219869 h 524648"/>
                <a:gd name="connsiteX24" fmla="*/ 559818 w 1365124"/>
                <a:gd name="connsiteY24" fmla="*/ 221451 h 524648"/>
                <a:gd name="connsiteX25" fmla="*/ 559818 w 1365124"/>
                <a:gd name="connsiteY25" fmla="*/ 177161 h 524648"/>
                <a:gd name="connsiteX26" fmla="*/ 640030 w 1365124"/>
                <a:gd name="connsiteY26" fmla="*/ 177161 h 524648"/>
                <a:gd name="connsiteX27" fmla="*/ 640030 w 1365124"/>
                <a:gd name="connsiteY27" fmla="*/ 218287 h 524648"/>
                <a:gd name="connsiteX28" fmla="*/ 717096 w 1365124"/>
                <a:gd name="connsiteY28" fmla="*/ 218287 h 524648"/>
                <a:gd name="connsiteX29" fmla="*/ 717096 w 1365124"/>
                <a:gd name="connsiteY29" fmla="*/ 172415 h 524648"/>
                <a:gd name="connsiteX30" fmla="*/ 792589 w 1365124"/>
                <a:gd name="connsiteY30" fmla="*/ 173997 h 524648"/>
                <a:gd name="connsiteX31" fmla="*/ 792589 w 1365124"/>
                <a:gd name="connsiteY31" fmla="*/ 0 h 5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5124" h="524648">
                  <a:moveTo>
                    <a:pt x="792589" y="0"/>
                  </a:moveTo>
                  <a:cubicBezTo>
                    <a:pt x="792589" y="0"/>
                    <a:pt x="792589" y="0"/>
                    <a:pt x="945148" y="0"/>
                  </a:cubicBezTo>
                  <a:cubicBezTo>
                    <a:pt x="945148" y="0"/>
                    <a:pt x="945148" y="0"/>
                    <a:pt x="945148" y="151852"/>
                  </a:cubicBezTo>
                  <a:cubicBezTo>
                    <a:pt x="945148" y="151852"/>
                    <a:pt x="945148" y="151852"/>
                    <a:pt x="1058388" y="151852"/>
                  </a:cubicBezTo>
                  <a:cubicBezTo>
                    <a:pt x="1058388" y="151852"/>
                    <a:pt x="1058388" y="151852"/>
                    <a:pt x="1058388" y="428666"/>
                  </a:cubicBezTo>
                  <a:cubicBezTo>
                    <a:pt x="1058388" y="428666"/>
                    <a:pt x="1058388" y="428666"/>
                    <a:pt x="1148036" y="428666"/>
                  </a:cubicBezTo>
                  <a:cubicBezTo>
                    <a:pt x="1148036" y="428666"/>
                    <a:pt x="1148036" y="428666"/>
                    <a:pt x="1148036" y="276814"/>
                  </a:cubicBezTo>
                  <a:cubicBezTo>
                    <a:pt x="1148036" y="276814"/>
                    <a:pt x="1148036" y="276814"/>
                    <a:pt x="1269140" y="276814"/>
                  </a:cubicBezTo>
                  <a:cubicBezTo>
                    <a:pt x="1269140" y="276814"/>
                    <a:pt x="1269140" y="276814"/>
                    <a:pt x="1269140" y="47454"/>
                  </a:cubicBezTo>
                  <a:cubicBezTo>
                    <a:pt x="1269140" y="47454"/>
                    <a:pt x="1269140" y="47454"/>
                    <a:pt x="1365080" y="47454"/>
                  </a:cubicBezTo>
                  <a:cubicBezTo>
                    <a:pt x="1365080" y="47454"/>
                    <a:pt x="1365080" y="47454"/>
                    <a:pt x="1365080" y="468438"/>
                  </a:cubicBezTo>
                  <a:lnTo>
                    <a:pt x="1365080" y="511141"/>
                  </a:lnTo>
                  <a:lnTo>
                    <a:pt x="1365124" y="511141"/>
                  </a:lnTo>
                  <a:lnTo>
                    <a:pt x="1365124" y="524648"/>
                  </a:lnTo>
                  <a:lnTo>
                    <a:pt x="0" y="524648"/>
                  </a:lnTo>
                  <a:lnTo>
                    <a:pt x="0" y="98071"/>
                  </a:lnTo>
                  <a:lnTo>
                    <a:pt x="72257" y="98071"/>
                  </a:lnTo>
                  <a:cubicBezTo>
                    <a:pt x="72257" y="98071"/>
                    <a:pt x="72257" y="98071"/>
                    <a:pt x="72257" y="273650"/>
                  </a:cubicBezTo>
                  <a:cubicBezTo>
                    <a:pt x="72257" y="273650"/>
                    <a:pt x="72257" y="273650"/>
                    <a:pt x="212234" y="273650"/>
                  </a:cubicBezTo>
                  <a:cubicBezTo>
                    <a:pt x="212234" y="273650"/>
                    <a:pt x="212234" y="273650"/>
                    <a:pt x="212234" y="164506"/>
                  </a:cubicBezTo>
                  <a:cubicBezTo>
                    <a:pt x="212234" y="164506"/>
                    <a:pt x="212234" y="164506"/>
                    <a:pt x="364794" y="164506"/>
                  </a:cubicBezTo>
                  <a:cubicBezTo>
                    <a:pt x="364794" y="164506"/>
                    <a:pt x="364794" y="164506"/>
                    <a:pt x="364794" y="270486"/>
                  </a:cubicBezTo>
                  <a:cubicBezTo>
                    <a:pt x="364794" y="270486"/>
                    <a:pt x="364794" y="270486"/>
                    <a:pt x="481179" y="270486"/>
                  </a:cubicBezTo>
                  <a:cubicBezTo>
                    <a:pt x="481179" y="270486"/>
                    <a:pt x="481179" y="270486"/>
                    <a:pt x="481179" y="219869"/>
                  </a:cubicBezTo>
                  <a:cubicBezTo>
                    <a:pt x="481179" y="219869"/>
                    <a:pt x="481179" y="219869"/>
                    <a:pt x="559818" y="221451"/>
                  </a:cubicBezTo>
                  <a:cubicBezTo>
                    <a:pt x="559818" y="221451"/>
                    <a:pt x="559818" y="221451"/>
                    <a:pt x="559818" y="177161"/>
                  </a:cubicBezTo>
                  <a:cubicBezTo>
                    <a:pt x="559818" y="177161"/>
                    <a:pt x="559818" y="177161"/>
                    <a:pt x="640030" y="177161"/>
                  </a:cubicBezTo>
                  <a:cubicBezTo>
                    <a:pt x="640030" y="177161"/>
                    <a:pt x="640030" y="177161"/>
                    <a:pt x="640030" y="218287"/>
                  </a:cubicBezTo>
                  <a:cubicBezTo>
                    <a:pt x="640030" y="218287"/>
                    <a:pt x="640030" y="218287"/>
                    <a:pt x="717096" y="218287"/>
                  </a:cubicBezTo>
                  <a:cubicBezTo>
                    <a:pt x="717096" y="218287"/>
                    <a:pt x="717096" y="218287"/>
                    <a:pt x="717096" y="172415"/>
                  </a:cubicBezTo>
                  <a:cubicBezTo>
                    <a:pt x="717096" y="172415"/>
                    <a:pt x="717096" y="172415"/>
                    <a:pt x="792589" y="173997"/>
                  </a:cubicBezTo>
                  <a:cubicBezTo>
                    <a:pt x="792589" y="173997"/>
                    <a:pt x="792589" y="173997"/>
                    <a:pt x="7925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135" name="Freeform: Shape 134"/>
            <p:cNvSpPr/>
            <p:nvPr/>
          </p:nvSpPr>
          <p:spPr bwMode="auto">
            <a:xfrm>
              <a:off x="8621086" y="5658720"/>
              <a:ext cx="3651746" cy="581593"/>
            </a:xfrm>
            <a:custGeom>
              <a:avLst/>
              <a:gdLst>
                <a:gd name="connsiteX0" fmla="*/ 5307865 w 12192148"/>
                <a:gd name="connsiteY0" fmla="*/ 0 h 1941773"/>
                <a:gd name="connsiteX1" fmla="*/ 5817217 w 12192148"/>
                <a:gd name="connsiteY1" fmla="*/ 0 h 1941773"/>
                <a:gd name="connsiteX2" fmla="*/ 5817217 w 12192148"/>
                <a:gd name="connsiteY2" fmla="*/ 697113 h 1941773"/>
                <a:gd name="connsiteX3" fmla="*/ 6190042 w 12192148"/>
                <a:gd name="connsiteY3" fmla="*/ 697113 h 1941773"/>
                <a:gd name="connsiteX4" fmla="*/ 6190042 w 12192148"/>
                <a:gd name="connsiteY4" fmla="*/ 1325570 h 1941773"/>
                <a:gd name="connsiteX5" fmla="*/ 6489353 w 12192148"/>
                <a:gd name="connsiteY5" fmla="*/ 1325570 h 1941773"/>
                <a:gd name="connsiteX6" fmla="*/ 6489353 w 12192148"/>
                <a:gd name="connsiteY6" fmla="*/ 1114324 h 1941773"/>
                <a:gd name="connsiteX7" fmla="*/ 6898935 w 12192148"/>
                <a:gd name="connsiteY7" fmla="*/ 1114324 h 1941773"/>
                <a:gd name="connsiteX8" fmla="*/ 6898935 w 12192148"/>
                <a:gd name="connsiteY8" fmla="*/ 348556 h 1941773"/>
                <a:gd name="connsiteX9" fmla="*/ 7219249 w 12192148"/>
                <a:gd name="connsiteY9" fmla="*/ 348556 h 1941773"/>
                <a:gd name="connsiteX10" fmla="*/ 7219249 w 12192148"/>
                <a:gd name="connsiteY10" fmla="*/ 1093199 h 1941773"/>
                <a:gd name="connsiteX11" fmla="*/ 7413539 w 12192148"/>
                <a:gd name="connsiteY11" fmla="*/ 1093199 h 1941773"/>
                <a:gd name="connsiteX12" fmla="*/ 7413539 w 12192148"/>
                <a:gd name="connsiteY12" fmla="*/ 517553 h 1941773"/>
                <a:gd name="connsiteX13" fmla="*/ 7875631 w 12192148"/>
                <a:gd name="connsiteY13" fmla="*/ 517553 h 1941773"/>
                <a:gd name="connsiteX14" fmla="*/ 7875631 w 12192148"/>
                <a:gd name="connsiteY14" fmla="*/ 1103761 h 1941773"/>
                <a:gd name="connsiteX15" fmla="*/ 8342975 w 12192148"/>
                <a:gd name="connsiteY15" fmla="*/ 1103761 h 1941773"/>
                <a:gd name="connsiteX16" fmla="*/ 8342975 w 12192148"/>
                <a:gd name="connsiteY16" fmla="*/ 739362 h 1941773"/>
                <a:gd name="connsiteX17" fmla="*/ 8852328 w 12192148"/>
                <a:gd name="connsiteY17" fmla="*/ 739362 h 1941773"/>
                <a:gd name="connsiteX18" fmla="*/ 8852328 w 12192148"/>
                <a:gd name="connsiteY18" fmla="*/ 1093199 h 1941773"/>
                <a:gd name="connsiteX19" fmla="*/ 9240906 w 12192148"/>
                <a:gd name="connsiteY19" fmla="*/ 1093199 h 1941773"/>
                <a:gd name="connsiteX20" fmla="*/ 9240906 w 12192148"/>
                <a:gd name="connsiteY20" fmla="*/ 924202 h 1941773"/>
                <a:gd name="connsiteX21" fmla="*/ 9503459 w 12192148"/>
                <a:gd name="connsiteY21" fmla="*/ 929483 h 1941773"/>
                <a:gd name="connsiteX22" fmla="*/ 9503459 w 12192148"/>
                <a:gd name="connsiteY22" fmla="*/ 781611 h 1941773"/>
                <a:gd name="connsiteX23" fmla="*/ 9771263 w 12192148"/>
                <a:gd name="connsiteY23" fmla="*/ 781611 h 1941773"/>
                <a:gd name="connsiteX24" fmla="*/ 9771263 w 12192148"/>
                <a:gd name="connsiteY24" fmla="*/ 918921 h 1941773"/>
                <a:gd name="connsiteX25" fmla="*/ 10028565 w 12192148"/>
                <a:gd name="connsiteY25" fmla="*/ 918921 h 1941773"/>
                <a:gd name="connsiteX26" fmla="*/ 10028565 w 12192148"/>
                <a:gd name="connsiteY26" fmla="*/ 765768 h 1941773"/>
                <a:gd name="connsiteX27" fmla="*/ 10280615 w 12192148"/>
                <a:gd name="connsiteY27" fmla="*/ 771049 h 1941773"/>
                <a:gd name="connsiteX28" fmla="*/ 10280615 w 12192148"/>
                <a:gd name="connsiteY28" fmla="*/ 190122 h 1941773"/>
                <a:gd name="connsiteX29" fmla="*/ 10789968 w 12192148"/>
                <a:gd name="connsiteY29" fmla="*/ 190122 h 1941773"/>
                <a:gd name="connsiteX30" fmla="*/ 10789968 w 12192148"/>
                <a:gd name="connsiteY30" fmla="*/ 697113 h 1941773"/>
                <a:gd name="connsiteX31" fmla="*/ 11168044 w 12192148"/>
                <a:gd name="connsiteY31" fmla="*/ 697113 h 1941773"/>
                <a:gd name="connsiteX32" fmla="*/ 11168044 w 12192148"/>
                <a:gd name="connsiteY32" fmla="*/ 1621315 h 1941773"/>
                <a:gd name="connsiteX33" fmla="*/ 11467354 w 12192148"/>
                <a:gd name="connsiteY33" fmla="*/ 1621315 h 1941773"/>
                <a:gd name="connsiteX34" fmla="*/ 11467354 w 12192148"/>
                <a:gd name="connsiteY34" fmla="*/ 1114324 h 1941773"/>
                <a:gd name="connsiteX35" fmla="*/ 11871686 w 12192148"/>
                <a:gd name="connsiteY35" fmla="*/ 1114324 h 1941773"/>
                <a:gd name="connsiteX36" fmla="*/ 11871686 w 12192148"/>
                <a:gd name="connsiteY36" fmla="*/ 348556 h 1941773"/>
                <a:gd name="connsiteX37" fmla="*/ 12192000 w 12192148"/>
                <a:gd name="connsiteY37" fmla="*/ 348556 h 1941773"/>
                <a:gd name="connsiteX38" fmla="*/ 12192000 w 12192148"/>
                <a:gd name="connsiteY38" fmla="*/ 1754103 h 1941773"/>
                <a:gd name="connsiteX39" fmla="*/ 12192000 w 12192148"/>
                <a:gd name="connsiteY39" fmla="*/ 1896676 h 1941773"/>
                <a:gd name="connsiteX40" fmla="*/ 12192148 w 12192148"/>
                <a:gd name="connsiteY40" fmla="*/ 1896676 h 1941773"/>
                <a:gd name="connsiteX41" fmla="*/ 12192148 w 12192148"/>
                <a:gd name="connsiteY41" fmla="*/ 1941773 h 1941773"/>
                <a:gd name="connsiteX42" fmla="*/ 0 w 12192148"/>
                <a:gd name="connsiteY42" fmla="*/ 1941773 h 1941773"/>
                <a:gd name="connsiteX43" fmla="*/ 0 w 12192148"/>
                <a:gd name="connsiteY43" fmla="*/ 1896676 h 1941773"/>
                <a:gd name="connsiteX44" fmla="*/ 0 w 12192148"/>
                <a:gd name="connsiteY44" fmla="*/ 1573784 h 1941773"/>
                <a:gd name="connsiteX45" fmla="*/ 112847 w 12192148"/>
                <a:gd name="connsiteY45" fmla="*/ 1573784 h 1941773"/>
                <a:gd name="connsiteX46" fmla="*/ 293106 w 12192148"/>
                <a:gd name="connsiteY46" fmla="*/ 1573784 h 1941773"/>
                <a:gd name="connsiteX47" fmla="*/ 293106 w 12192148"/>
                <a:gd name="connsiteY47" fmla="*/ 411930 h 1941773"/>
                <a:gd name="connsiteX48" fmla="*/ 655428 w 12192148"/>
                <a:gd name="connsiteY48" fmla="*/ 411930 h 1941773"/>
                <a:gd name="connsiteX49" fmla="*/ 655428 w 12192148"/>
                <a:gd name="connsiteY49" fmla="*/ 1373100 h 1941773"/>
                <a:gd name="connsiteX50" fmla="*/ 791956 w 12192148"/>
                <a:gd name="connsiteY50" fmla="*/ 1188260 h 1941773"/>
                <a:gd name="connsiteX51" fmla="*/ 954739 w 12192148"/>
                <a:gd name="connsiteY51" fmla="*/ 1399506 h 1941773"/>
                <a:gd name="connsiteX52" fmla="*/ 1101768 w 12192148"/>
                <a:gd name="connsiteY52" fmla="*/ 1188260 h 1941773"/>
                <a:gd name="connsiteX53" fmla="*/ 1264551 w 12192148"/>
                <a:gd name="connsiteY53" fmla="*/ 1399506 h 1941773"/>
                <a:gd name="connsiteX54" fmla="*/ 1411580 w 12192148"/>
                <a:gd name="connsiteY54" fmla="*/ 1188260 h 1941773"/>
                <a:gd name="connsiteX55" fmla="*/ 1574363 w 12192148"/>
                <a:gd name="connsiteY55" fmla="*/ 1399506 h 1941773"/>
                <a:gd name="connsiteX56" fmla="*/ 1574363 w 12192148"/>
                <a:gd name="connsiteY56" fmla="*/ 1447036 h 1941773"/>
                <a:gd name="connsiteX57" fmla="*/ 1721393 w 12192148"/>
                <a:gd name="connsiteY57" fmla="*/ 1447036 h 1941773"/>
                <a:gd name="connsiteX58" fmla="*/ 1721393 w 12192148"/>
                <a:gd name="connsiteY58" fmla="*/ 1299164 h 1941773"/>
                <a:gd name="connsiteX59" fmla="*/ 1537606 w 12192148"/>
                <a:gd name="connsiteY59" fmla="*/ 1072074 h 1941773"/>
                <a:gd name="connsiteX60" fmla="*/ 1721393 w 12192148"/>
                <a:gd name="connsiteY60" fmla="*/ 844985 h 1941773"/>
                <a:gd name="connsiteX61" fmla="*/ 1721393 w 12192148"/>
                <a:gd name="connsiteY61" fmla="*/ 586208 h 1941773"/>
                <a:gd name="connsiteX62" fmla="*/ 1815912 w 12192148"/>
                <a:gd name="connsiteY62" fmla="*/ 586208 h 1941773"/>
                <a:gd name="connsiteX63" fmla="*/ 1815912 w 12192148"/>
                <a:gd name="connsiteY63" fmla="*/ 844985 h 1941773"/>
                <a:gd name="connsiteX64" fmla="*/ 1999699 w 12192148"/>
                <a:gd name="connsiteY64" fmla="*/ 1072074 h 1941773"/>
                <a:gd name="connsiteX65" fmla="*/ 1815912 w 12192148"/>
                <a:gd name="connsiteY65" fmla="*/ 1299164 h 1941773"/>
                <a:gd name="connsiteX66" fmla="*/ 1815912 w 12192148"/>
                <a:gd name="connsiteY66" fmla="*/ 1447036 h 1941773"/>
                <a:gd name="connsiteX67" fmla="*/ 1941937 w 12192148"/>
                <a:gd name="connsiteY67" fmla="*/ 1447036 h 1941773"/>
                <a:gd name="connsiteX68" fmla="*/ 1941937 w 12192148"/>
                <a:gd name="connsiteY68" fmla="*/ 1293883 h 1941773"/>
                <a:gd name="connsiteX69" fmla="*/ 2099469 w 12192148"/>
                <a:gd name="connsiteY69" fmla="*/ 1293883 h 1941773"/>
                <a:gd name="connsiteX70" fmla="*/ 2099469 w 12192148"/>
                <a:gd name="connsiteY70" fmla="*/ 1093199 h 1941773"/>
                <a:gd name="connsiteX71" fmla="*/ 2440788 w 12192148"/>
                <a:gd name="connsiteY71" fmla="*/ 1093199 h 1941773"/>
                <a:gd name="connsiteX72" fmla="*/ 2440788 w 12192148"/>
                <a:gd name="connsiteY72" fmla="*/ 517553 h 1941773"/>
                <a:gd name="connsiteX73" fmla="*/ 2897630 w 12192148"/>
                <a:gd name="connsiteY73" fmla="*/ 517553 h 1941773"/>
                <a:gd name="connsiteX74" fmla="*/ 2897630 w 12192148"/>
                <a:gd name="connsiteY74" fmla="*/ 1103761 h 1941773"/>
                <a:gd name="connsiteX75" fmla="*/ 3364974 w 12192148"/>
                <a:gd name="connsiteY75" fmla="*/ 1103761 h 1941773"/>
                <a:gd name="connsiteX76" fmla="*/ 3364974 w 12192148"/>
                <a:gd name="connsiteY76" fmla="*/ 739362 h 1941773"/>
                <a:gd name="connsiteX77" fmla="*/ 3879577 w 12192148"/>
                <a:gd name="connsiteY77" fmla="*/ 739362 h 1941773"/>
                <a:gd name="connsiteX78" fmla="*/ 3879577 w 12192148"/>
                <a:gd name="connsiteY78" fmla="*/ 1093199 h 1941773"/>
                <a:gd name="connsiteX79" fmla="*/ 4268157 w 12192148"/>
                <a:gd name="connsiteY79" fmla="*/ 1093199 h 1941773"/>
                <a:gd name="connsiteX80" fmla="*/ 4268157 w 12192148"/>
                <a:gd name="connsiteY80" fmla="*/ 924202 h 1941773"/>
                <a:gd name="connsiteX81" fmla="*/ 4530710 w 12192148"/>
                <a:gd name="connsiteY81" fmla="*/ 929483 h 1941773"/>
                <a:gd name="connsiteX82" fmla="*/ 4530710 w 12192148"/>
                <a:gd name="connsiteY82" fmla="*/ 781611 h 1941773"/>
                <a:gd name="connsiteX83" fmla="*/ 4798513 w 12192148"/>
                <a:gd name="connsiteY83" fmla="*/ 781611 h 1941773"/>
                <a:gd name="connsiteX84" fmla="*/ 4798513 w 12192148"/>
                <a:gd name="connsiteY84" fmla="*/ 918921 h 1941773"/>
                <a:gd name="connsiteX85" fmla="*/ 5055815 w 12192148"/>
                <a:gd name="connsiteY85" fmla="*/ 918921 h 1941773"/>
                <a:gd name="connsiteX86" fmla="*/ 5055815 w 12192148"/>
                <a:gd name="connsiteY86" fmla="*/ 765768 h 1941773"/>
                <a:gd name="connsiteX87" fmla="*/ 5307865 w 12192148"/>
                <a:gd name="connsiteY87" fmla="*/ 771049 h 1941773"/>
                <a:gd name="connsiteX88" fmla="*/ 5307865 w 12192148"/>
                <a:gd name="connsiteY88" fmla="*/ 0 h 194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2192148" h="1941773">
                  <a:moveTo>
                    <a:pt x="5307865" y="0"/>
                  </a:moveTo>
                  <a:cubicBezTo>
                    <a:pt x="5307865" y="0"/>
                    <a:pt x="5307865" y="0"/>
                    <a:pt x="5817217" y="0"/>
                  </a:cubicBezTo>
                  <a:cubicBezTo>
                    <a:pt x="5817217" y="0"/>
                    <a:pt x="5817217" y="0"/>
                    <a:pt x="5817217" y="697113"/>
                  </a:cubicBezTo>
                  <a:cubicBezTo>
                    <a:pt x="5817217" y="697113"/>
                    <a:pt x="5817217" y="697113"/>
                    <a:pt x="6190042" y="697113"/>
                  </a:cubicBezTo>
                  <a:cubicBezTo>
                    <a:pt x="6190042" y="697113"/>
                    <a:pt x="6190042" y="697113"/>
                    <a:pt x="6190042" y="1325570"/>
                  </a:cubicBezTo>
                  <a:cubicBezTo>
                    <a:pt x="6190042" y="1325570"/>
                    <a:pt x="6190042" y="1325570"/>
                    <a:pt x="6489353" y="1325570"/>
                  </a:cubicBezTo>
                  <a:cubicBezTo>
                    <a:pt x="6489353" y="1325570"/>
                    <a:pt x="6489353" y="1325570"/>
                    <a:pt x="6489353" y="1114324"/>
                  </a:cubicBezTo>
                  <a:cubicBezTo>
                    <a:pt x="6489353" y="1114324"/>
                    <a:pt x="6489353" y="1114324"/>
                    <a:pt x="6898935" y="1114324"/>
                  </a:cubicBezTo>
                  <a:cubicBezTo>
                    <a:pt x="6898935" y="1114324"/>
                    <a:pt x="6898935" y="1114324"/>
                    <a:pt x="6898935" y="348556"/>
                  </a:cubicBezTo>
                  <a:cubicBezTo>
                    <a:pt x="6898935" y="348556"/>
                    <a:pt x="6898935" y="348556"/>
                    <a:pt x="7219249" y="348556"/>
                  </a:cubicBezTo>
                  <a:cubicBezTo>
                    <a:pt x="7219249" y="348556"/>
                    <a:pt x="7219249" y="348556"/>
                    <a:pt x="7219249" y="1093199"/>
                  </a:cubicBezTo>
                  <a:cubicBezTo>
                    <a:pt x="7219249" y="1093199"/>
                    <a:pt x="7219249" y="1093199"/>
                    <a:pt x="7413539" y="1093199"/>
                  </a:cubicBezTo>
                  <a:cubicBezTo>
                    <a:pt x="7413539" y="1093199"/>
                    <a:pt x="7413539" y="1093199"/>
                    <a:pt x="7413539" y="517553"/>
                  </a:cubicBezTo>
                  <a:cubicBezTo>
                    <a:pt x="7413539" y="517553"/>
                    <a:pt x="7413539" y="517553"/>
                    <a:pt x="7875631" y="517553"/>
                  </a:cubicBezTo>
                  <a:cubicBezTo>
                    <a:pt x="7875631" y="517553"/>
                    <a:pt x="7875631" y="517553"/>
                    <a:pt x="7875631" y="1103761"/>
                  </a:cubicBezTo>
                  <a:cubicBezTo>
                    <a:pt x="7875631" y="1103761"/>
                    <a:pt x="7875631" y="1103761"/>
                    <a:pt x="8342975" y="1103761"/>
                  </a:cubicBezTo>
                  <a:cubicBezTo>
                    <a:pt x="8342975" y="1103761"/>
                    <a:pt x="8342975" y="1103761"/>
                    <a:pt x="8342975" y="739362"/>
                  </a:cubicBezTo>
                  <a:cubicBezTo>
                    <a:pt x="8342975" y="739362"/>
                    <a:pt x="8342975" y="739362"/>
                    <a:pt x="8852328" y="739362"/>
                  </a:cubicBezTo>
                  <a:cubicBezTo>
                    <a:pt x="8852328" y="739362"/>
                    <a:pt x="8852328" y="739362"/>
                    <a:pt x="8852328" y="1093199"/>
                  </a:cubicBezTo>
                  <a:cubicBezTo>
                    <a:pt x="8852328" y="1093199"/>
                    <a:pt x="8852328" y="1093199"/>
                    <a:pt x="9240906" y="1093199"/>
                  </a:cubicBezTo>
                  <a:cubicBezTo>
                    <a:pt x="9240906" y="1093199"/>
                    <a:pt x="9240906" y="1093199"/>
                    <a:pt x="9240906" y="924202"/>
                  </a:cubicBezTo>
                  <a:cubicBezTo>
                    <a:pt x="9240906" y="924202"/>
                    <a:pt x="9240906" y="924202"/>
                    <a:pt x="9503459" y="929483"/>
                  </a:cubicBezTo>
                  <a:cubicBezTo>
                    <a:pt x="9503459" y="929483"/>
                    <a:pt x="9503459" y="929483"/>
                    <a:pt x="9503459" y="781611"/>
                  </a:cubicBezTo>
                  <a:cubicBezTo>
                    <a:pt x="9503459" y="781611"/>
                    <a:pt x="9503459" y="781611"/>
                    <a:pt x="9771263" y="781611"/>
                  </a:cubicBezTo>
                  <a:cubicBezTo>
                    <a:pt x="9771263" y="781611"/>
                    <a:pt x="9771263" y="781611"/>
                    <a:pt x="9771263" y="918921"/>
                  </a:cubicBezTo>
                  <a:cubicBezTo>
                    <a:pt x="9771263" y="918921"/>
                    <a:pt x="9771263" y="918921"/>
                    <a:pt x="10028565" y="918921"/>
                  </a:cubicBezTo>
                  <a:cubicBezTo>
                    <a:pt x="10028565" y="918921"/>
                    <a:pt x="10028565" y="918921"/>
                    <a:pt x="10028565" y="765768"/>
                  </a:cubicBezTo>
                  <a:cubicBezTo>
                    <a:pt x="10028565" y="765768"/>
                    <a:pt x="10028565" y="765768"/>
                    <a:pt x="10280615" y="771049"/>
                  </a:cubicBezTo>
                  <a:cubicBezTo>
                    <a:pt x="10280615" y="771049"/>
                    <a:pt x="10280615" y="771049"/>
                    <a:pt x="10280615" y="190122"/>
                  </a:cubicBezTo>
                  <a:cubicBezTo>
                    <a:pt x="10280615" y="190122"/>
                    <a:pt x="10280615" y="190122"/>
                    <a:pt x="10789968" y="190122"/>
                  </a:cubicBezTo>
                  <a:cubicBezTo>
                    <a:pt x="10789968" y="190122"/>
                    <a:pt x="10789968" y="190122"/>
                    <a:pt x="10789968" y="697113"/>
                  </a:cubicBezTo>
                  <a:cubicBezTo>
                    <a:pt x="10789968" y="697113"/>
                    <a:pt x="10789968" y="697113"/>
                    <a:pt x="11168044" y="697113"/>
                  </a:cubicBezTo>
                  <a:cubicBezTo>
                    <a:pt x="11168044" y="697113"/>
                    <a:pt x="11168044" y="697113"/>
                    <a:pt x="11168044" y="1621315"/>
                  </a:cubicBezTo>
                  <a:cubicBezTo>
                    <a:pt x="11168044" y="1621315"/>
                    <a:pt x="11168044" y="1621315"/>
                    <a:pt x="11467354" y="1621315"/>
                  </a:cubicBezTo>
                  <a:cubicBezTo>
                    <a:pt x="11467354" y="1621315"/>
                    <a:pt x="11467354" y="1621315"/>
                    <a:pt x="11467354" y="1114324"/>
                  </a:cubicBezTo>
                  <a:cubicBezTo>
                    <a:pt x="11467354" y="1114324"/>
                    <a:pt x="11467354" y="1114324"/>
                    <a:pt x="11871686" y="1114324"/>
                  </a:cubicBezTo>
                  <a:cubicBezTo>
                    <a:pt x="11871686" y="1114324"/>
                    <a:pt x="11871686" y="1114324"/>
                    <a:pt x="11871686" y="348556"/>
                  </a:cubicBezTo>
                  <a:cubicBezTo>
                    <a:pt x="11871686" y="348556"/>
                    <a:pt x="11871686" y="348556"/>
                    <a:pt x="12192000" y="348556"/>
                  </a:cubicBezTo>
                  <a:cubicBezTo>
                    <a:pt x="12192000" y="348556"/>
                    <a:pt x="12192000" y="348556"/>
                    <a:pt x="12192000" y="1754103"/>
                  </a:cubicBezTo>
                  <a:lnTo>
                    <a:pt x="12192000" y="1896676"/>
                  </a:lnTo>
                  <a:lnTo>
                    <a:pt x="12192148" y="1896676"/>
                  </a:lnTo>
                  <a:lnTo>
                    <a:pt x="12192148" y="1941773"/>
                  </a:lnTo>
                  <a:lnTo>
                    <a:pt x="0" y="1941773"/>
                  </a:lnTo>
                  <a:lnTo>
                    <a:pt x="0" y="1896676"/>
                  </a:lnTo>
                  <a:lnTo>
                    <a:pt x="0" y="1573784"/>
                  </a:lnTo>
                  <a:lnTo>
                    <a:pt x="112847" y="1573784"/>
                  </a:lnTo>
                  <a:cubicBezTo>
                    <a:pt x="165111" y="1573784"/>
                    <a:pt x="224842" y="1573784"/>
                    <a:pt x="293106" y="1573784"/>
                  </a:cubicBezTo>
                  <a:cubicBezTo>
                    <a:pt x="293106" y="1573784"/>
                    <a:pt x="293106" y="1573784"/>
                    <a:pt x="293106" y="411930"/>
                  </a:cubicBezTo>
                  <a:cubicBezTo>
                    <a:pt x="293106" y="411930"/>
                    <a:pt x="293106" y="411930"/>
                    <a:pt x="655428" y="411930"/>
                  </a:cubicBezTo>
                  <a:cubicBezTo>
                    <a:pt x="655428" y="411930"/>
                    <a:pt x="655428" y="411930"/>
                    <a:pt x="655428" y="1373100"/>
                  </a:cubicBezTo>
                  <a:cubicBezTo>
                    <a:pt x="676433" y="1315008"/>
                    <a:pt x="734194" y="1188260"/>
                    <a:pt x="791956" y="1188260"/>
                  </a:cubicBezTo>
                  <a:cubicBezTo>
                    <a:pt x="875973" y="1188260"/>
                    <a:pt x="954739" y="1399506"/>
                    <a:pt x="954739" y="1399506"/>
                  </a:cubicBezTo>
                  <a:cubicBezTo>
                    <a:pt x="954739" y="1399506"/>
                    <a:pt x="1023002" y="1188260"/>
                    <a:pt x="1101768" y="1188260"/>
                  </a:cubicBezTo>
                  <a:cubicBezTo>
                    <a:pt x="1180534" y="1188260"/>
                    <a:pt x="1264551" y="1399506"/>
                    <a:pt x="1264551" y="1399506"/>
                  </a:cubicBezTo>
                  <a:cubicBezTo>
                    <a:pt x="1264551" y="1399506"/>
                    <a:pt x="1332815" y="1188260"/>
                    <a:pt x="1411580" y="1188260"/>
                  </a:cubicBezTo>
                  <a:cubicBezTo>
                    <a:pt x="1490347" y="1188260"/>
                    <a:pt x="1574363" y="1399506"/>
                    <a:pt x="1574363" y="1399506"/>
                  </a:cubicBezTo>
                  <a:cubicBezTo>
                    <a:pt x="1574363" y="1399506"/>
                    <a:pt x="1574363" y="1399506"/>
                    <a:pt x="1574363" y="1447036"/>
                  </a:cubicBezTo>
                  <a:cubicBezTo>
                    <a:pt x="1574363" y="1447036"/>
                    <a:pt x="1574363" y="1447036"/>
                    <a:pt x="1721393" y="1447036"/>
                  </a:cubicBezTo>
                  <a:cubicBezTo>
                    <a:pt x="1721393" y="1447036"/>
                    <a:pt x="1721393" y="1447036"/>
                    <a:pt x="1721393" y="1299164"/>
                  </a:cubicBezTo>
                  <a:cubicBezTo>
                    <a:pt x="1616372" y="1278040"/>
                    <a:pt x="1537606" y="1182979"/>
                    <a:pt x="1537606" y="1072074"/>
                  </a:cubicBezTo>
                  <a:cubicBezTo>
                    <a:pt x="1537606" y="961170"/>
                    <a:pt x="1616372" y="866110"/>
                    <a:pt x="1721393" y="844985"/>
                  </a:cubicBezTo>
                  <a:cubicBezTo>
                    <a:pt x="1721393" y="844985"/>
                    <a:pt x="1721393" y="844985"/>
                    <a:pt x="1721393" y="586208"/>
                  </a:cubicBezTo>
                  <a:cubicBezTo>
                    <a:pt x="1721393" y="586208"/>
                    <a:pt x="1721393" y="586208"/>
                    <a:pt x="1815912" y="586208"/>
                  </a:cubicBezTo>
                  <a:cubicBezTo>
                    <a:pt x="1815912" y="586208"/>
                    <a:pt x="1815912" y="586208"/>
                    <a:pt x="1815912" y="844985"/>
                  </a:cubicBezTo>
                  <a:cubicBezTo>
                    <a:pt x="1920933" y="866110"/>
                    <a:pt x="1999699" y="961170"/>
                    <a:pt x="1999699" y="1072074"/>
                  </a:cubicBezTo>
                  <a:cubicBezTo>
                    <a:pt x="1999699" y="1188260"/>
                    <a:pt x="1920933" y="1278040"/>
                    <a:pt x="1815912" y="1299164"/>
                  </a:cubicBezTo>
                  <a:cubicBezTo>
                    <a:pt x="1815912" y="1299164"/>
                    <a:pt x="1815912" y="1299164"/>
                    <a:pt x="1815912" y="1447036"/>
                  </a:cubicBezTo>
                  <a:cubicBezTo>
                    <a:pt x="1815912" y="1447036"/>
                    <a:pt x="1815912" y="1447036"/>
                    <a:pt x="1941937" y="1447036"/>
                  </a:cubicBezTo>
                  <a:cubicBezTo>
                    <a:pt x="1941937" y="1447036"/>
                    <a:pt x="1941937" y="1447036"/>
                    <a:pt x="1941937" y="1293883"/>
                  </a:cubicBezTo>
                  <a:cubicBezTo>
                    <a:pt x="1941937" y="1293883"/>
                    <a:pt x="1941937" y="1293883"/>
                    <a:pt x="2099469" y="1293883"/>
                  </a:cubicBezTo>
                  <a:cubicBezTo>
                    <a:pt x="2099469" y="1293883"/>
                    <a:pt x="2099469" y="1293883"/>
                    <a:pt x="2099469" y="1093199"/>
                  </a:cubicBezTo>
                  <a:cubicBezTo>
                    <a:pt x="2099469" y="1093199"/>
                    <a:pt x="2099469" y="1093199"/>
                    <a:pt x="2440788" y="1093199"/>
                  </a:cubicBezTo>
                  <a:cubicBezTo>
                    <a:pt x="2440788" y="1093199"/>
                    <a:pt x="2440788" y="1093199"/>
                    <a:pt x="2440788" y="517553"/>
                  </a:cubicBezTo>
                  <a:cubicBezTo>
                    <a:pt x="2440788" y="517553"/>
                    <a:pt x="2440788" y="517553"/>
                    <a:pt x="2897630" y="517553"/>
                  </a:cubicBezTo>
                  <a:cubicBezTo>
                    <a:pt x="2897630" y="517553"/>
                    <a:pt x="2897630" y="517553"/>
                    <a:pt x="2897630" y="1103761"/>
                  </a:cubicBezTo>
                  <a:cubicBezTo>
                    <a:pt x="2897630" y="1103761"/>
                    <a:pt x="2897630" y="1103761"/>
                    <a:pt x="3364974" y="1103761"/>
                  </a:cubicBezTo>
                  <a:cubicBezTo>
                    <a:pt x="3364974" y="1103761"/>
                    <a:pt x="3364974" y="1103761"/>
                    <a:pt x="3364974" y="739362"/>
                  </a:cubicBezTo>
                  <a:cubicBezTo>
                    <a:pt x="3364974" y="739362"/>
                    <a:pt x="3364974" y="739362"/>
                    <a:pt x="3879577" y="739362"/>
                  </a:cubicBezTo>
                  <a:cubicBezTo>
                    <a:pt x="3879577" y="739362"/>
                    <a:pt x="3879577" y="739362"/>
                    <a:pt x="3879577" y="1093199"/>
                  </a:cubicBezTo>
                  <a:cubicBezTo>
                    <a:pt x="3879577" y="1093199"/>
                    <a:pt x="3879577" y="1093199"/>
                    <a:pt x="4268157" y="1093199"/>
                  </a:cubicBezTo>
                  <a:cubicBezTo>
                    <a:pt x="4268157" y="1093199"/>
                    <a:pt x="4268157" y="1093199"/>
                    <a:pt x="4268157" y="924202"/>
                  </a:cubicBezTo>
                  <a:cubicBezTo>
                    <a:pt x="4268157" y="924202"/>
                    <a:pt x="4268157" y="924202"/>
                    <a:pt x="4530710" y="929483"/>
                  </a:cubicBezTo>
                  <a:cubicBezTo>
                    <a:pt x="4530710" y="929483"/>
                    <a:pt x="4530710" y="929483"/>
                    <a:pt x="4530710" y="781611"/>
                  </a:cubicBezTo>
                  <a:cubicBezTo>
                    <a:pt x="4530710" y="781611"/>
                    <a:pt x="4530710" y="781611"/>
                    <a:pt x="4798513" y="781611"/>
                  </a:cubicBezTo>
                  <a:cubicBezTo>
                    <a:pt x="4798513" y="781611"/>
                    <a:pt x="4798513" y="781611"/>
                    <a:pt x="4798513" y="918921"/>
                  </a:cubicBezTo>
                  <a:cubicBezTo>
                    <a:pt x="4798513" y="918921"/>
                    <a:pt x="4798513" y="918921"/>
                    <a:pt x="5055815" y="918921"/>
                  </a:cubicBezTo>
                  <a:cubicBezTo>
                    <a:pt x="5055815" y="918921"/>
                    <a:pt x="5055815" y="918921"/>
                    <a:pt x="5055815" y="765768"/>
                  </a:cubicBezTo>
                  <a:cubicBezTo>
                    <a:pt x="5055815" y="765768"/>
                    <a:pt x="5055815" y="765768"/>
                    <a:pt x="5307865" y="771049"/>
                  </a:cubicBezTo>
                  <a:cubicBezTo>
                    <a:pt x="5307865" y="771049"/>
                    <a:pt x="5307865" y="771049"/>
                    <a:pt x="5307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1041496" y="2135624"/>
            <a:ext cx="1043784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bao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tình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khăn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hay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Text Placeholder 1"/>
          <p:cNvSpPr txBox="1"/>
          <p:nvPr/>
        </p:nvSpPr>
        <p:spPr>
          <a:xfrm>
            <a:off x="137900" y="-83792"/>
            <a:ext cx="11572875" cy="723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9. Qui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quản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lý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dự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án</a:t>
            </a:r>
            <a:r>
              <a:rPr lang="en-US" sz="4400" dirty="0">
                <a:solidFill>
                  <a:srgbClr val="000000"/>
                </a:solidFill>
                <a:ea typeface="Times New Roman" panose="02020603050405020304" pitchFamily="18" charset="0"/>
              </a:rPr>
              <a:t>:</a:t>
            </a:r>
            <a:endParaRPr lang="en-GB" sz="4400" dirty="0">
              <a:ea typeface="Times New Roman" panose="02020603050405020304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17716" y="1687012"/>
            <a:ext cx="6344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Các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cần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thiết</a:t>
            </a:r>
            <a:r>
              <a:rPr lang="en-US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</a:t>
            </a:r>
            <a:endParaRPr lang="en-GB" dirty="0"/>
          </a:p>
        </p:txBody>
      </p:sp>
    </p:spTree>
  </p:cSld>
  <p:clrMapOvr>
    <a:masterClrMapping/>
  </p:clrMapOvr>
  <p:transition spd="slow"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76873" y="2764791"/>
            <a:ext cx="477715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cs typeface="Arial" panose="020B0604020202020204" pitchFamily="34" charset="0"/>
              </a:rPr>
              <a:t>THANK YOU</a:t>
            </a:r>
            <a:endParaRPr lang="ko-KR" altLang="en-US" sz="5400" dirty="0"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451352" y="1152611"/>
            <a:ext cx="5291973" cy="5220252"/>
            <a:chOff x="1451352" y="1152611"/>
            <a:chExt cx="5291973" cy="5220252"/>
          </a:xfrm>
        </p:grpSpPr>
        <p:grpSp>
          <p:nvGrpSpPr>
            <p:cNvPr id="10" name="Group 9"/>
            <p:cNvGrpSpPr/>
            <p:nvPr/>
          </p:nvGrpSpPr>
          <p:grpSpPr>
            <a:xfrm>
              <a:off x="3789886" y="3443782"/>
              <a:ext cx="743513" cy="2513363"/>
              <a:chOff x="5714547" y="3290776"/>
              <a:chExt cx="743513" cy="3591643"/>
            </a:xfrm>
          </p:grpSpPr>
          <p:sp>
            <p:nvSpPr>
              <p:cNvPr id="78" name="Trapezoid 11"/>
              <p:cNvSpPr/>
              <p:nvPr/>
            </p:nvSpPr>
            <p:spPr>
              <a:xfrm>
                <a:off x="5714547" y="3290776"/>
                <a:ext cx="743513" cy="3591643"/>
              </a:xfrm>
              <a:custGeom>
                <a:avLst/>
                <a:gdLst>
                  <a:gd name="connsiteX0" fmla="*/ 0 w 743513"/>
                  <a:gd name="connsiteY0" fmla="*/ 3591643 h 3591643"/>
                  <a:gd name="connsiteX1" fmla="*/ 216615 w 743513"/>
                  <a:gd name="connsiteY1" fmla="*/ 0 h 3591643"/>
                  <a:gd name="connsiteX2" fmla="*/ 526898 w 743513"/>
                  <a:gd name="connsiteY2" fmla="*/ 0 h 3591643"/>
                  <a:gd name="connsiteX3" fmla="*/ 743513 w 743513"/>
                  <a:gd name="connsiteY3" fmla="*/ 3591643 h 3591643"/>
                  <a:gd name="connsiteX4" fmla="*/ 0 w 743513"/>
                  <a:gd name="connsiteY4" fmla="*/ 3591643 h 3591643"/>
                  <a:gd name="connsiteX0-1" fmla="*/ 0 w 743513"/>
                  <a:gd name="connsiteY0-2" fmla="*/ 3591643 h 3591643"/>
                  <a:gd name="connsiteX1-3" fmla="*/ 216615 w 743513"/>
                  <a:gd name="connsiteY1-4" fmla="*/ 0 h 3591643"/>
                  <a:gd name="connsiteX2-5" fmla="*/ 526898 w 743513"/>
                  <a:gd name="connsiteY2-6" fmla="*/ 0 h 3591643"/>
                  <a:gd name="connsiteX3-7" fmla="*/ 743513 w 743513"/>
                  <a:gd name="connsiteY3-8" fmla="*/ 3591643 h 3591643"/>
                  <a:gd name="connsiteX4-9" fmla="*/ 0 w 743513"/>
                  <a:gd name="connsiteY4-10" fmla="*/ 3591643 h 3591643"/>
                  <a:gd name="connsiteX0-11" fmla="*/ 0 w 743513"/>
                  <a:gd name="connsiteY0-12" fmla="*/ 3591643 h 3591643"/>
                  <a:gd name="connsiteX1-13" fmla="*/ 216615 w 743513"/>
                  <a:gd name="connsiteY1-14" fmla="*/ 0 h 3591643"/>
                  <a:gd name="connsiteX2-15" fmla="*/ 526898 w 743513"/>
                  <a:gd name="connsiteY2-16" fmla="*/ 0 h 3591643"/>
                  <a:gd name="connsiteX3-17" fmla="*/ 743513 w 743513"/>
                  <a:gd name="connsiteY3-18" fmla="*/ 3591643 h 3591643"/>
                  <a:gd name="connsiteX4-19" fmla="*/ 0 w 743513"/>
                  <a:gd name="connsiteY4-20" fmla="*/ 3591643 h 3591643"/>
                  <a:gd name="connsiteX0-21" fmla="*/ 0 w 743513"/>
                  <a:gd name="connsiteY0-22" fmla="*/ 3591643 h 3591643"/>
                  <a:gd name="connsiteX1-23" fmla="*/ 216615 w 743513"/>
                  <a:gd name="connsiteY1-24" fmla="*/ 0 h 3591643"/>
                  <a:gd name="connsiteX2-25" fmla="*/ 526898 w 743513"/>
                  <a:gd name="connsiteY2-26" fmla="*/ 0 h 3591643"/>
                  <a:gd name="connsiteX3-27" fmla="*/ 743513 w 743513"/>
                  <a:gd name="connsiteY3-28" fmla="*/ 3591643 h 3591643"/>
                  <a:gd name="connsiteX4-29" fmla="*/ 0 w 743513"/>
                  <a:gd name="connsiteY4-30" fmla="*/ 3591643 h 3591643"/>
                  <a:gd name="connsiteX0-31" fmla="*/ 0 w 743513"/>
                  <a:gd name="connsiteY0-32" fmla="*/ 3591643 h 3591643"/>
                  <a:gd name="connsiteX1-33" fmla="*/ 216615 w 743513"/>
                  <a:gd name="connsiteY1-34" fmla="*/ 0 h 3591643"/>
                  <a:gd name="connsiteX2-35" fmla="*/ 526898 w 743513"/>
                  <a:gd name="connsiteY2-36" fmla="*/ 0 h 3591643"/>
                  <a:gd name="connsiteX3-37" fmla="*/ 743513 w 743513"/>
                  <a:gd name="connsiteY3-38" fmla="*/ 3591643 h 3591643"/>
                  <a:gd name="connsiteX4-39" fmla="*/ 0 w 743513"/>
                  <a:gd name="connsiteY4-40" fmla="*/ 3591643 h 3591643"/>
                  <a:gd name="connsiteX0-41" fmla="*/ 0 w 743513"/>
                  <a:gd name="connsiteY0-42" fmla="*/ 3591643 h 3591643"/>
                  <a:gd name="connsiteX1-43" fmla="*/ 216615 w 743513"/>
                  <a:gd name="connsiteY1-44" fmla="*/ 0 h 3591643"/>
                  <a:gd name="connsiteX2-45" fmla="*/ 526898 w 743513"/>
                  <a:gd name="connsiteY2-46" fmla="*/ 0 h 3591643"/>
                  <a:gd name="connsiteX3-47" fmla="*/ 743513 w 743513"/>
                  <a:gd name="connsiteY3-48" fmla="*/ 3591643 h 3591643"/>
                  <a:gd name="connsiteX4-49" fmla="*/ 0 w 743513"/>
                  <a:gd name="connsiteY4-50" fmla="*/ 3591643 h 3591643"/>
                  <a:gd name="connsiteX0-51" fmla="*/ 0 w 743513"/>
                  <a:gd name="connsiteY0-52" fmla="*/ 3591643 h 3591643"/>
                  <a:gd name="connsiteX1-53" fmla="*/ 216615 w 743513"/>
                  <a:gd name="connsiteY1-54" fmla="*/ 0 h 3591643"/>
                  <a:gd name="connsiteX2-55" fmla="*/ 526898 w 743513"/>
                  <a:gd name="connsiteY2-56" fmla="*/ 0 h 3591643"/>
                  <a:gd name="connsiteX3-57" fmla="*/ 743513 w 743513"/>
                  <a:gd name="connsiteY3-58" fmla="*/ 3591643 h 3591643"/>
                  <a:gd name="connsiteX4-59" fmla="*/ 0 w 743513"/>
                  <a:gd name="connsiteY4-60" fmla="*/ 3591643 h 3591643"/>
                  <a:gd name="connsiteX0-61" fmla="*/ 0 w 743513"/>
                  <a:gd name="connsiteY0-62" fmla="*/ 3591643 h 3591643"/>
                  <a:gd name="connsiteX1-63" fmla="*/ 216615 w 743513"/>
                  <a:gd name="connsiteY1-64" fmla="*/ 0 h 3591643"/>
                  <a:gd name="connsiteX2-65" fmla="*/ 526898 w 743513"/>
                  <a:gd name="connsiteY2-66" fmla="*/ 0 h 3591643"/>
                  <a:gd name="connsiteX3-67" fmla="*/ 743513 w 743513"/>
                  <a:gd name="connsiteY3-68" fmla="*/ 3591643 h 3591643"/>
                  <a:gd name="connsiteX4-69" fmla="*/ 0 w 743513"/>
                  <a:gd name="connsiteY4-70" fmla="*/ 3591643 h 3591643"/>
                  <a:gd name="connsiteX0-71" fmla="*/ 0 w 743513"/>
                  <a:gd name="connsiteY0-72" fmla="*/ 3591643 h 3591643"/>
                  <a:gd name="connsiteX1-73" fmla="*/ 216615 w 743513"/>
                  <a:gd name="connsiteY1-74" fmla="*/ 0 h 3591643"/>
                  <a:gd name="connsiteX2-75" fmla="*/ 526898 w 743513"/>
                  <a:gd name="connsiteY2-76" fmla="*/ 0 h 3591643"/>
                  <a:gd name="connsiteX3-77" fmla="*/ 743513 w 743513"/>
                  <a:gd name="connsiteY3-78" fmla="*/ 3591643 h 3591643"/>
                  <a:gd name="connsiteX4-79" fmla="*/ 0 w 743513"/>
                  <a:gd name="connsiteY4-80" fmla="*/ 3591643 h 359164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43513" h="3591643">
                    <a:moveTo>
                      <a:pt x="0" y="3591643"/>
                    </a:moveTo>
                    <a:cubicBezTo>
                      <a:pt x="100780" y="2946879"/>
                      <a:pt x="230135" y="1349614"/>
                      <a:pt x="216615" y="0"/>
                    </a:cubicBezTo>
                    <a:lnTo>
                      <a:pt x="526898" y="0"/>
                    </a:lnTo>
                    <a:cubicBezTo>
                      <a:pt x="541953" y="1349614"/>
                      <a:pt x="661783" y="2899254"/>
                      <a:pt x="743513" y="3591643"/>
                    </a:cubicBezTo>
                    <a:lnTo>
                      <a:pt x="0" y="3591643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Trapezoid 11"/>
              <p:cNvSpPr/>
              <p:nvPr/>
            </p:nvSpPr>
            <p:spPr>
              <a:xfrm>
                <a:off x="5845404" y="3290776"/>
                <a:ext cx="479555" cy="3591643"/>
              </a:xfrm>
              <a:custGeom>
                <a:avLst/>
                <a:gdLst>
                  <a:gd name="connsiteX0" fmla="*/ 0 w 743513"/>
                  <a:gd name="connsiteY0" fmla="*/ 3591643 h 3591643"/>
                  <a:gd name="connsiteX1" fmla="*/ 216615 w 743513"/>
                  <a:gd name="connsiteY1" fmla="*/ 0 h 3591643"/>
                  <a:gd name="connsiteX2" fmla="*/ 526898 w 743513"/>
                  <a:gd name="connsiteY2" fmla="*/ 0 h 3591643"/>
                  <a:gd name="connsiteX3" fmla="*/ 743513 w 743513"/>
                  <a:gd name="connsiteY3" fmla="*/ 3591643 h 3591643"/>
                  <a:gd name="connsiteX4" fmla="*/ 0 w 743513"/>
                  <a:gd name="connsiteY4" fmla="*/ 3591643 h 3591643"/>
                  <a:gd name="connsiteX0-1" fmla="*/ 0 w 743513"/>
                  <a:gd name="connsiteY0-2" fmla="*/ 3591643 h 3591643"/>
                  <a:gd name="connsiteX1-3" fmla="*/ 216615 w 743513"/>
                  <a:gd name="connsiteY1-4" fmla="*/ 0 h 3591643"/>
                  <a:gd name="connsiteX2-5" fmla="*/ 526898 w 743513"/>
                  <a:gd name="connsiteY2-6" fmla="*/ 0 h 3591643"/>
                  <a:gd name="connsiteX3-7" fmla="*/ 743513 w 743513"/>
                  <a:gd name="connsiteY3-8" fmla="*/ 3591643 h 3591643"/>
                  <a:gd name="connsiteX4-9" fmla="*/ 0 w 743513"/>
                  <a:gd name="connsiteY4-10" fmla="*/ 3591643 h 3591643"/>
                  <a:gd name="connsiteX0-11" fmla="*/ 0 w 743513"/>
                  <a:gd name="connsiteY0-12" fmla="*/ 3591643 h 3591643"/>
                  <a:gd name="connsiteX1-13" fmla="*/ 216615 w 743513"/>
                  <a:gd name="connsiteY1-14" fmla="*/ 0 h 3591643"/>
                  <a:gd name="connsiteX2-15" fmla="*/ 526898 w 743513"/>
                  <a:gd name="connsiteY2-16" fmla="*/ 0 h 3591643"/>
                  <a:gd name="connsiteX3-17" fmla="*/ 743513 w 743513"/>
                  <a:gd name="connsiteY3-18" fmla="*/ 3591643 h 3591643"/>
                  <a:gd name="connsiteX4-19" fmla="*/ 0 w 743513"/>
                  <a:gd name="connsiteY4-20" fmla="*/ 3591643 h 3591643"/>
                  <a:gd name="connsiteX0-21" fmla="*/ 0 w 743513"/>
                  <a:gd name="connsiteY0-22" fmla="*/ 3591643 h 3591643"/>
                  <a:gd name="connsiteX1-23" fmla="*/ 216615 w 743513"/>
                  <a:gd name="connsiteY1-24" fmla="*/ 0 h 3591643"/>
                  <a:gd name="connsiteX2-25" fmla="*/ 526898 w 743513"/>
                  <a:gd name="connsiteY2-26" fmla="*/ 0 h 3591643"/>
                  <a:gd name="connsiteX3-27" fmla="*/ 743513 w 743513"/>
                  <a:gd name="connsiteY3-28" fmla="*/ 3591643 h 3591643"/>
                  <a:gd name="connsiteX4-29" fmla="*/ 0 w 743513"/>
                  <a:gd name="connsiteY4-30" fmla="*/ 3591643 h 3591643"/>
                  <a:gd name="connsiteX0-31" fmla="*/ 0 w 743513"/>
                  <a:gd name="connsiteY0-32" fmla="*/ 3591643 h 3591643"/>
                  <a:gd name="connsiteX1-33" fmla="*/ 216615 w 743513"/>
                  <a:gd name="connsiteY1-34" fmla="*/ 0 h 3591643"/>
                  <a:gd name="connsiteX2-35" fmla="*/ 526898 w 743513"/>
                  <a:gd name="connsiteY2-36" fmla="*/ 0 h 3591643"/>
                  <a:gd name="connsiteX3-37" fmla="*/ 743513 w 743513"/>
                  <a:gd name="connsiteY3-38" fmla="*/ 3591643 h 3591643"/>
                  <a:gd name="connsiteX4-39" fmla="*/ 0 w 743513"/>
                  <a:gd name="connsiteY4-40" fmla="*/ 3591643 h 3591643"/>
                  <a:gd name="connsiteX0-41" fmla="*/ 0 w 743513"/>
                  <a:gd name="connsiteY0-42" fmla="*/ 3591643 h 3591643"/>
                  <a:gd name="connsiteX1-43" fmla="*/ 216615 w 743513"/>
                  <a:gd name="connsiteY1-44" fmla="*/ 0 h 3591643"/>
                  <a:gd name="connsiteX2-45" fmla="*/ 526898 w 743513"/>
                  <a:gd name="connsiteY2-46" fmla="*/ 0 h 3591643"/>
                  <a:gd name="connsiteX3-47" fmla="*/ 743513 w 743513"/>
                  <a:gd name="connsiteY3-48" fmla="*/ 3591643 h 3591643"/>
                  <a:gd name="connsiteX4-49" fmla="*/ 0 w 743513"/>
                  <a:gd name="connsiteY4-50" fmla="*/ 3591643 h 3591643"/>
                  <a:gd name="connsiteX0-51" fmla="*/ 0 w 743513"/>
                  <a:gd name="connsiteY0-52" fmla="*/ 3591643 h 3591643"/>
                  <a:gd name="connsiteX1-53" fmla="*/ 216615 w 743513"/>
                  <a:gd name="connsiteY1-54" fmla="*/ 0 h 3591643"/>
                  <a:gd name="connsiteX2-55" fmla="*/ 526898 w 743513"/>
                  <a:gd name="connsiteY2-56" fmla="*/ 0 h 3591643"/>
                  <a:gd name="connsiteX3-57" fmla="*/ 743513 w 743513"/>
                  <a:gd name="connsiteY3-58" fmla="*/ 3591643 h 3591643"/>
                  <a:gd name="connsiteX4-59" fmla="*/ 0 w 743513"/>
                  <a:gd name="connsiteY4-60" fmla="*/ 3591643 h 3591643"/>
                  <a:gd name="connsiteX0-61" fmla="*/ 0 w 743513"/>
                  <a:gd name="connsiteY0-62" fmla="*/ 3591643 h 3591643"/>
                  <a:gd name="connsiteX1-63" fmla="*/ 216615 w 743513"/>
                  <a:gd name="connsiteY1-64" fmla="*/ 0 h 3591643"/>
                  <a:gd name="connsiteX2-65" fmla="*/ 526898 w 743513"/>
                  <a:gd name="connsiteY2-66" fmla="*/ 0 h 3591643"/>
                  <a:gd name="connsiteX3-67" fmla="*/ 743513 w 743513"/>
                  <a:gd name="connsiteY3-68" fmla="*/ 3591643 h 3591643"/>
                  <a:gd name="connsiteX4-69" fmla="*/ 0 w 743513"/>
                  <a:gd name="connsiteY4-70" fmla="*/ 3591643 h 3591643"/>
                  <a:gd name="connsiteX0-71" fmla="*/ 0 w 743513"/>
                  <a:gd name="connsiteY0-72" fmla="*/ 3591643 h 3591643"/>
                  <a:gd name="connsiteX1-73" fmla="*/ 216615 w 743513"/>
                  <a:gd name="connsiteY1-74" fmla="*/ 0 h 3591643"/>
                  <a:gd name="connsiteX2-75" fmla="*/ 526898 w 743513"/>
                  <a:gd name="connsiteY2-76" fmla="*/ 0 h 3591643"/>
                  <a:gd name="connsiteX3-77" fmla="*/ 743513 w 743513"/>
                  <a:gd name="connsiteY3-78" fmla="*/ 3591643 h 3591643"/>
                  <a:gd name="connsiteX4-79" fmla="*/ 0 w 743513"/>
                  <a:gd name="connsiteY4-80" fmla="*/ 3591643 h 359164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43513" h="3591643">
                    <a:moveTo>
                      <a:pt x="0" y="3591643"/>
                    </a:moveTo>
                    <a:cubicBezTo>
                      <a:pt x="100780" y="2946879"/>
                      <a:pt x="230135" y="1349614"/>
                      <a:pt x="216615" y="0"/>
                    </a:cubicBezTo>
                    <a:lnTo>
                      <a:pt x="526898" y="0"/>
                    </a:lnTo>
                    <a:cubicBezTo>
                      <a:pt x="541953" y="1349614"/>
                      <a:pt x="661783" y="2899254"/>
                      <a:pt x="743513" y="3591643"/>
                    </a:cubicBezTo>
                    <a:lnTo>
                      <a:pt x="0" y="3591643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558735" y="1152611"/>
              <a:ext cx="1210387" cy="2802321"/>
              <a:chOff x="5331153" y="575008"/>
              <a:chExt cx="1507917" cy="3491170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6404987" y="3268551"/>
                <a:ext cx="207521" cy="447013"/>
                <a:chOff x="5282863" y="4265998"/>
                <a:chExt cx="524099" cy="1110552"/>
              </a:xfrm>
            </p:grpSpPr>
            <p:sp>
              <p:nvSpPr>
                <p:cNvPr id="75" name="Graphic 2"/>
                <p:cNvSpPr/>
                <p:nvPr/>
              </p:nvSpPr>
              <p:spPr>
                <a:xfrm>
                  <a:off x="5282863" y="4265998"/>
                  <a:ext cx="524099" cy="1110552"/>
                </a:xfrm>
                <a:custGeom>
                  <a:avLst/>
                  <a:gdLst>
                    <a:gd name="connsiteX0" fmla="*/ 747722 w 778877"/>
                    <a:gd name="connsiteY0" fmla="*/ 0 h 1110552"/>
                    <a:gd name="connsiteX1" fmla="*/ 680583 w 778877"/>
                    <a:gd name="connsiteY1" fmla="*/ 25833 h 1110552"/>
                    <a:gd name="connsiteX2" fmla="*/ 133417 w 778877"/>
                    <a:gd name="connsiteY2" fmla="*/ 28630 h 1110552"/>
                    <a:gd name="connsiteX3" fmla="*/ 31704 w 778877"/>
                    <a:gd name="connsiteY3" fmla="*/ 131 h 1110552"/>
                    <a:gd name="connsiteX4" fmla="*/ 1675 w 778877"/>
                    <a:gd name="connsiteY4" fmla="*/ 179911 h 1110552"/>
                    <a:gd name="connsiteX5" fmla="*/ 47920 w 778877"/>
                    <a:gd name="connsiteY5" fmla="*/ 503105 h 1110552"/>
                    <a:gd name="connsiteX6" fmla="*/ 379375 w 778877"/>
                    <a:gd name="connsiteY6" fmla="*/ 1102461 h 1110552"/>
                    <a:gd name="connsiteX7" fmla="*/ 400881 w 778877"/>
                    <a:gd name="connsiteY7" fmla="*/ 1100756 h 1110552"/>
                    <a:gd name="connsiteX8" fmla="*/ 536295 w 778877"/>
                    <a:gd name="connsiteY8" fmla="*/ 903054 h 1110552"/>
                    <a:gd name="connsiteX9" fmla="*/ 749907 w 778877"/>
                    <a:gd name="connsiteY9" fmla="*/ 440687 h 1110552"/>
                    <a:gd name="connsiteX10" fmla="*/ 747722 w 778877"/>
                    <a:gd name="connsiteY10" fmla="*/ 0 h 1110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78877" h="1110552">
                      <a:moveTo>
                        <a:pt x="747722" y="0"/>
                      </a:moveTo>
                      <a:cubicBezTo>
                        <a:pt x="717824" y="14381"/>
                        <a:pt x="680670" y="25527"/>
                        <a:pt x="680583" y="25833"/>
                      </a:cubicBezTo>
                      <a:cubicBezTo>
                        <a:pt x="640675" y="31996"/>
                        <a:pt x="204053" y="28761"/>
                        <a:pt x="133417" y="28630"/>
                      </a:cubicBezTo>
                      <a:cubicBezTo>
                        <a:pt x="95914" y="28630"/>
                        <a:pt x="69513" y="17353"/>
                        <a:pt x="31704" y="131"/>
                      </a:cubicBezTo>
                      <a:cubicBezTo>
                        <a:pt x="12427" y="58528"/>
                        <a:pt x="5740" y="119111"/>
                        <a:pt x="1675" y="179911"/>
                      </a:cubicBezTo>
                      <a:cubicBezTo>
                        <a:pt x="-5800" y="290761"/>
                        <a:pt x="12121" y="398244"/>
                        <a:pt x="47920" y="503105"/>
                      </a:cubicBezTo>
                      <a:cubicBezTo>
                        <a:pt x="122883" y="722531"/>
                        <a:pt x="242431" y="917260"/>
                        <a:pt x="379375" y="1102461"/>
                      </a:cubicBezTo>
                      <a:cubicBezTo>
                        <a:pt x="389210" y="1115792"/>
                        <a:pt x="393275" y="1110809"/>
                        <a:pt x="400881" y="1100756"/>
                      </a:cubicBezTo>
                      <a:cubicBezTo>
                        <a:pt x="448962" y="1036852"/>
                        <a:pt x="494202" y="971024"/>
                        <a:pt x="536295" y="903054"/>
                      </a:cubicBezTo>
                      <a:cubicBezTo>
                        <a:pt x="626295" y="757630"/>
                        <a:pt x="704055" y="606611"/>
                        <a:pt x="749907" y="440687"/>
                      </a:cubicBezTo>
                      <a:cubicBezTo>
                        <a:pt x="790470" y="293515"/>
                        <a:pt x="787236" y="146735"/>
                        <a:pt x="747722" y="0"/>
                      </a:cubicBezTo>
                      <a:close/>
                    </a:path>
                  </a:pathLst>
                </a:custGeom>
                <a:solidFill>
                  <a:srgbClr val="FFCD07"/>
                </a:solidFill>
                <a:ln w="4369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Graphic 2"/>
                <p:cNvSpPr/>
                <p:nvPr/>
              </p:nvSpPr>
              <p:spPr>
                <a:xfrm>
                  <a:off x="5343217" y="4291044"/>
                  <a:ext cx="403391" cy="766285"/>
                </a:xfrm>
                <a:custGeom>
                  <a:avLst/>
                  <a:gdLst>
                    <a:gd name="connsiteX0" fmla="*/ 469623 w 599490"/>
                    <a:gd name="connsiteY0" fmla="*/ 4502 h 766285"/>
                    <a:gd name="connsiteX1" fmla="*/ 592055 w 599490"/>
                    <a:gd name="connsiteY1" fmla="*/ 481 h 766285"/>
                    <a:gd name="connsiteX2" fmla="*/ 597781 w 599490"/>
                    <a:gd name="connsiteY2" fmla="*/ 132049 h 766285"/>
                    <a:gd name="connsiteX3" fmla="*/ 566135 w 599490"/>
                    <a:gd name="connsiteY3" fmla="*/ 288969 h 766285"/>
                    <a:gd name="connsiteX4" fmla="*/ 523211 w 599490"/>
                    <a:gd name="connsiteY4" fmla="*/ 402790 h 766285"/>
                    <a:gd name="connsiteX5" fmla="*/ 315806 w 599490"/>
                    <a:gd name="connsiteY5" fmla="*/ 751948 h 766285"/>
                    <a:gd name="connsiteX6" fmla="*/ 282324 w 599490"/>
                    <a:gd name="connsiteY6" fmla="*/ 752036 h 766285"/>
                    <a:gd name="connsiteX7" fmla="*/ 89737 w 599490"/>
                    <a:gd name="connsiteY7" fmla="*/ 436797 h 766285"/>
                    <a:gd name="connsiteX8" fmla="*/ 2797 w 599490"/>
                    <a:gd name="connsiteY8" fmla="*/ 166886 h 766285"/>
                    <a:gd name="connsiteX9" fmla="*/ 1923 w 599490"/>
                    <a:gd name="connsiteY9" fmla="*/ 0 h 766285"/>
                    <a:gd name="connsiteX10" fmla="*/ 469623 w 599490"/>
                    <a:gd name="connsiteY10" fmla="*/ 4502 h 76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99490" h="766285">
                      <a:moveTo>
                        <a:pt x="469623" y="4502"/>
                      </a:moveTo>
                      <a:cubicBezTo>
                        <a:pt x="510404" y="1530"/>
                        <a:pt x="551448" y="7212"/>
                        <a:pt x="592055" y="481"/>
                      </a:cubicBezTo>
                      <a:cubicBezTo>
                        <a:pt x="596776" y="44191"/>
                        <a:pt x="602371" y="87377"/>
                        <a:pt x="597781" y="132049"/>
                      </a:cubicBezTo>
                      <a:cubicBezTo>
                        <a:pt x="592274" y="185681"/>
                        <a:pt x="582177" y="237740"/>
                        <a:pt x="566135" y="288969"/>
                      </a:cubicBezTo>
                      <a:cubicBezTo>
                        <a:pt x="553984" y="327740"/>
                        <a:pt x="539952" y="365768"/>
                        <a:pt x="523211" y="402790"/>
                      </a:cubicBezTo>
                      <a:cubicBezTo>
                        <a:pt x="467087" y="526884"/>
                        <a:pt x="395709" y="641929"/>
                        <a:pt x="315806" y="751948"/>
                      </a:cubicBezTo>
                      <a:cubicBezTo>
                        <a:pt x="301994" y="771006"/>
                        <a:pt x="296311" y="771093"/>
                        <a:pt x="282324" y="752036"/>
                      </a:cubicBezTo>
                      <a:cubicBezTo>
                        <a:pt x="209197" y="652376"/>
                        <a:pt x="143107" y="548433"/>
                        <a:pt x="89737" y="436797"/>
                      </a:cubicBezTo>
                      <a:cubicBezTo>
                        <a:pt x="48605" y="350819"/>
                        <a:pt x="15648" y="261781"/>
                        <a:pt x="2797" y="166886"/>
                      </a:cubicBezTo>
                      <a:cubicBezTo>
                        <a:pt x="-2886" y="124793"/>
                        <a:pt x="1835" y="13113"/>
                        <a:pt x="1923" y="0"/>
                      </a:cubicBezTo>
                      <a:cubicBezTo>
                        <a:pt x="43972" y="6994"/>
                        <a:pt x="426437" y="44"/>
                        <a:pt x="469623" y="4502"/>
                      </a:cubicBezTo>
                      <a:close/>
                    </a:path>
                  </a:pathLst>
                </a:custGeom>
                <a:solidFill>
                  <a:srgbClr val="F6AF1B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Graphic 2"/>
                <p:cNvSpPr/>
                <p:nvPr/>
              </p:nvSpPr>
              <p:spPr>
                <a:xfrm>
                  <a:off x="5428981" y="4292966"/>
                  <a:ext cx="231862" cy="548288"/>
                </a:xfrm>
                <a:custGeom>
                  <a:avLst/>
                  <a:gdLst>
                    <a:gd name="connsiteX0" fmla="*/ 334003 w 344576"/>
                    <a:gd name="connsiteY0" fmla="*/ 242943 h 548288"/>
                    <a:gd name="connsiteX1" fmla="*/ 177651 w 344576"/>
                    <a:gd name="connsiteY1" fmla="*/ 539736 h 548288"/>
                    <a:gd name="connsiteX2" fmla="*/ 156495 w 344576"/>
                    <a:gd name="connsiteY2" fmla="*/ 539299 h 548288"/>
                    <a:gd name="connsiteX3" fmla="*/ 11071 w 344576"/>
                    <a:gd name="connsiteY3" fmla="*/ 235556 h 548288"/>
                    <a:gd name="connsiteX4" fmla="*/ 21212 w 344576"/>
                    <a:gd name="connsiteY4" fmla="*/ 701 h 548288"/>
                    <a:gd name="connsiteX5" fmla="*/ 316038 w 344576"/>
                    <a:gd name="connsiteY5" fmla="*/ 963 h 548288"/>
                    <a:gd name="connsiteX6" fmla="*/ 334003 w 344576"/>
                    <a:gd name="connsiteY6" fmla="*/ 242943 h 54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4576" h="548288">
                      <a:moveTo>
                        <a:pt x="334003" y="242943"/>
                      </a:moveTo>
                      <a:cubicBezTo>
                        <a:pt x="308957" y="346056"/>
                        <a:pt x="228573" y="468095"/>
                        <a:pt x="177651" y="539736"/>
                      </a:cubicBezTo>
                      <a:cubicBezTo>
                        <a:pt x="168647" y="552412"/>
                        <a:pt x="164232" y="549920"/>
                        <a:pt x="156495" y="539299"/>
                      </a:cubicBezTo>
                      <a:cubicBezTo>
                        <a:pt x="84941" y="440820"/>
                        <a:pt x="42237" y="354536"/>
                        <a:pt x="11071" y="235556"/>
                      </a:cubicBezTo>
                      <a:cubicBezTo>
                        <a:pt x="-7812" y="163478"/>
                        <a:pt x="-1299" y="72211"/>
                        <a:pt x="21212" y="701"/>
                      </a:cubicBezTo>
                      <a:cubicBezTo>
                        <a:pt x="67632" y="2799"/>
                        <a:pt x="278272" y="-1922"/>
                        <a:pt x="316038" y="963"/>
                      </a:cubicBezTo>
                      <a:cubicBezTo>
                        <a:pt x="326222" y="28981"/>
                        <a:pt x="362196" y="161642"/>
                        <a:pt x="334003" y="242943"/>
                      </a:cubicBezTo>
                      <a:close/>
                    </a:path>
                  </a:pathLst>
                </a:custGeom>
                <a:solidFill>
                  <a:srgbClr val="F38821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5561202" y="3274206"/>
                <a:ext cx="207521" cy="447013"/>
                <a:chOff x="5282863" y="4265998"/>
                <a:chExt cx="524099" cy="1110552"/>
              </a:xfrm>
            </p:grpSpPr>
            <p:sp>
              <p:nvSpPr>
                <p:cNvPr id="72" name="Graphic 2"/>
                <p:cNvSpPr/>
                <p:nvPr/>
              </p:nvSpPr>
              <p:spPr>
                <a:xfrm>
                  <a:off x="5282863" y="4265998"/>
                  <a:ext cx="524099" cy="1110552"/>
                </a:xfrm>
                <a:custGeom>
                  <a:avLst/>
                  <a:gdLst>
                    <a:gd name="connsiteX0" fmla="*/ 747722 w 778877"/>
                    <a:gd name="connsiteY0" fmla="*/ 0 h 1110552"/>
                    <a:gd name="connsiteX1" fmla="*/ 680583 w 778877"/>
                    <a:gd name="connsiteY1" fmla="*/ 25833 h 1110552"/>
                    <a:gd name="connsiteX2" fmla="*/ 133417 w 778877"/>
                    <a:gd name="connsiteY2" fmla="*/ 28630 h 1110552"/>
                    <a:gd name="connsiteX3" fmla="*/ 31704 w 778877"/>
                    <a:gd name="connsiteY3" fmla="*/ 131 h 1110552"/>
                    <a:gd name="connsiteX4" fmla="*/ 1675 w 778877"/>
                    <a:gd name="connsiteY4" fmla="*/ 179911 h 1110552"/>
                    <a:gd name="connsiteX5" fmla="*/ 47920 w 778877"/>
                    <a:gd name="connsiteY5" fmla="*/ 503105 h 1110552"/>
                    <a:gd name="connsiteX6" fmla="*/ 379375 w 778877"/>
                    <a:gd name="connsiteY6" fmla="*/ 1102461 h 1110552"/>
                    <a:gd name="connsiteX7" fmla="*/ 400881 w 778877"/>
                    <a:gd name="connsiteY7" fmla="*/ 1100756 h 1110552"/>
                    <a:gd name="connsiteX8" fmla="*/ 536295 w 778877"/>
                    <a:gd name="connsiteY8" fmla="*/ 903054 h 1110552"/>
                    <a:gd name="connsiteX9" fmla="*/ 749907 w 778877"/>
                    <a:gd name="connsiteY9" fmla="*/ 440687 h 1110552"/>
                    <a:gd name="connsiteX10" fmla="*/ 747722 w 778877"/>
                    <a:gd name="connsiteY10" fmla="*/ 0 h 1110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78877" h="1110552">
                      <a:moveTo>
                        <a:pt x="747722" y="0"/>
                      </a:moveTo>
                      <a:cubicBezTo>
                        <a:pt x="717824" y="14381"/>
                        <a:pt x="680670" y="25527"/>
                        <a:pt x="680583" y="25833"/>
                      </a:cubicBezTo>
                      <a:cubicBezTo>
                        <a:pt x="640675" y="31996"/>
                        <a:pt x="204053" y="28761"/>
                        <a:pt x="133417" y="28630"/>
                      </a:cubicBezTo>
                      <a:cubicBezTo>
                        <a:pt x="95914" y="28630"/>
                        <a:pt x="69513" y="17353"/>
                        <a:pt x="31704" y="131"/>
                      </a:cubicBezTo>
                      <a:cubicBezTo>
                        <a:pt x="12427" y="58528"/>
                        <a:pt x="5740" y="119111"/>
                        <a:pt x="1675" y="179911"/>
                      </a:cubicBezTo>
                      <a:cubicBezTo>
                        <a:pt x="-5800" y="290761"/>
                        <a:pt x="12121" y="398244"/>
                        <a:pt x="47920" y="503105"/>
                      </a:cubicBezTo>
                      <a:cubicBezTo>
                        <a:pt x="122883" y="722531"/>
                        <a:pt x="242431" y="917260"/>
                        <a:pt x="379375" y="1102461"/>
                      </a:cubicBezTo>
                      <a:cubicBezTo>
                        <a:pt x="389210" y="1115792"/>
                        <a:pt x="393275" y="1110809"/>
                        <a:pt x="400881" y="1100756"/>
                      </a:cubicBezTo>
                      <a:cubicBezTo>
                        <a:pt x="448962" y="1036852"/>
                        <a:pt x="494202" y="971024"/>
                        <a:pt x="536295" y="903054"/>
                      </a:cubicBezTo>
                      <a:cubicBezTo>
                        <a:pt x="626295" y="757630"/>
                        <a:pt x="704055" y="606611"/>
                        <a:pt x="749907" y="440687"/>
                      </a:cubicBezTo>
                      <a:cubicBezTo>
                        <a:pt x="790470" y="293515"/>
                        <a:pt x="787236" y="146735"/>
                        <a:pt x="747722" y="0"/>
                      </a:cubicBezTo>
                      <a:close/>
                    </a:path>
                  </a:pathLst>
                </a:custGeom>
                <a:solidFill>
                  <a:srgbClr val="FFCD07"/>
                </a:solidFill>
                <a:ln w="4369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Graphic 2"/>
                <p:cNvSpPr/>
                <p:nvPr/>
              </p:nvSpPr>
              <p:spPr>
                <a:xfrm>
                  <a:off x="5343217" y="4291044"/>
                  <a:ext cx="403391" cy="766285"/>
                </a:xfrm>
                <a:custGeom>
                  <a:avLst/>
                  <a:gdLst>
                    <a:gd name="connsiteX0" fmla="*/ 469623 w 599490"/>
                    <a:gd name="connsiteY0" fmla="*/ 4502 h 766285"/>
                    <a:gd name="connsiteX1" fmla="*/ 592055 w 599490"/>
                    <a:gd name="connsiteY1" fmla="*/ 481 h 766285"/>
                    <a:gd name="connsiteX2" fmla="*/ 597781 w 599490"/>
                    <a:gd name="connsiteY2" fmla="*/ 132049 h 766285"/>
                    <a:gd name="connsiteX3" fmla="*/ 566135 w 599490"/>
                    <a:gd name="connsiteY3" fmla="*/ 288969 h 766285"/>
                    <a:gd name="connsiteX4" fmla="*/ 523211 w 599490"/>
                    <a:gd name="connsiteY4" fmla="*/ 402790 h 766285"/>
                    <a:gd name="connsiteX5" fmla="*/ 315806 w 599490"/>
                    <a:gd name="connsiteY5" fmla="*/ 751948 h 766285"/>
                    <a:gd name="connsiteX6" fmla="*/ 282324 w 599490"/>
                    <a:gd name="connsiteY6" fmla="*/ 752036 h 766285"/>
                    <a:gd name="connsiteX7" fmla="*/ 89737 w 599490"/>
                    <a:gd name="connsiteY7" fmla="*/ 436797 h 766285"/>
                    <a:gd name="connsiteX8" fmla="*/ 2797 w 599490"/>
                    <a:gd name="connsiteY8" fmla="*/ 166886 h 766285"/>
                    <a:gd name="connsiteX9" fmla="*/ 1923 w 599490"/>
                    <a:gd name="connsiteY9" fmla="*/ 0 h 766285"/>
                    <a:gd name="connsiteX10" fmla="*/ 469623 w 599490"/>
                    <a:gd name="connsiteY10" fmla="*/ 4502 h 76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99490" h="766285">
                      <a:moveTo>
                        <a:pt x="469623" y="4502"/>
                      </a:moveTo>
                      <a:cubicBezTo>
                        <a:pt x="510404" y="1530"/>
                        <a:pt x="551448" y="7212"/>
                        <a:pt x="592055" y="481"/>
                      </a:cubicBezTo>
                      <a:cubicBezTo>
                        <a:pt x="596776" y="44191"/>
                        <a:pt x="602371" y="87377"/>
                        <a:pt x="597781" y="132049"/>
                      </a:cubicBezTo>
                      <a:cubicBezTo>
                        <a:pt x="592274" y="185681"/>
                        <a:pt x="582177" y="237740"/>
                        <a:pt x="566135" y="288969"/>
                      </a:cubicBezTo>
                      <a:cubicBezTo>
                        <a:pt x="553984" y="327740"/>
                        <a:pt x="539952" y="365768"/>
                        <a:pt x="523211" y="402790"/>
                      </a:cubicBezTo>
                      <a:cubicBezTo>
                        <a:pt x="467087" y="526884"/>
                        <a:pt x="395709" y="641929"/>
                        <a:pt x="315806" y="751948"/>
                      </a:cubicBezTo>
                      <a:cubicBezTo>
                        <a:pt x="301994" y="771006"/>
                        <a:pt x="296311" y="771093"/>
                        <a:pt x="282324" y="752036"/>
                      </a:cubicBezTo>
                      <a:cubicBezTo>
                        <a:pt x="209197" y="652376"/>
                        <a:pt x="143107" y="548433"/>
                        <a:pt x="89737" y="436797"/>
                      </a:cubicBezTo>
                      <a:cubicBezTo>
                        <a:pt x="48605" y="350819"/>
                        <a:pt x="15648" y="261781"/>
                        <a:pt x="2797" y="166886"/>
                      </a:cubicBezTo>
                      <a:cubicBezTo>
                        <a:pt x="-2886" y="124793"/>
                        <a:pt x="1835" y="13113"/>
                        <a:pt x="1923" y="0"/>
                      </a:cubicBezTo>
                      <a:cubicBezTo>
                        <a:pt x="43972" y="6994"/>
                        <a:pt x="426437" y="44"/>
                        <a:pt x="469623" y="4502"/>
                      </a:cubicBezTo>
                      <a:close/>
                    </a:path>
                  </a:pathLst>
                </a:custGeom>
                <a:solidFill>
                  <a:srgbClr val="F6AF1B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Graphic 2"/>
                <p:cNvSpPr/>
                <p:nvPr/>
              </p:nvSpPr>
              <p:spPr>
                <a:xfrm>
                  <a:off x="5428981" y="4292966"/>
                  <a:ext cx="231862" cy="548288"/>
                </a:xfrm>
                <a:custGeom>
                  <a:avLst/>
                  <a:gdLst>
                    <a:gd name="connsiteX0" fmla="*/ 334003 w 344576"/>
                    <a:gd name="connsiteY0" fmla="*/ 242943 h 548288"/>
                    <a:gd name="connsiteX1" fmla="*/ 177651 w 344576"/>
                    <a:gd name="connsiteY1" fmla="*/ 539736 h 548288"/>
                    <a:gd name="connsiteX2" fmla="*/ 156495 w 344576"/>
                    <a:gd name="connsiteY2" fmla="*/ 539299 h 548288"/>
                    <a:gd name="connsiteX3" fmla="*/ 11071 w 344576"/>
                    <a:gd name="connsiteY3" fmla="*/ 235556 h 548288"/>
                    <a:gd name="connsiteX4" fmla="*/ 21212 w 344576"/>
                    <a:gd name="connsiteY4" fmla="*/ 701 h 548288"/>
                    <a:gd name="connsiteX5" fmla="*/ 316038 w 344576"/>
                    <a:gd name="connsiteY5" fmla="*/ 963 h 548288"/>
                    <a:gd name="connsiteX6" fmla="*/ 334003 w 344576"/>
                    <a:gd name="connsiteY6" fmla="*/ 242943 h 54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4576" h="548288">
                      <a:moveTo>
                        <a:pt x="334003" y="242943"/>
                      </a:moveTo>
                      <a:cubicBezTo>
                        <a:pt x="308957" y="346056"/>
                        <a:pt x="228573" y="468095"/>
                        <a:pt x="177651" y="539736"/>
                      </a:cubicBezTo>
                      <a:cubicBezTo>
                        <a:pt x="168647" y="552412"/>
                        <a:pt x="164232" y="549920"/>
                        <a:pt x="156495" y="539299"/>
                      </a:cubicBezTo>
                      <a:cubicBezTo>
                        <a:pt x="84941" y="440820"/>
                        <a:pt x="42237" y="354536"/>
                        <a:pt x="11071" y="235556"/>
                      </a:cubicBezTo>
                      <a:cubicBezTo>
                        <a:pt x="-7812" y="163478"/>
                        <a:pt x="-1299" y="72211"/>
                        <a:pt x="21212" y="701"/>
                      </a:cubicBezTo>
                      <a:cubicBezTo>
                        <a:pt x="67632" y="2799"/>
                        <a:pt x="278272" y="-1922"/>
                        <a:pt x="316038" y="963"/>
                      </a:cubicBezTo>
                      <a:cubicBezTo>
                        <a:pt x="326222" y="28981"/>
                        <a:pt x="362196" y="161642"/>
                        <a:pt x="334003" y="242943"/>
                      </a:cubicBezTo>
                      <a:close/>
                    </a:path>
                  </a:pathLst>
                </a:custGeom>
                <a:solidFill>
                  <a:srgbClr val="F38821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5903929" y="3247764"/>
                <a:ext cx="351612" cy="818414"/>
                <a:chOff x="5282863" y="4265998"/>
                <a:chExt cx="524099" cy="1110552"/>
              </a:xfrm>
            </p:grpSpPr>
            <p:sp>
              <p:nvSpPr>
                <p:cNvPr id="69" name="Graphic 2"/>
                <p:cNvSpPr/>
                <p:nvPr/>
              </p:nvSpPr>
              <p:spPr>
                <a:xfrm>
                  <a:off x="5282863" y="4265998"/>
                  <a:ext cx="524099" cy="1110552"/>
                </a:xfrm>
                <a:custGeom>
                  <a:avLst/>
                  <a:gdLst>
                    <a:gd name="connsiteX0" fmla="*/ 747722 w 778877"/>
                    <a:gd name="connsiteY0" fmla="*/ 0 h 1110552"/>
                    <a:gd name="connsiteX1" fmla="*/ 680583 w 778877"/>
                    <a:gd name="connsiteY1" fmla="*/ 25833 h 1110552"/>
                    <a:gd name="connsiteX2" fmla="*/ 133417 w 778877"/>
                    <a:gd name="connsiteY2" fmla="*/ 28630 h 1110552"/>
                    <a:gd name="connsiteX3" fmla="*/ 31704 w 778877"/>
                    <a:gd name="connsiteY3" fmla="*/ 131 h 1110552"/>
                    <a:gd name="connsiteX4" fmla="*/ 1675 w 778877"/>
                    <a:gd name="connsiteY4" fmla="*/ 179911 h 1110552"/>
                    <a:gd name="connsiteX5" fmla="*/ 47920 w 778877"/>
                    <a:gd name="connsiteY5" fmla="*/ 503105 h 1110552"/>
                    <a:gd name="connsiteX6" fmla="*/ 379375 w 778877"/>
                    <a:gd name="connsiteY6" fmla="*/ 1102461 h 1110552"/>
                    <a:gd name="connsiteX7" fmla="*/ 400881 w 778877"/>
                    <a:gd name="connsiteY7" fmla="*/ 1100756 h 1110552"/>
                    <a:gd name="connsiteX8" fmla="*/ 536295 w 778877"/>
                    <a:gd name="connsiteY8" fmla="*/ 903054 h 1110552"/>
                    <a:gd name="connsiteX9" fmla="*/ 749907 w 778877"/>
                    <a:gd name="connsiteY9" fmla="*/ 440687 h 1110552"/>
                    <a:gd name="connsiteX10" fmla="*/ 747722 w 778877"/>
                    <a:gd name="connsiteY10" fmla="*/ 0 h 1110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78877" h="1110552">
                      <a:moveTo>
                        <a:pt x="747722" y="0"/>
                      </a:moveTo>
                      <a:cubicBezTo>
                        <a:pt x="717824" y="14381"/>
                        <a:pt x="680670" y="25527"/>
                        <a:pt x="680583" y="25833"/>
                      </a:cubicBezTo>
                      <a:cubicBezTo>
                        <a:pt x="640675" y="31996"/>
                        <a:pt x="204053" y="28761"/>
                        <a:pt x="133417" y="28630"/>
                      </a:cubicBezTo>
                      <a:cubicBezTo>
                        <a:pt x="95914" y="28630"/>
                        <a:pt x="69513" y="17353"/>
                        <a:pt x="31704" y="131"/>
                      </a:cubicBezTo>
                      <a:cubicBezTo>
                        <a:pt x="12427" y="58528"/>
                        <a:pt x="5740" y="119111"/>
                        <a:pt x="1675" y="179911"/>
                      </a:cubicBezTo>
                      <a:cubicBezTo>
                        <a:pt x="-5800" y="290761"/>
                        <a:pt x="12121" y="398244"/>
                        <a:pt x="47920" y="503105"/>
                      </a:cubicBezTo>
                      <a:cubicBezTo>
                        <a:pt x="122883" y="722531"/>
                        <a:pt x="242431" y="917260"/>
                        <a:pt x="379375" y="1102461"/>
                      </a:cubicBezTo>
                      <a:cubicBezTo>
                        <a:pt x="389210" y="1115792"/>
                        <a:pt x="393275" y="1110809"/>
                        <a:pt x="400881" y="1100756"/>
                      </a:cubicBezTo>
                      <a:cubicBezTo>
                        <a:pt x="448962" y="1036852"/>
                        <a:pt x="494202" y="971024"/>
                        <a:pt x="536295" y="903054"/>
                      </a:cubicBezTo>
                      <a:cubicBezTo>
                        <a:pt x="626295" y="757630"/>
                        <a:pt x="704055" y="606611"/>
                        <a:pt x="749907" y="440687"/>
                      </a:cubicBezTo>
                      <a:cubicBezTo>
                        <a:pt x="790470" y="293515"/>
                        <a:pt x="787236" y="146735"/>
                        <a:pt x="747722" y="0"/>
                      </a:cubicBezTo>
                      <a:close/>
                    </a:path>
                  </a:pathLst>
                </a:custGeom>
                <a:solidFill>
                  <a:srgbClr val="FFCD07"/>
                </a:solidFill>
                <a:ln w="4369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" name="Graphic 2"/>
                <p:cNvSpPr/>
                <p:nvPr/>
              </p:nvSpPr>
              <p:spPr>
                <a:xfrm>
                  <a:off x="5343217" y="4291044"/>
                  <a:ext cx="403391" cy="766285"/>
                </a:xfrm>
                <a:custGeom>
                  <a:avLst/>
                  <a:gdLst>
                    <a:gd name="connsiteX0" fmla="*/ 469623 w 599490"/>
                    <a:gd name="connsiteY0" fmla="*/ 4502 h 766285"/>
                    <a:gd name="connsiteX1" fmla="*/ 592055 w 599490"/>
                    <a:gd name="connsiteY1" fmla="*/ 481 h 766285"/>
                    <a:gd name="connsiteX2" fmla="*/ 597781 w 599490"/>
                    <a:gd name="connsiteY2" fmla="*/ 132049 h 766285"/>
                    <a:gd name="connsiteX3" fmla="*/ 566135 w 599490"/>
                    <a:gd name="connsiteY3" fmla="*/ 288969 h 766285"/>
                    <a:gd name="connsiteX4" fmla="*/ 523211 w 599490"/>
                    <a:gd name="connsiteY4" fmla="*/ 402790 h 766285"/>
                    <a:gd name="connsiteX5" fmla="*/ 315806 w 599490"/>
                    <a:gd name="connsiteY5" fmla="*/ 751948 h 766285"/>
                    <a:gd name="connsiteX6" fmla="*/ 282324 w 599490"/>
                    <a:gd name="connsiteY6" fmla="*/ 752036 h 766285"/>
                    <a:gd name="connsiteX7" fmla="*/ 89737 w 599490"/>
                    <a:gd name="connsiteY7" fmla="*/ 436797 h 766285"/>
                    <a:gd name="connsiteX8" fmla="*/ 2797 w 599490"/>
                    <a:gd name="connsiteY8" fmla="*/ 166886 h 766285"/>
                    <a:gd name="connsiteX9" fmla="*/ 1923 w 599490"/>
                    <a:gd name="connsiteY9" fmla="*/ 0 h 766285"/>
                    <a:gd name="connsiteX10" fmla="*/ 469623 w 599490"/>
                    <a:gd name="connsiteY10" fmla="*/ 4502 h 76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99490" h="766285">
                      <a:moveTo>
                        <a:pt x="469623" y="4502"/>
                      </a:moveTo>
                      <a:cubicBezTo>
                        <a:pt x="510404" y="1530"/>
                        <a:pt x="551448" y="7212"/>
                        <a:pt x="592055" y="481"/>
                      </a:cubicBezTo>
                      <a:cubicBezTo>
                        <a:pt x="596776" y="44191"/>
                        <a:pt x="602371" y="87377"/>
                        <a:pt x="597781" y="132049"/>
                      </a:cubicBezTo>
                      <a:cubicBezTo>
                        <a:pt x="592274" y="185681"/>
                        <a:pt x="582177" y="237740"/>
                        <a:pt x="566135" y="288969"/>
                      </a:cubicBezTo>
                      <a:cubicBezTo>
                        <a:pt x="553984" y="327740"/>
                        <a:pt x="539952" y="365768"/>
                        <a:pt x="523211" y="402790"/>
                      </a:cubicBezTo>
                      <a:cubicBezTo>
                        <a:pt x="467087" y="526884"/>
                        <a:pt x="395709" y="641929"/>
                        <a:pt x="315806" y="751948"/>
                      </a:cubicBezTo>
                      <a:cubicBezTo>
                        <a:pt x="301994" y="771006"/>
                        <a:pt x="296311" y="771093"/>
                        <a:pt x="282324" y="752036"/>
                      </a:cubicBezTo>
                      <a:cubicBezTo>
                        <a:pt x="209197" y="652376"/>
                        <a:pt x="143107" y="548433"/>
                        <a:pt x="89737" y="436797"/>
                      </a:cubicBezTo>
                      <a:cubicBezTo>
                        <a:pt x="48605" y="350819"/>
                        <a:pt x="15648" y="261781"/>
                        <a:pt x="2797" y="166886"/>
                      </a:cubicBezTo>
                      <a:cubicBezTo>
                        <a:pt x="-2886" y="124793"/>
                        <a:pt x="1835" y="13113"/>
                        <a:pt x="1923" y="0"/>
                      </a:cubicBezTo>
                      <a:cubicBezTo>
                        <a:pt x="43972" y="6994"/>
                        <a:pt x="426437" y="44"/>
                        <a:pt x="469623" y="4502"/>
                      </a:cubicBezTo>
                      <a:close/>
                    </a:path>
                  </a:pathLst>
                </a:custGeom>
                <a:solidFill>
                  <a:srgbClr val="F6AF1B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" name="Graphic 2"/>
                <p:cNvSpPr/>
                <p:nvPr/>
              </p:nvSpPr>
              <p:spPr>
                <a:xfrm>
                  <a:off x="5428981" y="4292966"/>
                  <a:ext cx="231862" cy="548288"/>
                </a:xfrm>
                <a:custGeom>
                  <a:avLst/>
                  <a:gdLst>
                    <a:gd name="connsiteX0" fmla="*/ 334003 w 344576"/>
                    <a:gd name="connsiteY0" fmla="*/ 242943 h 548288"/>
                    <a:gd name="connsiteX1" fmla="*/ 177651 w 344576"/>
                    <a:gd name="connsiteY1" fmla="*/ 539736 h 548288"/>
                    <a:gd name="connsiteX2" fmla="*/ 156495 w 344576"/>
                    <a:gd name="connsiteY2" fmla="*/ 539299 h 548288"/>
                    <a:gd name="connsiteX3" fmla="*/ 11071 w 344576"/>
                    <a:gd name="connsiteY3" fmla="*/ 235556 h 548288"/>
                    <a:gd name="connsiteX4" fmla="*/ 21212 w 344576"/>
                    <a:gd name="connsiteY4" fmla="*/ 701 h 548288"/>
                    <a:gd name="connsiteX5" fmla="*/ 316038 w 344576"/>
                    <a:gd name="connsiteY5" fmla="*/ 963 h 548288"/>
                    <a:gd name="connsiteX6" fmla="*/ 334003 w 344576"/>
                    <a:gd name="connsiteY6" fmla="*/ 242943 h 54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4576" h="548288">
                      <a:moveTo>
                        <a:pt x="334003" y="242943"/>
                      </a:moveTo>
                      <a:cubicBezTo>
                        <a:pt x="308957" y="346056"/>
                        <a:pt x="228573" y="468095"/>
                        <a:pt x="177651" y="539736"/>
                      </a:cubicBezTo>
                      <a:cubicBezTo>
                        <a:pt x="168647" y="552412"/>
                        <a:pt x="164232" y="549920"/>
                        <a:pt x="156495" y="539299"/>
                      </a:cubicBezTo>
                      <a:cubicBezTo>
                        <a:pt x="84941" y="440820"/>
                        <a:pt x="42237" y="354536"/>
                        <a:pt x="11071" y="235556"/>
                      </a:cubicBezTo>
                      <a:cubicBezTo>
                        <a:pt x="-7812" y="163478"/>
                        <a:pt x="-1299" y="72211"/>
                        <a:pt x="21212" y="701"/>
                      </a:cubicBezTo>
                      <a:cubicBezTo>
                        <a:pt x="67632" y="2799"/>
                        <a:pt x="278272" y="-1922"/>
                        <a:pt x="316038" y="963"/>
                      </a:cubicBezTo>
                      <a:cubicBezTo>
                        <a:pt x="326222" y="28981"/>
                        <a:pt x="362196" y="161642"/>
                        <a:pt x="334003" y="242943"/>
                      </a:cubicBezTo>
                      <a:close/>
                    </a:path>
                  </a:pathLst>
                </a:custGeom>
                <a:solidFill>
                  <a:srgbClr val="F38821"/>
                </a:solidFill>
                <a:ln w="43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45"/>
              <p:cNvGrpSpPr/>
              <p:nvPr/>
            </p:nvGrpSpPr>
            <p:grpSpPr>
              <a:xfrm>
                <a:off x="5331153" y="575008"/>
                <a:ext cx="1507917" cy="2723755"/>
                <a:chOff x="5350725" y="913710"/>
                <a:chExt cx="1507917" cy="2723755"/>
              </a:xfrm>
            </p:grpSpPr>
            <p:sp>
              <p:nvSpPr>
                <p:cNvPr id="47" name="Freeform: Shape 46"/>
                <p:cNvSpPr/>
                <p:nvPr/>
              </p:nvSpPr>
              <p:spPr>
                <a:xfrm>
                  <a:off x="5763669" y="1171705"/>
                  <a:ext cx="680698" cy="2272550"/>
                </a:xfrm>
                <a:custGeom>
                  <a:avLst/>
                  <a:gdLst>
                    <a:gd name="connsiteX0" fmla="*/ 542062 w 680698"/>
                    <a:gd name="connsiteY0" fmla="*/ 0 h 2272550"/>
                    <a:gd name="connsiteX1" fmla="*/ 605998 w 680698"/>
                    <a:gd name="connsiteY1" fmla="*/ 121363 h 2272550"/>
                    <a:gd name="connsiteX2" fmla="*/ 666313 w 680698"/>
                    <a:gd name="connsiteY2" fmla="*/ 264359 h 2272550"/>
                    <a:gd name="connsiteX3" fmla="*/ 679843 w 680698"/>
                    <a:gd name="connsiteY3" fmla="*/ 345113 h 2272550"/>
                    <a:gd name="connsiteX4" fmla="*/ 680026 w 680698"/>
                    <a:gd name="connsiteY4" fmla="*/ 508514 h 2272550"/>
                    <a:gd name="connsiteX5" fmla="*/ 680698 w 680698"/>
                    <a:gd name="connsiteY5" fmla="*/ 519510 h 2272550"/>
                    <a:gd name="connsiteX6" fmla="*/ 680698 w 680698"/>
                    <a:gd name="connsiteY6" fmla="*/ 2173318 h 2272550"/>
                    <a:gd name="connsiteX7" fmla="*/ 581466 w 680698"/>
                    <a:gd name="connsiteY7" fmla="*/ 2272550 h 2272550"/>
                    <a:gd name="connsiteX8" fmla="*/ 99232 w 680698"/>
                    <a:gd name="connsiteY8" fmla="*/ 2272550 h 2272550"/>
                    <a:gd name="connsiteX9" fmla="*/ 0 w 680698"/>
                    <a:gd name="connsiteY9" fmla="*/ 2173318 h 2272550"/>
                    <a:gd name="connsiteX10" fmla="*/ 0 w 680698"/>
                    <a:gd name="connsiteY10" fmla="*/ 519540 h 2272550"/>
                    <a:gd name="connsiteX11" fmla="*/ 1619 w 680698"/>
                    <a:gd name="connsiteY11" fmla="*/ 501887 h 2272550"/>
                    <a:gd name="connsiteX12" fmla="*/ 764 w 680698"/>
                    <a:gd name="connsiteY12" fmla="*/ 394011 h 2272550"/>
                    <a:gd name="connsiteX13" fmla="*/ 42851 w 680698"/>
                    <a:gd name="connsiteY13" fmla="*/ 187636 h 2272550"/>
                    <a:gd name="connsiteX14" fmla="*/ 97513 w 680698"/>
                    <a:gd name="connsiteY14" fmla="*/ 70669 h 2272550"/>
                    <a:gd name="connsiteX15" fmla="*/ 136692 w 680698"/>
                    <a:gd name="connsiteY15" fmla="*/ 1421 h 2272550"/>
                    <a:gd name="connsiteX16" fmla="*/ 332331 w 680698"/>
                    <a:gd name="connsiteY16" fmla="*/ 21143 h 2272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80698" h="2272550">
                      <a:moveTo>
                        <a:pt x="542062" y="0"/>
                      </a:moveTo>
                      <a:lnTo>
                        <a:pt x="605998" y="121363"/>
                      </a:lnTo>
                      <a:cubicBezTo>
                        <a:pt x="628022" y="167906"/>
                        <a:pt x="648132" y="215567"/>
                        <a:pt x="666313" y="264359"/>
                      </a:cubicBezTo>
                      <a:cubicBezTo>
                        <a:pt x="676117" y="290656"/>
                        <a:pt x="679782" y="317502"/>
                        <a:pt x="679843" y="345113"/>
                      </a:cubicBezTo>
                      <a:cubicBezTo>
                        <a:pt x="679996" y="399600"/>
                        <a:pt x="680026" y="454057"/>
                        <a:pt x="680026" y="508514"/>
                      </a:cubicBezTo>
                      <a:cubicBezTo>
                        <a:pt x="680454" y="512118"/>
                        <a:pt x="680668" y="515784"/>
                        <a:pt x="680698" y="519510"/>
                      </a:cubicBezTo>
                      <a:lnTo>
                        <a:pt x="680698" y="2173318"/>
                      </a:lnTo>
                      <a:cubicBezTo>
                        <a:pt x="680698" y="2227897"/>
                        <a:pt x="636046" y="2272550"/>
                        <a:pt x="581466" y="2272550"/>
                      </a:cubicBezTo>
                      <a:lnTo>
                        <a:pt x="99232" y="2272550"/>
                      </a:lnTo>
                      <a:cubicBezTo>
                        <a:pt x="44653" y="2272550"/>
                        <a:pt x="0" y="2227897"/>
                        <a:pt x="0" y="2173318"/>
                      </a:cubicBezTo>
                      <a:lnTo>
                        <a:pt x="0" y="519540"/>
                      </a:lnTo>
                      <a:cubicBezTo>
                        <a:pt x="0" y="513493"/>
                        <a:pt x="581" y="507629"/>
                        <a:pt x="1619" y="501887"/>
                      </a:cubicBezTo>
                      <a:cubicBezTo>
                        <a:pt x="2108" y="465877"/>
                        <a:pt x="3116" y="429837"/>
                        <a:pt x="764" y="394011"/>
                      </a:cubicBezTo>
                      <a:cubicBezTo>
                        <a:pt x="-4062" y="320923"/>
                        <a:pt x="14997" y="254066"/>
                        <a:pt x="42851" y="187636"/>
                      </a:cubicBezTo>
                      <a:cubicBezTo>
                        <a:pt x="59589" y="147717"/>
                        <a:pt x="77841" y="108751"/>
                        <a:pt x="97513" y="70669"/>
                      </a:cubicBezTo>
                      <a:lnTo>
                        <a:pt x="136692" y="1421"/>
                      </a:lnTo>
                      <a:lnTo>
                        <a:pt x="332331" y="2114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28000">
                      <a:schemeClr val="bg1">
                        <a:lumMod val="75000"/>
                      </a:schemeClr>
                    </a:gs>
                    <a:gs pos="97345">
                      <a:schemeClr val="bg1">
                        <a:lumMod val="85000"/>
                      </a:schemeClr>
                    </a:gs>
                    <a:gs pos="70000">
                      <a:schemeClr val="bg1">
                        <a:lumMod val="95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Freeform: Shape 47"/>
                <p:cNvSpPr/>
                <p:nvPr/>
              </p:nvSpPr>
              <p:spPr>
                <a:xfrm>
                  <a:off x="6414314" y="3468688"/>
                  <a:ext cx="218347" cy="168777"/>
                </a:xfrm>
                <a:custGeom>
                  <a:avLst/>
                  <a:gdLst>
                    <a:gd name="connsiteX0" fmla="*/ 305949 w 322314"/>
                    <a:gd name="connsiteY0" fmla="*/ 249141 h 249141"/>
                    <a:gd name="connsiteX1" fmla="*/ 16411 w 322314"/>
                    <a:gd name="connsiteY1" fmla="*/ 249141 h 249141"/>
                    <a:gd name="connsiteX2" fmla="*/ 0 w 322314"/>
                    <a:gd name="connsiteY2" fmla="*/ 232730 h 249141"/>
                    <a:gd name="connsiteX3" fmla="*/ 0 w 322314"/>
                    <a:gd name="connsiteY3" fmla="*/ 0 h 249141"/>
                    <a:gd name="connsiteX4" fmla="*/ 322315 w 322314"/>
                    <a:gd name="connsiteY4" fmla="*/ 0 h 249141"/>
                    <a:gd name="connsiteX5" fmla="*/ 322315 w 322314"/>
                    <a:gd name="connsiteY5" fmla="*/ 232730 h 249141"/>
                    <a:gd name="connsiteX6" fmla="*/ 305949 w 322314"/>
                    <a:gd name="connsiteY6" fmla="*/ 249141 h 249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2314" h="249141">
                      <a:moveTo>
                        <a:pt x="305949" y="249141"/>
                      </a:moveTo>
                      <a:lnTo>
                        <a:pt x="16411" y="249141"/>
                      </a:lnTo>
                      <a:cubicBezTo>
                        <a:pt x="7394" y="249141"/>
                        <a:pt x="0" y="241747"/>
                        <a:pt x="0" y="232730"/>
                      </a:cubicBezTo>
                      <a:lnTo>
                        <a:pt x="0" y="0"/>
                      </a:lnTo>
                      <a:lnTo>
                        <a:pt x="322315" y="0"/>
                      </a:lnTo>
                      <a:lnTo>
                        <a:pt x="322315" y="232730"/>
                      </a:lnTo>
                      <a:cubicBezTo>
                        <a:pt x="322315" y="241792"/>
                        <a:pt x="314966" y="249141"/>
                        <a:pt x="305949" y="24914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78745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: Shape 48"/>
                <p:cNvSpPr/>
                <p:nvPr/>
              </p:nvSpPr>
              <p:spPr>
                <a:xfrm>
                  <a:off x="5575895" y="3468688"/>
                  <a:ext cx="218347" cy="168777"/>
                </a:xfrm>
                <a:custGeom>
                  <a:avLst/>
                  <a:gdLst>
                    <a:gd name="connsiteX0" fmla="*/ 305949 w 322314"/>
                    <a:gd name="connsiteY0" fmla="*/ 249141 h 249141"/>
                    <a:gd name="connsiteX1" fmla="*/ 16411 w 322314"/>
                    <a:gd name="connsiteY1" fmla="*/ 249141 h 249141"/>
                    <a:gd name="connsiteX2" fmla="*/ 0 w 322314"/>
                    <a:gd name="connsiteY2" fmla="*/ 232730 h 249141"/>
                    <a:gd name="connsiteX3" fmla="*/ 0 w 322314"/>
                    <a:gd name="connsiteY3" fmla="*/ 0 h 249141"/>
                    <a:gd name="connsiteX4" fmla="*/ 322315 w 322314"/>
                    <a:gd name="connsiteY4" fmla="*/ 0 h 249141"/>
                    <a:gd name="connsiteX5" fmla="*/ 322315 w 322314"/>
                    <a:gd name="connsiteY5" fmla="*/ 232730 h 249141"/>
                    <a:gd name="connsiteX6" fmla="*/ 305949 w 322314"/>
                    <a:gd name="connsiteY6" fmla="*/ 249141 h 249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2314" h="249141">
                      <a:moveTo>
                        <a:pt x="305949" y="249141"/>
                      </a:moveTo>
                      <a:lnTo>
                        <a:pt x="16411" y="249141"/>
                      </a:lnTo>
                      <a:cubicBezTo>
                        <a:pt x="7394" y="249141"/>
                        <a:pt x="0" y="241747"/>
                        <a:pt x="0" y="232730"/>
                      </a:cubicBezTo>
                      <a:lnTo>
                        <a:pt x="0" y="0"/>
                      </a:lnTo>
                      <a:lnTo>
                        <a:pt x="322315" y="0"/>
                      </a:lnTo>
                      <a:lnTo>
                        <a:pt x="322315" y="232730"/>
                      </a:lnTo>
                      <a:cubicBezTo>
                        <a:pt x="322315" y="241792"/>
                        <a:pt x="314966" y="249141"/>
                        <a:pt x="305949" y="24914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78745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Freeform: Shape 49"/>
                <p:cNvSpPr/>
                <p:nvPr/>
              </p:nvSpPr>
              <p:spPr>
                <a:xfrm>
                  <a:off x="5575493" y="1588828"/>
                  <a:ext cx="219748" cy="1855441"/>
                </a:xfrm>
                <a:custGeom>
                  <a:avLst/>
                  <a:gdLst>
                    <a:gd name="connsiteX0" fmla="*/ 323630 w 324382"/>
                    <a:gd name="connsiteY0" fmla="*/ 524984 h 2738918"/>
                    <a:gd name="connsiteX1" fmla="*/ 321601 w 324382"/>
                    <a:gd name="connsiteY1" fmla="*/ 478682 h 2738918"/>
                    <a:gd name="connsiteX2" fmla="*/ 315334 w 324382"/>
                    <a:gd name="connsiteY2" fmla="*/ 415968 h 2738918"/>
                    <a:gd name="connsiteX3" fmla="*/ 179041 w 324382"/>
                    <a:gd name="connsiteY3" fmla="*/ 25530 h 2738918"/>
                    <a:gd name="connsiteX4" fmla="*/ 161773 w 324382"/>
                    <a:gd name="connsiteY4" fmla="*/ 11 h 2738918"/>
                    <a:gd name="connsiteX5" fmla="*/ 128275 w 324382"/>
                    <a:gd name="connsiteY5" fmla="*/ 51138 h 2738918"/>
                    <a:gd name="connsiteX6" fmla="*/ 93379 w 324382"/>
                    <a:gd name="connsiteY6" fmla="*/ 125213 h 2738918"/>
                    <a:gd name="connsiteX7" fmla="*/ 8438 w 324382"/>
                    <a:gd name="connsiteY7" fmla="*/ 435670 h 2738918"/>
                    <a:gd name="connsiteX8" fmla="*/ 549 w 324382"/>
                    <a:gd name="connsiteY8" fmla="*/ 984403 h 2738918"/>
                    <a:gd name="connsiteX9" fmla="*/ 549 w 324382"/>
                    <a:gd name="connsiteY9" fmla="*/ 1547383 h 2738918"/>
                    <a:gd name="connsiteX10" fmla="*/ 503 w 324382"/>
                    <a:gd name="connsiteY10" fmla="*/ 2110362 h 2738918"/>
                    <a:gd name="connsiteX11" fmla="*/ 368 w 324382"/>
                    <a:gd name="connsiteY11" fmla="*/ 2645164 h 2738918"/>
                    <a:gd name="connsiteX12" fmla="*/ 549 w 324382"/>
                    <a:gd name="connsiteY12" fmla="*/ 2722936 h 2738918"/>
                    <a:gd name="connsiteX13" fmla="*/ 21468 w 324382"/>
                    <a:gd name="connsiteY13" fmla="*/ 2738671 h 2738918"/>
                    <a:gd name="connsiteX14" fmla="*/ 302079 w 324382"/>
                    <a:gd name="connsiteY14" fmla="*/ 2738626 h 2738918"/>
                    <a:gd name="connsiteX15" fmla="*/ 322683 w 324382"/>
                    <a:gd name="connsiteY15" fmla="*/ 2720997 h 2738918"/>
                    <a:gd name="connsiteX16" fmla="*/ 322683 w 324382"/>
                    <a:gd name="connsiteY16" fmla="*/ 2158198 h 2738918"/>
                    <a:gd name="connsiteX17" fmla="*/ 322683 w 324382"/>
                    <a:gd name="connsiteY17" fmla="*/ 1595399 h 2738918"/>
                    <a:gd name="connsiteX18" fmla="*/ 322683 w 324382"/>
                    <a:gd name="connsiteY18" fmla="*/ 1032599 h 2738918"/>
                    <a:gd name="connsiteX19" fmla="*/ 322683 w 324382"/>
                    <a:gd name="connsiteY19" fmla="*/ 751222 h 2738918"/>
                    <a:gd name="connsiteX20" fmla="*/ 323630 w 324382"/>
                    <a:gd name="connsiteY20" fmla="*/ 524984 h 2738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24382" h="2738918">
                      <a:moveTo>
                        <a:pt x="323630" y="524984"/>
                      </a:moveTo>
                      <a:cubicBezTo>
                        <a:pt x="323179" y="509520"/>
                        <a:pt x="322548" y="494056"/>
                        <a:pt x="321601" y="478682"/>
                      </a:cubicBezTo>
                      <a:cubicBezTo>
                        <a:pt x="320338" y="457717"/>
                        <a:pt x="318355" y="436752"/>
                        <a:pt x="315334" y="415968"/>
                      </a:cubicBezTo>
                      <a:cubicBezTo>
                        <a:pt x="295722" y="281163"/>
                        <a:pt x="237562" y="147711"/>
                        <a:pt x="179041" y="25530"/>
                      </a:cubicBezTo>
                      <a:cubicBezTo>
                        <a:pt x="175254" y="17640"/>
                        <a:pt x="171286" y="643"/>
                        <a:pt x="161773" y="11"/>
                      </a:cubicBezTo>
                      <a:cubicBezTo>
                        <a:pt x="148879" y="-800"/>
                        <a:pt x="132829" y="42121"/>
                        <a:pt x="128275" y="51138"/>
                      </a:cubicBezTo>
                      <a:cubicBezTo>
                        <a:pt x="115967" y="75484"/>
                        <a:pt x="104335" y="100191"/>
                        <a:pt x="93379" y="125213"/>
                      </a:cubicBezTo>
                      <a:cubicBezTo>
                        <a:pt x="49556" y="225483"/>
                        <a:pt x="16328" y="326429"/>
                        <a:pt x="8438" y="435670"/>
                      </a:cubicBezTo>
                      <a:cubicBezTo>
                        <a:pt x="-3103" y="595137"/>
                        <a:pt x="549" y="802259"/>
                        <a:pt x="549" y="984403"/>
                      </a:cubicBezTo>
                      <a:cubicBezTo>
                        <a:pt x="549" y="1172048"/>
                        <a:pt x="549" y="1359693"/>
                        <a:pt x="549" y="1547383"/>
                      </a:cubicBezTo>
                      <a:cubicBezTo>
                        <a:pt x="549" y="1735073"/>
                        <a:pt x="503" y="1922672"/>
                        <a:pt x="503" y="2110362"/>
                      </a:cubicBezTo>
                      <a:cubicBezTo>
                        <a:pt x="458" y="2288630"/>
                        <a:pt x="413" y="2466897"/>
                        <a:pt x="368" y="2645164"/>
                      </a:cubicBezTo>
                      <a:cubicBezTo>
                        <a:pt x="368" y="2671088"/>
                        <a:pt x="3479" y="2697012"/>
                        <a:pt x="549" y="2722936"/>
                      </a:cubicBezTo>
                      <a:cubicBezTo>
                        <a:pt x="6635" y="2739843"/>
                        <a:pt x="14164" y="2738671"/>
                        <a:pt x="21468" y="2738671"/>
                      </a:cubicBezTo>
                      <a:cubicBezTo>
                        <a:pt x="115020" y="2738986"/>
                        <a:pt x="208527" y="2739031"/>
                        <a:pt x="302079" y="2738626"/>
                      </a:cubicBezTo>
                      <a:cubicBezTo>
                        <a:pt x="309383" y="2738580"/>
                        <a:pt x="317002" y="2740158"/>
                        <a:pt x="322683" y="2720997"/>
                      </a:cubicBezTo>
                      <a:cubicBezTo>
                        <a:pt x="322683" y="2533397"/>
                        <a:pt x="322683" y="2345798"/>
                        <a:pt x="322683" y="2158198"/>
                      </a:cubicBezTo>
                      <a:cubicBezTo>
                        <a:pt x="322683" y="1970598"/>
                        <a:pt x="322683" y="1782998"/>
                        <a:pt x="322683" y="1595399"/>
                      </a:cubicBezTo>
                      <a:cubicBezTo>
                        <a:pt x="322683" y="1407799"/>
                        <a:pt x="322683" y="1220199"/>
                        <a:pt x="322683" y="1032599"/>
                      </a:cubicBezTo>
                      <a:cubicBezTo>
                        <a:pt x="322683" y="938822"/>
                        <a:pt x="322683" y="844999"/>
                        <a:pt x="322683" y="751222"/>
                      </a:cubicBezTo>
                      <a:cubicBezTo>
                        <a:pt x="322728" y="676020"/>
                        <a:pt x="325749" y="600277"/>
                        <a:pt x="323630" y="52498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8141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: Shape 50"/>
                <p:cNvSpPr/>
                <p:nvPr/>
              </p:nvSpPr>
              <p:spPr>
                <a:xfrm>
                  <a:off x="6412849" y="1592862"/>
                  <a:ext cx="220165" cy="1851376"/>
                </a:xfrm>
                <a:custGeom>
                  <a:avLst/>
                  <a:gdLst>
                    <a:gd name="connsiteX0" fmla="*/ 323845 w 324997"/>
                    <a:gd name="connsiteY0" fmla="*/ 2658640 h 2732918"/>
                    <a:gd name="connsiteX1" fmla="*/ 323665 w 324997"/>
                    <a:gd name="connsiteY1" fmla="*/ 2098231 h 2732918"/>
                    <a:gd name="connsiteX2" fmla="*/ 323575 w 324997"/>
                    <a:gd name="connsiteY2" fmla="*/ 1535025 h 2732918"/>
                    <a:gd name="connsiteX3" fmla="*/ 323394 w 324997"/>
                    <a:gd name="connsiteY3" fmla="*/ 977636 h 2732918"/>
                    <a:gd name="connsiteX4" fmla="*/ 323980 w 324997"/>
                    <a:gd name="connsiteY4" fmla="*/ 697296 h 2732918"/>
                    <a:gd name="connsiteX5" fmla="*/ 317308 w 324997"/>
                    <a:gd name="connsiteY5" fmla="*/ 436974 h 2732918"/>
                    <a:gd name="connsiteX6" fmla="*/ 176416 w 324997"/>
                    <a:gd name="connsiteY6" fmla="*/ 11685 h 2732918"/>
                    <a:gd name="connsiteX7" fmla="*/ 133675 w 324997"/>
                    <a:gd name="connsiteY7" fmla="*/ 36031 h 2732918"/>
                    <a:gd name="connsiteX8" fmla="*/ 93054 w 324997"/>
                    <a:gd name="connsiteY8" fmla="*/ 116147 h 2732918"/>
                    <a:gd name="connsiteX9" fmla="*/ 4822 w 324997"/>
                    <a:gd name="connsiteY9" fmla="*/ 437515 h 2732918"/>
                    <a:gd name="connsiteX10" fmla="*/ 944 w 324997"/>
                    <a:gd name="connsiteY10" fmla="*/ 673626 h 2732918"/>
                    <a:gd name="connsiteX11" fmla="*/ 854 w 324997"/>
                    <a:gd name="connsiteY11" fmla="*/ 688234 h 2732918"/>
                    <a:gd name="connsiteX12" fmla="*/ 854 w 324997"/>
                    <a:gd name="connsiteY12" fmla="*/ 2378977 h 2732918"/>
                    <a:gd name="connsiteX13" fmla="*/ 1305 w 324997"/>
                    <a:gd name="connsiteY13" fmla="*/ 2715087 h 2732918"/>
                    <a:gd name="connsiteX14" fmla="*/ 21954 w 324997"/>
                    <a:gd name="connsiteY14" fmla="*/ 2732625 h 2732918"/>
                    <a:gd name="connsiteX15" fmla="*/ 302745 w 324997"/>
                    <a:gd name="connsiteY15" fmla="*/ 2732671 h 2732918"/>
                    <a:gd name="connsiteX16" fmla="*/ 323665 w 324997"/>
                    <a:gd name="connsiteY16" fmla="*/ 2716620 h 2732918"/>
                    <a:gd name="connsiteX17" fmla="*/ 323845 w 324997"/>
                    <a:gd name="connsiteY17" fmla="*/ 2658640 h 2732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24997" h="2732918">
                      <a:moveTo>
                        <a:pt x="323845" y="2658640"/>
                      </a:moveTo>
                      <a:cubicBezTo>
                        <a:pt x="323845" y="2471852"/>
                        <a:pt x="323710" y="2285064"/>
                        <a:pt x="323665" y="2098231"/>
                      </a:cubicBezTo>
                      <a:cubicBezTo>
                        <a:pt x="323620" y="1910495"/>
                        <a:pt x="323575" y="1722761"/>
                        <a:pt x="323575" y="1535025"/>
                      </a:cubicBezTo>
                      <a:cubicBezTo>
                        <a:pt x="323530" y="1349229"/>
                        <a:pt x="322989" y="1163388"/>
                        <a:pt x="323394" y="977636"/>
                      </a:cubicBezTo>
                      <a:cubicBezTo>
                        <a:pt x="323575" y="884175"/>
                        <a:pt x="323800" y="790713"/>
                        <a:pt x="323980" y="697296"/>
                      </a:cubicBezTo>
                      <a:cubicBezTo>
                        <a:pt x="324161" y="610552"/>
                        <a:pt x="328624" y="523132"/>
                        <a:pt x="317308" y="436974"/>
                      </a:cubicBezTo>
                      <a:cubicBezTo>
                        <a:pt x="297651" y="287516"/>
                        <a:pt x="238544" y="147842"/>
                        <a:pt x="176416" y="11685"/>
                      </a:cubicBezTo>
                      <a:cubicBezTo>
                        <a:pt x="161899" y="-20055"/>
                        <a:pt x="142467" y="21333"/>
                        <a:pt x="133675" y="36031"/>
                      </a:cubicBezTo>
                      <a:cubicBezTo>
                        <a:pt x="118301" y="61774"/>
                        <a:pt x="104956" y="88645"/>
                        <a:pt x="93054" y="116147"/>
                      </a:cubicBezTo>
                      <a:cubicBezTo>
                        <a:pt x="49727" y="216191"/>
                        <a:pt x="13974" y="328499"/>
                        <a:pt x="4822" y="437515"/>
                      </a:cubicBezTo>
                      <a:cubicBezTo>
                        <a:pt x="-1761" y="516099"/>
                        <a:pt x="-2" y="594863"/>
                        <a:pt x="944" y="673626"/>
                      </a:cubicBezTo>
                      <a:cubicBezTo>
                        <a:pt x="899" y="678496"/>
                        <a:pt x="854" y="683365"/>
                        <a:pt x="854" y="688234"/>
                      </a:cubicBezTo>
                      <a:cubicBezTo>
                        <a:pt x="854" y="1251800"/>
                        <a:pt x="809" y="1815411"/>
                        <a:pt x="854" y="2378977"/>
                      </a:cubicBezTo>
                      <a:cubicBezTo>
                        <a:pt x="854" y="2491013"/>
                        <a:pt x="1170" y="2603050"/>
                        <a:pt x="1305" y="2715087"/>
                      </a:cubicBezTo>
                      <a:cubicBezTo>
                        <a:pt x="7076" y="2733843"/>
                        <a:pt x="14650" y="2732625"/>
                        <a:pt x="21954" y="2732625"/>
                      </a:cubicBezTo>
                      <a:cubicBezTo>
                        <a:pt x="115551" y="2733031"/>
                        <a:pt x="209148" y="2732986"/>
                        <a:pt x="302745" y="2732671"/>
                      </a:cubicBezTo>
                      <a:cubicBezTo>
                        <a:pt x="310094" y="2732625"/>
                        <a:pt x="317623" y="2733617"/>
                        <a:pt x="323665" y="2716620"/>
                      </a:cubicBezTo>
                      <a:cubicBezTo>
                        <a:pt x="320509" y="2697324"/>
                        <a:pt x="323890" y="2677982"/>
                        <a:pt x="323845" y="265864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78745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Freeform: Shape 51"/>
                <p:cNvSpPr/>
                <p:nvPr/>
              </p:nvSpPr>
              <p:spPr>
                <a:xfrm>
                  <a:off x="5350725" y="2339690"/>
                  <a:ext cx="576651" cy="1136810"/>
                </a:xfrm>
                <a:custGeom>
                  <a:avLst/>
                  <a:gdLst>
                    <a:gd name="connsiteX0" fmla="*/ 850370 w 851226"/>
                    <a:gd name="connsiteY0" fmla="*/ 0 h 1678107"/>
                    <a:gd name="connsiteX1" fmla="*/ 850866 w 851226"/>
                    <a:gd name="connsiteY1" fmla="*/ 1662474 h 1678107"/>
                    <a:gd name="connsiteX2" fmla="*/ 851227 w 851226"/>
                    <a:gd name="connsiteY2" fmla="*/ 1675098 h 1678107"/>
                    <a:gd name="connsiteX3" fmla="*/ 834771 w 851226"/>
                    <a:gd name="connsiteY3" fmla="*/ 1677533 h 1678107"/>
                    <a:gd name="connsiteX4" fmla="*/ 47988 w 851226"/>
                    <a:gd name="connsiteY4" fmla="*/ 1678028 h 1678107"/>
                    <a:gd name="connsiteX5" fmla="*/ 24724 w 851226"/>
                    <a:gd name="connsiteY5" fmla="*/ 1662700 h 1678107"/>
                    <a:gd name="connsiteX6" fmla="*/ 30359 w 851226"/>
                    <a:gd name="connsiteY6" fmla="*/ 1434388 h 1678107"/>
                    <a:gd name="connsiteX7" fmla="*/ 174362 w 851226"/>
                    <a:gd name="connsiteY7" fmla="*/ 1245480 h 1678107"/>
                    <a:gd name="connsiteX8" fmla="*/ 367823 w 851226"/>
                    <a:gd name="connsiteY8" fmla="*/ 1060090 h 1678107"/>
                    <a:gd name="connsiteX9" fmla="*/ 607406 w 851226"/>
                    <a:gd name="connsiteY9" fmla="*/ 766765 h 1678107"/>
                    <a:gd name="connsiteX10" fmla="*/ 711823 w 851226"/>
                    <a:gd name="connsiteY10" fmla="*/ 494676 h 1678107"/>
                    <a:gd name="connsiteX11" fmla="*/ 768270 w 851226"/>
                    <a:gd name="connsiteY11" fmla="*/ 231152 h 1678107"/>
                    <a:gd name="connsiteX12" fmla="*/ 845050 w 851226"/>
                    <a:gd name="connsiteY12" fmla="*/ 7665 h 1678107"/>
                    <a:gd name="connsiteX13" fmla="*/ 850370 w 851226"/>
                    <a:gd name="connsiteY13" fmla="*/ 0 h 1678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51226" h="1678107">
                      <a:moveTo>
                        <a:pt x="850370" y="0"/>
                      </a:moveTo>
                      <a:cubicBezTo>
                        <a:pt x="850505" y="6853"/>
                        <a:pt x="850821" y="1115139"/>
                        <a:pt x="850866" y="1662474"/>
                      </a:cubicBezTo>
                      <a:cubicBezTo>
                        <a:pt x="850866" y="1666667"/>
                        <a:pt x="851092" y="1670905"/>
                        <a:pt x="851227" y="1675098"/>
                      </a:cubicBezTo>
                      <a:cubicBezTo>
                        <a:pt x="846358" y="1679922"/>
                        <a:pt x="840271" y="1677487"/>
                        <a:pt x="834771" y="1677533"/>
                      </a:cubicBezTo>
                      <a:cubicBezTo>
                        <a:pt x="774852" y="1677848"/>
                        <a:pt x="141765" y="1677352"/>
                        <a:pt x="47988" y="1678028"/>
                      </a:cubicBezTo>
                      <a:cubicBezTo>
                        <a:pt x="35184" y="1678119"/>
                        <a:pt x="29863" y="1673610"/>
                        <a:pt x="24724" y="1662700"/>
                      </a:cubicBezTo>
                      <a:cubicBezTo>
                        <a:pt x="-11615" y="1585469"/>
                        <a:pt x="-6340" y="1509500"/>
                        <a:pt x="30359" y="1434388"/>
                      </a:cubicBezTo>
                      <a:cubicBezTo>
                        <a:pt x="65796" y="1361891"/>
                        <a:pt x="119177" y="1303009"/>
                        <a:pt x="174362" y="1245480"/>
                      </a:cubicBezTo>
                      <a:cubicBezTo>
                        <a:pt x="224046" y="1193723"/>
                        <a:pt x="358219" y="1068836"/>
                        <a:pt x="367823" y="1060090"/>
                      </a:cubicBezTo>
                      <a:cubicBezTo>
                        <a:pt x="462141" y="974112"/>
                        <a:pt x="543475" y="877494"/>
                        <a:pt x="607406" y="766765"/>
                      </a:cubicBezTo>
                      <a:cubicBezTo>
                        <a:pt x="641400" y="715323"/>
                        <a:pt x="697576" y="556172"/>
                        <a:pt x="711823" y="494676"/>
                      </a:cubicBezTo>
                      <a:cubicBezTo>
                        <a:pt x="732066" y="407165"/>
                        <a:pt x="746088" y="318302"/>
                        <a:pt x="768270" y="231152"/>
                      </a:cubicBezTo>
                      <a:cubicBezTo>
                        <a:pt x="787792" y="154507"/>
                        <a:pt x="813310" y="80026"/>
                        <a:pt x="845050" y="7665"/>
                      </a:cubicBezTo>
                      <a:cubicBezTo>
                        <a:pt x="846313" y="4869"/>
                        <a:pt x="848612" y="2525"/>
                        <a:pt x="85037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6">
                        <a:lumMod val="50000"/>
                      </a:schemeClr>
                    </a:gs>
                    <a:gs pos="28000">
                      <a:schemeClr val="accent6">
                        <a:lumMod val="75000"/>
                      </a:schemeClr>
                    </a:gs>
                    <a:gs pos="97345">
                      <a:schemeClr val="accent6">
                        <a:lumMod val="60000"/>
                        <a:lumOff val="40000"/>
                      </a:schemeClr>
                    </a:gs>
                    <a:gs pos="70000">
                      <a:schemeClr val="accent6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52"/>
                <p:cNvSpPr/>
                <p:nvPr/>
              </p:nvSpPr>
              <p:spPr>
                <a:xfrm>
                  <a:off x="6277789" y="2339720"/>
                  <a:ext cx="580853" cy="1136799"/>
                </a:xfrm>
                <a:custGeom>
                  <a:avLst/>
                  <a:gdLst>
                    <a:gd name="connsiteX0" fmla="*/ 4825 w 857429"/>
                    <a:gd name="connsiteY0" fmla="*/ 0 h 1678091"/>
                    <a:gd name="connsiteX1" fmla="*/ 45491 w 857429"/>
                    <a:gd name="connsiteY1" fmla="*/ 95310 h 1678091"/>
                    <a:gd name="connsiteX2" fmla="*/ 121280 w 857429"/>
                    <a:gd name="connsiteY2" fmla="*/ 387824 h 1678091"/>
                    <a:gd name="connsiteX3" fmla="*/ 197248 w 857429"/>
                    <a:gd name="connsiteY3" fmla="*/ 670328 h 1678091"/>
                    <a:gd name="connsiteX4" fmla="*/ 354866 w 857429"/>
                    <a:gd name="connsiteY4" fmla="*/ 920461 h 1678091"/>
                    <a:gd name="connsiteX5" fmla="*/ 464965 w 857429"/>
                    <a:gd name="connsiteY5" fmla="*/ 1040207 h 1678091"/>
                    <a:gd name="connsiteX6" fmla="*/ 612213 w 857429"/>
                    <a:gd name="connsiteY6" fmla="*/ 1177717 h 1678091"/>
                    <a:gd name="connsiteX7" fmla="*/ 775151 w 857429"/>
                    <a:gd name="connsiteY7" fmla="*/ 1353640 h 1678091"/>
                    <a:gd name="connsiteX8" fmla="*/ 853284 w 857429"/>
                    <a:gd name="connsiteY8" fmla="*/ 1523882 h 1678091"/>
                    <a:gd name="connsiteX9" fmla="*/ 855178 w 857429"/>
                    <a:gd name="connsiteY9" fmla="*/ 1586370 h 1678091"/>
                    <a:gd name="connsiteX10" fmla="*/ 829524 w 857429"/>
                    <a:gd name="connsiteY10" fmla="*/ 1665314 h 1678091"/>
                    <a:gd name="connsiteX11" fmla="*/ 809191 w 857429"/>
                    <a:gd name="connsiteY11" fmla="*/ 1677848 h 1678091"/>
                    <a:gd name="connsiteX12" fmla="*/ 4058 w 857429"/>
                    <a:gd name="connsiteY12" fmla="*/ 1675008 h 1678091"/>
                    <a:gd name="connsiteX13" fmla="*/ 4825 w 857429"/>
                    <a:gd name="connsiteY13" fmla="*/ 0 h 1678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57429" h="1678091">
                      <a:moveTo>
                        <a:pt x="4825" y="0"/>
                      </a:moveTo>
                      <a:cubicBezTo>
                        <a:pt x="22723" y="29892"/>
                        <a:pt x="33499" y="62939"/>
                        <a:pt x="45491" y="95310"/>
                      </a:cubicBezTo>
                      <a:cubicBezTo>
                        <a:pt x="80658" y="190215"/>
                        <a:pt x="102118" y="288771"/>
                        <a:pt x="121280" y="387824"/>
                      </a:cubicBezTo>
                      <a:cubicBezTo>
                        <a:pt x="139855" y="483810"/>
                        <a:pt x="159783" y="579436"/>
                        <a:pt x="197248" y="670328"/>
                      </a:cubicBezTo>
                      <a:cubicBezTo>
                        <a:pt x="220873" y="728758"/>
                        <a:pt x="295264" y="849361"/>
                        <a:pt x="354866" y="920461"/>
                      </a:cubicBezTo>
                      <a:cubicBezTo>
                        <a:pt x="389717" y="962029"/>
                        <a:pt x="426237" y="1002110"/>
                        <a:pt x="464965" y="1040207"/>
                      </a:cubicBezTo>
                      <a:cubicBezTo>
                        <a:pt x="477363" y="1052425"/>
                        <a:pt x="580293" y="1147240"/>
                        <a:pt x="612213" y="1177717"/>
                      </a:cubicBezTo>
                      <a:cubicBezTo>
                        <a:pt x="670148" y="1232947"/>
                        <a:pt x="727226" y="1289123"/>
                        <a:pt x="775151" y="1353640"/>
                      </a:cubicBezTo>
                      <a:cubicBezTo>
                        <a:pt x="813158" y="1404857"/>
                        <a:pt x="843771" y="1459545"/>
                        <a:pt x="853284" y="1523882"/>
                      </a:cubicBezTo>
                      <a:cubicBezTo>
                        <a:pt x="853419" y="1524739"/>
                        <a:pt x="861129" y="1561708"/>
                        <a:pt x="855178" y="1586370"/>
                      </a:cubicBezTo>
                      <a:cubicBezTo>
                        <a:pt x="847513" y="1612970"/>
                        <a:pt x="841878" y="1640157"/>
                        <a:pt x="829524" y="1665314"/>
                      </a:cubicBezTo>
                      <a:cubicBezTo>
                        <a:pt x="824925" y="1674692"/>
                        <a:pt x="819741" y="1677893"/>
                        <a:pt x="809191" y="1677848"/>
                      </a:cubicBezTo>
                      <a:cubicBezTo>
                        <a:pt x="713835" y="1677487"/>
                        <a:pt x="8972" y="1679787"/>
                        <a:pt x="4058" y="1675008"/>
                      </a:cubicBezTo>
                      <a:cubicBezTo>
                        <a:pt x="406" y="1670815"/>
                        <a:pt x="-3201" y="8341"/>
                        <a:pt x="482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28000">
                      <a:schemeClr val="accent6">
                        <a:lumMod val="75000"/>
                      </a:schemeClr>
                    </a:gs>
                    <a:gs pos="97345">
                      <a:schemeClr val="accent6">
                        <a:lumMod val="60000"/>
                        <a:lumOff val="40000"/>
                      </a:schemeClr>
                    </a:gs>
                    <a:gs pos="70000">
                      <a:schemeClr val="accent6">
                        <a:lumMod val="20000"/>
                        <a:lumOff val="80000"/>
                      </a:schemeClr>
                    </a:gs>
                  </a:gsLst>
                  <a:lin ang="10800000" scaled="1"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53"/>
                <p:cNvSpPr/>
                <p:nvPr/>
              </p:nvSpPr>
              <p:spPr>
                <a:xfrm>
                  <a:off x="6412954" y="3549412"/>
                  <a:ext cx="219736" cy="48569"/>
                </a:xfrm>
                <a:custGeom>
                  <a:avLst/>
                  <a:gdLst>
                    <a:gd name="connsiteX0" fmla="*/ 2863 w 324365"/>
                    <a:gd name="connsiteY0" fmla="*/ 3427 h 71696"/>
                    <a:gd name="connsiteX1" fmla="*/ 299344 w 324365"/>
                    <a:gd name="connsiteY1" fmla="*/ 2930 h 71696"/>
                    <a:gd name="connsiteX2" fmla="*/ 324366 w 324365"/>
                    <a:gd name="connsiteY2" fmla="*/ 0 h 71696"/>
                    <a:gd name="connsiteX3" fmla="*/ 324186 w 324365"/>
                    <a:gd name="connsiteY3" fmla="*/ 66906 h 71696"/>
                    <a:gd name="connsiteX4" fmla="*/ 303086 w 324365"/>
                    <a:gd name="connsiteY4" fmla="*/ 71595 h 71696"/>
                    <a:gd name="connsiteX5" fmla="*/ 21122 w 324365"/>
                    <a:gd name="connsiteY5" fmla="*/ 71595 h 71696"/>
                    <a:gd name="connsiteX6" fmla="*/ 113 w 324365"/>
                    <a:gd name="connsiteY6" fmla="*/ 66636 h 71696"/>
                    <a:gd name="connsiteX7" fmla="*/ 23 w 324365"/>
                    <a:gd name="connsiteY7" fmla="*/ 20108 h 71696"/>
                    <a:gd name="connsiteX8" fmla="*/ 2863 w 324365"/>
                    <a:gd name="connsiteY8" fmla="*/ 3427 h 71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365" h="71696">
                      <a:moveTo>
                        <a:pt x="2863" y="3427"/>
                      </a:moveTo>
                      <a:cubicBezTo>
                        <a:pt x="101690" y="3246"/>
                        <a:pt x="200517" y="3021"/>
                        <a:pt x="299344" y="2930"/>
                      </a:cubicBezTo>
                      <a:cubicBezTo>
                        <a:pt x="307820" y="2930"/>
                        <a:pt x="316251" y="2886"/>
                        <a:pt x="324366" y="0"/>
                      </a:cubicBezTo>
                      <a:cubicBezTo>
                        <a:pt x="324321" y="22317"/>
                        <a:pt x="324231" y="44634"/>
                        <a:pt x="324186" y="66906"/>
                      </a:cubicBezTo>
                      <a:cubicBezTo>
                        <a:pt x="318054" y="72362"/>
                        <a:pt x="310389" y="71595"/>
                        <a:pt x="303086" y="71595"/>
                      </a:cubicBezTo>
                      <a:cubicBezTo>
                        <a:pt x="209083" y="71731"/>
                        <a:pt x="115125" y="71731"/>
                        <a:pt x="21122" y="71595"/>
                      </a:cubicBezTo>
                      <a:cubicBezTo>
                        <a:pt x="13773" y="71595"/>
                        <a:pt x="6199" y="72091"/>
                        <a:pt x="113" y="66636"/>
                      </a:cubicBezTo>
                      <a:cubicBezTo>
                        <a:pt x="113" y="51127"/>
                        <a:pt x="158" y="35617"/>
                        <a:pt x="23" y="20108"/>
                      </a:cubicBezTo>
                      <a:cubicBezTo>
                        <a:pt x="-68" y="14337"/>
                        <a:pt x="-23" y="8656"/>
                        <a:pt x="2863" y="342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5000">
                      <a:schemeClr val="tx1">
                        <a:lumMod val="65000"/>
                        <a:lumOff val="35000"/>
                      </a:schemeClr>
                    </a:gs>
                    <a:gs pos="81410">
                      <a:schemeClr val="bg1">
                        <a:lumMod val="75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10800000" scaled="1"/>
                </a:gra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/>
                <p:cNvSpPr/>
                <p:nvPr/>
              </p:nvSpPr>
              <p:spPr>
                <a:xfrm>
                  <a:off x="5928051" y="3474614"/>
                  <a:ext cx="351611" cy="146390"/>
                </a:xfrm>
                <a:custGeom>
                  <a:avLst/>
                  <a:gdLst>
                    <a:gd name="connsiteX0" fmla="*/ 53333 w 519032"/>
                    <a:gd name="connsiteY0" fmla="*/ 0 h 216094"/>
                    <a:gd name="connsiteX1" fmla="*/ 465728 w 519032"/>
                    <a:gd name="connsiteY1" fmla="*/ 180 h 216094"/>
                    <a:gd name="connsiteX2" fmla="*/ 517756 w 519032"/>
                    <a:gd name="connsiteY2" fmla="*/ 201711 h 216094"/>
                    <a:gd name="connsiteX3" fmla="*/ 506079 w 519032"/>
                    <a:gd name="connsiteY3" fmla="*/ 216094 h 216094"/>
                    <a:gd name="connsiteX4" fmla="*/ 13478 w 519032"/>
                    <a:gd name="connsiteY4" fmla="*/ 216094 h 216094"/>
                    <a:gd name="connsiteX5" fmla="*/ 1485 w 519032"/>
                    <a:gd name="connsiteY5" fmla="*/ 200629 h 216094"/>
                    <a:gd name="connsiteX6" fmla="*/ 53333 w 519032"/>
                    <a:gd name="connsiteY6" fmla="*/ 0 h 21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9032" h="216094">
                      <a:moveTo>
                        <a:pt x="53333" y="0"/>
                      </a:moveTo>
                      <a:cubicBezTo>
                        <a:pt x="190798" y="45"/>
                        <a:pt x="328263" y="135"/>
                        <a:pt x="465728" y="180"/>
                      </a:cubicBezTo>
                      <a:cubicBezTo>
                        <a:pt x="482950" y="67403"/>
                        <a:pt x="499812" y="134715"/>
                        <a:pt x="517756" y="201711"/>
                      </a:cubicBezTo>
                      <a:cubicBezTo>
                        <a:pt x="521183" y="214606"/>
                        <a:pt x="517846" y="216094"/>
                        <a:pt x="506079" y="216094"/>
                      </a:cubicBezTo>
                      <a:cubicBezTo>
                        <a:pt x="341879" y="215778"/>
                        <a:pt x="177678" y="215733"/>
                        <a:pt x="13478" y="216094"/>
                      </a:cubicBezTo>
                      <a:cubicBezTo>
                        <a:pt x="583" y="216139"/>
                        <a:pt x="-2167" y="213930"/>
                        <a:pt x="1485" y="200629"/>
                      </a:cubicBezTo>
                      <a:cubicBezTo>
                        <a:pt x="17580" y="141342"/>
                        <a:pt x="47517" y="6402"/>
                        <a:pt x="5333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28000">
                      <a:schemeClr val="tx1">
                        <a:lumMod val="75000"/>
                        <a:lumOff val="25000"/>
                      </a:schemeClr>
                    </a:gs>
                    <a:gs pos="97345">
                      <a:schemeClr val="bg1">
                        <a:lumMod val="75000"/>
                      </a:schemeClr>
                    </a:gs>
                    <a:gs pos="70000">
                      <a:schemeClr val="bg1">
                        <a:lumMod val="95000"/>
                      </a:schemeClr>
                    </a:gs>
                  </a:gsLst>
                  <a:lin ang="10800000" scaled="1"/>
                </a:gra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/>
                <p:cNvSpPr/>
                <p:nvPr/>
              </p:nvSpPr>
              <p:spPr>
                <a:xfrm>
                  <a:off x="5574536" y="3549412"/>
                  <a:ext cx="219736" cy="48569"/>
                </a:xfrm>
                <a:custGeom>
                  <a:avLst/>
                  <a:gdLst>
                    <a:gd name="connsiteX0" fmla="*/ 2863 w 324365"/>
                    <a:gd name="connsiteY0" fmla="*/ 3427 h 71696"/>
                    <a:gd name="connsiteX1" fmla="*/ 299344 w 324365"/>
                    <a:gd name="connsiteY1" fmla="*/ 2930 h 71696"/>
                    <a:gd name="connsiteX2" fmla="*/ 324366 w 324365"/>
                    <a:gd name="connsiteY2" fmla="*/ 0 h 71696"/>
                    <a:gd name="connsiteX3" fmla="*/ 324186 w 324365"/>
                    <a:gd name="connsiteY3" fmla="*/ 66906 h 71696"/>
                    <a:gd name="connsiteX4" fmla="*/ 303086 w 324365"/>
                    <a:gd name="connsiteY4" fmla="*/ 71595 h 71696"/>
                    <a:gd name="connsiteX5" fmla="*/ 21122 w 324365"/>
                    <a:gd name="connsiteY5" fmla="*/ 71595 h 71696"/>
                    <a:gd name="connsiteX6" fmla="*/ 113 w 324365"/>
                    <a:gd name="connsiteY6" fmla="*/ 66636 h 71696"/>
                    <a:gd name="connsiteX7" fmla="*/ 22 w 324365"/>
                    <a:gd name="connsiteY7" fmla="*/ 20108 h 71696"/>
                    <a:gd name="connsiteX8" fmla="*/ 2863 w 324365"/>
                    <a:gd name="connsiteY8" fmla="*/ 3427 h 71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4365" h="71696">
                      <a:moveTo>
                        <a:pt x="2863" y="3427"/>
                      </a:moveTo>
                      <a:cubicBezTo>
                        <a:pt x="101690" y="3246"/>
                        <a:pt x="200517" y="3021"/>
                        <a:pt x="299344" y="2930"/>
                      </a:cubicBezTo>
                      <a:cubicBezTo>
                        <a:pt x="307820" y="2930"/>
                        <a:pt x="316251" y="2886"/>
                        <a:pt x="324366" y="0"/>
                      </a:cubicBezTo>
                      <a:cubicBezTo>
                        <a:pt x="324321" y="22317"/>
                        <a:pt x="324231" y="44634"/>
                        <a:pt x="324186" y="66906"/>
                      </a:cubicBezTo>
                      <a:cubicBezTo>
                        <a:pt x="318054" y="72362"/>
                        <a:pt x="310389" y="71595"/>
                        <a:pt x="303086" y="71595"/>
                      </a:cubicBezTo>
                      <a:cubicBezTo>
                        <a:pt x="209083" y="71731"/>
                        <a:pt x="115125" y="71731"/>
                        <a:pt x="21122" y="71595"/>
                      </a:cubicBezTo>
                      <a:cubicBezTo>
                        <a:pt x="13774" y="71595"/>
                        <a:pt x="6199" y="72091"/>
                        <a:pt x="113" y="66636"/>
                      </a:cubicBezTo>
                      <a:cubicBezTo>
                        <a:pt x="113" y="51127"/>
                        <a:pt x="158" y="35617"/>
                        <a:pt x="22" y="20108"/>
                      </a:cubicBezTo>
                      <a:cubicBezTo>
                        <a:pt x="-68" y="14337"/>
                        <a:pt x="-23" y="8656"/>
                        <a:pt x="2863" y="342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5000">
                      <a:schemeClr val="tx1">
                        <a:lumMod val="65000"/>
                        <a:lumOff val="35000"/>
                      </a:schemeClr>
                    </a:gs>
                    <a:gs pos="81410">
                      <a:schemeClr val="bg1">
                        <a:lumMod val="75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10800000" scaled="1"/>
                </a:gra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7" name="Group 56"/>
                <p:cNvGrpSpPr/>
                <p:nvPr/>
              </p:nvGrpSpPr>
              <p:grpSpPr>
                <a:xfrm>
                  <a:off x="5575416" y="2099749"/>
                  <a:ext cx="1056756" cy="650063"/>
                  <a:chOff x="5575416" y="2099749"/>
                  <a:chExt cx="1056756" cy="650063"/>
                </a:xfrm>
              </p:grpSpPr>
              <p:sp>
                <p:nvSpPr>
                  <p:cNvPr id="63" name="Freeform: Shape 62"/>
                  <p:cNvSpPr/>
                  <p:nvPr/>
                </p:nvSpPr>
                <p:spPr>
                  <a:xfrm>
                    <a:off x="5575865" y="2099779"/>
                    <a:ext cx="218256" cy="43003"/>
                  </a:xfrm>
                  <a:custGeom>
                    <a:avLst/>
                    <a:gdLst>
                      <a:gd name="connsiteX0" fmla="*/ 322179 w 322179"/>
                      <a:gd name="connsiteY0" fmla="*/ 63480 h 63479"/>
                      <a:gd name="connsiteX1" fmla="*/ 225 w 322179"/>
                      <a:gd name="connsiteY1" fmla="*/ 63119 h 63479"/>
                      <a:gd name="connsiteX2" fmla="*/ 0 w 322179"/>
                      <a:gd name="connsiteY2" fmla="*/ 271 h 63479"/>
                      <a:gd name="connsiteX3" fmla="*/ 322179 w 322179"/>
                      <a:gd name="connsiteY3" fmla="*/ 0 h 63479"/>
                      <a:gd name="connsiteX4" fmla="*/ 322179 w 322179"/>
                      <a:gd name="connsiteY4" fmla="*/ 63480 h 63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179" h="63479">
                        <a:moveTo>
                          <a:pt x="322179" y="63480"/>
                        </a:moveTo>
                        <a:cubicBezTo>
                          <a:pt x="214876" y="63345"/>
                          <a:pt x="107528" y="63255"/>
                          <a:pt x="225" y="63119"/>
                        </a:cubicBezTo>
                        <a:cubicBezTo>
                          <a:pt x="135" y="42155"/>
                          <a:pt x="45" y="21235"/>
                          <a:pt x="0" y="271"/>
                        </a:cubicBezTo>
                        <a:cubicBezTo>
                          <a:pt x="107393" y="180"/>
                          <a:pt x="214786" y="90"/>
                          <a:pt x="322179" y="0"/>
                        </a:cubicBezTo>
                        <a:cubicBezTo>
                          <a:pt x="322179" y="21145"/>
                          <a:pt x="322179" y="42335"/>
                          <a:pt x="322179" y="6348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: Shape 63"/>
                  <p:cNvSpPr/>
                  <p:nvPr/>
                </p:nvSpPr>
                <p:spPr>
                  <a:xfrm>
                    <a:off x="5575416" y="2213488"/>
                    <a:ext cx="218703" cy="43308"/>
                  </a:xfrm>
                  <a:custGeom>
                    <a:avLst/>
                    <a:gdLst>
                      <a:gd name="connsiteX0" fmla="*/ 752 w 322840"/>
                      <a:gd name="connsiteY0" fmla="*/ 406 h 63930"/>
                      <a:gd name="connsiteX1" fmla="*/ 322841 w 322840"/>
                      <a:gd name="connsiteY1" fmla="*/ 0 h 63930"/>
                      <a:gd name="connsiteX2" fmla="*/ 322841 w 322840"/>
                      <a:gd name="connsiteY2" fmla="*/ 63435 h 63930"/>
                      <a:gd name="connsiteX3" fmla="*/ 3727 w 322840"/>
                      <a:gd name="connsiteY3" fmla="*/ 63931 h 63930"/>
                      <a:gd name="connsiteX4" fmla="*/ 752 w 322840"/>
                      <a:gd name="connsiteY4" fmla="*/ 406 h 639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840" h="63930">
                        <a:moveTo>
                          <a:pt x="752" y="406"/>
                        </a:moveTo>
                        <a:cubicBezTo>
                          <a:pt x="108100" y="271"/>
                          <a:pt x="215493" y="135"/>
                          <a:pt x="322841" y="0"/>
                        </a:cubicBezTo>
                        <a:cubicBezTo>
                          <a:pt x="322841" y="21145"/>
                          <a:pt x="322841" y="42290"/>
                          <a:pt x="322841" y="63435"/>
                        </a:cubicBezTo>
                        <a:cubicBezTo>
                          <a:pt x="216485" y="63615"/>
                          <a:pt x="110084" y="63796"/>
                          <a:pt x="3727" y="63931"/>
                        </a:cubicBezTo>
                        <a:cubicBezTo>
                          <a:pt x="-3306" y="43056"/>
                          <a:pt x="2014" y="21596"/>
                          <a:pt x="752" y="40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5" name="Freeform: Shape 64"/>
                  <p:cNvSpPr/>
                  <p:nvPr/>
                </p:nvSpPr>
                <p:spPr>
                  <a:xfrm>
                    <a:off x="5575834" y="2706299"/>
                    <a:ext cx="218286" cy="43513"/>
                  </a:xfrm>
                  <a:custGeom>
                    <a:avLst/>
                    <a:gdLst>
                      <a:gd name="connsiteX0" fmla="*/ 322224 w 322224"/>
                      <a:gd name="connsiteY0" fmla="*/ 63781 h 64232"/>
                      <a:gd name="connsiteX1" fmla="*/ 3111 w 322224"/>
                      <a:gd name="connsiteY1" fmla="*/ 64232 h 64232"/>
                      <a:gd name="connsiteX2" fmla="*/ 0 w 322224"/>
                      <a:gd name="connsiteY2" fmla="*/ 707 h 64232"/>
                      <a:gd name="connsiteX3" fmla="*/ 219475 w 322224"/>
                      <a:gd name="connsiteY3" fmla="*/ 31 h 64232"/>
                      <a:gd name="connsiteX4" fmla="*/ 322134 w 322224"/>
                      <a:gd name="connsiteY4" fmla="*/ 76 h 64232"/>
                      <a:gd name="connsiteX5" fmla="*/ 322224 w 322224"/>
                      <a:gd name="connsiteY5" fmla="*/ 63781 h 64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2224" h="64232">
                        <a:moveTo>
                          <a:pt x="322224" y="63781"/>
                        </a:moveTo>
                        <a:cubicBezTo>
                          <a:pt x="215868" y="63917"/>
                          <a:pt x="109512" y="64097"/>
                          <a:pt x="3111" y="64232"/>
                        </a:cubicBezTo>
                        <a:cubicBezTo>
                          <a:pt x="-631" y="40022"/>
                          <a:pt x="1488" y="21897"/>
                          <a:pt x="0" y="707"/>
                        </a:cubicBezTo>
                        <a:cubicBezTo>
                          <a:pt x="73173" y="482"/>
                          <a:pt x="146302" y="211"/>
                          <a:pt x="219475" y="31"/>
                        </a:cubicBezTo>
                        <a:cubicBezTo>
                          <a:pt x="253695" y="-59"/>
                          <a:pt x="287915" y="76"/>
                          <a:pt x="322134" y="76"/>
                        </a:cubicBezTo>
                        <a:cubicBezTo>
                          <a:pt x="322179" y="21356"/>
                          <a:pt x="322224" y="42591"/>
                          <a:pt x="322224" y="6378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6" name="Freeform: Shape 65"/>
                  <p:cNvSpPr/>
                  <p:nvPr/>
                </p:nvSpPr>
                <p:spPr>
                  <a:xfrm>
                    <a:off x="6413672" y="2099749"/>
                    <a:ext cx="218438" cy="43004"/>
                  </a:xfrm>
                  <a:custGeom>
                    <a:avLst/>
                    <a:gdLst>
                      <a:gd name="connsiteX0" fmla="*/ 322270 w 322449"/>
                      <a:gd name="connsiteY0" fmla="*/ 63210 h 63480"/>
                      <a:gd name="connsiteX1" fmla="*/ 0 w 322449"/>
                      <a:gd name="connsiteY1" fmla="*/ 63480 h 63480"/>
                      <a:gd name="connsiteX2" fmla="*/ 135 w 322449"/>
                      <a:gd name="connsiteY2" fmla="*/ 0 h 63480"/>
                      <a:gd name="connsiteX3" fmla="*/ 322450 w 322449"/>
                      <a:gd name="connsiteY3" fmla="*/ 451 h 63480"/>
                      <a:gd name="connsiteX4" fmla="*/ 322270 w 322449"/>
                      <a:gd name="connsiteY4" fmla="*/ 63210 h 63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449" h="63480">
                        <a:moveTo>
                          <a:pt x="322270" y="63210"/>
                        </a:moveTo>
                        <a:cubicBezTo>
                          <a:pt x="214831" y="63300"/>
                          <a:pt x="107438" y="63390"/>
                          <a:pt x="0" y="63480"/>
                        </a:cubicBezTo>
                        <a:cubicBezTo>
                          <a:pt x="45" y="42335"/>
                          <a:pt x="90" y="21145"/>
                          <a:pt x="135" y="0"/>
                        </a:cubicBezTo>
                        <a:cubicBezTo>
                          <a:pt x="107574" y="135"/>
                          <a:pt x="215012" y="271"/>
                          <a:pt x="322450" y="451"/>
                        </a:cubicBezTo>
                        <a:cubicBezTo>
                          <a:pt x="322405" y="21371"/>
                          <a:pt x="322315" y="42290"/>
                          <a:pt x="322270" y="6321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Freeform: Shape 66"/>
                  <p:cNvSpPr/>
                  <p:nvPr/>
                </p:nvSpPr>
                <p:spPr>
                  <a:xfrm>
                    <a:off x="6413703" y="2213488"/>
                    <a:ext cx="218377" cy="43003"/>
                  </a:xfrm>
                  <a:custGeom>
                    <a:avLst/>
                    <a:gdLst>
                      <a:gd name="connsiteX0" fmla="*/ 45 w 322359"/>
                      <a:gd name="connsiteY0" fmla="*/ 0 h 63479"/>
                      <a:gd name="connsiteX1" fmla="*/ 322360 w 322359"/>
                      <a:gd name="connsiteY1" fmla="*/ 406 h 63479"/>
                      <a:gd name="connsiteX2" fmla="*/ 322270 w 322359"/>
                      <a:gd name="connsiteY2" fmla="*/ 63164 h 63479"/>
                      <a:gd name="connsiteX3" fmla="*/ 0 w 322359"/>
                      <a:gd name="connsiteY3" fmla="*/ 63480 h 63479"/>
                      <a:gd name="connsiteX4" fmla="*/ 45 w 322359"/>
                      <a:gd name="connsiteY4" fmla="*/ 0 h 63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359" h="63479">
                        <a:moveTo>
                          <a:pt x="45" y="0"/>
                        </a:moveTo>
                        <a:cubicBezTo>
                          <a:pt x="107483" y="135"/>
                          <a:pt x="214922" y="271"/>
                          <a:pt x="322360" y="406"/>
                        </a:cubicBezTo>
                        <a:cubicBezTo>
                          <a:pt x="322315" y="21325"/>
                          <a:pt x="322270" y="42245"/>
                          <a:pt x="322270" y="63164"/>
                        </a:cubicBezTo>
                        <a:cubicBezTo>
                          <a:pt x="214831" y="63255"/>
                          <a:pt x="107438" y="63390"/>
                          <a:pt x="0" y="63480"/>
                        </a:cubicBezTo>
                        <a:cubicBezTo>
                          <a:pt x="0" y="42290"/>
                          <a:pt x="45" y="21145"/>
                          <a:pt x="4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: Shape 67"/>
                  <p:cNvSpPr/>
                  <p:nvPr/>
                </p:nvSpPr>
                <p:spPr>
                  <a:xfrm>
                    <a:off x="6413672" y="2706412"/>
                    <a:ext cx="218500" cy="43065"/>
                  </a:xfrm>
                  <a:custGeom>
                    <a:avLst/>
                    <a:gdLst>
                      <a:gd name="connsiteX0" fmla="*/ 322224 w 322540"/>
                      <a:gd name="connsiteY0" fmla="*/ 63345 h 63570"/>
                      <a:gd name="connsiteX1" fmla="*/ 0 w 322540"/>
                      <a:gd name="connsiteY1" fmla="*/ 63570 h 63570"/>
                      <a:gd name="connsiteX2" fmla="*/ 135 w 322540"/>
                      <a:gd name="connsiteY2" fmla="*/ 0 h 63570"/>
                      <a:gd name="connsiteX3" fmla="*/ 322540 w 322540"/>
                      <a:gd name="connsiteY3" fmla="*/ 496 h 63570"/>
                      <a:gd name="connsiteX4" fmla="*/ 322224 w 322540"/>
                      <a:gd name="connsiteY4" fmla="*/ 63345 h 635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540" h="63570">
                        <a:moveTo>
                          <a:pt x="322224" y="63345"/>
                        </a:moveTo>
                        <a:cubicBezTo>
                          <a:pt x="214831" y="63435"/>
                          <a:pt x="107393" y="63525"/>
                          <a:pt x="0" y="63570"/>
                        </a:cubicBezTo>
                        <a:cubicBezTo>
                          <a:pt x="45" y="42380"/>
                          <a:pt x="90" y="21190"/>
                          <a:pt x="135" y="0"/>
                        </a:cubicBezTo>
                        <a:cubicBezTo>
                          <a:pt x="107619" y="180"/>
                          <a:pt x="215057" y="316"/>
                          <a:pt x="322540" y="496"/>
                        </a:cubicBezTo>
                        <a:cubicBezTo>
                          <a:pt x="322405" y="21461"/>
                          <a:pt x="322315" y="42380"/>
                          <a:pt x="322224" y="6334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5000">
                        <a:schemeClr val="tx1">
                          <a:lumMod val="65000"/>
                          <a:lumOff val="35000"/>
                        </a:schemeClr>
                      </a:gs>
                      <a:gs pos="81410">
                        <a:schemeClr val="bg1">
                          <a:lumMod val="7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10800000" scaled="1"/>
                  </a:gradFill>
                  <a:ln w="449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8" name="Freeform: Shape 57"/>
                <p:cNvSpPr/>
                <p:nvPr/>
              </p:nvSpPr>
              <p:spPr>
                <a:xfrm>
                  <a:off x="6508323" y="3196189"/>
                  <a:ext cx="125071" cy="120489"/>
                </a:xfrm>
                <a:custGeom>
                  <a:avLst/>
                  <a:gdLst>
                    <a:gd name="connsiteX0" fmla="*/ 32552 w 184624"/>
                    <a:gd name="connsiteY0" fmla="*/ 175292 h 177861"/>
                    <a:gd name="connsiteX1" fmla="*/ 42876 w 184624"/>
                    <a:gd name="connsiteY1" fmla="*/ 123489 h 177861"/>
                    <a:gd name="connsiteX2" fmla="*/ 37150 w 184624"/>
                    <a:gd name="connsiteY2" fmla="*/ 103831 h 177861"/>
                    <a:gd name="connsiteX3" fmla="*/ 0 w 184624"/>
                    <a:gd name="connsiteY3" fmla="*/ 70063 h 177861"/>
                    <a:gd name="connsiteX4" fmla="*/ 2705 w 184624"/>
                    <a:gd name="connsiteY4" fmla="*/ 65058 h 177861"/>
                    <a:gd name="connsiteX5" fmla="*/ 51848 w 184624"/>
                    <a:gd name="connsiteY5" fmla="*/ 59377 h 177861"/>
                    <a:gd name="connsiteX6" fmla="*/ 68845 w 184624"/>
                    <a:gd name="connsiteY6" fmla="*/ 48241 h 177861"/>
                    <a:gd name="connsiteX7" fmla="*/ 93687 w 184624"/>
                    <a:gd name="connsiteY7" fmla="*/ 0 h 177861"/>
                    <a:gd name="connsiteX8" fmla="*/ 116410 w 184624"/>
                    <a:gd name="connsiteY8" fmla="*/ 48737 h 177861"/>
                    <a:gd name="connsiteX9" fmla="*/ 131063 w 184624"/>
                    <a:gd name="connsiteY9" fmla="*/ 60369 h 177861"/>
                    <a:gd name="connsiteX10" fmla="*/ 184624 w 184624"/>
                    <a:gd name="connsiteY10" fmla="*/ 69612 h 177861"/>
                    <a:gd name="connsiteX11" fmla="*/ 147789 w 184624"/>
                    <a:gd name="connsiteY11" fmla="*/ 104102 h 177861"/>
                    <a:gd name="connsiteX12" fmla="*/ 139719 w 184624"/>
                    <a:gd name="connsiteY12" fmla="*/ 128944 h 177861"/>
                    <a:gd name="connsiteX13" fmla="*/ 147203 w 184624"/>
                    <a:gd name="connsiteY13" fmla="*/ 177861 h 177861"/>
                    <a:gd name="connsiteX14" fmla="*/ 100585 w 184624"/>
                    <a:gd name="connsiteY14" fmla="*/ 151757 h 177861"/>
                    <a:gd name="connsiteX15" fmla="*/ 80207 w 184624"/>
                    <a:gd name="connsiteY15" fmla="*/ 151396 h 177861"/>
                    <a:gd name="connsiteX16" fmla="*/ 32552 w 184624"/>
                    <a:gd name="connsiteY16" fmla="*/ 175292 h 177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4624" h="177861">
                      <a:moveTo>
                        <a:pt x="32552" y="175292"/>
                      </a:moveTo>
                      <a:cubicBezTo>
                        <a:pt x="36339" y="156175"/>
                        <a:pt x="39359" y="139764"/>
                        <a:pt x="42876" y="123489"/>
                      </a:cubicBezTo>
                      <a:cubicBezTo>
                        <a:pt x="44544" y="115689"/>
                        <a:pt x="43733" y="109467"/>
                        <a:pt x="37150" y="103831"/>
                      </a:cubicBezTo>
                      <a:cubicBezTo>
                        <a:pt x="24436" y="92966"/>
                        <a:pt x="12353" y="81379"/>
                        <a:pt x="0" y="70063"/>
                      </a:cubicBezTo>
                      <a:cubicBezTo>
                        <a:pt x="902" y="68395"/>
                        <a:pt x="1803" y="66726"/>
                        <a:pt x="2705" y="65058"/>
                      </a:cubicBezTo>
                      <a:cubicBezTo>
                        <a:pt x="19071" y="63074"/>
                        <a:pt x="35392" y="60595"/>
                        <a:pt x="51848" y="59377"/>
                      </a:cubicBezTo>
                      <a:cubicBezTo>
                        <a:pt x="60189" y="58746"/>
                        <a:pt x="65193" y="55861"/>
                        <a:pt x="68845" y="48241"/>
                      </a:cubicBezTo>
                      <a:cubicBezTo>
                        <a:pt x="76239" y="32777"/>
                        <a:pt x="84535" y="17674"/>
                        <a:pt x="93687" y="0"/>
                      </a:cubicBezTo>
                      <a:cubicBezTo>
                        <a:pt x="101983" y="17674"/>
                        <a:pt x="109512" y="33093"/>
                        <a:pt x="116410" y="48737"/>
                      </a:cubicBezTo>
                      <a:cubicBezTo>
                        <a:pt x="119386" y="55500"/>
                        <a:pt x="122812" y="59422"/>
                        <a:pt x="131063" y="60369"/>
                      </a:cubicBezTo>
                      <a:cubicBezTo>
                        <a:pt x="148150" y="62398"/>
                        <a:pt x="165012" y="66140"/>
                        <a:pt x="184624" y="69612"/>
                      </a:cubicBezTo>
                      <a:cubicBezTo>
                        <a:pt x="171369" y="82145"/>
                        <a:pt x="160143" y="93868"/>
                        <a:pt x="147789" y="104102"/>
                      </a:cubicBezTo>
                      <a:cubicBezTo>
                        <a:pt x="139223" y="111180"/>
                        <a:pt x="137645" y="118619"/>
                        <a:pt x="139719" y="128944"/>
                      </a:cubicBezTo>
                      <a:cubicBezTo>
                        <a:pt x="142830" y="144273"/>
                        <a:pt x="144543" y="159872"/>
                        <a:pt x="147203" y="177861"/>
                      </a:cubicBezTo>
                      <a:cubicBezTo>
                        <a:pt x="130296" y="168484"/>
                        <a:pt x="115193" y="160549"/>
                        <a:pt x="100585" y="151757"/>
                      </a:cubicBezTo>
                      <a:cubicBezTo>
                        <a:pt x="93417" y="147474"/>
                        <a:pt x="87465" y="147474"/>
                        <a:pt x="80207" y="151396"/>
                      </a:cubicBezTo>
                      <a:cubicBezTo>
                        <a:pt x="65419" y="159377"/>
                        <a:pt x="50270" y="166455"/>
                        <a:pt x="32552" y="175292"/>
                      </a:cubicBezTo>
                      <a:close/>
                    </a:path>
                  </a:pathLst>
                </a:custGeom>
                <a:solidFill>
                  <a:srgbClr val="DBE363"/>
                </a:soli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58"/>
                <p:cNvSpPr/>
                <p:nvPr/>
              </p:nvSpPr>
              <p:spPr>
                <a:xfrm>
                  <a:off x="6011967" y="2112695"/>
                  <a:ext cx="184610" cy="75196"/>
                </a:xfrm>
                <a:custGeom>
                  <a:avLst/>
                  <a:gdLst>
                    <a:gd name="connsiteX0" fmla="*/ 272514 w 272513"/>
                    <a:gd name="connsiteY0" fmla="*/ 46264 h 111001"/>
                    <a:gd name="connsiteX1" fmla="*/ 270034 w 272513"/>
                    <a:gd name="connsiteY1" fmla="*/ 52982 h 111001"/>
                    <a:gd name="connsiteX2" fmla="*/ 249385 w 272513"/>
                    <a:gd name="connsiteY2" fmla="*/ 102395 h 111001"/>
                    <a:gd name="connsiteX3" fmla="*/ 233605 w 272513"/>
                    <a:gd name="connsiteY3" fmla="*/ 109068 h 111001"/>
                    <a:gd name="connsiteX4" fmla="*/ 144111 w 272513"/>
                    <a:gd name="connsiteY4" fmla="*/ 85623 h 111001"/>
                    <a:gd name="connsiteX5" fmla="*/ 41948 w 272513"/>
                    <a:gd name="connsiteY5" fmla="*/ 108617 h 111001"/>
                    <a:gd name="connsiteX6" fmla="*/ 22922 w 272513"/>
                    <a:gd name="connsiteY6" fmla="*/ 100501 h 111001"/>
                    <a:gd name="connsiteX7" fmla="*/ 2768 w 272513"/>
                    <a:gd name="connsiteY7" fmla="*/ 56002 h 111001"/>
                    <a:gd name="connsiteX8" fmla="*/ 7638 w 272513"/>
                    <a:gd name="connsiteY8" fmla="*/ 37698 h 111001"/>
                    <a:gd name="connsiteX9" fmla="*/ 263001 w 272513"/>
                    <a:gd name="connsiteY9" fmla="*/ 38013 h 111001"/>
                    <a:gd name="connsiteX10" fmla="*/ 272514 w 272513"/>
                    <a:gd name="connsiteY10" fmla="*/ 46264 h 111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2513" h="111001">
                      <a:moveTo>
                        <a:pt x="272514" y="46264"/>
                      </a:moveTo>
                      <a:cubicBezTo>
                        <a:pt x="271477" y="49059"/>
                        <a:pt x="270846" y="51043"/>
                        <a:pt x="270034" y="52982"/>
                      </a:cubicBezTo>
                      <a:cubicBezTo>
                        <a:pt x="263091" y="69438"/>
                        <a:pt x="255517" y="85668"/>
                        <a:pt x="249385" y="102395"/>
                      </a:cubicBezTo>
                      <a:cubicBezTo>
                        <a:pt x="246049" y="111457"/>
                        <a:pt x="242622" y="112629"/>
                        <a:pt x="233605" y="109068"/>
                      </a:cubicBezTo>
                      <a:cubicBezTo>
                        <a:pt x="204796" y="97571"/>
                        <a:pt x="175580" y="87201"/>
                        <a:pt x="144111" y="85623"/>
                      </a:cubicBezTo>
                      <a:cubicBezTo>
                        <a:pt x="107907" y="83820"/>
                        <a:pt x="74499" y="94956"/>
                        <a:pt x="41948" y="108617"/>
                      </a:cubicBezTo>
                      <a:cubicBezTo>
                        <a:pt x="30812" y="113306"/>
                        <a:pt x="26934" y="111322"/>
                        <a:pt x="22922" y="100501"/>
                      </a:cubicBezTo>
                      <a:cubicBezTo>
                        <a:pt x="17331" y="85263"/>
                        <a:pt x="10117" y="70520"/>
                        <a:pt x="2768" y="56002"/>
                      </a:cubicBezTo>
                      <a:cubicBezTo>
                        <a:pt x="-1379" y="47752"/>
                        <a:pt x="-1695" y="43243"/>
                        <a:pt x="7638" y="37698"/>
                      </a:cubicBezTo>
                      <a:cubicBezTo>
                        <a:pt x="92984" y="-12888"/>
                        <a:pt x="177970" y="-12347"/>
                        <a:pt x="263001" y="38013"/>
                      </a:cubicBezTo>
                      <a:cubicBezTo>
                        <a:pt x="266698" y="40222"/>
                        <a:pt x="272243" y="41079"/>
                        <a:pt x="272514" y="46264"/>
                      </a:cubicBezTo>
                      <a:close/>
                    </a:path>
                  </a:pathLst>
                </a:custGeom>
                <a:solidFill>
                  <a:srgbClr val="273248"/>
                </a:soli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: Shape 59"/>
                <p:cNvSpPr/>
                <p:nvPr/>
              </p:nvSpPr>
              <p:spPr>
                <a:xfrm>
                  <a:off x="5574521" y="3196250"/>
                  <a:ext cx="125498" cy="120337"/>
                </a:xfrm>
                <a:custGeom>
                  <a:avLst/>
                  <a:gdLst>
                    <a:gd name="connsiteX0" fmla="*/ 0 w 185255"/>
                    <a:gd name="connsiteY0" fmla="*/ 69521 h 177636"/>
                    <a:gd name="connsiteX1" fmla="*/ 54193 w 185255"/>
                    <a:gd name="connsiteY1" fmla="*/ 60189 h 177636"/>
                    <a:gd name="connsiteX2" fmla="*/ 67898 w 185255"/>
                    <a:gd name="connsiteY2" fmla="*/ 49639 h 177636"/>
                    <a:gd name="connsiteX3" fmla="*/ 90892 w 185255"/>
                    <a:gd name="connsiteY3" fmla="*/ 0 h 177636"/>
                    <a:gd name="connsiteX4" fmla="*/ 114787 w 185255"/>
                    <a:gd name="connsiteY4" fmla="*/ 45717 h 177636"/>
                    <a:gd name="connsiteX5" fmla="*/ 134985 w 185255"/>
                    <a:gd name="connsiteY5" fmla="*/ 59467 h 177636"/>
                    <a:gd name="connsiteX6" fmla="*/ 185255 w 185255"/>
                    <a:gd name="connsiteY6" fmla="*/ 65238 h 177636"/>
                    <a:gd name="connsiteX7" fmla="*/ 149458 w 185255"/>
                    <a:gd name="connsiteY7" fmla="*/ 101757 h 177636"/>
                    <a:gd name="connsiteX8" fmla="*/ 142379 w 185255"/>
                    <a:gd name="connsiteY8" fmla="*/ 125337 h 177636"/>
                    <a:gd name="connsiteX9" fmla="*/ 152208 w 185255"/>
                    <a:gd name="connsiteY9" fmla="*/ 175156 h 177636"/>
                    <a:gd name="connsiteX10" fmla="*/ 118394 w 185255"/>
                    <a:gd name="connsiteY10" fmla="*/ 157979 h 177636"/>
                    <a:gd name="connsiteX11" fmla="*/ 70017 w 185255"/>
                    <a:gd name="connsiteY11" fmla="*/ 159557 h 177636"/>
                    <a:gd name="connsiteX12" fmla="*/ 37781 w 185255"/>
                    <a:gd name="connsiteY12" fmla="*/ 177636 h 177636"/>
                    <a:gd name="connsiteX13" fmla="*/ 44860 w 185255"/>
                    <a:gd name="connsiteY13" fmla="*/ 129891 h 177636"/>
                    <a:gd name="connsiteX14" fmla="*/ 35482 w 185255"/>
                    <a:gd name="connsiteY14" fmla="*/ 102524 h 177636"/>
                    <a:gd name="connsiteX15" fmla="*/ 0 w 185255"/>
                    <a:gd name="connsiteY15" fmla="*/ 69521 h 177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85255" h="177636">
                      <a:moveTo>
                        <a:pt x="0" y="69521"/>
                      </a:moveTo>
                      <a:cubicBezTo>
                        <a:pt x="20063" y="65960"/>
                        <a:pt x="37060" y="62308"/>
                        <a:pt x="54193" y="60189"/>
                      </a:cubicBezTo>
                      <a:cubicBezTo>
                        <a:pt x="61722" y="59242"/>
                        <a:pt x="65103" y="55906"/>
                        <a:pt x="67898" y="49639"/>
                      </a:cubicBezTo>
                      <a:cubicBezTo>
                        <a:pt x="74887" y="33904"/>
                        <a:pt x="82326" y="18350"/>
                        <a:pt x="90892" y="0"/>
                      </a:cubicBezTo>
                      <a:cubicBezTo>
                        <a:pt x="99729" y="16682"/>
                        <a:pt x="108069" y="30838"/>
                        <a:pt x="114787" y="45717"/>
                      </a:cubicBezTo>
                      <a:cubicBezTo>
                        <a:pt x="119025" y="55139"/>
                        <a:pt x="124616" y="58972"/>
                        <a:pt x="134985" y="59467"/>
                      </a:cubicBezTo>
                      <a:cubicBezTo>
                        <a:pt x="150630" y="60234"/>
                        <a:pt x="166184" y="62939"/>
                        <a:pt x="185255" y="65238"/>
                      </a:cubicBezTo>
                      <a:cubicBezTo>
                        <a:pt x="171955" y="78944"/>
                        <a:pt x="161270" y="90937"/>
                        <a:pt x="149458" y="101757"/>
                      </a:cubicBezTo>
                      <a:cubicBezTo>
                        <a:pt x="141928" y="108655"/>
                        <a:pt x="139900" y="115508"/>
                        <a:pt x="142379" y="125337"/>
                      </a:cubicBezTo>
                      <a:cubicBezTo>
                        <a:pt x="146166" y="140531"/>
                        <a:pt x="148556" y="156085"/>
                        <a:pt x="152208" y="175156"/>
                      </a:cubicBezTo>
                      <a:cubicBezTo>
                        <a:pt x="139043" y="168574"/>
                        <a:pt x="127862" y="164561"/>
                        <a:pt x="118394" y="157979"/>
                      </a:cubicBezTo>
                      <a:cubicBezTo>
                        <a:pt x="101352" y="146121"/>
                        <a:pt x="86248" y="147474"/>
                        <a:pt x="70017" y="159557"/>
                      </a:cubicBezTo>
                      <a:cubicBezTo>
                        <a:pt x="60910" y="166320"/>
                        <a:pt x="50135" y="170828"/>
                        <a:pt x="37781" y="177636"/>
                      </a:cubicBezTo>
                      <a:cubicBezTo>
                        <a:pt x="40261" y="160323"/>
                        <a:pt x="41569" y="144859"/>
                        <a:pt x="44860" y="129891"/>
                      </a:cubicBezTo>
                      <a:cubicBezTo>
                        <a:pt x="47475" y="118123"/>
                        <a:pt x="44860" y="110143"/>
                        <a:pt x="35482" y="102524"/>
                      </a:cubicBezTo>
                      <a:cubicBezTo>
                        <a:pt x="23805" y="93056"/>
                        <a:pt x="13255" y="82010"/>
                        <a:pt x="0" y="69521"/>
                      </a:cubicBezTo>
                      <a:close/>
                    </a:path>
                  </a:pathLst>
                </a:custGeom>
                <a:solidFill>
                  <a:srgbClr val="DBE363"/>
                </a:solidFill>
                <a:ln w="4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: Shape 60"/>
                <p:cNvSpPr/>
                <p:nvPr/>
              </p:nvSpPr>
              <p:spPr>
                <a:xfrm>
                  <a:off x="5926763" y="1735188"/>
                  <a:ext cx="354304" cy="1739330"/>
                </a:xfrm>
                <a:custGeom>
                  <a:avLst/>
                  <a:gdLst>
                    <a:gd name="connsiteX0" fmla="*/ 522272 w 523007"/>
                    <a:gd name="connsiteY0" fmla="*/ 2567437 h 2567521"/>
                    <a:gd name="connsiteX1" fmla="*/ 906 w 523007"/>
                    <a:gd name="connsiteY1" fmla="*/ 2567437 h 2567521"/>
                    <a:gd name="connsiteX2" fmla="*/ 4 w 523007"/>
                    <a:gd name="connsiteY2" fmla="*/ 637607 h 2567521"/>
                    <a:gd name="connsiteX3" fmla="*/ 29490 w 523007"/>
                    <a:gd name="connsiteY3" fmla="*/ 498113 h 2567521"/>
                    <a:gd name="connsiteX4" fmla="*/ 212040 w 523007"/>
                    <a:gd name="connsiteY4" fmla="*/ 79993 h 2567521"/>
                    <a:gd name="connsiteX5" fmla="*/ 248108 w 523007"/>
                    <a:gd name="connsiteY5" fmla="*/ 13357 h 2567521"/>
                    <a:gd name="connsiteX6" fmla="*/ 275159 w 523007"/>
                    <a:gd name="connsiteY6" fmla="*/ 13627 h 2567521"/>
                    <a:gd name="connsiteX7" fmla="*/ 330163 w 523007"/>
                    <a:gd name="connsiteY7" fmla="*/ 125484 h 2567521"/>
                    <a:gd name="connsiteX8" fmla="*/ 498061 w 523007"/>
                    <a:gd name="connsiteY8" fmla="*/ 508708 h 2567521"/>
                    <a:gd name="connsiteX9" fmla="*/ 522993 w 523007"/>
                    <a:gd name="connsiteY9" fmla="*/ 628229 h 2567521"/>
                    <a:gd name="connsiteX10" fmla="*/ 522272 w 523007"/>
                    <a:gd name="connsiteY10" fmla="*/ 2567437 h 2567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23007" h="2567521">
                      <a:moveTo>
                        <a:pt x="522272" y="2567437"/>
                      </a:moveTo>
                      <a:cubicBezTo>
                        <a:pt x="504057" y="2567572"/>
                        <a:pt x="18985" y="2567527"/>
                        <a:pt x="906" y="2567437"/>
                      </a:cubicBezTo>
                      <a:cubicBezTo>
                        <a:pt x="1852" y="2520638"/>
                        <a:pt x="410" y="722503"/>
                        <a:pt x="4" y="637607"/>
                      </a:cubicBezTo>
                      <a:cubicBezTo>
                        <a:pt x="-222" y="588870"/>
                        <a:pt x="9337" y="542387"/>
                        <a:pt x="29490" y="498113"/>
                      </a:cubicBezTo>
                      <a:cubicBezTo>
                        <a:pt x="92474" y="359656"/>
                        <a:pt x="151040" y="219306"/>
                        <a:pt x="212040" y="79993"/>
                      </a:cubicBezTo>
                      <a:cubicBezTo>
                        <a:pt x="222184" y="56819"/>
                        <a:pt x="234718" y="34817"/>
                        <a:pt x="248108" y="13357"/>
                      </a:cubicBezTo>
                      <a:cubicBezTo>
                        <a:pt x="259199" y="-4407"/>
                        <a:pt x="263933" y="-4587"/>
                        <a:pt x="275159" y="13627"/>
                      </a:cubicBezTo>
                      <a:cubicBezTo>
                        <a:pt x="297026" y="49154"/>
                        <a:pt x="314023" y="87161"/>
                        <a:pt x="330163" y="125484"/>
                      </a:cubicBezTo>
                      <a:cubicBezTo>
                        <a:pt x="384356" y="254022"/>
                        <a:pt x="441298" y="381297"/>
                        <a:pt x="498061" y="508708"/>
                      </a:cubicBezTo>
                      <a:cubicBezTo>
                        <a:pt x="515103" y="546941"/>
                        <a:pt x="523399" y="586255"/>
                        <a:pt x="522993" y="628229"/>
                      </a:cubicBezTo>
                      <a:cubicBezTo>
                        <a:pt x="522181" y="716236"/>
                        <a:pt x="522362" y="2563740"/>
                        <a:pt x="522272" y="25674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7348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: Shape 61"/>
                <p:cNvSpPr/>
                <p:nvPr/>
              </p:nvSpPr>
              <p:spPr>
                <a:xfrm>
                  <a:off x="5915520" y="913710"/>
                  <a:ext cx="376997" cy="279137"/>
                </a:xfrm>
                <a:custGeom>
                  <a:avLst/>
                  <a:gdLst>
                    <a:gd name="connsiteX0" fmla="*/ 197107 w 405271"/>
                    <a:gd name="connsiteY0" fmla="*/ 0 h 300072"/>
                    <a:gd name="connsiteX1" fmla="*/ 205689 w 405271"/>
                    <a:gd name="connsiteY1" fmla="*/ 0 h 300072"/>
                    <a:gd name="connsiteX2" fmla="*/ 218334 w 405271"/>
                    <a:gd name="connsiteY2" fmla="*/ 11301 h 300072"/>
                    <a:gd name="connsiteX3" fmla="*/ 395984 w 405271"/>
                    <a:gd name="connsiteY3" fmla="*/ 264008 h 300072"/>
                    <a:gd name="connsiteX4" fmla="*/ 405271 w 405271"/>
                    <a:gd name="connsiteY4" fmla="*/ 281638 h 300072"/>
                    <a:gd name="connsiteX5" fmla="*/ 222407 w 405271"/>
                    <a:gd name="connsiteY5" fmla="*/ 300072 h 300072"/>
                    <a:gd name="connsiteX6" fmla="*/ 0 w 405271"/>
                    <a:gd name="connsiteY6" fmla="*/ 277652 h 300072"/>
                    <a:gd name="connsiteX7" fmla="*/ 22470 w 405271"/>
                    <a:gd name="connsiteY7" fmla="*/ 237937 h 300072"/>
                    <a:gd name="connsiteX8" fmla="*/ 172032 w 405271"/>
                    <a:gd name="connsiteY8" fmla="*/ 28893 h 300072"/>
                    <a:gd name="connsiteX9" fmla="*/ 197107 w 405271"/>
                    <a:gd name="connsiteY9" fmla="*/ 0 h 300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05271" h="300072">
                      <a:moveTo>
                        <a:pt x="197107" y="0"/>
                      </a:moveTo>
                      <a:cubicBezTo>
                        <a:pt x="199978" y="0"/>
                        <a:pt x="202818" y="0"/>
                        <a:pt x="205689" y="0"/>
                      </a:cubicBezTo>
                      <a:cubicBezTo>
                        <a:pt x="210332" y="3268"/>
                        <a:pt x="214608" y="6842"/>
                        <a:pt x="218334" y="11301"/>
                      </a:cubicBezTo>
                      <a:cubicBezTo>
                        <a:pt x="285054" y="91169"/>
                        <a:pt x="344314" y="175374"/>
                        <a:pt x="395984" y="264008"/>
                      </a:cubicBezTo>
                      <a:lnTo>
                        <a:pt x="405271" y="281638"/>
                      </a:lnTo>
                      <a:lnTo>
                        <a:pt x="222407" y="300072"/>
                      </a:lnTo>
                      <a:lnTo>
                        <a:pt x="0" y="277652"/>
                      </a:lnTo>
                      <a:lnTo>
                        <a:pt x="22470" y="237937"/>
                      </a:lnTo>
                      <a:cubicBezTo>
                        <a:pt x="67294" y="165173"/>
                        <a:pt x="117407" y="95674"/>
                        <a:pt x="172032" y="28893"/>
                      </a:cubicBezTo>
                      <a:cubicBezTo>
                        <a:pt x="180095" y="19028"/>
                        <a:pt x="188739" y="9621"/>
                        <a:pt x="197107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62000">
                      <a:schemeClr val="accent3">
                        <a:lumMod val="40000"/>
                        <a:lumOff val="60000"/>
                      </a:schemeClr>
                    </a:gs>
                    <a:gs pos="0">
                      <a:schemeClr val="accent3">
                        <a:lumMod val="50000"/>
                      </a:schemeClr>
                    </a:gs>
                    <a:gs pos="35000">
                      <a:schemeClr val="accent3">
                        <a:lumMod val="75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2000000" scaled="0"/>
                  <a:tileRect/>
                </a:gradFill>
                <a:ln w="4493" cap="flat">
                  <a:noFill/>
                  <a:prstDash val="solid"/>
                  <a:miter/>
                </a:ln>
                <a:effectLst>
                  <a:outerShdw blurRad="63500" sx="102000" sy="1020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/>
            <p:cNvGrpSpPr/>
            <p:nvPr/>
          </p:nvGrpSpPr>
          <p:grpSpPr>
            <a:xfrm>
              <a:off x="1451352" y="4102855"/>
              <a:ext cx="5291973" cy="2270008"/>
              <a:chOff x="1451352" y="4102855"/>
              <a:chExt cx="5291973" cy="2270008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4514680" y="5445235"/>
                <a:ext cx="544632" cy="54463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780440" y="5127138"/>
                <a:ext cx="699580" cy="6995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176251" y="5444370"/>
                <a:ext cx="643967" cy="6439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655807" y="5395567"/>
                <a:ext cx="643967" cy="6439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2683098" y="4905490"/>
                <a:ext cx="751408" cy="7514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314394" y="4946151"/>
                <a:ext cx="548616" cy="5486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679829" y="5173735"/>
                <a:ext cx="657571" cy="65757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127774" y="4960942"/>
                <a:ext cx="769163" cy="76916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688783" y="4539662"/>
                <a:ext cx="800222" cy="80022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642116" y="4739286"/>
                <a:ext cx="594928" cy="5949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896877" y="5484341"/>
                <a:ext cx="544632" cy="54463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238355" y="5267852"/>
                <a:ext cx="699580" cy="6995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2624176" y="5484341"/>
                <a:ext cx="643967" cy="6439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3145883" y="5368468"/>
                <a:ext cx="643967" cy="6439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033604" y="5535685"/>
                <a:ext cx="657571" cy="65757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3645147" y="5719382"/>
                <a:ext cx="479556" cy="4795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4836414" y="5656523"/>
                <a:ext cx="479556" cy="4795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340662" y="4557194"/>
                <a:ext cx="479556" cy="4795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618674" y="4525723"/>
                <a:ext cx="295274" cy="2952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476351" y="4102855"/>
                <a:ext cx="224828" cy="2248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134469" y="4717321"/>
                <a:ext cx="207353" cy="207353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026370" y="5695203"/>
                <a:ext cx="410335" cy="41033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215900" dist="12700" dir="2700000" sy="-23000" kx="-800400" algn="bl" rotWithShape="0">
                  <a:schemeClr val="accent4">
                    <a:lumMod val="50000"/>
                    <a:alpha val="4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583076" y="5388048"/>
                <a:ext cx="295274" cy="2952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152400" dist="317500" dir="5400000" sx="90000" sy="-19000" rotWithShape="0">
                  <a:schemeClr val="accent4">
                    <a:lumMod val="50000"/>
                    <a:alpha val="1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451352" y="5303746"/>
                <a:ext cx="231939" cy="231939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  <a:effectLst>
                <a:outerShdw blurRad="152400" dist="317500" dir="5400000" sx="90000" sy="-19000" rotWithShape="0">
                  <a:schemeClr val="accent4">
                    <a:lumMod val="50000"/>
                    <a:alpha val="15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505787" y="4995533"/>
                <a:ext cx="224926" cy="22492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6518399" y="5505179"/>
                <a:ext cx="224926" cy="22492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6559657" y="5208409"/>
                <a:ext cx="137114" cy="1371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317145" y="6088337"/>
                <a:ext cx="224926" cy="22492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020327" y="6235749"/>
                <a:ext cx="137114" cy="1371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 w="4030" cap="flat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Freeform: Shape 41"/>
              <p:cNvSpPr/>
              <p:nvPr/>
            </p:nvSpPr>
            <p:spPr>
              <a:xfrm>
                <a:off x="1896877" y="5290986"/>
                <a:ext cx="4539829" cy="931086"/>
              </a:xfrm>
              <a:custGeom>
                <a:avLst/>
                <a:gdLst>
                  <a:gd name="connsiteX0" fmla="*/ 691268 w 4539829"/>
                  <a:gd name="connsiteY0" fmla="*/ 0 h 931086"/>
                  <a:gd name="connsiteX1" fmla="*/ 1013570 w 4539829"/>
                  <a:gd name="connsiteY1" fmla="*/ 213636 h 931086"/>
                  <a:gd name="connsiteX2" fmla="*/ 1014847 w 4539829"/>
                  <a:gd name="connsiteY2" fmla="*/ 219961 h 931086"/>
                  <a:gd name="connsiteX3" fmla="*/ 1049283 w 4539829"/>
                  <a:gd name="connsiteY3" fmla="*/ 216489 h 931086"/>
                  <a:gd name="connsiteX4" fmla="*/ 1229307 w 4539829"/>
                  <a:gd name="connsiteY4" fmla="*/ 271479 h 931086"/>
                  <a:gd name="connsiteX5" fmla="*/ 1272347 w 4539829"/>
                  <a:gd name="connsiteY5" fmla="*/ 306990 h 931086"/>
                  <a:gd name="connsiteX6" fmla="*/ 1274309 w 4539829"/>
                  <a:gd name="connsiteY6" fmla="*/ 297269 h 931086"/>
                  <a:gd name="connsiteX7" fmla="*/ 1570990 w 4539829"/>
                  <a:gd name="connsiteY7" fmla="*/ 100616 h 931086"/>
                  <a:gd name="connsiteX8" fmla="*/ 1892974 w 4539829"/>
                  <a:gd name="connsiteY8" fmla="*/ 422600 h 931086"/>
                  <a:gd name="connsiteX9" fmla="*/ 1881928 w 4539829"/>
                  <a:gd name="connsiteY9" fmla="*/ 477314 h 931086"/>
                  <a:gd name="connsiteX10" fmla="*/ 1894715 w 4539829"/>
                  <a:gd name="connsiteY10" fmla="*/ 470373 h 931086"/>
                  <a:gd name="connsiteX11" fmla="*/ 1988048 w 4539829"/>
                  <a:gd name="connsiteY11" fmla="*/ 451530 h 931086"/>
                  <a:gd name="connsiteX12" fmla="*/ 2122110 w 4539829"/>
                  <a:gd name="connsiteY12" fmla="*/ 492481 h 931086"/>
                  <a:gd name="connsiteX13" fmla="*/ 2152662 w 4539829"/>
                  <a:gd name="connsiteY13" fmla="*/ 517688 h 931086"/>
                  <a:gd name="connsiteX14" fmla="*/ 2162564 w 4539829"/>
                  <a:gd name="connsiteY14" fmla="*/ 468641 h 931086"/>
                  <a:gd name="connsiteX15" fmla="*/ 2465513 w 4539829"/>
                  <a:gd name="connsiteY15" fmla="*/ 267833 h 931086"/>
                  <a:gd name="connsiteX16" fmla="*/ 2649340 w 4539829"/>
                  <a:gd name="connsiteY16" fmla="*/ 323985 h 931086"/>
                  <a:gd name="connsiteX17" fmla="*/ 2651368 w 4539829"/>
                  <a:gd name="connsiteY17" fmla="*/ 325658 h 931086"/>
                  <a:gd name="connsiteX18" fmla="*/ 2697563 w 4539829"/>
                  <a:gd name="connsiteY18" fmla="*/ 257143 h 931086"/>
                  <a:gd name="connsiteX19" fmla="*/ 2890119 w 4539829"/>
                  <a:gd name="connsiteY19" fmla="*/ 177383 h 931086"/>
                  <a:gd name="connsiteX20" fmla="*/ 3141035 w 4539829"/>
                  <a:gd name="connsiteY20" fmla="*/ 343702 h 931086"/>
                  <a:gd name="connsiteX21" fmla="*/ 3150697 w 4539829"/>
                  <a:gd name="connsiteY21" fmla="*/ 391556 h 931086"/>
                  <a:gd name="connsiteX22" fmla="*/ 3179315 w 4539829"/>
                  <a:gd name="connsiteY22" fmla="*/ 388671 h 931086"/>
                  <a:gd name="connsiteX23" fmla="*/ 3272648 w 4539829"/>
                  <a:gd name="connsiteY23" fmla="*/ 407514 h 931086"/>
                  <a:gd name="connsiteX24" fmla="*/ 3295265 w 4539829"/>
                  <a:gd name="connsiteY24" fmla="*/ 419791 h 931086"/>
                  <a:gd name="connsiteX25" fmla="*/ 3304677 w 4539829"/>
                  <a:gd name="connsiteY25" fmla="*/ 373171 h 931086"/>
                  <a:gd name="connsiteX26" fmla="*/ 3601358 w 4539829"/>
                  <a:gd name="connsiteY26" fmla="*/ 176518 h 931086"/>
                  <a:gd name="connsiteX27" fmla="*/ 3781383 w 4539829"/>
                  <a:gd name="connsiteY27" fmla="*/ 231508 h 931086"/>
                  <a:gd name="connsiteX28" fmla="*/ 3819477 w 4539829"/>
                  <a:gd name="connsiteY28" fmla="*/ 262939 h 931086"/>
                  <a:gd name="connsiteX29" fmla="*/ 3853237 w 4539829"/>
                  <a:gd name="connsiteY29" fmla="*/ 222022 h 931086"/>
                  <a:gd name="connsiteX30" fmla="*/ 4080914 w 4539829"/>
                  <a:gd name="connsiteY30" fmla="*/ 127715 h 931086"/>
                  <a:gd name="connsiteX31" fmla="*/ 4377595 w 4539829"/>
                  <a:gd name="connsiteY31" fmla="*/ 324368 h 931086"/>
                  <a:gd name="connsiteX32" fmla="*/ 4400780 w 4539829"/>
                  <a:gd name="connsiteY32" fmla="*/ 439209 h 931086"/>
                  <a:gd name="connsiteX33" fmla="*/ 4414522 w 4539829"/>
                  <a:gd name="connsiteY33" fmla="*/ 443474 h 931086"/>
                  <a:gd name="connsiteX34" fmla="*/ 4539829 w 4539829"/>
                  <a:gd name="connsiteY34" fmla="*/ 632519 h 931086"/>
                  <a:gd name="connsiteX35" fmla="*/ 4334661 w 4539829"/>
                  <a:gd name="connsiteY35" fmla="*/ 837687 h 931086"/>
                  <a:gd name="connsiteX36" fmla="*/ 4189586 w 4539829"/>
                  <a:gd name="connsiteY36" fmla="*/ 777595 h 931086"/>
                  <a:gd name="connsiteX37" fmla="*/ 4175066 w 4539829"/>
                  <a:gd name="connsiteY37" fmla="*/ 756059 h 931086"/>
                  <a:gd name="connsiteX38" fmla="*/ 4145805 w 4539829"/>
                  <a:gd name="connsiteY38" fmla="*/ 765142 h 931086"/>
                  <a:gd name="connsiteX39" fmla="*/ 4080914 w 4539829"/>
                  <a:gd name="connsiteY39" fmla="*/ 771683 h 931086"/>
                  <a:gd name="connsiteX40" fmla="*/ 3900890 w 4539829"/>
                  <a:gd name="connsiteY40" fmla="*/ 716693 h 931086"/>
                  <a:gd name="connsiteX41" fmla="*/ 3862795 w 4539829"/>
                  <a:gd name="connsiteY41" fmla="*/ 685262 h 931086"/>
                  <a:gd name="connsiteX42" fmla="*/ 3829035 w 4539829"/>
                  <a:gd name="connsiteY42" fmla="*/ 726179 h 931086"/>
                  <a:gd name="connsiteX43" fmla="*/ 3601358 w 4539829"/>
                  <a:gd name="connsiteY43" fmla="*/ 820486 h 931086"/>
                  <a:gd name="connsiteX44" fmla="*/ 3421334 w 4539829"/>
                  <a:gd name="connsiteY44" fmla="*/ 765496 h 931086"/>
                  <a:gd name="connsiteX45" fmla="*/ 3388848 w 4539829"/>
                  <a:gd name="connsiteY45" fmla="*/ 738693 h 931086"/>
                  <a:gd name="connsiteX46" fmla="*/ 3348864 w 4539829"/>
                  <a:gd name="connsiteY46" fmla="*/ 797998 h 931086"/>
                  <a:gd name="connsiteX47" fmla="*/ 3179315 w 4539829"/>
                  <a:gd name="connsiteY47" fmla="*/ 868227 h 931086"/>
                  <a:gd name="connsiteX48" fmla="*/ 2958380 w 4539829"/>
                  <a:gd name="connsiteY48" fmla="*/ 721782 h 931086"/>
                  <a:gd name="connsiteX49" fmla="*/ 2956584 w 4539829"/>
                  <a:gd name="connsiteY49" fmla="*/ 712887 h 931086"/>
                  <a:gd name="connsiteX50" fmla="*/ 2945000 w 4539829"/>
                  <a:gd name="connsiteY50" fmla="*/ 716483 h 931086"/>
                  <a:gd name="connsiteX51" fmla="*/ 2890119 w 4539829"/>
                  <a:gd name="connsiteY51" fmla="*/ 722015 h 931086"/>
                  <a:gd name="connsiteX52" fmla="*/ 2784122 w 4539829"/>
                  <a:gd name="connsiteY52" fmla="*/ 700615 h 931086"/>
                  <a:gd name="connsiteX53" fmla="*/ 2774372 w 4539829"/>
                  <a:gd name="connsiteY53" fmla="*/ 695323 h 931086"/>
                  <a:gd name="connsiteX54" fmla="*/ 2768462 w 4539829"/>
                  <a:gd name="connsiteY54" fmla="*/ 724597 h 931086"/>
                  <a:gd name="connsiteX55" fmla="*/ 2465513 w 4539829"/>
                  <a:gd name="connsiteY55" fmla="*/ 925405 h 931086"/>
                  <a:gd name="connsiteX56" fmla="*/ 2233026 w 4539829"/>
                  <a:gd name="connsiteY56" fmla="*/ 829106 h 931086"/>
                  <a:gd name="connsiteX57" fmla="*/ 2203297 w 4539829"/>
                  <a:gd name="connsiteY57" fmla="*/ 793074 h 931086"/>
                  <a:gd name="connsiteX58" fmla="*/ 2157597 w 4539829"/>
                  <a:gd name="connsiteY58" fmla="*/ 860857 h 931086"/>
                  <a:gd name="connsiteX59" fmla="*/ 1988048 w 4539829"/>
                  <a:gd name="connsiteY59" fmla="*/ 931086 h 931086"/>
                  <a:gd name="connsiteX60" fmla="*/ 1748270 w 4539829"/>
                  <a:gd name="connsiteY60" fmla="*/ 691308 h 931086"/>
                  <a:gd name="connsiteX61" fmla="*/ 1748321 w 4539829"/>
                  <a:gd name="connsiteY61" fmla="*/ 691057 h 931086"/>
                  <a:gd name="connsiteX62" fmla="*/ 1696321 w 4539829"/>
                  <a:gd name="connsiteY62" fmla="*/ 719281 h 931086"/>
                  <a:gd name="connsiteX63" fmla="*/ 1570990 w 4539829"/>
                  <a:gd name="connsiteY63" fmla="*/ 744584 h 931086"/>
                  <a:gd name="connsiteX64" fmla="*/ 1390966 w 4539829"/>
                  <a:gd name="connsiteY64" fmla="*/ 689594 h 931086"/>
                  <a:gd name="connsiteX65" fmla="*/ 1347926 w 4539829"/>
                  <a:gd name="connsiteY65" fmla="*/ 654084 h 931086"/>
                  <a:gd name="connsiteX66" fmla="*/ 1345964 w 4539829"/>
                  <a:gd name="connsiteY66" fmla="*/ 663804 h 931086"/>
                  <a:gd name="connsiteX67" fmla="*/ 1049283 w 4539829"/>
                  <a:gd name="connsiteY67" fmla="*/ 860457 h 931086"/>
                  <a:gd name="connsiteX68" fmla="*/ 782289 w 4539829"/>
                  <a:gd name="connsiteY68" fmla="*/ 718498 h 931086"/>
                  <a:gd name="connsiteX69" fmla="*/ 767241 w 4539829"/>
                  <a:gd name="connsiteY69" fmla="*/ 690773 h 931086"/>
                  <a:gd name="connsiteX70" fmla="*/ 761763 w 4539829"/>
                  <a:gd name="connsiteY70" fmla="*/ 692474 h 931086"/>
                  <a:gd name="connsiteX71" fmla="*/ 691268 w 4539829"/>
                  <a:gd name="connsiteY71" fmla="*/ 699580 h 931086"/>
                  <a:gd name="connsiteX72" fmla="*/ 495697 w 4539829"/>
                  <a:gd name="connsiteY72" fmla="*/ 639842 h 931086"/>
                  <a:gd name="connsiteX73" fmla="*/ 493878 w 4539829"/>
                  <a:gd name="connsiteY73" fmla="*/ 638341 h 931086"/>
                  <a:gd name="connsiteX74" fmla="*/ 464872 w 4539829"/>
                  <a:gd name="connsiteY74" fmla="*/ 681362 h 931086"/>
                  <a:gd name="connsiteX75" fmla="*/ 272316 w 4539829"/>
                  <a:gd name="connsiteY75" fmla="*/ 761121 h 931086"/>
                  <a:gd name="connsiteX76" fmla="*/ 0 w 4539829"/>
                  <a:gd name="connsiteY76" fmla="*/ 488805 h 931086"/>
                  <a:gd name="connsiteX77" fmla="*/ 272316 w 4539829"/>
                  <a:gd name="connsiteY77" fmla="*/ 216489 h 931086"/>
                  <a:gd name="connsiteX78" fmla="*/ 327197 w 4539829"/>
                  <a:gd name="connsiteY78" fmla="*/ 222022 h 931086"/>
                  <a:gd name="connsiteX79" fmla="*/ 364910 w 4539829"/>
                  <a:gd name="connsiteY79" fmla="*/ 233728 h 931086"/>
                  <a:gd name="connsiteX80" fmla="*/ 368966 w 4539829"/>
                  <a:gd name="connsiteY80" fmla="*/ 213636 h 931086"/>
                  <a:gd name="connsiteX81" fmla="*/ 691268 w 4539829"/>
                  <a:gd name="connsiteY81" fmla="*/ 0 h 93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4539829" h="931086">
                    <a:moveTo>
                      <a:pt x="691268" y="0"/>
                    </a:moveTo>
                    <a:cubicBezTo>
                      <a:pt x="836156" y="0"/>
                      <a:pt x="960469" y="88091"/>
                      <a:pt x="1013570" y="213636"/>
                    </a:cubicBezTo>
                    <a:lnTo>
                      <a:pt x="1014847" y="219961"/>
                    </a:lnTo>
                    <a:lnTo>
                      <a:pt x="1049283" y="216489"/>
                    </a:lnTo>
                    <a:cubicBezTo>
                      <a:pt x="1115968" y="216489"/>
                      <a:pt x="1177918" y="236761"/>
                      <a:pt x="1229307" y="271479"/>
                    </a:cubicBezTo>
                    <a:lnTo>
                      <a:pt x="1272347" y="306990"/>
                    </a:lnTo>
                    <a:lnTo>
                      <a:pt x="1274309" y="297269"/>
                    </a:lnTo>
                    <a:cubicBezTo>
                      <a:pt x="1323189" y="181705"/>
                      <a:pt x="1437620" y="100616"/>
                      <a:pt x="1570990" y="100616"/>
                    </a:cubicBezTo>
                    <a:cubicBezTo>
                      <a:pt x="1748817" y="100616"/>
                      <a:pt x="1892974" y="244773"/>
                      <a:pt x="1892974" y="422600"/>
                    </a:cubicBezTo>
                    <a:lnTo>
                      <a:pt x="1881928" y="477314"/>
                    </a:lnTo>
                    <a:lnTo>
                      <a:pt x="1894715" y="470373"/>
                    </a:lnTo>
                    <a:cubicBezTo>
                      <a:pt x="1923402" y="458240"/>
                      <a:pt x="1954941" y="451530"/>
                      <a:pt x="1988048" y="451530"/>
                    </a:cubicBezTo>
                    <a:cubicBezTo>
                      <a:pt x="2037708" y="451530"/>
                      <a:pt x="2083841" y="466627"/>
                      <a:pt x="2122110" y="492481"/>
                    </a:cubicBezTo>
                    <a:lnTo>
                      <a:pt x="2152662" y="517688"/>
                    </a:lnTo>
                    <a:lnTo>
                      <a:pt x="2162564" y="468641"/>
                    </a:lnTo>
                    <a:cubicBezTo>
                      <a:pt x="2212477" y="350635"/>
                      <a:pt x="2329325" y="267833"/>
                      <a:pt x="2465513" y="267833"/>
                    </a:cubicBezTo>
                    <a:cubicBezTo>
                      <a:pt x="2533606" y="267833"/>
                      <a:pt x="2596865" y="288534"/>
                      <a:pt x="2649340" y="323985"/>
                    </a:cubicBezTo>
                    <a:lnTo>
                      <a:pt x="2651368" y="325658"/>
                    </a:lnTo>
                    <a:lnTo>
                      <a:pt x="2697563" y="257143"/>
                    </a:lnTo>
                    <a:cubicBezTo>
                      <a:pt x="2746842" y="207863"/>
                      <a:pt x="2814921" y="177383"/>
                      <a:pt x="2890119" y="177383"/>
                    </a:cubicBezTo>
                    <a:cubicBezTo>
                      <a:pt x="3002916" y="177383"/>
                      <a:pt x="3099695" y="245963"/>
                      <a:pt x="3141035" y="343702"/>
                    </a:cubicBezTo>
                    <a:lnTo>
                      <a:pt x="3150697" y="391556"/>
                    </a:lnTo>
                    <a:lnTo>
                      <a:pt x="3179315" y="388671"/>
                    </a:lnTo>
                    <a:cubicBezTo>
                      <a:pt x="3212422" y="388671"/>
                      <a:pt x="3243961" y="395381"/>
                      <a:pt x="3272648" y="407514"/>
                    </a:cubicBezTo>
                    <a:lnTo>
                      <a:pt x="3295265" y="419791"/>
                    </a:lnTo>
                    <a:lnTo>
                      <a:pt x="3304677" y="373171"/>
                    </a:lnTo>
                    <a:cubicBezTo>
                      <a:pt x="3353557" y="257607"/>
                      <a:pt x="3467988" y="176518"/>
                      <a:pt x="3601358" y="176518"/>
                    </a:cubicBezTo>
                    <a:cubicBezTo>
                      <a:pt x="3668043" y="176518"/>
                      <a:pt x="3729994" y="196790"/>
                      <a:pt x="3781383" y="231508"/>
                    </a:cubicBezTo>
                    <a:lnTo>
                      <a:pt x="3819477" y="262939"/>
                    </a:lnTo>
                    <a:lnTo>
                      <a:pt x="3853237" y="222022"/>
                    </a:lnTo>
                    <a:cubicBezTo>
                      <a:pt x="3911505" y="163754"/>
                      <a:pt x="3992001" y="127715"/>
                      <a:pt x="4080914" y="127715"/>
                    </a:cubicBezTo>
                    <a:cubicBezTo>
                      <a:pt x="4214285" y="127715"/>
                      <a:pt x="4328715" y="208804"/>
                      <a:pt x="4377595" y="324368"/>
                    </a:cubicBezTo>
                    <a:lnTo>
                      <a:pt x="4400780" y="439209"/>
                    </a:lnTo>
                    <a:lnTo>
                      <a:pt x="4414522" y="443474"/>
                    </a:lnTo>
                    <a:cubicBezTo>
                      <a:pt x="4488160" y="474621"/>
                      <a:pt x="4539829" y="547536"/>
                      <a:pt x="4539829" y="632519"/>
                    </a:cubicBezTo>
                    <a:cubicBezTo>
                      <a:pt x="4539829" y="745830"/>
                      <a:pt x="4447972" y="837687"/>
                      <a:pt x="4334661" y="837687"/>
                    </a:cubicBezTo>
                    <a:cubicBezTo>
                      <a:pt x="4278006" y="837687"/>
                      <a:pt x="4226714" y="814723"/>
                      <a:pt x="4189586" y="777595"/>
                    </a:cubicBezTo>
                    <a:lnTo>
                      <a:pt x="4175066" y="756059"/>
                    </a:lnTo>
                    <a:lnTo>
                      <a:pt x="4145805" y="765142"/>
                    </a:lnTo>
                    <a:cubicBezTo>
                      <a:pt x="4124845" y="769431"/>
                      <a:pt x="4103143" y="771683"/>
                      <a:pt x="4080914" y="771683"/>
                    </a:cubicBezTo>
                    <a:cubicBezTo>
                      <a:pt x="4014229" y="771683"/>
                      <a:pt x="3952279" y="751411"/>
                      <a:pt x="3900890" y="716693"/>
                    </a:cubicBezTo>
                    <a:lnTo>
                      <a:pt x="3862795" y="685262"/>
                    </a:lnTo>
                    <a:lnTo>
                      <a:pt x="3829035" y="726179"/>
                    </a:lnTo>
                    <a:cubicBezTo>
                      <a:pt x="3770768" y="784447"/>
                      <a:pt x="3690272" y="820486"/>
                      <a:pt x="3601358" y="820486"/>
                    </a:cubicBezTo>
                    <a:cubicBezTo>
                      <a:pt x="3534673" y="820486"/>
                      <a:pt x="3472723" y="800214"/>
                      <a:pt x="3421334" y="765496"/>
                    </a:cubicBezTo>
                    <a:lnTo>
                      <a:pt x="3388848" y="738693"/>
                    </a:lnTo>
                    <a:lnTo>
                      <a:pt x="3348864" y="797998"/>
                    </a:lnTo>
                    <a:cubicBezTo>
                      <a:pt x="3305473" y="841389"/>
                      <a:pt x="3245528" y="868227"/>
                      <a:pt x="3179315" y="868227"/>
                    </a:cubicBezTo>
                    <a:cubicBezTo>
                      <a:pt x="3079996" y="868227"/>
                      <a:pt x="2994780" y="807842"/>
                      <a:pt x="2958380" y="721782"/>
                    </a:cubicBezTo>
                    <a:lnTo>
                      <a:pt x="2956584" y="712887"/>
                    </a:lnTo>
                    <a:lnTo>
                      <a:pt x="2945000" y="716483"/>
                    </a:lnTo>
                    <a:cubicBezTo>
                      <a:pt x="2927273" y="720110"/>
                      <a:pt x="2908919" y="722015"/>
                      <a:pt x="2890119" y="722015"/>
                    </a:cubicBezTo>
                    <a:cubicBezTo>
                      <a:pt x="2852520" y="722015"/>
                      <a:pt x="2816701" y="714395"/>
                      <a:pt x="2784122" y="700615"/>
                    </a:cubicBezTo>
                    <a:lnTo>
                      <a:pt x="2774372" y="695323"/>
                    </a:lnTo>
                    <a:lnTo>
                      <a:pt x="2768462" y="724597"/>
                    </a:lnTo>
                    <a:cubicBezTo>
                      <a:pt x="2718549" y="842604"/>
                      <a:pt x="2601700" y="925405"/>
                      <a:pt x="2465513" y="925405"/>
                    </a:cubicBezTo>
                    <a:cubicBezTo>
                      <a:pt x="2374721" y="925405"/>
                      <a:pt x="2292525" y="888605"/>
                      <a:pt x="2233026" y="829106"/>
                    </a:cubicBezTo>
                    <a:lnTo>
                      <a:pt x="2203297" y="793074"/>
                    </a:lnTo>
                    <a:lnTo>
                      <a:pt x="2157597" y="860857"/>
                    </a:lnTo>
                    <a:cubicBezTo>
                      <a:pt x="2114205" y="904248"/>
                      <a:pt x="2054261" y="931086"/>
                      <a:pt x="1988048" y="931086"/>
                    </a:cubicBezTo>
                    <a:cubicBezTo>
                      <a:pt x="1855622" y="931086"/>
                      <a:pt x="1748270" y="823734"/>
                      <a:pt x="1748270" y="691308"/>
                    </a:cubicBezTo>
                    <a:lnTo>
                      <a:pt x="1748321" y="691057"/>
                    </a:lnTo>
                    <a:lnTo>
                      <a:pt x="1696321" y="719281"/>
                    </a:lnTo>
                    <a:cubicBezTo>
                      <a:pt x="1657799" y="735574"/>
                      <a:pt x="1615447" y="744584"/>
                      <a:pt x="1570990" y="744584"/>
                    </a:cubicBezTo>
                    <a:cubicBezTo>
                      <a:pt x="1504305" y="744584"/>
                      <a:pt x="1442355" y="724312"/>
                      <a:pt x="1390966" y="689594"/>
                    </a:cubicBezTo>
                    <a:lnTo>
                      <a:pt x="1347926" y="654084"/>
                    </a:lnTo>
                    <a:lnTo>
                      <a:pt x="1345964" y="663804"/>
                    </a:lnTo>
                    <a:cubicBezTo>
                      <a:pt x="1297084" y="779369"/>
                      <a:pt x="1182653" y="860457"/>
                      <a:pt x="1049283" y="860457"/>
                    </a:cubicBezTo>
                    <a:cubicBezTo>
                      <a:pt x="938141" y="860457"/>
                      <a:pt x="840152" y="804146"/>
                      <a:pt x="782289" y="718498"/>
                    </a:cubicBezTo>
                    <a:lnTo>
                      <a:pt x="767241" y="690773"/>
                    </a:lnTo>
                    <a:lnTo>
                      <a:pt x="761763" y="692474"/>
                    </a:lnTo>
                    <a:cubicBezTo>
                      <a:pt x="738992" y="697133"/>
                      <a:pt x="715416" y="699580"/>
                      <a:pt x="691268" y="699580"/>
                    </a:cubicBezTo>
                    <a:cubicBezTo>
                      <a:pt x="618824" y="699580"/>
                      <a:pt x="551524" y="677558"/>
                      <a:pt x="495697" y="639842"/>
                    </a:cubicBezTo>
                    <a:lnTo>
                      <a:pt x="493878" y="638341"/>
                    </a:lnTo>
                    <a:lnTo>
                      <a:pt x="464872" y="681362"/>
                    </a:lnTo>
                    <a:cubicBezTo>
                      <a:pt x="415593" y="730641"/>
                      <a:pt x="347514" y="761121"/>
                      <a:pt x="272316" y="761121"/>
                    </a:cubicBezTo>
                    <a:cubicBezTo>
                      <a:pt x="121920" y="761121"/>
                      <a:pt x="0" y="639201"/>
                      <a:pt x="0" y="488805"/>
                    </a:cubicBezTo>
                    <a:cubicBezTo>
                      <a:pt x="0" y="338409"/>
                      <a:pt x="121920" y="216489"/>
                      <a:pt x="272316" y="216489"/>
                    </a:cubicBezTo>
                    <a:cubicBezTo>
                      <a:pt x="291115" y="216489"/>
                      <a:pt x="309470" y="218394"/>
                      <a:pt x="327197" y="222022"/>
                    </a:cubicBezTo>
                    <a:lnTo>
                      <a:pt x="364910" y="233728"/>
                    </a:lnTo>
                    <a:lnTo>
                      <a:pt x="368966" y="213636"/>
                    </a:lnTo>
                    <a:cubicBezTo>
                      <a:pt x="422067" y="88091"/>
                      <a:pt x="546380" y="0"/>
                      <a:pt x="691268" y="0"/>
                    </a:cubicBezTo>
                    <a:close/>
                  </a:path>
                </a:pathLst>
              </a:custGeom>
              <a:gradFill flip="none" rotWithShape="1">
                <a:gsLst>
                  <a:gs pos="29000">
                    <a:schemeClr val="bg1">
                      <a:alpha val="0"/>
                    </a:scheme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lumMod val="50000"/>
                      <a:alpha val="50000"/>
                    </a:schemeClr>
                  </a:gs>
                </a:gsLst>
                <a:lin ang="5400000" scaled="1"/>
                <a:tileRect/>
              </a:gradFill>
              <a:ln w="4030" cap="flat">
                <a:noFill/>
                <a:prstDash val="solid"/>
                <a:miter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E034"/>
      </a:accent1>
      <a:accent2>
        <a:srgbClr val="B0D66C"/>
      </a:accent2>
      <a:accent3>
        <a:srgbClr val="FF870F"/>
      </a:accent3>
      <a:accent4>
        <a:srgbClr val="96C8E9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E034"/>
      </a:accent1>
      <a:accent2>
        <a:srgbClr val="B0D66C"/>
      </a:accent2>
      <a:accent3>
        <a:srgbClr val="FF870F"/>
      </a:accent3>
      <a:accent4>
        <a:srgbClr val="96C8E9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E034"/>
      </a:accent1>
      <a:accent2>
        <a:srgbClr val="B0D66C"/>
      </a:accent2>
      <a:accent3>
        <a:srgbClr val="FF870F"/>
      </a:accent3>
      <a:accent4>
        <a:srgbClr val="96C8E9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5383</Words>
  <Application>WPS Presentation</Application>
  <PresentationFormat>Widescreen</PresentationFormat>
  <Paragraphs>389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SimSun</vt:lpstr>
      <vt:lpstr>Wingdings</vt:lpstr>
      <vt:lpstr>Calibri</vt:lpstr>
      <vt:lpstr>Times New Roman</vt:lpstr>
      <vt:lpstr>Calibri</vt:lpstr>
      <vt:lpstr>Microsoft YaHei</vt:lpstr>
      <vt:lpstr>Arial Unicode MS</vt:lpstr>
      <vt:lpstr>Cover and End Slide Master</vt:lpstr>
      <vt:lpstr>Contents Slide Master</vt:lpstr>
      <vt:lpstr>Section Break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Hi</cp:lastModifiedBy>
  <cp:revision>78</cp:revision>
  <dcterms:created xsi:type="dcterms:W3CDTF">2020-01-20T05:08:00Z</dcterms:created>
  <dcterms:modified xsi:type="dcterms:W3CDTF">2022-12-02T10:55:13Z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B085B6A8C04D4890808DBFC62117B5BE</vt:lpwstr>
  </property>
  <property fmtid="{D5CDD505-2E9C-101B-9397-08002B2CF9AE}" pid="3" name="KSOProductBuildVer">
    <vt:lpwstr>1033-11.2.0.11417</vt:lpwstr>
  </property>
</Properties>
</file>